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D8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571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C21A7B-C7B1-4D0E-9BB9-AD9995815685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1112D-51A3-4CED-A3B3-752FBC20A0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686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2ED9F-082C-3D26-5BFD-F63493735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DB86D1-441B-84C4-FD8B-0A79546495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14581-E2D7-4C9A-A2B1-EFB195264E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BF998-2451-C4C6-43C4-C87DD5C593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FEE99-6773-4FA4-A649-6A3D4635237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50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78D44-20D0-6C13-44CD-72EFA4FE4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52B7B7-6DE3-832C-8BE3-978852AAE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C7632F-CF38-5107-2C2B-C1E4D86BD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CD92C-14F0-FC06-10AD-1791140CD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9CF9F-0670-B525-EA91-9FE328081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1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EE90C-E190-7BCA-4C1A-29E771096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C8A97-80EE-F44E-70D2-8FC91DC89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5D035-3BCC-4F6E-45F0-79004E16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9FD90-8DDC-BE1E-6989-CF289F4ED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810BD-35FD-7EA7-ABD4-5815878B7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70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C3264-160B-170F-6692-B53EF1A19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C9F42-5BA6-B804-75A6-2C063505E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6F380-DC2E-D5D2-1785-BF339B25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EFED0-7A77-1883-90FC-BC716E525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1299D1-5B04-3455-0737-ADEC980FD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94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65270-2B70-2B38-5C4B-F355E4B1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129AE-876D-4AAE-365C-322D4BB0D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B8D0A-3967-34CD-2FCE-24BCC0F3E1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893524-EDCA-BA0E-40C9-D1543742E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F2A5E-EA03-447F-BF03-0F616A023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B9599-EEB6-8493-80BB-2FDCA9B1E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944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5BD2-3A3C-DDD9-DC71-423920BDD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BA07D-78D3-B677-DF3F-43917FEE8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725B40-9EA5-77CD-70E3-32501F870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8C310C-8D3D-6F2D-CD45-17DCA23AF8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2BF297-729B-068D-0DB0-F8CB2BD9A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746459-BFD7-6EAF-4338-0F12BBD55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5491C3-AF58-029C-8599-281F313E7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C2D069-1E05-C9F0-2390-C80B7EA0C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35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25CB0-3D76-465F-31D2-763C7F903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E46BCF-EB72-5E9C-0F54-48A7703D8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CC2207-AE54-A3DE-4EEA-1D8D861C8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3538E3-DF5D-1244-5237-B93993400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640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EE2954-91BD-1C84-3C02-7FFBA516F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851449-2C28-D561-DA09-F4F9899B3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B9332-DAA9-8C47-D9C6-090181EE7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854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28E99-9DE3-E10B-321A-7444E7BDF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E5C71-F2BD-7B21-4F0E-39200EA1F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DD27C-A1D2-C237-B6EE-4CDE98512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5DD1D3-18F1-6F2F-9CFC-56F70DD01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48A63-8518-50EF-2786-B6ED1B3B1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D37A82-9020-CE4C-EEB8-F532B967A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9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70F70-6FBC-22BA-0946-841B02EF6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8FBB3-6074-0056-8CA4-0D1824DDB9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2271CD-9319-F7A1-8B1B-BBB9B16DB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4992F1-F12F-2684-711D-F0F9F4356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FCF87-FD32-7081-6C68-35C5769A4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C983-34E4-4751-68F4-6A2F4BD0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334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1360D-EE00-6C2B-7228-80F56AD8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CF236-4CE9-3DEE-5A32-B1D1AE64D7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E3A33-E855-2681-8F5E-BC3BDB40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CD6D2-2CE1-1F92-035F-E697FF867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AEBDB-EA26-E8DD-AC6A-B8171E267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9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A5C234-D34E-6A80-A358-E940443DFD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148E1F-B196-1FC6-0148-EEFC8AEA9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321A63-24FE-FD7E-E698-485622266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29352-BF8C-8CD2-D1A1-89A9EB39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268408-034A-393A-1CAE-5CD2B5D00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94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A1A030-E2F6-5033-0BD5-C8461D496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C1637-20D8-76E3-B0F1-99184FC3E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519BA-5418-B5A8-5A64-DD11106F6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425944-3269-4A15-997E-66524DAD34A0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23DD1-8BAB-1BE2-6619-1F51437CE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76762-667F-29E1-7FDD-2DCC9BAC5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ED3F52-F9C3-4E4B-B23E-59D23F4F5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91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3BB6-55D7-650D-2E91-43A826135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CCA88D-054A-B3B5-54A4-B9F718CFCAB6}"/>
              </a:ext>
            </a:extLst>
          </p:cNvPr>
          <p:cNvSpPr/>
          <p:nvPr/>
        </p:nvSpPr>
        <p:spPr>
          <a:xfrm>
            <a:off x="0" y="-27215"/>
            <a:ext cx="12192001" cy="685800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62E444-390D-65A9-82C9-6C99205A0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84" y="-92998"/>
            <a:ext cx="10515600" cy="669018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Human Resource Dashboard / Details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B1AE4AB7-F27B-7C56-A842-DAB6BD33CCEA}"/>
              </a:ext>
            </a:extLst>
          </p:cNvPr>
          <p:cNvSpPr/>
          <p:nvPr/>
        </p:nvSpPr>
        <p:spPr>
          <a:xfrm>
            <a:off x="164636" y="79295"/>
            <a:ext cx="850351" cy="656408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6" name="Flowchart: Connector 135">
            <a:extLst>
              <a:ext uri="{FF2B5EF4-FFF2-40B4-BE49-F238E27FC236}">
                <a16:creationId xmlns:a16="http://schemas.microsoft.com/office/drawing/2014/main" id="{E7D2B931-A1BD-B177-ED5D-DD999B1CDCEC}"/>
              </a:ext>
            </a:extLst>
          </p:cNvPr>
          <p:cNvSpPr/>
          <p:nvPr/>
        </p:nvSpPr>
        <p:spPr>
          <a:xfrm>
            <a:off x="174172" y="173411"/>
            <a:ext cx="671968" cy="669018"/>
          </a:xfrm>
          <a:prstGeom prst="flowChartConnector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6AF2C0F-A5A7-852F-D3C1-EAD94139DACA}"/>
              </a:ext>
            </a:extLst>
          </p:cNvPr>
          <p:cNvSpPr txBox="1"/>
          <p:nvPr/>
        </p:nvSpPr>
        <p:spPr>
          <a:xfrm>
            <a:off x="174171" y="249659"/>
            <a:ext cx="7130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12D87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H</a:t>
            </a:r>
            <a:r>
              <a:rPr lang="en-US" sz="2400" dirty="0">
                <a:solidFill>
                  <a:srgbClr val="C00000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R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A9F2EC9-EF84-975A-32D2-B7FE23660755}"/>
              </a:ext>
            </a:extLst>
          </p:cNvPr>
          <p:cNvSpPr/>
          <p:nvPr/>
        </p:nvSpPr>
        <p:spPr>
          <a:xfrm>
            <a:off x="505354" y="1066800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0D34806-4DD5-28CB-A4D2-82E70A907D85}"/>
              </a:ext>
            </a:extLst>
          </p:cNvPr>
          <p:cNvSpPr/>
          <p:nvPr/>
        </p:nvSpPr>
        <p:spPr>
          <a:xfrm>
            <a:off x="478532" y="1722027"/>
            <a:ext cx="428537" cy="4305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AE5B93D2-B74D-350A-94EC-79852FE976C6}"/>
              </a:ext>
            </a:extLst>
          </p:cNvPr>
          <p:cNvSpPr/>
          <p:nvPr/>
        </p:nvSpPr>
        <p:spPr>
          <a:xfrm>
            <a:off x="174171" y="1066800"/>
            <a:ext cx="220251" cy="442469"/>
          </a:xfrm>
          <a:prstGeom prst="rect">
            <a:avLst/>
          </a:prstGeom>
          <a:solidFill>
            <a:srgbClr val="12D87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1A4C317-9C02-0151-19FB-05DD62540F02}"/>
              </a:ext>
            </a:extLst>
          </p:cNvPr>
          <p:cNvSpPr txBox="1"/>
          <p:nvPr/>
        </p:nvSpPr>
        <p:spPr>
          <a:xfrm rot="20464895">
            <a:off x="161910" y="2482212"/>
            <a:ext cx="77389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Export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E46C926-2B0A-316D-638E-81084222B5AF}"/>
              </a:ext>
            </a:extLst>
          </p:cNvPr>
          <p:cNvSpPr txBox="1"/>
          <p:nvPr/>
        </p:nvSpPr>
        <p:spPr>
          <a:xfrm rot="20318569">
            <a:off x="108835" y="4234076"/>
            <a:ext cx="1070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Connect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00567E5-CB60-A0A9-63C9-7E8E23C05EEC}"/>
              </a:ext>
            </a:extLst>
          </p:cNvPr>
          <p:cNvSpPr/>
          <p:nvPr/>
        </p:nvSpPr>
        <p:spPr>
          <a:xfrm>
            <a:off x="354946" y="3086598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D6D37897-7EE4-D530-0A57-1A8BCEEE829E}"/>
              </a:ext>
            </a:extLst>
          </p:cNvPr>
          <p:cNvSpPr/>
          <p:nvPr/>
        </p:nvSpPr>
        <p:spPr>
          <a:xfrm>
            <a:off x="354945" y="3631511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948030CC-AF3C-5B88-FF0D-FADDE3DEFB9C}"/>
              </a:ext>
            </a:extLst>
          </p:cNvPr>
          <p:cNvSpPr/>
          <p:nvPr/>
        </p:nvSpPr>
        <p:spPr>
          <a:xfrm>
            <a:off x="354945" y="4762323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5E2F5E6D-A5F3-3047-D5E6-67BDE222EC63}"/>
              </a:ext>
            </a:extLst>
          </p:cNvPr>
          <p:cNvSpPr/>
          <p:nvPr/>
        </p:nvSpPr>
        <p:spPr>
          <a:xfrm>
            <a:off x="354944" y="5903327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A69B71-3DE3-DE91-142A-BCD11AB3C5B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184125" y="480491"/>
            <a:ext cx="10440253" cy="5905803"/>
          </a:xfrm>
          <a:prstGeom prst="rect">
            <a:avLst/>
          </a:prstGeom>
          <a:solidFill>
            <a:schemeClr val="tx1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ED564E5-81C9-0431-A355-B09EA1B86965}"/>
              </a:ext>
            </a:extLst>
          </p:cNvPr>
          <p:cNvSpPr/>
          <p:nvPr/>
        </p:nvSpPr>
        <p:spPr>
          <a:xfrm>
            <a:off x="355100" y="5332825"/>
            <a:ext cx="401715" cy="4447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5BC4D7-EF5E-EE29-E7EB-FA9011682522}"/>
              </a:ext>
            </a:extLst>
          </p:cNvPr>
          <p:cNvSpPr txBox="1"/>
          <p:nvPr/>
        </p:nvSpPr>
        <p:spPr>
          <a:xfrm>
            <a:off x="1273215" y="565836"/>
            <a:ext cx="28936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avolini" panose="03000502040302020204" pitchFamily="66" charset="0"/>
                <a:cs typeface="Cavolini" panose="03000502040302020204" pitchFamily="66" charset="0"/>
              </a:rPr>
              <a:t>Employee List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760DC3-4179-4954-570F-28140DA9B249}"/>
              </a:ext>
            </a:extLst>
          </p:cNvPr>
          <p:cNvCxnSpPr>
            <a:cxnSpLocks/>
          </p:cNvCxnSpPr>
          <p:nvPr/>
        </p:nvCxnSpPr>
        <p:spPr>
          <a:xfrm>
            <a:off x="1898248" y="5903327"/>
            <a:ext cx="8831484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139511-8CAA-9B8B-39FE-A775A72B96DF}"/>
              </a:ext>
            </a:extLst>
          </p:cNvPr>
          <p:cNvCxnSpPr/>
          <p:nvPr/>
        </p:nvCxnSpPr>
        <p:spPr>
          <a:xfrm>
            <a:off x="1863524" y="5207051"/>
            <a:ext cx="8819909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A044AB-C9B1-1056-2C97-FBAB8B9C6A4A}"/>
              </a:ext>
            </a:extLst>
          </p:cNvPr>
          <p:cNvCxnSpPr>
            <a:cxnSpLocks/>
          </p:cNvCxnSpPr>
          <p:nvPr/>
        </p:nvCxnSpPr>
        <p:spPr>
          <a:xfrm>
            <a:off x="1898248" y="4372575"/>
            <a:ext cx="8785185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10D60D7-2C96-9320-59FC-BAD420761253}"/>
              </a:ext>
            </a:extLst>
          </p:cNvPr>
          <p:cNvCxnSpPr/>
          <p:nvPr/>
        </p:nvCxnSpPr>
        <p:spPr>
          <a:xfrm>
            <a:off x="1863524" y="3631511"/>
            <a:ext cx="872731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344AAED-6D17-6242-9A40-D66B244957AF}"/>
              </a:ext>
            </a:extLst>
          </p:cNvPr>
          <p:cNvCxnSpPr/>
          <p:nvPr/>
        </p:nvCxnSpPr>
        <p:spPr>
          <a:xfrm>
            <a:off x="1863524" y="2877187"/>
            <a:ext cx="8727311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02B1FBD5-95D0-FC6F-63DE-77DAB362E4A5}"/>
              </a:ext>
            </a:extLst>
          </p:cNvPr>
          <p:cNvSpPr/>
          <p:nvPr/>
        </p:nvSpPr>
        <p:spPr>
          <a:xfrm>
            <a:off x="1967696" y="3113590"/>
            <a:ext cx="833392" cy="254643"/>
          </a:xfrm>
          <a:custGeom>
            <a:avLst/>
            <a:gdLst>
              <a:gd name="connsiteX0" fmla="*/ 0 w 833392"/>
              <a:gd name="connsiteY0" fmla="*/ 92597 h 254643"/>
              <a:gd name="connsiteX1" fmla="*/ 11575 w 833392"/>
              <a:gd name="connsiteY1" fmla="*/ 173620 h 254643"/>
              <a:gd name="connsiteX2" fmla="*/ 173620 w 833392"/>
              <a:gd name="connsiteY2" fmla="*/ 185195 h 254643"/>
              <a:gd name="connsiteX3" fmla="*/ 231494 w 833392"/>
              <a:gd name="connsiteY3" fmla="*/ 127321 h 254643"/>
              <a:gd name="connsiteX4" fmla="*/ 266218 w 833392"/>
              <a:gd name="connsiteY4" fmla="*/ 92597 h 254643"/>
              <a:gd name="connsiteX5" fmla="*/ 289367 w 833392"/>
              <a:gd name="connsiteY5" fmla="*/ 46299 h 254643"/>
              <a:gd name="connsiteX6" fmla="*/ 381965 w 833392"/>
              <a:gd name="connsiteY6" fmla="*/ 34724 h 254643"/>
              <a:gd name="connsiteX7" fmla="*/ 520861 w 833392"/>
              <a:gd name="connsiteY7" fmla="*/ 46299 h 254643"/>
              <a:gd name="connsiteX8" fmla="*/ 555585 w 833392"/>
              <a:gd name="connsiteY8" fmla="*/ 208344 h 254643"/>
              <a:gd name="connsiteX9" fmla="*/ 613458 w 833392"/>
              <a:gd name="connsiteY9" fmla="*/ 254643 h 254643"/>
              <a:gd name="connsiteX10" fmla="*/ 694481 w 833392"/>
              <a:gd name="connsiteY10" fmla="*/ 231494 h 254643"/>
              <a:gd name="connsiteX11" fmla="*/ 763929 w 833392"/>
              <a:gd name="connsiteY11" fmla="*/ 115747 h 254643"/>
              <a:gd name="connsiteX12" fmla="*/ 821803 w 833392"/>
              <a:gd name="connsiteY12" fmla="*/ 57873 h 254643"/>
              <a:gd name="connsiteX13" fmla="*/ 833377 w 833392"/>
              <a:gd name="connsiteY13" fmla="*/ 0 h 254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833392" h="254643">
                <a:moveTo>
                  <a:pt x="0" y="92597"/>
                </a:moveTo>
                <a:cubicBezTo>
                  <a:pt x="3858" y="119605"/>
                  <a:pt x="-3558" y="150920"/>
                  <a:pt x="11575" y="173620"/>
                </a:cubicBezTo>
                <a:cubicBezTo>
                  <a:pt x="40225" y="216595"/>
                  <a:pt x="152485" y="187543"/>
                  <a:pt x="173620" y="185195"/>
                </a:cubicBezTo>
                <a:lnTo>
                  <a:pt x="231494" y="127321"/>
                </a:lnTo>
                <a:cubicBezTo>
                  <a:pt x="243069" y="115746"/>
                  <a:pt x="258898" y="107238"/>
                  <a:pt x="266218" y="92597"/>
                </a:cubicBezTo>
                <a:cubicBezTo>
                  <a:pt x="273934" y="77164"/>
                  <a:pt x="273934" y="54015"/>
                  <a:pt x="289367" y="46299"/>
                </a:cubicBezTo>
                <a:cubicBezTo>
                  <a:pt x="317189" y="32388"/>
                  <a:pt x="351099" y="38582"/>
                  <a:pt x="381965" y="34724"/>
                </a:cubicBezTo>
                <a:cubicBezTo>
                  <a:pt x="428264" y="38582"/>
                  <a:pt x="479307" y="25522"/>
                  <a:pt x="520861" y="46299"/>
                </a:cubicBezTo>
                <a:cubicBezTo>
                  <a:pt x="543606" y="57672"/>
                  <a:pt x="554037" y="203183"/>
                  <a:pt x="555585" y="208344"/>
                </a:cubicBezTo>
                <a:cubicBezTo>
                  <a:pt x="559709" y="222090"/>
                  <a:pt x="606445" y="249968"/>
                  <a:pt x="613458" y="254643"/>
                </a:cubicBezTo>
                <a:cubicBezTo>
                  <a:pt x="640466" y="246927"/>
                  <a:pt x="670784" y="246574"/>
                  <a:pt x="694481" y="231494"/>
                </a:cubicBezTo>
                <a:cubicBezTo>
                  <a:pt x="759825" y="189911"/>
                  <a:pt x="726503" y="169212"/>
                  <a:pt x="763929" y="115747"/>
                </a:cubicBezTo>
                <a:cubicBezTo>
                  <a:pt x="779574" y="93397"/>
                  <a:pt x="821803" y="57873"/>
                  <a:pt x="821803" y="57873"/>
                </a:cubicBezTo>
                <a:cubicBezTo>
                  <a:pt x="834313" y="7832"/>
                  <a:pt x="833377" y="27483"/>
                  <a:pt x="833377" y="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713CE10E-E46F-C009-7750-2B99478FFCE6}"/>
              </a:ext>
            </a:extLst>
          </p:cNvPr>
          <p:cNvSpPr/>
          <p:nvPr/>
        </p:nvSpPr>
        <p:spPr>
          <a:xfrm>
            <a:off x="1909823" y="3865944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238B856-4DF7-0D90-6F0B-6387E63BD4C1}"/>
              </a:ext>
            </a:extLst>
          </p:cNvPr>
          <p:cNvSpPr/>
          <p:nvPr/>
        </p:nvSpPr>
        <p:spPr>
          <a:xfrm>
            <a:off x="2014010" y="4667645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2CC11B43-4111-04FB-C96B-754FDEEED88E}"/>
              </a:ext>
            </a:extLst>
          </p:cNvPr>
          <p:cNvSpPr/>
          <p:nvPr/>
        </p:nvSpPr>
        <p:spPr>
          <a:xfrm>
            <a:off x="2025599" y="5388738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81D4494B-6106-10A0-EF59-B5DD5054FBA5}"/>
              </a:ext>
            </a:extLst>
          </p:cNvPr>
          <p:cNvSpPr/>
          <p:nvPr/>
        </p:nvSpPr>
        <p:spPr>
          <a:xfrm>
            <a:off x="6951473" y="3854728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AB182C38-B13F-3EE0-C719-099014BE8914}"/>
              </a:ext>
            </a:extLst>
          </p:cNvPr>
          <p:cNvSpPr/>
          <p:nvPr/>
        </p:nvSpPr>
        <p:spPr>
          <a:xfrm>
            <a:off x="9178386" y="3834794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0" name="Freeform: Shape 69">
            <a:extLst>
              <a:ext uri="{FF2B5EF4-FFF2-40B4-BE49-F238E27FC236}">
                <a16:creationId xmlns:a16="http://schemas.microsoft.com/office/drawing/2014/main" id="{9B427AB7-3688-9E4C-8C47-9A3BD651D0DA}"/>
              </a:ext>
            </a:extLst>
          </p:cNvPr>
          <p:cNvSpPr/>
          <p:nvPr/>
        </p:nvSpPr>
        <p:spPr>
          <a:xfrm>
            <a:off x="4398749" y="4623733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74D53D5C-0A39-F4EC-C2D3-0CCED6D5C614}"/>
              </a:ext>
            </a:extLst>
          </p:cNvPr>
          <p:cNvSpPr/>
          <p:nvPr/>
        </p:nvSpPr>
        <p:spPr>
          <a:xfrm>
            <a:off x="7005265" y="4663737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Freeform: Shape 71">
            <a:extLst>
              <a:ext uri="{FF2B5EF4-FFF2-40B4-BE49-F238E27FC236}">
                <a16:creationId xmlns:a16="http://schemas.microsoft.com/office/drawing/2014/main" id="{37188414-1628-A91E-D53B-162EF7E34091}"/>
              </a:ext>
            </a:extLst>
          </p:cNvPr>
          <p:cNvSpPr/>
          <p:nvPr/>
        </p:nvSpPr>
        <p:spPr>
          <a:xfrm>
            <a:off x="9178386" y="5369447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Freeform: Shape 73">
            <a:extLst>
              <a:ext uri="{FF2B5EF4-FFF2-40B4-BE49-F238E27FC236}">
                <a16:creationId xmlns:a16="http://schemas.microsoft.com/office/drawing/2014/main" id="{11DD2516-41D7-D069-FCB5-7657EE78A62F}"/>
              </a:ext>
            </a:extLst>
          </p:cNvPr>
          <p:cNvSpPr/>
          <p:nvPr/>
        </p:nvSpPr>
        <p:spPr>
          <a:xfrm>
            <a:off x="9178386" y="4620251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57CDB007-EAEF-6C8D-9D48-9E4F7620A6FF}"/>
              </a:ext>
            </a:extLst>
          </p:cNvPr>
          <p:cNvSpPr/>
          <p:nvPr/>
        </p:nvSpPr>
        <p:spPr>
          <a:xfrm>
            <a:off x="6949544" y="5386697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9" name="Freeform: Shape 88">
            <a:extLst>
              <a:ext uri="{FF2B5EF4-FFF2-40B4-BE49-F238E27FC236}">
                <a16:creationId xmlns:a16="http://schemas.microsoft.com/office/drawing/2014/main" id="{D37864BC-9DF8-4C24-BE51-EF61C056B213}"/>
              </a:ext>
            </a:extLst>
          </p:cNvPr>
          <p:cNvSpPr/>
          <p:nvPr/>
        </p:nvSpPr>
        <p:spPr>
          <a:xfrm>
            <a:off x="4487571" y="5379727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4" name="Freeform: Shape 93">
            <a:extLst>
              <a:ext uri="{FF2B5EF4-FFF2-40B4-BE49-F238E27FC236}">
                <a16:creationId xmlns:a16="http://schemas.microsoft.com/office/drawing/2014/main" id="{B3D6C27E-EE1E-B114-ADA5-9F09A312484D}"/>
              </a:ext>
            </a:extLst>
          </p:cNvPr>
          <p:cNvSpPr/>
          <p:nvPr/>
        </p:nvSpPr>
        <p:spPr>
          <a:xfrm>
            <a:off x="4511162" y="3158781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6" name="Freeform: Shape 95">
            <a:extLst>
              <a:ext uri="{FF2B5EF4-FFF2-40B4-BE49-F238E27FC236}">
                <a16:creationId xmlns:a16="http://schemas.microsoft.com/office/drawing/2014/main" id="{CE533206-3E9D-61C7-35A0-CA668B8F242B}"/>
              </a:ext>
            </a:extLst>
          </p:cNvPr>
          <p:cNvSpPr/>
          <p:nvPr/>
        </p:nvSpPr>
        <p:spPr>
          <a:xfrm>
            <a:off x="7144480" y="3037116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Freeform: Shape 97">
            <a:extLst>
              <a:ext uri="{FF2B5EF4-FFF2-40B4-BE49-F238E27FC236}">
                <a16:creationId xmlns:a16="http://schemas.microsoft.com/office/drawing/2014/main" id="{F659D09A-D991-E09C-8A4D-CBC7AC632E06}"/>
              </a:ext>
            </a:extLst>
          </p:cNvPr>
          <p:cNvSpPr/>
          <p:nvPr/>
        </p:nvSpPr>
        <p:spPr>
          <a:xfrm>
            <a:off x="9178386" y="3090235"/>
            <a:ext cx="787078" cy="420376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Freeform: Shape 99">
            <a:extLst>
              <a:ext uri="{FF2B5EF4-FFF2-40B4-BE49-F238E27FC236}">
                <a16:creationId xmlns:a16="http://schemas.microsoft.com/office/drawing/2014/main" id="{7F4DD3B8-24E0-C597-B2F6-762FC3534178}"/>
              </a:ext>
            </a:extLst>
          </p:cNvPr>
          <p:cNvSpPr/>
          <p:nvPr/>
        </p:nvSpPr>
        <p:spPr>
          <a:xfrm>
            <a:off x="4467143" y="3794786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79299BF6-F696-DBCC-4F3B-FF0325A784DB}"/>
              </a:ext>
            </a:extLst>
          </p:cNvPr>
          <p:cNvGrpSpPr/>
          <p:nvPr/>
        </p:nvGrpSpPr>
        <p:grpSpPr>
          <a:xfrm>
            <a:off x="2120095" y="1562895"/>
            <a:ext cx="1342663" cy="414999"/>
            <a:chOff x="1967695" y="1410495"/>
            <a:chExt cx="1342663" cy="414999"/>
          </a:xfrm>
        </p:grpSpPr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AF4045E8-5ED2-F6AB-F850-45984C4A0FA3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Isosceles Triangle 133">
              <a:extLst>
                <a:ext uri="{FF2B5EF4-FFF2-40B4-BE49-F238E27FC236}">
                  <a16:creationId xmlns:a16="http://schemas.microsoft.com/office/drawing/2014/main" id="{D06E5E01-BD82-E178-E643-029EF3A34579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CF771E7A-7219-A9CA-530B-FE8A14C242D6}"/>
              </a:ext>
            </a:extLst>
          </p:cNvPr>
          <p:cNvGrpSpPr/>
          <p:nvPr/>
        </p:nvGrpSpPr>
        <p:grpSpPr>
          <a:xfrm>
            <a:off x="2141345" y="2164941"/>
            <a:ext cx="1342663" cy="414999"/>
            <a:chOff x="1967695" y="1410495"/>
            <a:chExt cx="1342663" cy="414999"/>
          </a:xfrm>
        </p:grpSpPr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DD4BA36E-F10C-8656-FA86-B5FC636487D8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Isosceles Triangle 152">
              <a:extLst>
                <a:ext uri="{FF2B5EF4-FFF2-40B4-BE49-F238E27FC236}">
                  <a16:creationId xmlns:a16="http://schemas.microsoft.com/office/drawing/2014/main" id="{25F34D04-52D9-E85D-CB33-28DE1B6BAFC1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44DC9326-A24F-95A0-F99D-A27F592F0B8E}"/>
              </a:ext>
            </a:extLst>
          </p:cNvPr>
          <p:cNvGrpSpPr/>
          <p:nvPr/>
        </p:nvGrpSpPr>
        <p:grpSpPr>
          <a:xfrm>
            <a:off x="4240347" y="1541892"/>
            <a:ext cx="1342663" cy="414999"/>
            <a:chOff x="1967695" y="1410495"/>
            <a:chExt cx="1342663" cy="414999"/>
          </a:xfrm>
        </p:grpSpPr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E57EC381-7774-1EC4-ECFA-4614A641AFF7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Isosceles Triangle 155">
              <a:extLst>
                <a:ext uri="{FF2B5EF4-FFF2-40B4-BE49-F238E27FC236}">
                  <a16:creationId xmlns:a16="http://schemas.microsoft.com/office/drawing/2014/main" id="{C2B2DC25-3711-0EC5-A440-524B695FED5B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D8F9A2B5-C970-22CA-F3B1-6CB46410CE05}"/>
              </a:ext>
            </a:extLst>
          </p:cNvPr>
          <p:cNvGrpSpPr/>
          <p:nvPr/>
        </p:nvGrpSpPr>
        <p:grpSpPr>
          <a:xfrm>
            <a:off x="4216888" y="2149493"/>
            <a:ext cx="1342663" cy="414999"/>
            <a:chOff x="1967695" y="1410495"/>
            <a:chExt cx="1342663" cy="414999"/>
          </a:xfrm>
        </p:grpSpPr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95F99E4B-6C5C-A07C-8A73-6F94AB85454D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9" name="Isosceles Triangle 158">
              <a:extLst>
                <a:ext uri="{FF2B5EF4-FFF2-40B4-BE49-F238E27FC236}">
                  <a16:creationId xmlns:a16="http://schemas.microsoft.com/office/drawing/2014/main" id="{20CFA466-6F79-F906-5C30-772B1DEF387C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876709C0-CA6A-691F-C068-F2D00A68500E}"/>
              </a:ext>
            </a:extLst>
          </p:cNvPr>
          <p:cNvGrpSpPr/>
          <p:nvPr/>
        </p:nvGrpSpPr>
        <p:grpSpPr>
          <a:xfrm>
            <a:off x="6881628" y="2139151"/>
            <a:ext cx="1342663" cy="414999"/>
            <a:chOff x="1967695" y="1410495"/>
            <a:chExt cx="1342663" cy="414999"/>
          </a:xfrm>
        </p:grpSpPr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A09E12B-771D-78DE-A42C-2C372CBF28B6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2" name="Isosceles Triangle 161">
              <a:extLst>
                <a:ext uri="{FF2B5EF4-FFF2-40B4-BE49-F238E27FC236}">
                  <a16:creationId xmlns:a16="http://schemas.microsoft.com/office/drawing/2014/main" id="{8E9E05A6-E69D-25D4-0C1E-91ED66D80EC9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CE04C4D7-77B2-288C-AFE7-ACD99F8C3972}"/>
              </a:ext>
            </a:extLst>
          </p:cNvPr>
          <p:cNvGrpSpPr/>
          <p:nvPr/>
        </p:nvGrpSpPr>
        <p:grpSpPr>
          <a:xfrm>
            <a:off x="6898989" y="1566031"/>
            <a:ext cx="1342663" cy="414999"/>
            <a:chOff x="1967695" y="1410495"/>
            <a:chExt cx="1342663" cy="414999"/>
          </a:xfrm>
        </p:grpSpPr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9EAA7C0A-B9EE-3BE0-46F2-8452EC028BED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5" name="Isosceles Triangle 164">
              <a:extLst>
                <a:ext uri="{FF2B5EF4-FFF2-40B4-BE49-F238E27FC236}">
                  <a16:creationId xmlns:a16="http://schemas.microsoft.com/office/drawing/2014/main" id="{2FED859F-2AF1-5F45-99E1-2F68DB9F6B18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5CA0090-91E3-FD40-FE97-4FFDC2F32400}"/>
              </a:ext>
            </a:extLst>
          </p:cNvPr>
          <p:cNvGrpSpPr/>
          <p:nvPr/>
        </p:nvGrpSpPr>
        <p:grpSpPr>
          <a:xfrm>
            <a:off x="8900593" y="2164941"/>
            <a:ext cx="1342663" cy="414999"/>
            <a:chOff x="1967695" y="1410495"/>
            <a:chExt cx="1342663" cy="414999"/>
          </a:xfrm>
        </p:grpSpPr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CBFC3C69-EDD9-7D25-37D6-D4492476EF01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8" name="Isosceles Triangle 167">
              <a:extLst>
                <a:ext uri="{FF2B5EF4-FFF2-40B4-BE49-F238E27FC236}">
                  <a16:creationId xmlns:a16="http://schemas.microsoft.com/office/drawing/2014/main" id="{BAB9D669-B489-C09A-90B6-4242F103B3F2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00FFC823-F9D8-1B80-4960-4934464F4529}"/>
              </a:ext>
            </a:extLst>
          </p:cNvPr>
          <p:cNvGrpSpPr/>
          <p:nvPr/>
        </p:nvGrpSpPr>
        <p:grpSpPr>
          <a:xfrm>
            <a:off x="8900593" y="1557986"/>
            <a:ext cx="1342663" cy="414999"/>
            <a:chOff x="1967695" y="1410495"/>
            <a:chExt cx="1342663" cy="414999"/>
          </a:xfrm>
        </p:grpSpPr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096B0067-C142-EB7F-FFDA-5DE9052E20AD}"/>
                </a:ext>
              </a:extLst>
            </p:cNvPr>
            <p:cNvSpPr/>
            <p:nvPr/>
          </p:nvSpPr>
          <p:spPr>
            <a:xfrm>
              <a:off x="1967695" y="1410495"/>
              <a:ext cx="1342663" cy="41499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1" name="Isosceles Triangle 170">
              <a:extLst>
                <a:ext uri="{FF2B5EF4-FFF2-40B4-BE49-F238E27FC236}">
                  <a16:creationId xmlns:a16="http://schemas.microsoft.com/office/drawing/2014/main" id="{C5905166-2366-4362-E01D-F5AA9A981C17}"/>
                </a:ext>
              </a:extLst>
            </p:cNvPr>
            <p:cNvSpPr/>
            <p:nvPr/>
          </p:nvSpPr>
          <p:spPr>
            <a:xfrm rot="10800000">
              <a:off x="3013183" y="1566031"/>
              <a:ext cx="219919" cy="156906"/>
            </a:xfrm>
            <a:prstGeom prst="triangle">
              <a:avLst/>
            </a:prstGeom>
            <a:solidFill>
              <a:schemeClr val="bg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2" name="Freeform: Shape 171">
            <a:extLst>
              <a:ext uri="{FF2B5EF4-FFF2-40B4-BE49-F238E27FC236}">
                <a16:creationId xmlns:a16="http://schemas.microsoft.com/office/drawing/2014/main" id="{5DEDC93D-D54C-A638-FE41-AB6607D0B4B5}"/>
              </a:ext>
            </a:extLst>
          </p:cNvPr>
          <p:cNvSpPr/>
          <p:nvPr/>
        </p:nvSpPr>
        <p:spPr>
          <a:xfrm>
            <a:off x="7208141" y="1047993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3" name="Freeform: Shape 172">
            <a:extLst>
              <a:ext uri="{FF2B5EF4-FFF2-40B4-BE49-F238E27FC236}">
                <a16:creationId xmlns:a16="http://schemas.microsoft.com/office/drawing/2014/main" id="{3368B2E1-F49F-78A1-1DF2-44613279BD9D}"/>
              </a:ext>
            </a:extLst>
          </p:cNvPr>
          <p:cNvSpPr/>
          <p:nvPr/>
        </p:nvSpPr>
        <p:spPr>
          <a:xfrm>
            <a:off x="9129108" y="1073836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4" name="Freeform: Shape 173">
            <a:extLst>
              <a:ext uri="{FF2B5EF4-FFF2-40B4-BE49-F238E27FC236}">
                <a16:creationId xmlns:a16="http://schemas.microsoft.com/office/drawing/2014/main" id="{B2FB27B4-66B1-6CCF-77C3-EEECE9894626}"/>
              </a:ext>
            </a:extLst>
          </p:cNvPr>
          <p:cNvSpPr/>
          <p:nvPr/>
        </p:nvSpPr>
        <p:spPr>
          <a:xfrm>
            <a:off x="2384392" y="1099209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Freeform: Shape 175">
            <a:extLst>
              <a:ext uri="{FF2B5EF4-FFF2-40B4-BE49-F238E27FC236}">
                <a16:creationId xmlns:a16="http://schemas.microsoft.com/office/drawing/2014/main" id="{84AFE6C6-2E34-73F0-8C35-1E1B9294D51B}"/>
              </a:ext>
            </a:extLst>
          </p:cNvPr>
          <p:cNvSpPr/>
          <p:nvPr/>
        </p:nvSpPr>
        <p:spPr>
          <a:xfrm>
            <a:off x="4582370" y="1075907"/>
            <a:ext cx="787078" cy="405114"/>
          </a:xfrm>
          <a:custGeom>
            <a:avLst/>
            <a:gdLst>
              <a:gd name="connsiteX0" fmla="*/ 0 w 787078"/>
              <a:gd name="connsiteY0" fmla="*/ 138897 h 405114"/>
              <a:gd name="connsiteX1" fmla="*/ 81023 w 787078"/>
              <a:gd name="connsiteY1" fmla="*/ 358815 h 405114"/>
              <a:gd name="connsiteX2" fmla="*/ 92597 w 787078"/>
              <a:gd name="connsiteY2" fmla="*/ 393540 h 405114"/>
              <a:gd name="connsiteX3" fmla="*/ 150471 w 787078"/>
              <a:gd name="connsiteY3" fmla="*/ 405114 h 405114"/>
              <a:gd name="connsiteX4" fmla="*/ 231493 w 787078"/>
              <a:gd name="connsiteY4" fmla="*/ 358815 h 405114"/>
              <a:gd name="connsiteX5" fmla="*/ 243068 w 787078"/>
              <a:gd name="connsiteY5" fmla="*/ 300942 h 405114"/>
              <a:gd name="connsiteX6" fmla="*/ 277792 w 787078"/>
              <a:gd name="connsiteY6" fmla="*/ 81023 h 405114"/>
              <a:gd name="connsiteX7" fmla="*/ 324091 w 787078"/>
              <a:gd name="connsiteY7" fmla="*/ 23150 h 405114"/>
              <a:gd name="connsiteX8" fmla="*/ 358815 w 787078"/>
              <a:gd name="connsiteY8" fmla="*/ 11575 h 405114"/>
              <a:gd name="connsiteX9" fmla="*/ 416688 w 787078"/>
              <a:gd name="connsiteY9" fmla="*/ 46299 h 405114"/>
              <a:gd name="connsiteX10" fmla="*/ 439838 w 787078"/>
              <a:gd name="connsiteY10" fmla="*/ 92598 h 405114"/>
              <a:gd name="connsiteX11" fmla="*/ 462987 w 787078"/>
              <a:gd name="connsiteY11" fmla="*/ 185195 h 405114"/>
              <a:gd name="connsiteX12" fmla="*/ 497711 w 787078"/>
              <a:gd name="connsiteY12" fmla="*/ 358815 h 405114"/>
              <a:gd name="connsiteX13" fmla="*/ 567159 w 787078"/>
              <a:gd name="connsiteY13" fmla="*/ 393540 h 405114"/>
              <a:gd name="connsiteX14" fmla="*/ 613458 w 787078"/>
              <a:gd name="connsiteY14" fmla="*/ 358815 h 405114"/>
              <a:gd name="connsiteX15" fmla="*/ 659757 w 787078"/>
              <a:gd name="connsiteY15" fmla="*/ 208345 h 405114"/>
              <a:gd name="connsiteX16" fmla="*/ 659757 w 787078"/>
              <a:gd name="connsiteY16" fmla="*/ 46299 h 405114"/>
              <a:gd name="connsiteX17" fmla="*/ 694481 w 787078"/>
              <a:gd name="connsiteY17" fmla="*/ 0 h 405114"/>
              <a:gd name="connsiteX18" fmla="*/ 787078 w 787078"/>
              <a:gd name="connsiteY18" fmla="*/ 23150 h 40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787078" h="405114">
                <a:moveTo>
                  <a:pt x="0" y="138897"/>
                </a:moveTo>
                <a:cubicBezTo>
                  <a:pt x="87793" y="446171"/>
                  <a:pt x="3254" y="203274"/>
                  <a:pt x="81023" y="358815"/>
                </a:cubicBezTo>
                <a:cubicBezTo>
                  <a:pt x="86479" y="369728"/>
                  <a:pt x="82445" y="386772"/>
                  <a:pt x="92597" y="393540"/>
                </a:cubicBezTo>
                <a:cubicBezTo>
                  <a:pt x="108966" y="404453"/>
                  <a:pt x="131180" y="401256"/>
                  <a:pt x="150471" y="405114"/>
                </a:cubicBezTo>
                <a:cubicBezTo>
                  <a:pt x="168792" y="397786"/>
                  <a:pt x="219749" y="386219"/>
                  <a:pt x="231493" y="358815"/>
                </a:cubicBezTo>
                <a:cubicBezTo>
                  <a:pt x="239243" y="340733"/>
                  <a:pt x="239210" y="320233"/>
                  <a:pt x="243068" y="300942"/>
                </a:cubicBezTo>
                <a:cubicBezTo>
                  <a:pt x="248102" y="235506"/>
                  <a:pt x="242816" y="145145"/>
                  <a:pt x="277792" y="81023"/>
                </a:cubicBezTo>
                <a:cubicBezTo>
                  <a:pt x="289622" y="59335"/>
                  <a:pt x="305334" y="39228"/>
                  <a:pt x="324091" y="23150"/>
                </a:cubicBezTo>
                <a:cubicBezTo>
                  <a:pt x="333355" y="15210"/>
                  <a:pt x="347240" y="15433"/>
                  <a:pt x="358815" y="11575"/>
                </a:cubicBezTo>
                <a:cubicBezTo>
                  <a:pt x="378106" y="23150"/>
                  <a:pt x="400780" y="30391"/>
                  <a:pt x="416688" y="46299"/>
                </a:cubicBezTo>
                <a:cubicBezTo>
                  <a:pt x="428889" y="58500"/>
                  <a:pt x="434382" y="76229"/>
                  <a:pt x="439838" y="92598"/>
                </a:cubicBezTo>
                <a:cubicBezTo>
                  <a:pt x="449899" y="122781"/>
                  <a:pt x="456228" y="154106"/>
                  <a:pt x="462987" y="185195"/>
                </a:cubicBezTo>
                <a:cubicBezTo>
                  <a:pt x="475524" y="242867"/>
                  <a:pt x="478068" y="303160"/>
                  <a:pt x="497711" y="358815"/>
                </a:cubicBezTo>
                <a:cubicBezTo>
                  <a:pt x="503695" y="375769"/>
                  <a:pt x="553348" y="388936"/>
                  <a:pt x="567159" y="393540"/>
                </a:cubicBezTo>
                <a:cubicBezTo>
                  <a:pt x="582592" y="381965"/>
                  <a:pt x="602395" y="374619"/>
                  <a:pt x="613458" y="358815"/>
                </a:cubicBezTo>
                <a:cubicBezTo>
                  <a:pt x="648725" y="308434"/>
                  <a:pt x="650302" y="265074"/>
                  <a:pt x="659757" y="208345"/>
                </a:cubicBezTo>
                <a:cubicBezTo>
                  <a:pt x="646725" y="143188"/>
                  <a:pt x="636428" y="122118"/>
                  <a:pt x="659757" y="46299"/>
                </a:cubicBezTo>
                <a:cubicBezTo>
                  <a:pt x="665430" y="27861"/>
                  <a:pt x="682906" y="15433"/>
                  <a:pt x="694481" y="0"/>
                </a:cubicBezTo>
                <a:cubicBezTo>
                  <a:pt x="772439" y="12993"/>
                  <a:pt x="742938" y="1079"/>
                  <a:pt x="787078" y="23150"/>
                </a:cubicBezTo>
              </a:path>
            </a:pathLst>
          </a:cu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7" name="Isosceles Triangle 176">
            <a:extLst>
              <a:ext uri="{FF2B5EF4-FFF2-40B4-BE49-F238E27FC236}">
                <a16:creationId xmlns:a16="http://schemas.microsoft.com/office/drawing/2014/main" id="{1AA39B84-E315-53F9-6274-B9F1A711D677}"/>
              </a:ext>
            </a:extLst>
          </p:cNvPr>
          <p:cNvSpPr/>
          <p:nvPr/>
        </p:nvSpPr>
        <p:spPr>
          <a:xfrm rot="10643404">
            <a:off x="3275542" y="1188010"/>
            <a:ext cx="285786" cy="180263"/>
          </a:xfrm>
          <a:prstGeom prst="triangle">
            <a:avLst/>
          </a:prstGeom>
          <a:solidFill>
            <a:srgbClr val="12D870"/>
          </a:solidFill>
          <a:ln>
            <a:solidFill>
              <a:srgbClr val="12D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Isosceles Triangle 177">
            <a:extLst>
              <a:ext uri="{FF2B5EF4-FFF2-40B4-BE49-F238E27FC236}">
                <a16:creationId xmlns:a16="http://schemas.microsoft.com/office/drawing/2014/main" id="{698D752E-C89F-97B1-2656-F7DCE4C492EB}"/>
              </a:ext>
            </a:extLst>
          </p:cNvPr>
          <p:cNvSpPr/>
          <p:nvPr/>
        </p:nvSpPr>
        <p:spPr>
          <a:xfrm rot="10643404">
            <a:off x="5440117" y="1248478"/>
            <a:ext cx="285786" cy="180263"/>
          </a:xfrm>
          <a:prstGeom prst="triangle">
            <a:avLst/>
          </a:prstGeom>
          <a:solidFill>
            <a:srgbClr val="12D870"/>
          </a:solidFill>
          <a:ln>
            <a:solidFill>
              <a:srgbClr val="12D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9" name="Isosceles Triangle 178">
            <a:extLst>
              <a:ext uri="{FF2B5EF4-FFF2-40B4-BE49-F238E27FC236}">
                <a16:creationId xmlns:a16="http://schemas.microsoft.com/office/drawing/2014/main" id="{4460365C-B6CF-ADB8-CB72-A2C21A6B36E9}"/>
              </a:ext>
            </a:extLst>
          </p:cNvPr>
          <p:cNvSpPr/>
          <p:nvPr/>
        </p:nvSpPr>
        <p:spPr>
          <a:xfrm rot="10643404">
            <a:off x="7951910" y="1191912"/>
            <a:ext cx="285786" cy="180263"/>
          </a:xfrm>
          <a:prstGeom prst="triangle">
            <a:avLst/>
          </a:prstGeom>
          <a:solidFill>
            <a:srgbClr val="12D870"/>
          </a:solidFill>
          <a:ln>
            <a:solidFill>
              <a:srgbClr val="12D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0" name="Isosceles Triangle 179">
            <a:extLst>
              <a:ext uri="{FF2B5EF4-FFF2-40B4-BE49-F238E27FC236}">
                <a16:creationId xmlns:a16="http://schemas.microsoft.com/office/drawing/2014/main" id="{AF853B0E-7683-37E9-44C3-F1028F197DFD}"/>
              </a:ext>
            </a:extLst>
          </p:cNvPr>
          <p:cNvSpPr/>
          <p:nvPr/>
        </p:nvSpPr>
        <p:spPr>
          <a:xfrm rot="10643404">
            <a:off x="10100363" y="1194280"/>
            <a:ext cx="285786" cy="180263"/>
          </a:xfrm>
          <a:prstGeom prst="triangle">
            <a:avLst/>
          </a:prstGeom>
          <a:solidFill>
            <a:srgbClr val="12D870"/>
          </a:solidFill>
          <a:ln>
            <a:solidFill>
              <a:srgbClr val="12D8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B8C17017-6DC2-DB3C-BA2C-9FA5D5B77BF6}"/>
              </a:ext>
            </a:extLst>
          </p:cNvPr>
          <p:cNvCxnSpPr/>
          <p:nvPr/>
        </p:nvCxnSpPr>
        <p:spPr>
          <a:xfrm>
            <a:off x="8542116" y="1504323"/>
            <a:ext cx="0" cy="104982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16E777AF-9154-597A-74B6-5AE64042CB4C}"/>
              </a:ext>
            </a:extLst>
          </p:cNvPr>
          <p:cNvCxnSpPr/>
          <p:nvPr/>
        </p:nvCxnSpPr>
        <p:spPr>
          <a:xfrm>
            <a:off x="3844724" y="1530113"/>
            <a:ext cx="0" cy="104982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592CACB1-F07D-A484-3D80-03386ACCCCCE}"/>
              </a:ext>
            </a:extLst>
          </p:cNvPr>
          <p:cNvCxnSpPr/>
          <p:nvPr/>
        </p:nvCxnSpPr>
        <p:spPr>
          <a:xfrm>
            <a:off x="6111432" y="1624579"/>
            <a:ext cx="0" cy="1049827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AB403CAE-4619-787A-C7D9-9634D2761850}"/>
              </a:ext>
            </a:extLst>
          </p:cNvPr>
          <p:cNvSpPr/>
          <p:nvPr/>
        </p:nvSpPr>
        <p:spPr>
          <a:xfrm>
            <a:off x="520861" y="1168972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DDAAB885-1DAE-45C2-7489-1362D6185988}"/>
              </a:ext>
            </a:extLst>
          </p:cNvPr>
          <p:cNvSpPr/>
          <p:nvPr/>
        </p:nvSpPr>
        <p:spPr>
          <a:xfrm>
            <a:off x="510570" y="1808395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8" name="Freeform: Shape 187">
            <a:extLst>
              <a:ext uri="{FF2B5EF4-FFF2-40B4-BE49-F238E27FC236}">
                <a16:creationId xmlns:a16="http://schemas.microsoft.com/office/drawing/2014/main" id="{4F7C81C0-F25D-FD2A-65AE-2FB09FB2BE2B}"/>
              </a:ext>
            </a:extLst>
          </p:cNvPr>
          <p:cNvSpPr/>
          <p:nvPr/>
        </p:nvSpPr>
        <p:spPr>
          <a:xfrm>
            <a:off x="397637" y="4787136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9" name="Freeform: Shape 188">
            <a:extLst>
              <a:ext uri="{FF2B5EF4-FFF2-40B4-BE49-F238E27FC236}">
                <a16:creationId xmlns:a16="http://schemas.microsoft.com/office/drawing/2014/main" id="{A4A60308-A97B-8C3E-E4F2-4EFCF9F95224}"/>
              </a:ext>
            </a:extLst>
          </p:cNvPr>
          <p:cNvSpPr/>
          <p:nvPr/>
        </p:nvSpPr>
        <p:spPr>
          <a:xfrm>
            <a:off x="364805" y="5365592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Freeform: Shape 189">
            <a:extLst>
              <a:ext uri="{FF2B5EF4-FFF2-40B4-BE49-F238E27FC236}">
                <a16:creationId xmlns:a16="http://schemas.microsoft.com/office/drawing/2014/main" id="{DF9A992B-5F60-0AE9-13C8-EA4A79596628}"/>
              </a:ext>
            </a:extLst>
          </p:cNvPr>
          <p:cNvSpPr/>
          <p:nvPr/>
        </p:nvSpPr>
        <p:spPr>
          <a:xfrm>
            <a:off x="380479" y="5924511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Freeform: Shape 190">
            <a:extLst>
              <a:ext uri="{FF2B5EF4-FFF2-40B4-BE49-F238E27FC236}">
                <a16:creationId xmlns:a16="http://schemas.microsoft.com/office/drawing/2014/main" id="{77542C62-3DB4-E362-69C9-607B1232B784}"/>
              </a:ext>
            </a:extLst>
          </p:cNvPr>
          <p:cNvSpPr/>
          <p:nvPr/>
        </p:nvSpPr>
        <p:spPr>
          <a:xfrm>
            <a:off x="388394" y="3724403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1432C4AE-21F8-E5CB-5197-B462B63FAADC}"/>
              </a:ext>
            </a:extLst>
          </p:cNvPr>
          <p:cNvSpPr/>
          <p:nvPr/>
        </p:nvSpPr>
        <p:spPr>
          <a:xfrm>
            <a:off x="364805" y="3167517"/>
            <a:ext cx="336758" cy="312948"/>
          </a:xfrm>
          <a:custGeom>
            <a:avLst/>
            <a:gdLst>
              <a:gd name="connsiteX0" fmla="*/ 0 w 336758"/>
              <a:gd name="connsiteY0" fmla="*/ 243139 h 312948"/>
              <a:gd name="connsiteX1" fmla="*/ 23149 w 336758"/>
              <a:gd name="connsiteY1" fmla="*/ 301013 h 312948"/>
              <a:gd name="connsiteX2" fmla="*/ 138896 w 336758"/>
              <a:gd name="connsiteY2" fmla="*/ 277863 h 312948"/>
              <a:gd name="connsiteX3" fmla="*/ 127321 w 336758"/>
              <a:gd name="connsiteY3" fmla="*/ 196841 h 312948"/>
              <a:gd name="connsiteX4" fmla="*/ 81023 w 336758"/>
              <a:gd name="connsiteY4" fmla="*/ 104243 h 312948"/>
              <a:gd name="connsiteX5" fmla="*/ 115747 w 336758"/>
              <a:gd name="connsiteY5" fmla="*/ 127393 h 312948"/>
              <a:gd name="connsiteX6" fmla="*/ 150471 w 336758"/>
              <a:gd name="connsiteY6" fmla="*/ 138967 h 312948"/>
              <a:gd name="connsiteX7" fmla="*/ 173620 w 336758"/>
              <a:gd name="connsiteY7" fmla="*/ 162117 h 312948"/>
              <a:gd name="connsiteX8" fmla="*/ 289367 w 336758"/>
              <a:gd name="connsiteY8" fmla="*/ 185266 h 312948"/>
              <a:gd name="connsiteX9" fmla="*/ 335666 w 336758"/>
              <a:gd name="connsiteY9" fmla="*/ 173691 h 312948"/>
              <a:gd name="connsiteX10" fmla="*/ 312516 w 336758"/>
              <a:gd name="connsiteY10" fmla="*/ 150542 h 312948"/>
              <a:gd name="connsiteX11" fmla="*/ 231493 w 336758"/>
              <a:gd name="connsiteY11" fmla="*/ 115818 h 312948"/>
              <a:gd name="connsiteX12" fmla="*/ 162045 w 336758"/>
              <a:gd name="connsiteY12" fmla="*/ 57944 h 312948"/>
              <a:gd name="connsiteX13" fmla="*/ 150471 w 336758"/>
              <a:gd name="connsiteY13" fmla="*/ 23220 h 312948"/>
              <a:gd name="connsiteX14" fmla="*/ 266217 w 336758"/>
              <a:gd name="connsiteY14" fmla="*/ 23220 h 312948"/>
              <a:gd name="connsiteX15" fmla="*/ 300942 w 336758"/>
              <a:gd name="connsiteY15" fmla="*/ 46370 h 312948"/>
              <a:gd name="connsiteX16" fmla="*/ 289367 w 336758"/>
              <a:gd name="connsiteY16" fmla="*/ 92669 h 312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36758" h="312948">
                <a:moveTo>
                  <a:pt x="0" y="243139"/>
                </a:moveTo>
                <a:cubicBezTo>
                  <a:pt x="7716" y="262430"/>
                  <a:pt x="9848" y="285051"/>
                  <a:pt x="23149" y="301013"/>
                </a:cubicBezTo>
                <a:cubicBezTo>
                  <a:pt x="52435" y="336156"/>
                  <a:pt x="126891" y="283008"/>
                  <a:pt x="138896" y="277863"/>
                </a:cubicBezTo>
                <a:cubicBezTo>
                  <a:pt x="135038" y="250856"/>
                  <a:pt x="138401" y="221771"/>
                  <a:pt x="127321" y="196841"/>
                </a:cubicBezTo>
                <a:cubicBezTo>
                  <a:pt x="108748" y="155051"/>
                  <a:pt x="34694" y="196896"/>
                  <a:pt x="81023" y="104243"/>
                </a:cubicBezTo>
                <a:cubicBezTo>
                  <a:pt x="87244" y="91801"/>
                  <a:pt x="103304" y="121172"/>
                  <a:pt x="115747" y="127393"/>
                </a:cubicBezTo>
                <a:cubicBezTo>
                  <a:pt x="126660" y="132849"/>
                  <a:pt x="138896" y="135109"/>
                  <a:pt x="150471" y="138967"/>
                </a:cubicBezTo>
                <a:cubicBezTo>
                  <a:pt x="158187" y="146684"/>
                  <a:pt x="164262" y="156502"/>
                  <a:pt x="173620" y="162117"/>
                </a:cubicBezTo>
                <a:cubicBezTo>
                  <a:pt x="198869" y="177267"/>
                  <a:pt x="275326" y="183260"/>
                  <a:pt x="289367" y="185266"/>
                </a:cubicBezTo>
                <a:cubicBezTo>
                  <a:pt x="304800" y="181408"/>
                  <a:pt x="326842" y="186927"/>
                  <a:pt x="335666" y="173691"/>
                </a:cubicBezTo>
                <a:cubicBezTo>
                  <a:pt x="341719" y="164611"/>
                  <a:pt x="321038" y="157359"/>
                  <a:pt x="312516" y="150542"/>
                </a:cubicBezTo>
                <a:cubicBezTo>
                  <a:pt x="276182" y="121476"/>
                  <a:pt x="277992" y="127443"/>
                  <a:pt x="231493" y="115818"/>
                </a:cubicBezTo>
                <a:cubicBezTo>
                  <a:pt x="205869" y="98736"/>
                  <a:pt x="179870" y="84682"/>
                  <a:pt x="162045" y="57944"/>
                </a:cubicBezTo>
                <a:cubicBezTo>
                  <a:pt x="155277" y="47792"/>
                  <a:pt x="154329" y="34795"/>
                  <a:pt x="150471" y="23220"/>
                </a:cubicBezTo>
                <a:cubicBezTo>
                  <a:pt x="219061" y="-4216"/>
                  <a:pt x="197627" y="-11075"/>
                  <a:pt x="266217" y="23220"/>
                </a:cubicBezTo>
                <a:cubicBezTo>
                  <a:pt x="278660" y="29441"/>
                  <a:pt x="296543" y="33172"/>
                  <a:pt x="300942" y="46370"/>
                </a:cubicBezTo>
                <a:cubicBezTo>
                  <a:pt x="305973" y="61462"/>
                  <a:pt x="293225" y="77236"/>
                  <a:pt x="289367" y="92669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1B3B2369-C815-9B43-B093-806C96DF9C70}"/>
              </a:ext>
            </a:extLst>
          </p:cNvPr>
          <p:cNvCxnSpPr/>
          <p:nvPr/>
        </p:nvCxnSpPr>
        <p:spPr>
          <a:xfrm flipV="1">
            <a:off x="354944" y="2674406"/>
            <a:ext cx="502675" cy="20278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B19E9066-229D-07CA-BC58-DCEC931907FA}"/>
              </a:ext>
            </a:extLst>
          </p:cNvPr>
          <p:cNvCxnSpPr/>
          <p:nvPr/>
        </p:nvCxnSpPr>
        <p:spPr>
          <a:xfrm flipV="1">
            <a:off x="314678" y="4472373"/>
            <a:ext cx="502675" cy="202781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899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Cavolini</vt:lpstr>
      <vt:lpstr>Office Theme</vt:lpstr>
      <vt:lpstr>Human Resource Dashboard / Details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Nancy Kadies</dc:creator>
  <cp:lastModifiedBy>Nancy Kadies</cp:lastModifiedBy>
  <cp:revision>1</cp:revision>
  <dcterms:created xsi:type="dcterms:W3CDTF">2025-11-07T03:42:40Z</dcterms:created>
  <dcterms:modified xsi:type="dcterms:W3CDTF">2025-11-07T04:17:19Z</dcterms:modified>
</cp:coreProperties>
</file>