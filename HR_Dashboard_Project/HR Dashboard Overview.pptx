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Ex1.xml" ContentType="application/vnd.ms-office.chartex+xml"/>
  <Override PartName="/ppt/charts/style2.xml" ContentType="application/vnd.ms-office.chartstyle+xml"/>
  <Override PartName="/ppt/charts/colors2.xml" ContentType="application/vnd.ms-office.chartcolorstyle+xml"/>
  <Override PartName="/ppt/charts/chart2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6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3118977600805071"/>
          <c:y val="0.19501286359010725"/>
          <c:w val="0.86881022399194929"/>
          <c:h val="0.80498713640989272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Column3</c:v>
                </c:pt>
              </c:strCache>
            </c:strRef>
          </c:tx>
          <c:spPr>
            <a:solidFill>
              <a:schemeClr val="accent1">
                <a:shade val="65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numRef>
              <c:f>Sheet1!$A$2:$A$5</c:f>
              <c:numCache>
                <c:formatCode>General</c:formatCode>
                <c:ptCount val="4"/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CB9-49FA-A394-23B37D53ED3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numRef>
              <c:f>Sheet1!$A$2:$A$5</c:f>
              <c:numCache>
                <c:formatCode>General</c:formatCode>
                <c:ptCount val="4"/>
              </c:numCache>
            </c:num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CB9-49FA-A394-23B37D53ED3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Column2</c:v>
                </c:pt>
              </c:strCache>
            </c:strRef>
          </c:tx>
          <c:spPr>
            <a:solidFill>
              <a:schemeClr val="accent1">
                <a:tint val="65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numRef>
              <c:f>Sheet1!$A$2:$A$5</c:f>
              <c:numCache>
                <c:formatCode>General</c:formatCode>
                <c:ptCount val="4"/>
              </c:numCache>
            </c:num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CB9-49FA-A394-23B37D53ED3F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79"/>
        <c:overlap val="100"/>
        <c:axId val="372777599"/>
        <c:axId val="1837211487"/>
      </c:barChart>
      <c:catAx>
        <c:axId val="3727775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64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37211487"/>
        <c:crosses val="autoZero"/>
        <c:auto val="1"/>
        <c:lblAlgn val="ctr"/>
        <c:lblOffset val="100"/>
        <c:noMultiLvlLbl val="0"/>
      </c:catAx>
      <c:valAx>
        <c:axId val="1837211487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3727775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640073016638153"/>
          <c:y val="0.20277718483405346"/>
          <c:w val="0.78172252887278593"/>
          <c:h val="0.6006109364994076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dPt>
            <c:idx val="0"/>
            <c:bubble3D val="0"/>
            <c:spPr>
              <a:solidFill>
                <a:schemeClr val="accent1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809-43D5-8FDE-E9F7D553BF34}"/>
              </c:ext>
            </c:extLst>
          </c:dPt>
          <c:dPt>
            <c:idx val="1"/>
            <c:bubble3D val="0"/>
            <c:spPr>
              <a:solidFill>
                <a:schemeClr val="accent1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809-43D5-8FDE-E9F7D553BF34}"/>
              </c:ext>
            </c:extLst>
          </c:dPt>
          <c:dPt>
            <c:idx val="2"/>
            <c:bubble3D val="0"/>
            <c:spPr>
              <a:solidFill>
                <a:schemeClr val="accent1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5809-43D5-8FDE-E9F7D553BF34}"/>
              </c:ext>
            </c:extLst>
          </c:dPt>
          <c:dPt>
            <c:idx val="3"/>
            <c:bubble3D val="0"/>
            <c:spPr>
              <a:solidFill>
                <a:schemeClr val="accent1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5809-43D5-8FDE-E9F7D553BF34}"/>
              </c:ext>
            </c:extLst>
          </c:dPt>
          <c:cat>
            <c:strRef>
              <c:f>Sheet1!$A$2:$A$5</c:f>
              <c:strCache>
                <c:ptCount val="2"/>
                <c:pt idx="1">
                  <c:v>2nd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</c:v>
                </c:pt>
                <c:pt idx="1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13C-4576-BF03-848AE90A9C8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Sheet1!$A$2:$A$13</cx:f>
        <cx:lvl ptCount="12">
          <cx:pt idx="0">United States</cx:pt>
          <cx:pt idx="1">Mexico</cx:pt>
          <cx:pt idx="2">Brazil</cx:pt>
          <cx:pt idx="3">Argentina</cx:pt>
          <cx:pt idx="4">Australia</cx:pt>
          <cx:pt idx="5">China</cx:pt>
          <cx:pt idx="6">Russia</cx:pt>
          <cx:pt idx="7">India</cx:pt>
          <cx:pt idx="8">Sweden</cx:pt>
          <cx:pt idx="9">France</cx:pt>
          <cx:pt idx="10">United Arab Emirates</cx:pt>
          <cx:pt idx="11">Namibia</cx:pt>
        </cx:lvl>
      </cx:strDim>
      <cx:numDim type="colorVal">
        <cx:f>Sheet1!$B$2:$B$13</cx:f>
        <cx:lvl ptCount="12" formatCode="General">
          <cx:pt idx="0">8</cx:pt>
          <cx:pt idx="1">10</cx:pt>
          <cx:pt idx="2">7</cx:pt>
          <cx:pt idx="3">9</cx:pt>
          <cx:pt idx="4">12</cx:pt>
          <cx:pt idx="5">11</cx:pt>
          <cx:pt idx="6">8</cx:pt>
          <cx:pt idx="7">9</cx:pt>
          <cx:pt idx="8">6</cx:pt>
          <cx:pt idx="9">7</cx:pt>
          <cx:pt idx="10">9</cx:pt>
          <cx:pt idx="11">11</cx:pt>
        </cx:lvl>
      </cx:numDim>
    </cx:data>
  </cx:chartData>
  <cx:chart>
    <cx:plotArea>
      <cx:plotAreaRegion>
        <cx:series layoutId="regionMap" uniqueId="{F6EB22C3-0380-4AB0-8249-C3FD67C21A7B}">
          <cx:tx>
            <cx:txData>
              <cx:f>Sheet1!$B$1</cx:f>
              <cx:v>Series1</cx:v>
            </cx:txData>
          </cx:tx>
          <cx:dataId val="0"/>
          <cx:layoutPr>
            <cx:geography cultureLanguage="en-US" cultureRegion="US" attribution="Powered by Bing">
              <cx:geoCache provider="{E9337A44-BEBE-4D9F-B70C-5C5E7DAFC167}">
                <cx:binary>7HvZcttIEu2vdPj5Qo3aqyamJ6KxkNRqW4st+wUhyzJQWKqwFNavv0nJdouUWuq50xEzD5cdITcB
gpWVmZWZ52Tyn7fTP27Lu5v2l6kqTfeP2+m3N5lz9T9+/bW7ze6qm+6g0ret7ew3d3Brq1/tt2/6
9u7Xr+3NqE36K/YR/fU2u2nd3fTmX/+Eb0vv7Im9vXHamvf9XTuf33V96boX7j1765db2xu3fTyF
b/rtzZXR7u7rLxfuxt11b365M067+XKu7357s/PJN7/8uv99T9b+pQTxXP8VniXqgPmECUqEf/8i
b34prUm/3/aUOvCRJJwoqu5f9MfaZzcVPP+XxboX6ubr1/au6375/u+Tx3d28uSu7mz4oJTQbmW/
urjf7K+7Sv/XP/cuwPb3rjyyy76uXru1b5bf23RrCnPzQy3/uUk8Qg+U4lRJ5D/oXOzahMN9LrBk
iP+02YM/PNjkL8n0vD0ePbpni0d39u3w+/l/3w6nd5O+tX+fETA5UIQwRQTbVT7yMZwYxbf//Vju
Qe2vi/C8zn88t6fwH5f3tX16/d/Xdpj9rR5P+AHbqhr9CDJqR+fIJweCEUIVBKfHjv6qGM8r/Ptj
e/r+fnVf3eHZf1/dQXuz6PLH3v+GCIP8A3L/8vGOpj1GDvB9TBHfQwvcf6zx1yV5XuU/ntvT+Y/L
+0oP/gciyqH5qv/GqI7xAWGY+Vg+KHhP80IdQJLlAnLxQ0yHmP9Y8a9K87zevz+2p/bvV/e1fvg/
4Oqr9sbc3v3Y+3/u6pQfcEylr/BuEsUHlEkiuBQPKVZByHms79fleF7hP57b0/iPy/sqX/0POPrv
fefam/LvdHYPswMoUHwqCfqu3504g6DEocpHAoL6vbujXe3/JZGeN8CjR/ds8OjOvhl+v/rvB/nz
vuv+ThtAlcglJ74C579/7R4AJQ4EZcQX6o949PgAvC7O8/r/8dye8n9c3tf8+f+A5i/Gu6935ocH
/ucxh6kDLqgSmOEHzctd56cHDPuSScF+no3Hmn9dnOc1/+O5Pc3/uLyv+Yv4v+/z39Hj7+3Nl1/i
Srd/L7bF9ACCC6ZC/aHoR9gWah3QP5XoR4gCMz22w78r3PNWef5b9mz0/If2Lfb7/4DFAOroL39n
mPIAaWFAWlT9tMPuaREHBBOEfCYfCqO9ivQvCPS8YX4+uGeLn9f31X/2+99xYP6civhJ00Q37ia+
53cesREv373fIjBPe49+9+dnQ9qDqx9+/e0N4kDq/GSNtl+xcw7eVjc/g+PPj9/ddO63NxDpgBvC
WFDElcJIwhEa7+7vgJmMbV322xvMD4jkEAoRQA7fFxKSfWf77S0E1RnzKfUxUBmcQj76yaG9s+Wc
WvNz29/f/2L66p3VxnW/veGwWv3wsa1cArA6V1JCXSGVAF6OMLh/e3MOPB18Gv0f7YTOq1yyCHmS
pIHijBQrL9U+idQ0o3eDXjx3OAxyaE49MykTFP0k+2C2VprIq1tSB95E6m+1l4xF4Ht1cpZjOyRB
U/UC/mZdmweuR8oFpk7YrezcOAckHWo/SpQs6mNWVEUTQFXELjwzDB/8uclYqGubz4FosaERVfXY
B9xv/PfOedm1WRbWBzKTRR50vvSnYFjSeg6orXGxQahl5XG+2AwHU9dOn6pKoTbCU0toUCjRzIFu
mhatGPN4GTuHbL/CNmdHLJN5sq4aRnE49vWyHLWkRTikc4eKWNVLRYOFlbpYdYXW5FLZYjieXJGJ
gKYkh/+fcilCnc5qDlzaMBTIrl82S2URDWgyN96RsAkuomLMyMWAYJOhnYslCZBojx553DOmReA+
u6blkDMV5Yr4CLgCsTX9I9OWCSr9Puc0GhNVm83Qe6wJkrGqxg1PSv4+L62KEuZVkcOZOPM73/GQ
l5rzAI1CbuCLzbuXZQK6Z0ckibhUklEkEKNM+Hvehso6rbJRyajqC3KGPD5FthnlJs8md4SbRK7+
7fUgXQkKi2KpMIF67rEKxsQfSrw0sN7ULavetfpTIq2LKme7W4Tzdv3yelv5H58mieAQ+bCaD+kT
QvTWJI9U3tddITHkz6hMYWuFl45H1I55mOikfGVrEG+eLgVhBFOqKCgTIsTjpTqrOg4skIy8OZex
8SZ7q8d6ocHLO3qyDIQfxSj8xUIS5W8t+mhHenQ2X1ItotTDMk6zpVll6SJeWQVjoKUeb4dC4ceE
VIpQDMuBh+yuU4wTHfUy0tAlSTeomE/MmyKUjmQ+GojTzVWPS599KqmHvLURWH9LTY7rOMkbK5PQ
ZC2jU1BSNkAUyoppejuNZYZ04EaafMppqusgxbaYTJDzGifBjKsxCfLRT82mYNa7UzlvqlOVEm/Y
9NPCP9LRc3O8uB4cqIAg2aaBoQx3gWm7CoWLYz0JRzku1acM0cYbw0wtc7WSxZRCuMOGtfmKeKS8
GIkHMcINbWGivMS1WuuuS+h74zVDFlYjUEtDkFQZqaKFDWl7zJOejEnIvN4rcdANEIBZmFRMIBv6
VcbmoyLxJhamBRflxjNsTlcGVdaGyPChOkNLZVDkeJ+bKui7QiTHvZ0q8MSqKvw49ZHLV4PQdWkC
PoxzclINPtcxa4alPEtGv+ZXvEqGIZTG5exLW3SmjBvc1c06k11njn1rkusKt14XqcXq/npSWN4u
uV++Z0WhpyXoGqTdu8UUXv6hUlnevidz0w+XvhJ1vpG6sPp0KUw9BF1pqrIPk3rkuolyBsXNinbJ
3G/cUg/NyVJMefEh1TPNzxvsmjoNSZvps6U3Hj5e8qmfv7AyMSCKk416O/Q8maOmkm22ghWlDYqp
1jJaNGVf5qIsT0cvnccgG2o2BK2Xd/XXJC2LfAhyl8p+w7xZkWDhqOMskFXreVdeXypxVcCJs6HW
vSxXVi+KxrQllbvqst7Si2FB2fShzHVq4i6V07Qeq3JYQiS9eXhbNotJvWBImjK5poMg/AgJ2rqA
eykyn8EWWVpuMjcKlEaNYAO+wWkvPLeu0VQ1t6ksxTiGadqNRWik0mM4pmTwgoRohCMxQAJ1hnte
IL2xSKNC08EclySRTaDavps3hfBUedSqRqy7bCR8XVNr+qCe+jKDJNDVct0NvfQD53lExA7kzsPW
LJlZNe3S402tCvtpxuCT0dIXYxr0Tpkp8kfryqDs0iSJddEzOGLjXLtQjG3ijqSjQxqXNVtUTH1P
jwFP5Hwl5yQ98Q0tZTwRppeghK2q2MkO8YCNtD1cclHTKGunTkVeYmgb9h7CWVRhMhXrycyeDrSq
5ykwWTbPAa+Jn54Q2kzpypdomDcZrtlx7jQ2a1M06rO2Iq1XWduKNPIwzutV02jBD3nVZC4QS8/9
I4wY4YETnjcEUkhziotBpW8H17fsMssm7G0s6f0hRIVvzrqBiRriUW2LqK2S9JIOsN8wbTxILhLy
TFWEqM9JtZzOtK1LL+oWRSoQeeFgXJC8FLBOXzVBpqvFnE1eXi1BNbUaq80EeQMiEF3Slq7TfuA4
bY4aghtc9VFvyjJdlVI3XeSJpa7oWo8mQWn4cgpAezmAEkSFIIwxCakG2pp7hQSEEGeGIhmjbMp7
qAAlLxJ61rakKeK+Fqr+MFXeuBxibmq99r0Uf3ZwTNSJsc3gTpqC+WjdmMmXIXJ8VmdZ3qjh6mUp
91IvxZxuu64ATSEj+tCa3U0gxiRppts8i7LR0Ldq8quI98kYkAV5r6RetE1Gj9L8/VpEQELcJnoo
wveSFVSTNQQGkUV+O5gVKZcq0HIcI4ot+zAzpc9rUidwDadnifT82E4qCdsiqw9f3vQ2++4JAs21
LYiQHAAB2du0avyOOGF0hOks+AZSTfqFQjycAp0AjXUi24TyV9zhqTdAGYCYz6CU48DMbzP5o4og
TwyiHqVjhJpxjpyB6FpOtohf3tnTVaBIBHofuAbBAKPsVVLDRHRWD2iO7DjQOK3TfD0of3ml7nhm
FSwFaA5qDqhJyV5101ioe8pKz5HJnP++7Sg+HL1O3L68l22V+dhKBMOXA1RD0H4GYn3fNUmHx6kp
yzzqm1LETDU0ZHWJVsoqyBAynaLMo/rBTN+x8LuH73+Aere2nludZt8nJn6+/dfpjzGM+27+H9e3
Mxd/vHtb35kL197dudObev+T2/V+fhSW+77+FvHuvHkCvv8EXj+MdvzJzb+GvRl4+Z9D79BWFmZP
fvBSW5S7feABfFPgEYkABlcQta03t5jpAXxToFQAb2PhA+yWgBbgTH8H4x5C0Gji93BdAfQmCmLP
dzQO+eaAAsqCylX5mMBICPt34DjdheMSPJAAumeQ9zHIx9XegW6bDvu64CSo077lAKfZvIE0vJz3
i/bPiUvZKhl7hmKKmuHWN34RJEVdXWDTMRfnrb8cWmM+laWZKsCkbZoFivZZNPgms2G28CwPxqGy
75KurbJQsUycGpQkNlwkd1PAurS/HBlLPpRo1FkApXf5uW5NdWJNa/vIUC/w+qpdolTQ6RSOlVqi
vE7q07Lwl+s5E/SiLwsqgrSzka6yqyb17UdvJLYNfagB+sBvEF/7ST6loR1lXMgx+aiZNbeTarn3
cAoexle+H4LH/AbeKuyPs7dVKAMuDBgXvh0NIduW1uNolakKzWU1s0CzEl0utm+PGJVlHjbFKN9b
APZfXTGWMYck24WjGyc/bJKuOVeoKj7OhRq/LU0JED5xNQqqpOImoIu+aHE1jZE1dDjKs5KRTTEu
ryXe3eh+LztlnAKMF0D0AUTalb30lrRsZsMCYqY6HhVL1gbPU8w9LeMm13706KA8oyy0G6ieLrgX
DkniZ5kYSxZUXAZe7r+tKmAmOhuQnr6fabFqBasDOskjvycrLzMnJaCFssRHbTJ/xMkQd7INp2Lc
vCzYbph+kIsDmynh7AklCdlVBG67aQSHZ0E+JUmwJJU98oopOf1/WAVhYMQIqJ2JPVepva7phKjB
VTzmTtoWtXFD+uEVj7znHPY8kkPTWvkUOh4+tJN2N0NIATAkVzwQufSgcLAUCs0aJekxLsfkQ9Zn
CAcaN/NHn7f+h5ZxzwRQmOY3LVmab5nPoMiGFUhIUqtSQCxLFimAdXcIlx0B70xQvPQTz+I+85rI
p5kdNr4q4zEhp71K+3eIABSM8zKtL4ayM9dNnfGjmVVtF7KkjFONbRs0ph+7YMGd6UKDysPJH3AZ
oHxaDokhPHtIxf8/X71B2+LlzxPWuxtzU908zlf3DzwkLE+IA6iDsOSQWn7kpYeMBXzsgQ8tM59B
woBBIKD6fqYs6KZRwaBPrDCFGo1vT/r3jAXfB202yFeUcMhmXNJ/J2Hh3VJ4W5mhbTKFP1CjQbCF
rT6Or4YJ1VE10bhxWbballkXWMzjZll4E2E54TOvGoBAXmZMwsRgda5qzk+ZX+YnxPOLCPcdDXPn
D7EPzde1A9q0A/jjvEj12l/zDL4n5UyGQkzmlfKZ7Kbbe+mhBhCUYsA3W/l3pUelBzxeokhcely+
q7JEHytV4Tys0llDbcs+2bzzg3nOAWqKwmRHc74AV10D4RpYqtk6lwCOB1+voOqm8UT7ImhcVRx1
ph6Dkfefu8yeM8yba+FTANbaqM9JKfwI5SQfgZTOVdhM87RuSDYcZ8qfo2RxwFACvRc7SNpn/lDp
jbVet8qFN6yKXuJVM9n8uK2q6ZVA+1QfQK3ApJ4PDUCga/b1wVq/spC+SSzbarosa931wdI36XGi
sjaYNSmuG3/BU9C3w5dHTv9c8nnqSVBiQfUFVoHopfytbI9whQEOCKiXDsUQdiCA5UpduXIBACD1
tKrrZFWKtowEFB/A2wwfvKkojmZU374sxm4K3HoEuLOEIRcYnYPuzH6qsVntimGSLh4HggKvZTbw
x/KbJ+QHiqvlEPSgHyLfn9You8j1fkmgxCEfYM4gy91n5UcbH+os6V0jXCxHn4eYy+uqac87aV5b
6Kl1hWQcYCtnDAGMh/mdHQ3XQ2rYwl1M83IuoZOx2HVimVuZBtNoEm0RdK3ER/mQs+OX1Yp267CH
TSoIBhjalng7YrG7dgKWTeu6d3GROLuu6qaOJTdFJLtUxKXfXtYGUvtUdlGHlg8myctXtPzc5qEH
wogioIQnWu68FFiLoXWxZcm1n9ibqeHXOSn9oBkdFH5oZQy/fHnXu3XL/aa3sAC6HgQYFLbv0tob
R9/02sX12LFDrdMu5IWsr15e5an/SKQgmCMYb4aGId8rE/uJAh8rVBuLQmfRrKiBgOWApS5+gMo/
ddVnzAhrAZT1gfWAQuz+/iNfFXwci6ZjLZiRHveNuGoQu4NCMA+179fBkkPN5M/lZkFlhF338eWd
7hWoW4VKjKlikA4FYDS2FyM6ukgBHtbGjuCvbWFP/Kn9LHz3maT9BiXVytYp8C4Tj/JMXPie+jzm
ag7Zgmu4ytZNqnTYy0KHhfj0smzPWGFHtD0Hd12VDUkKosEIyxE26p2i7guYZvPyMnvc03cVAGUB
aHNL+PC9hMu9Sk45Xto4p9OFcN1aWvKhJG0LJGIfd16+yvzsVI4kC3CRzsE4SfnKUXrq1mAFCNAI
HJsCpNpG8kdOoHPncttP4ASysbGgtYrGmjSv7HQX/XzfqNpiYKD0YI5hLzf7Ni+r0R9glVxcpbO4
dKX7YCDbAh8cv6zUp0FfQu5XksKqALv3g35OS+U3rG9jstTtZknFtQZkGOA+o+uBOUAEEs+vKPG5
7QEVAcEB6GQKLN6uElWLEJ/yro1p3V+mShUBz9ovjoqjISNfX97fc8cWmp9cAJcGK9F9Bqrx+IKT
uW3jcs7LqPKaKWTSVmE62ynM6nxc104PwejktU3H0G9q/Io1n/VbIoE4BEqP+tBK3N1vPyae37im
jVtOTxWk+GPdDPnKJUs0zf3dDGY5QSjX0aTtGurWcz203is6f1YIeh//fcgDwAfsClGo1DY4M23M
JnsNkxfnM8KnM3KXNao/QGn3DnLXEjTsG81UQCYLZfvPwv65Gmcbn/7Afg8+TamEIAU11naqeXf9
ocqrPu3SNh66YY7zwTtRhW/XRZJnsWNm1dEuHgqYL+CN8oJJucQLMsIyaFZ4MKgA8wtmRiHQK3mQ
NF6x2cLMqLXmNSbgqXMCsw1z1VCRgJBov4/tSyOyBVh7SFz0SvdEHuVKroWEntkyQJ/zZbU8DZ2Q
SvgWRgjAxIjuaaUbMe9dXqJYsW74Cs3DC0Ys+TZ4r5W3+Kn+4ZDDYj4X0G9GeC+m5HmCiqmgfowa
fOiV9fVCChrOpns3pVBX6mQsg7Sdod1VmaMpxSpiyh83dVVGvV9UgRHEBjCsICNTiM+Oy2ED7eU0
qE2FN45BMYGy7H07gH1oWcmAwdBJVLs5GoBBCYU/3abOvDLnsb8n+BGaBIZIwfCOhIyAtvcfReO+
oRkbk2KK8467VQdRMyRNV8dMLDeYzNd5n+ow1WW2etlq+z4C62IAfuAi94hhPwuMvcl4nTVL3ANw
ixmr5PsptdAuXWgSQSPqtXywn3Ue1gMyCBDv/aD07j6zyuWDX7dL3AIqOLa5z95Dw5FHL+9qPxVs
V6EIGiow9YC3tfLuKiXVqNJ+tcQ4WcpoqbMvy6Q/O1qfdJUfK7dUryz4jPkI4E/ga2BaA4DPVqBH
5pvqMYO2QTHHOBXpdd0UOM765ga36BaVRRtUg9ZBbql5ZV30jP22tTjZFqfwM6F7KvrRwiyXLndS
TnHZmDaoIfthSy4TJ4qgGDtyhIc6zll+JZdvGZcXxtdvuTQnCVRei62uMYzPBIPK7Csxej8YgAEA
oEBs3JJjFGj3PX2Y1HUGzmCsmk5GyZTSwzpJVQh93te6Z3uNTQYDSHB0/HvgtT0+Yi8HF7PXu9LT
E8TetAxbaM+HKakjKvASpIBO4kVgP+ILuoETtpq7uQsBcXohtXQF7iGDctRfXva/J6l6O0CEAKBw
BiF4Cxp29w+cDcTzKR/juSu+lXwpYChPVEUF43hGx1jmy8loenvMSwLEQ160AibtGvf1ZTG244w7
mWorBvQVKYIf10DA3FdNXzZkSHtviGk5kq+sTj4Vg347+rhfJ8LdFWPPLweobdKgQyo9b/N63pTl
Ar15lb33ZHtYlEKe9ENhNxN02wMq0tQExrPtcUOndkW9xb4XXpu9rRePHRZ0QYfKLGNs/dJ8YjCD
B132xf/s6gWvE2rVus/6HngH06waUXVhN/lBNddVVHYw72JHs24aQ0I8N1XIR4MPJ5p/McCvHQG1
TmA0E03nrrIgZE8jBSOKK4Pxh2Yk0/lcLtDUHothg3nHzhrL8kAPpX1bdW5ZQwtBxFmD8giK0TKJ
0nGcoNvR0DMnc2BFuN/K42lExVUhYIhwXQtHXutTPj2rW7IY2q0C5qM4/ORv1ymWJpe0KNshHque
fZVlk1xhlJhNtfgfWKumV+rh+87C4zoFuCgupM8RDBELDHFwd71KL0ZmvBziWqTJhx7VOKi0YFEl
/ORWD5jrqJwaL8SlN53zMRk/lh7JL7OyFcepsPzbkA/gC/nkHbuqq03glZr0YdvAzAxULnCwC3+e
zv1Z4VCZRocwbgFvWeeva2LRGe16vX7Zo585WODMUIECbATW9Em88+Zmzlmvxjg15JKl9Ar88osV
9WcYjyoCPaYAE7tNI0iczt4rrNLTIA9jmAxTGG0CQoDzvUNdsnlW7TjCaWpTE4q61e9apeVbWU/g
OzxLDuUwpbHDAqa9Xtk3+MeTswzxXUIWAQkU/HB9z5oZShxM5gANkWS50asiN0WAmKwOsZUuC+qa
15+sLjoeDOkkDttasyrglVe9TVhlvk5S64+p4Q6wpNaH0Gmc3i0JNAqCpejpcV7b+VryjBzievhW
9hM6y2FE7BgXqDyTIwLk1CSG0WDIpNq4vpqGladn+25q2CeD0JkvSrTB2NLjWtoW5jeqq0VVN8SY
FM6ds4ek6/DHVlTi82xVHdbWlqdmItNhmbRiUzPcvHMlFiFUDup8mGl9NlLcyTBp+qqKYS6GHMLc
U7uB6V58aX1hbTR4JF4g720M6+tP0PxH6zzhJiwnmMkhpm6GQEO4v84qO14Bb6Pigha4jZPZ6rBu
8jQPlQV+IYaRI1BEVbX2RHdl93byZnif2MEeJ/m4DIHohuXGK3rvBupsdNmNhN2wqemb0FMFZE/U
4SrOHao/TaXKo6UZp/dF3pcrSZLl0HeeflvCuNR7NECTdoAp68DrsACePM9RlGEhbjLcozHwyOBD
N0iyhcW1cZZEXWOaszYFNnlVNCYJszmfTlnt2Yhlftqs8jordZh4HubrOXGgCz52l5VzMLA9pn79
aRnKetU1ldUBIp46QxrVp10/JUHRavNZkiY7ZlnmVqVNRaRSjgM5JDoYuHB53NoCxrNhwLD6BDUF
wwEwpzByJ1i+KZdMxEamfTwT2xzNRZ5vsG6Kr3469O/mWfIQOq9VsKAxOyurKT+aKdZrkcPIW2KW
PJR+TsLOr8DVZpLHWY1Os8T3+sCzBUyyDYpDz7KT3hEqM3Y3ubnuIKH70A1fAPGmsXRAc601myUN
OW6btYOpPHI4twCKV5YP0KvAiBZQu8NETR5kUjbQQZtUnBeZF6b5oNcFT8ihrBq9plL3Z/7M9VGW
p3JTtt1y7ns4a0M9qEEH6VjOR4uY0/eCQ/GwsFqdFKRLgOPWFygv0EnDarN2dQvdPpi5Pta8ZrGF
ocxV1/qoin1t+qOpLZqoMVx9KHI1rKZWis+6581mMXRqQroUGXRe5+qj7s0C6dXMp4k3TCHGnpOB
Xyl8NLKkCfUiYjTLPlom7sEhQ/o8x1MNc8pCfZgHGL1tEzadtx7UF8FiZXPazmWyskMZ1sMsQCMO
nTmTNuECfNhpwud4arrxyBZInFnbynBKJYq4cnrd6ap3QVtbyQP46YF35OaxOWM8by/gmHzqRUsi
Lusy8qC2X7sWi0PlCnXkS+1tFuY0TMN64lIXTsRTmqjrCdqP51OGl9u6BGMO6ShXNQTN8wL45dPe
r11kykKezVXJT4VIhtO2X8QXmGw0t8p4YLqkyq9rVmCYYgWbjl3B43Lq6FmiJws4zs32GNUqmzbC
FUXUVS1Av1kP7jShI3SrNKHoEkGH4Hw20m0QDJPANKjfHMs6nd96RRUr0k3v+gpP5xZmmI6TKber
AYj9FRbJHMMQtReXo+LhBP3u4wbQ8BGMFt+MfFJ94JLcC33PkU3J2XtedZAJ61bFWPP8nQaI+s6k
RdIFwDX6Q4AXb3nr7EJORydymE1GForFvGDKBhwVugpgPvmUazZ0AS/HKxg2jrldlgs95uhM5OC/
sEQLvOlQBzyH0daobVtCwvsU7JyBdtfQDwkAA2gIj3ECif5TKeBZ08n6E+7b/LgjGf86TsaErhnt
MREwAFjJUcWVqWD2WreFn4YjKOLa+hRkRNNgzpjtN61LhqOm7A7rTMJwpZLtytSsOYJh/vpMF6V8
7+UG5k3mvjnvpVw+L22nP/KZzu+Nyi7MCAPbfBEUYo/+v8x9W3OduNbtL+IUQgjB44HFutuxHTu3
F8pJHIS4ibvEr/8G6dq7bbI+r9P9dKq6n1LJXJImU/MyxhCL0EMjt9TYZVTIsYqkmYc7nnSCHACt
HcyNqjIZAp0vSagrqfgHJWVL9vNY+Q9opqjjXObO1jM+/jJyI/408lFnsbaDydlUQzrqfVW16X1W
uDrY8j4YNtjhiaFUI8BZo0sr9canygqnxnjjbvBSvgUIPcU0EONdHeXAVR/UTNQ2UVV1r3JvbCK/
8eqole1ToW1gx9vW+1BPSf0iiaU/FyKwYLobp+1IdPKZWq4ARtSqxXbqxvoLODugmnij5dWx0Mxs
uwAAw3ASfXDquf1zHmoeD2O/7XM2h3RsmjzKE3bTSS0/B3ZV7LKESy8sHN+PcMtMd2iOj994buXP
uV1mj7UCjLasKMujQE9Ov3W002WI4tb81QKyuNm4ee+rCP98uWfpjHhjF4cpoMU95qP1r7migL4y
XpEQ+zU9eZqaO2WN6Iqkk46ApK/LEBBceiTAg25BbBpOo4eZTK52c8mnWKM8eZ4Cp78dGdVPCVgs
81YTS9wmtUtfbDv7rvjIP6Q9a39aqkCSOhQje9ITYgqms0bfATiNrCZXPn+aZwfTw5rZt0rJ/BDI
wUHjsdePqIN42Km8OOFKLb4Osx1E49iKsK+6EsGsjNo6/WiD6YN6p4uotkgUdOmpaOW9x8YqDMYm
OFsaH+uY2vSArqNPYy9BgbMjvYUxt5qQADNdPRi7cHY2mfqNwATym5ZzmX3i3fzVZK6wt7ikK0Cq
2yW5cEccUFfj6xQiOBrtHFPkrHvgghuUHKh5du3M7orJqpKQsx4FjHAa3HK0owjBLm1xtfMKcwTs
ia/vpikRIGotWVAwpGI3CsUO9djlc6izstkTnR19/MYbpCvdHQJpEfKefyrZkse0RXACbq0IbTne
TyTNtri6JYhP88keyhQ0g8Z/lEjlWWl3Oz4gn7eKkWxHUeyHqS8RQK06RJnXhYPDP1dJGU8Cs6nB
4gQXsvMrgU/tGavmUNkli33F49IavK0SZRb6SeWHQT198eRg7YsOzAI9KRhkufiEHcq/A7wNWlpl
823u8/S2CRpk135wyNmoY790ug+963uHYWnetI3Qnz2vzI5dkSICAbj0CRjQ/lRzfCrAFsZTAaYI
mex6M3Qgi6S65hHXfn6wKd01gxwj2k11rOp9prTZuKl8xMdcRHk63+aq8qPAVnncGXrXe5ONL5+4
935CNHqJ2q4P2mTDts9E9SGflLlzZtWV27ZV4tYQRFCGgeE9YMz1DuwD+3Y28gPutkEvO4MM1iDf
AEwniCcv6GJA18soQKC7Z3rALLUo2Vl2WfMw0RTgX1L+SMbKnIoCjSSgoT3/rJc/sNteppFrZ4Dz
1CmJgT51gT7v/LjTebtHATaEfGz0UUyaoS+VDk/4d04jvq7jiGnb0rUn/XNaPhuesa0NAN2mhtce
h9wgI6OJ2DVu4SJPTuTZGZiHiKVwhmnSxFlS3mpWkVvLhW9K5BjW4FT7pEv0VnQAlyfgT+GvTz8o
cE+xZsLcioTOG4Zk8GBPOX2ykro5F1VqHsaMZAfa5/ZdOiTNbgR2EvPdIbe8DbEnXW4wMNUIn8Sc
+eyUu6Z1zZM3qT6UQS0fXAkkHbonbhfxEQTAEJwWdkPTKqehKLlbhDUIguGMwi3k4A2eMCPJ2jAw
hvKwzVx8PMNMpAHnxs63gRhFnNIuzaMpCNhGWnR+8cA1mjalF+T4d9JkRJ7e9N6dSQSF6/ht/U3y
Iv04Wrk69MBt19s0ASJ4g5bFeN8pFNmRtOfptumT6XasHb1tHEvlYWoShKm6ncvHoZDWuQCkDdc9
OAXoFRILPSP0EoGv2QzurMIEWO6zXbr6oVOSPeux/GXJhrlb9IcpDt0GOzKzuVWgC6I6oFKMKnYT
1ECA+tTWMZ2p3JK8kg9Z4Q0haUjwVQAI+bkcLbAmvCnb1cudT0SF9KXIsKlzaxB4e177m9FBJgiA
NIqwTqUfbK/qkWLP2b6rnQodVaZiXVjNrS6DqBpZEJoehE40YvydtPwsAi/pwfSziUvTqC0JLLC9
uj5P4imjfD+KtI89U6gfBu61sVMOhKxv8S1D1ojZfm/kgPrTWHesTDuQEwZ1/g2m6d2WxPlcmjEk
SW0/17r2Nl7rk2Mie4XJmPAjhX5ziALH33ZzpUKZAakECPemmxiSOqpBAJDJ9GznabstHBxOPXnH
JjC3GO2RT7OyfvJKpp/GiWbfx962t/OQlj8GqwS8w87rPHL76mEqhvTYsVqcjTUitrvM3ghlaMjc
yUnDqQrIxwD0NR2pmYUGlNtQdB66FGNx9vuWqJDRtoqGYATFwAJbavSd3USR00Gzz9o3Km/iyuHD
0UYXeadZkBzJTItdavVqQ6rE3qS+wsfaYuLkpNV0GhCsQq1a1C9WF9ygUT47gA63wImg+blnfaBH
MIQyjnlInfS4X5u0f3QMwMWhV5NpCvNSNDFQtbsWLZGbwEantKXsSLyp3820RXqb0gG7SGv3MOmh
DVNqvLDO6PjZdfLpoJTVOFHSFfDfqmUxOmzVySoD3HetsxnF48xccbRsUtuhFkgYkwIkrVDhPg1H
v0V2V1EUAvIxnbLkkBA7BcDf79CBMB/TLgPWERy7TeYHqVl6ucMhoWTcVrTMohIU5G1uIyQFRV12
oW3PKsKm1Tt0BuooQO4eSznliR36PAHnWA24o2RH+LnN+9tBo1zEtRONAR1/pJjUR8igvwZOp29N
4aETBsDeXeomVYTOiBvWXuFFY5KcAw7Amdd303ZOZBBTqz7Mc4sr27W+6FYeOk+8gOBXRGAzooib
amfTy9mLwVPsAPEeg13bq4M7DCKakmZ+HCv8ZSrkHPWa2IeUZLG0MbxCrRJ1Yz6CV5E2aIOYGV9s
IGMluLWt7XmLPnuKmeNyI8hM7Rqgec++RHfMcWtQEP1EbooEKostrTY2z/PYtjx+Q2jOIpapM63y
LM4zuAITxMS+sTHCyPRNBWIdImDxkOR+H7KsDOBiPfJdvXM8+wmH8Nyn8hM2CgSafA/6185o7zSB
GHXT4EZ247FNVbPJEr9LgJijAVKU2QQsHLipIt+19B0tZHck4GfSeZYhR6ScwsZllh9mtDB3/tzq
ezdrtArVWFkPLgPtvEmlc+ujon/JwH2PbFJ9njGjrEM376aoS9E8CTpLx8bt04XGO+ykDtwf+J6C
UC5h38BZTgsIvQ8VmkVgZDq7qgp64Pa8O9Csm7AlI/08Evroz44bgX+tbhlAfSFQXp+z0sk2PDA5
8F5kPlVtU8QKp7nPaodEWQB2vReMHTIhOkUFSVHPZzT45nTzE+h2KCVRteMWlWi0GPkTzYk8aoLs
ydHWADCmGCNe9D+HRG4R7eByLopr9FadO+aMTpzJwL4BYt+/p/7g32aC1BuiBrkHNq68TS1yyFEl
3y5dbxFW01DgfiiyT4kxNa7vnN32onduwOkubu2mBV6yAe9uol/8FBw0YNZZnBCH3Xi6LfFxTd7e
Y9L9wonWezJ00YhB+e2I1ADovl5/DyZLPdRSY2rgoXRJZjIf0ePG/MCj6JYxzdXWG5puD+pEeWs1
MrnpRRF85zUo+gBW1oEdYgPQTSsAKGhBwass3BQCtNanHk0eD20cnTg/2MxxQRXEU+lSINPbEQjp
3Zim6UbZg3jm6ImcGnwT9xxncEqnpjpVNjX+xp959xJ4BroCvZAYS5i+31fSpB84V9Mtw538U0tp
fYQqQv4rUaU5a2Csv3YlzR/63h5JyG10tHiDgb2ZGNn1CR8w8O+cDei8Y0xTAeepU7ahbePjU3Ta
L6nTmUdSZe1OB/n41M1ufY/T7e2oHzKxTxIkPqm05Zm3aRFjVK9OVS2B4ka9o0OkPt4p4VmK+hy0
xIHpqY2oqOeNA9M3faUzTLLa4SAbXaDvKAHd6lx/a1pPAhY49rfBwkZJRyPuhsQqP5bt2O7bjCGr
8fMUY8tGOin656iP9ENGKp1sm4Cgy59DheE5BWsFdwUIlPFYahzTgJRBnpwe4cXxefE9aHFPzXxS
MtTQMHhsPEg/NLRU0VyU7qfK0PSzhdSG1yaI/bypnRDNOWvjN02tQqNxTZSzFUSq5/RT1lG00bhO
PyLGP6CjF9kuSmKM/JGafMzRfUSixraN1+w0bSUAx/4Bqq5e6PttyImwI0LgJkNQfOtLNB+6WnNM
QKxfNAeqzAZ7z1ElaMHz4MZoa+8FJh2RziroYPgpmr4+vrkm7z9lfnPApzv8aAc0a9pi6ja18IbI
BhRY1Q06gomFxoDI2DHH0kNuGDu3xKp3ggd1POui3xRj3h8Eutgbhkv2xU5wRfesdLbuzNiL0SSI
2KDpBnj+L94okJhMwXjKqlqdFwDoAf16KwITk23aeay70B3LEvT0qogE/t6RNoBYYOvQ6UMLtvs4
2J4don013ihwkSPHTshjPgxBDKKHF5uRVQJZborCqPOLBNmZbYH723hwJu3fN2hrnX8X3EZU01Mq
KnKmkPjYuJ3sQ9vUYu/LguHanfxT1nlHsOQKEVJna/wePasG2PadUzvDR+KScje6ZtyiWV1YoMfW
ckfHIti706Bjh/bqq2xr/lzJLP/Skr77hL6al4dTZlK5kY6oT+Wou58JpgSnChOhg7bQJjbIeM7N
7Km7IM3lrjLpnfEruaGVEZ/eH7isKEfLVHmBkGEJHociJHBGb4dnEyZhubCdJiaudCOwSnDfkeCp
ytGTLtQHMHTVR4Zf9YSZywuuJyQtTmlzQPVowZ69JZ2eUt/b8QalfmEXT2SS9bGr5zTMs0qgv8aC
K7/5wiScIc4D0EE9DHwBI3n7m110mJKJ5kBv1tJ9MpkOIqGpQBGg8qhwAdTqlojjDPVPQfEhdRga
nGTZuTfKrxaWCECfSI7aw/t7+efcjEF1AqfkBygHQYJ6+7OoXTUQm0ib2EHLuwPiA/Oo+wQFZlg1
ArowSQ6Fmc4qrgGSlonY2/knA9AEHIllBApJuBUKhLMZHg3RiXiuSXEM6qQJjadHuUkEf1SSPgOe
/mSAJ478FqIBQiBRZxgYhH3jV3fFrAqgFtkzWg/5Daag/u2UufWBN4ZuZgvTtnJ2asBn7WVI1RIM
EzSB2MUkfrUA34boaHNkagphwE6dH0nb3CbQ+AmJInElpmBXzoDtMYznz8FclT8sA9YAL3Ln6AWg
m/fDXKPs9rxHtGPEwR7n8Wubk3nTJuWwg9gB3QDXUyCbKb/6oB6k4SiJ92PGtxPi06tPoJubl/cP
8g/kHWdAXYONEgDb4P2J3A2gFzToCXBRBUrjZmrNLoAG3y068fmuqD10gxqPi8fBtzKEm/xnRjw7
opJBU+j9X/IHsAHACseBgh9EmAhQxKujHfEnKhvsOu4N9e69JPUxq6DT3W8r/4jN9FiX+G9NqAXW
+r982v9Hgu7upYbC1ku3/qf+P+TmLoTa/yIi/5DF+r/DSjbztzYW/spfZCcCbSxgyYgHjBfG5fRv
di4QwP8HbIxlfA3SOQCkONX/sHPxd1xoMkCZAMQmgFUWBNV/2Llg9QJGhHE/86GVBhyj/0/ITm+j
EXjbNljcPtCDLtADaOIurvUKMZWW6BEGYnLO/EMFLIsApDyavtQKYMArAIy3E/s/LS0gqVeW0Cly
80UA5Jz7BCUbGHnHpREVARrRNqclIXp1DBeAqW/xJX/aW/78lT1N5tQuKOz1/EPY+IexAPJK/gsj
UBICVDFwcCJrbrNyXcmsxpAzdMiggvPNKX+0RO5ETa8YWnbn7+j912qAngKTiOHQAaV6u5qSt5lG
he+cMac6NJmKfF9Eudq8v2cXrECgwAWxA/c85/YKuFeMwM+iX+yeUz1Oj71JVFTYEErKQcLcv2/q
bcz6vSCYAsQT5A6MBYOVKY4GQJUWrXtuJmchwgFnpV1xjf96wQkgSucsNx8B/uc3JOyVE6C7qMgC
3z5XU5Nt6Mgeh3QS8ax8dWPG7pqylHNpAxkwvwS8eWh2rKnZo59aDUge7hnKHoMTWSVHSjTVBKUA
Zp0ZdpP6BXjbLWbo/jTaxxx9tucBzDQMZiF/xeIUE210VN25LaKRK/48yEmlW8IgEhfOQsrHGkOK
KKO2/CWadso2WeWMXyFn5Qx3o5mCvVR5zuJc4w+vOOHqxvvr0DxA+eCJmOIiqr31wqGbbDdFqXCm
mQ10N2lu3TxLIfXgu3t75pFOrA+lO3xTST8fi87qwqb16fl9z1mhnn7/CsDGEE8B4waY8vchvDpU
TyWN14/YZFRNBHRDO3SD/kb6Jgs7I7fA5McM/fAqsA+iRdfkivm3pL6/zEPBg2MOHni4dlcJHEAF
dgI4HDu7OaTuKET67ivy0AEiEbt9X5wz6W4g4NdsAk8ecqulHxjX3hWE9IWjAJod+m+4CZzfCmNv
j6L3HVn22cDODsmbL95QJXvUfl9HwCf3meMAa1nY+c2AqfEO7XkVkyQj+w71x5V09o/vGHcarjAo
lsPpge103v4ORYOOTn5tnbzcAHMTcP1xBrL0SmD688xhhgE/6+LU8TGvFVqQT3e0cwbr1KYbnsxH
dE5+BrmFKTByKiExCJyIL+Fu2U368f0Dv7RC4MFxSSKMAGW3Om9dYyoOyJF1Qh+9JQUYsN/eN/BH
kFrW9reBNVfAQAnJzp3JOjnOfQlpOGhCBQebXZECWALqmxuEUQas4KJ4RD2CwPv2oOqCkyHoAkzS
wQKNSMY+ula7zVoHJaZM8n2K8jX+xwt7Y3LlGxBOaMsu58GJQyjsK3Ge/Pypo0/vG/kj5K7WtSrz
plyk41h7wSm1v03VMyOHqbh/38SFA0Ly5oA2goJnUed/u3VIu7scajbibFlzBDxUFDgDpuj3Ix23
71u64GtvLK0OaepkRZxZiPNAgE/CuGjI9Of3TVzwgyUTxXAbeR8od6sY3vijo8tGivOkBvQI5+aA
plcXV6l3ytH8v+lEZl8JmZdWhcseNeciAuOuaRVjYdBXUT1Mpu2uMdPX1uN/FSf/K4vzmomVq6GR
bpoafP1zawBzoGgchgp89ve37o8UFpoEHD8fMQi8X+avjJA5GVqVDOKMDzXBpN23dgbXeQ83qIKT
33zsfbp53+Ql1+NLHwNKYGCI/MbBvrrrBgjHOgWFydS5QeG8eJ013WddemVpF/fvbztrFwc+TPKR
TeLs5e3OnQgaAAaKbu8v5o9iY9k/5JUBuL1go6xZvTawrUBuwQj54FVx7YaDKT6M0kBUDjPka8nY
xdN6ZW3l6GWe8xmcR3Eu03LnDOWRtPbPUpiwDugmAWyq7VTEJn4l6DnX7K4yW3SnMfpOYLcVD6AH
7jogqyBxh3awcJwvY2M2ecrQxQY3axiiMj+J4iUV+xIzoMz6NrU3eIlsGqHKm/Y3Kcb0AGZIL9+W
Qb7rKNtpaL0CZxoSa5+25l9EutcntOok9DZv/LKwxRkUni0GqXts4UZbGNwuch//rZIvlGeXwtBr
S6tbdWIQ8mQGviCADbHVbTOLn2n7Oc0wibAwSXnfmrN8mqvbj3PA/4PAh6qcv6YkjcFgTXym4jwy
TPJ9DOp/Bd03MrcYuA1f6eg/pihIdfPFkpuShUlxLzHYFC20GmaOiS0EBO49wCIo9J99vk3ZNS7/
hWvszQ9c7XwiB4GRcIDIXxcB8Cd0xuDVFgDBmmvX8qVv3YfECiQh0FuAlMrb6yyztYeRGBHnoi7a
zQDGUji4bnl4f8svRa7XVlafgRlBAeiZxmeQPXdDC3nSb71xj6VTXokqF5cD1eCF/4iCYJ2Py6Jj
0GbF95bbj0IBBw+m0/tLuXQ2/n8toGey3jA5T+2IpfSAk+QBaOnt/b/JY8D/99DEgyIlutarUxnq
3sxtNotzQu5TQ/e1DTg9VVfK7otLgaQuRJbRvQQd+O1S6kxVVPUJQjBc3xo/qfnbpK7UJhdtQFMT
PRGgRKFD+NaG49WYT0pPnGV1k8w0yrudZM2Vi/HPAgiXif/Kymq/KJ2xQgycztqpQJvqXWfTeak4
zEmqMAZ2bjyqviig67uUfWVdXwLI1Oorv+JSFHv9I1ZOrllKE7CbxHnWnRU2hRtsjM5omBkN1qiV
xnY9XWvSXLTJbVTg6FwsSgJvtzfJjN3kA47wsAB9xlov9NTIdT6Yh/fd/uIX/MrQElNf5R5MewNo
v0tIGsFCoM8MfSFcUrOZruziNUOrFF4uVcuofXGug489hqcQ448YPfpKxe+v6KJn4pFL+3etitLw
7Ypwt6EtjkbKubKeUsnj1jwB83PFyMXVQLMVej8cB7TWvhmchk7QX87O0vnFU0yN5W3gFxu3F1cu
tdWEC52I5RPw0SSGgiPKk99q+a8OSEMqmgNCnp1H6oWN6Tc+8IDTTfU9h/JvVe11ZMtwDjY2WPhB
FlpXju3CbkKAEDLteHIB4kprRh3AUDLjello8NTTJ4H661oouVT3v7Gxcg2ntTHPZ7DhudYOWTA/
eiaL1baHIItpup1V/LR858oJunCDVbIAmidiMflNpuWr0DJwZ0KimmZnP5nuASoE8vI/2nD/a8Fy
cfOQBsMMtO7RynrrikAq9FZXldk5GdgWpbFFc7BUmisucnElr6ysYsXgWbLXtMrOAgyugUM0G126
97+pSybQhcLsysP/uLveLgRyyAKcgj47z/4NkG3bdLymznvhg1q40wxgJagTB97KBwJgriEx0GVn
kIky52bS9YNwbqhdXGksXjoShAYoAEAFCEIwq83KKNgVRcPgz96LWz5YE8S6rqV5F4oDDFv+trGK
qTUeUyASjPyzK+bhmOa0iYbaBSYtU8dS8c8y6PJ722/uJ5lfK7+urW+1j/1sN9Ywwnbn3wXjJ8m+
9sGv953h91B9/em8Xt/KG2Y/AxSq87KzdYLm+Y7tPQN5jTABhJC+AO0KTMrOHTBsVxEvr23uJUd5
bXzZgFfxsHfoNAgAU8/5UISmihsGMJodBvmP91d50Q7SZw7IMqLwWlABzBw/twVDEvXF088LBbZ5
tO1/fvtCQQSceSAFPJhZ7WStXQ9ySLgUgQh2810WEX4C+ulfrOSVkdWOeRWoJ3TmuBANWMSsyx68
FuTWrs1plGnXvxIrLm4c1I/A+UYVBuWetwfEc9cqGweBlYsihHga0KFHSDVsMqhwvr+wC0kSJgQB
dI2hRoSm0yq8atdthhbkSmCQRIiM2pFT5GXDBjz9sByuKcFdioGvra0iBzFArA0S1uZ2wz+XVguE
1D3BcxFAnHYnSOWHSj9NNcIvj1OAg4xxr+zsxbiyvHdEUUBAHHgVVyCmmyeEI0bqFP2CRTgpGswE
jLI9upuWBEkI9QPAJUw+7epEdVec9WJoeWV+FVqCxiE9WbbbwitBQ8bDxHq62ob9nc+sgwvgK8u4
Gm/E4BXVt+4zlwLC80O7BOg+tKwPzZjBS29k+QVvCuA9iM/8idQHZEV4Gye/UtRc6F1BOcLGk02Y
I+I9l5XrAkyGppgYsvMnA+iZyKAQj2dO6vzENd2CI/jP67Q35pYv6VUoq6VMy6KFOVsXIeP3Rfsy
y0/vfyOXDu31klbFSwp8MXc0bKjxWNfP2XBv2JVdu/QZvjax6mr4lhBNMy4mNq5zUzlxY+1989KR
K+5/MU8E4QKng/d2FoXYt/uVJAAk+wb+j1dLIqTEYZ0+pHiOC/yqn4NQeJRjxoM64wEM2L+ev/1f
E7nLpgH6h1csWdDatJoKSurlSi9VCvop+G9hAGDfBsxy6EvZxQhsZNPu0N8DgrDtpp1XlumVfb54
76KuWTRvMBT8AwIkIUbR2MTG+p372jM1NFWbzTzSn3hu8YbiAKg1H5a2IVU2lGF343TIKvvKiOmi
Q736Eauent23bZq5Ojs35CZo29Du7q8Oyy5+h+4i5cGXymfdqPZZl49FXyOBagmejEkC78A8vE0z
FDMkV9Tghq0xJ5sp98f7X8tFV3aRFUKF2EfGvrqPvcktQRiH4V4V9pGM7k4SMuMtIW/c8JT5G6Dw
zZUe2uVjhcgFRp+I6ngW461bD8qMsgD58Iyno26G5mnRc6FxDQQ/gZgw+pGD/ynJ3TgjRYyuUjx+
fX/Rly42vFyFpilf0vvf4mOvwhDE85IBby+hSgE0nffuBuOpK5/uRad5ZWLlNL7MPK+dUKLYNehF
oODbNxQMg/fXcdFr/jaybnu1AuBVLmDEKtUXZKcy/6j5EJZddj9mP4riiq9cynPgnKArgyUBNeb1
RZUkbmsChTWVxxmv+BQAXHbfRHnl1r3okouADpDMGMKvQUEjmf0m8eCS2sfbfIGIOPtWsGpDsuvf
3cUlcTzQCBX5pW+48kRSSGgmaNgC9BPyAE7U17+UY2I2XQtlFx0CivW2gwNDSF99aMFUqF7hkeRz
XXShTn4Ks3WGrc9Oc5FEhwD0bAzbsh5vFnjgU7mhB3bTZH6+7zDXfsTy568cv+o5LhOCD0/KZ4h8
RH12nK/pYl10SnSJliYAAHhkZaP0lbAB4cjO0OsOmb/XkkSiuUvFFrSQZP7+b1b0t7XVDZkm+cya
FnU6E4BJtBsoMYRK3L9v5GK8eLWkdUqBp6/yrMDZ9U4Teck30Jv+zZf8ysIqo+AU8KYaUkrnaoh6
7yEtk1iIeVuAnxZ8aq++V/H7EP7IOV/ZW4WnQXPZ6mREj00mkaM/5CBYye5DDZIuRkFDdlR4KChk
9oNk5Y6BAijqHtyS7ZRfg/xc2dt1UMk9YOYhPoJeDp76kPw+Sa7hiC86vY8BPcTzMK1ft3JmsE4E
LwyiZDb86gY+H2aPfYEsUX0lZ7oYTF4ZWnl+MzVMFx42VefPeJMkKoC3F2UZJmN3xV2uWVp5PUla
Fxg5WKpmtm+c+ojRDWAOm+qaDurF03m1pJXn+1U1QEZmQsCY0ynMvJc8a6/5/rXzWfm+ccupbgfY
mPkTHlaMq+47gTzL+5/wNSMrhwdGmFNhw80WEkSe/ALi4GoSd/lUoOwN3ZGlnludvy3dDsxtOFpJ
QMqGRoJV/jK2PvfZFUe7vJi/Da2OH7x3AZ4xdow33qmkL77xY6v1rzjZxXvYR+4N6Cwey1wzTVQ/
gcsFoj6Kb8aB4gKVHshvqKoSBmXPjJzAHpT/Jm16ZXPxx1cXVF00gI8y2BxGqHAZPJ/yorS6YuTi
DQWUIyDOEHiDqOBbIwrqUqjsZ1QV9a+8oKE37t3sZbSj1tvqyj78c8+D6utv6LsH6eqVV+BRzkFC
kAq9flHZu6a23I2C4Niuy+viiqmV6vrv0QnGnxzEc7Tv8NjVqmPTDXk7uMBEApI077tgedQYbcMi
xtMWu1rtAqjOooic8i7ORxBR5nvGh4/94B47u49yPPIRzr3Zvb/+S18Fc4EmByoLUPK1ErzjjzNe
X8ZvyjK9QSpHql9VD8nkIX7fzqVQxRbxfqDWFzzj6qOYJN6x1D4eKynSB5P+whDs/X//kte8/vdX
oVCKBJ0nq5RQWgCyxwspgfxq+lkZqCXigsQLCe/bu1iBA9sNeCa0HTEpWBkUOXObuV8WFEzNtm1y
dzsvFE8JnZN9ivez8RprkIKNkwd4hEyXX0wAjO77P+JSpFnwbYCGoe2IdwTffiqU533NPCyapJ+c
1I4wCrO8T+/buHRwHjQPg4VJgjCz/Pmrbz6vZui9QNTjXBXlU4dqHzzERv2LYIaQ7FEQiqCls6b6
NVkDLrSp5LnpKrBrbRCubaCBNqNSPzo14rIOPP0v4gxGsni4B8NZtBFXHom+cGvs2sizsW/S7mlk
kJ6pv+Lxg6gsbwy0v97fx+Us1jkdJECBT0A140JP/O0+ZkWAGYUYJEQA+CdFIYr/VTp7Xe0zndwR
dYf684p3XLTogcUNSTiC7GoV2vAmY1ZYhSfPYxcj58E786hbTB/VboqWKV6Wa/SXhl17Kvy3Tvbb
heLZUDAfwDjALBNDrbcL7ZgqldApBhU/+NYt8HzwCSS54Xvygg6NhuaTPjdm504RmAhjfoTuAvi0
kK642o7/03OX90vBlgN6G/u9ZqhNABOCU9+Ic2DOAx4Kqq440IXWMAyAHuP9FkMFxPntSo2wGwj+
AicJBaIGzPnNvLfa5M4zDZDUT5N+MZWKpraJqJXcmsG74lF/hjyYx2QSdE6MD+maktAoDgr93Ikz
7powhcT1hIn8SNqoj3v3K+aKV+z9mXGAAoY8AvGboB3NVsstuKpa0CfFueEdJBm/dQryHNOPwtuK
Ul65li7ZYqAc4Tku6PsDa/B2awtllaJOAQOB/krslB/nR7zMCyh0WLr/uH+I90QXnXLA0gCAWkOg
gkFwkddIACz3F17ICPGwMzT/rrjKn5+iC/gpYEmOgyfDEKvfLud/SDvTHqmRZgv/Ikvel692Ld3V
1UADDQxfLGDA+77719/HXA1UZVtlwSuNRqNpqcKZGZkZGXHinAz+sgglcZ6oEeWR7LkaoSb7Mplf
pPy7+tEZNl7EK56BOYPUGbf6Ule+NlfDmmg0SJ2eC3j4ISbdaf5H3T+oyT1qwgRU/94+2tY2wpU9
9dqeBCIlyhue+YqZHkpf8frSuE9D62gr/QeYnCD/+jG3n6X7NGrdrYzGSr5ymdzfoxUmt4aOYrAh
9DpLoXRn2aNbzP7Bt8pTE53ixH90OmPflPadP8C9Bx1Z2Rseb4CN3bESEPAZS4GIXiVZZ5WvJ4EG
HbswlsyK6Yz3aqtCDPZ5ij9MKfydKXx32j9TR4uwtnV3vgwC2JS0WJOZXsrCYvuXn8lK4BQpxxzt
+7bTu5RwqHNvufBKUgIYPWDHpSGB/KLow6Rr4XlNQbvP07/yMZR3ZTghoRF6oa64U+Y+G/fmce7v
csktmo1i58pxwDFL8h1NMSpxojbDckBUUxCRtbK+QUXoQklU19+d+E0cf9vw5eVkEa6vK1NCTGVb
nY7sO6aq4Us8fS+MV1EGD2jw1pqPunny7UNRfNywueyPGzbFLIs+WxBCpdgsEkhJX4UGtDUPsX8c
v7b12xDKZ/7RHTJoxw3Da4OlhLQwoSsQBIiggsCvme6RrROmZ73/Lldfku+NrEG+03l2+163Ya6U
th77L58coBNp/WUp6ZDkMXC9UfxCqbtp5H2M8tGS2PVtGNioaqj5xjG4glW7tiTErnbSzCpkcTz5
586ji1FqPua1uufJpTn0zHoFjAeT/BCW4Ru4cGCof+tP4x8DfPiGBae0iDGAzBNusrHx51heRttL
EF7WEjwlvgVAxNTiwttYzrWjgDfJovfAcUi7zfXMTn4zh+j0RrTSFnBXtnfQZATQ11p3lQ6pgm5/
UHS6ay1/Z+nQIVMlVNPkDLnVvlb959sfs3LlMe7f3yLMvan2sdYV1OVyUoZl7ri+8yWx4GUzLXeG
hCEOI28zu701AcvfLx4rDm1Zy3OeMxgZAae0d0NuHezh+18MDQEc+rKA0fFqubbSlKZBE4nDdp2V
u9o+ap2za1tzZ+v199jezbrmxZ18d9voSjTL04jyDp1fhJpixbfI+86UQ4XcS0qbRF/qkpdpWrdx
i63tzUsrwiWmFlJgVwPJF1VKj22o3nXVkwZ3xCYOYNWQwsFNZzLVc1GVLBuNvvM7CfcgkbYHzlce
C8P6obMBD0oT2BtR3ursESzry1sAORohImpnw4Y0Q6eLagIhMz9NaHDfXp/VAS2dh4THiJ2KiaSk
a0BSSpzhWeV4mvGoQI0hBafN7OJanKEu1bD/DC0fcuHj3STl87gYUkLjbGXhvgpVLx77e6oEO6Xp
TTeax4PsxN9IO/zzvw1ScI9RM4K6Xe5hc76L50OVvimh+1SCLVG31eXiXUVKijqwbgh2bJQBQt+g
c4Z4yqNZR0NI6PZIVkJkujfoRFweTyaPmutZ1NJ6SGkVofNBzXcUSRfFKlP5lLbRoaTcbI0bV+3a
yUS3yKKcwb8s8TGupVXC/6ZzIG73cDQ6813755UUev8vTAiOMaFcENPGGZ2n9m3cj7sGLi112mpF
X/XzCyvC0mhGLqtSQSfA8KNgCJb1RDvHXH65vTzLr4gR0eVYluW7cPKSYBfGAcYyqrWbpNW+Gh+S
8dUYd14Zb7jC1ogEV8icnIIwsPIzxOaPdjydivD7WH1U4/rt7UGtGoJHhSwrmCH55zPqYlDw6fZK
K7N7kPbc6dUHZdIeG3k3BvVGILDqbBeGhAsKGFdtBMtzs4HqyJ2U5QXoGJ/9HDWg20NaXSf6U4FB
oXP8onpXZ6Xi5AnrBC+AN2mnhCrh+zamrKYX4Y/btla37IWtZdQX06cAHB3nGFyIpTfz6wHG1WM2
2a9bS/leN1Z0zLPpqynDFn7b7OqqwXoD7xIBKy0HgtlGzfSwA4QAYzMqnQG9IkXuv4N3ndb/MB43
buDVow/JKsOCQYyjTxhlM8uTXhmYQ9w6cg10OA49PYYbPr/mIWSuf+pIcguLD6q59kurLNP/h/qx
h1vtafsU3zIibKwosbPeXlA2iXKCW54e2Eez2OIHWZuvpXGCTB8pHAKj6+XxywpsvkOuo7G06p0C
P79rSHGx8QBdqd3oi8ToLzPCssRBp7cTLI9nxXEKyCorDaxd+hny+uyQLoIzZqtMu6Ceuz0KFObe
VxN51/tSuMuR6d73M6qHQ2pq8NBHMI2Gc3CCOmazdWWJY8Rz8/IzBWdFatH8fxBQrXqFOYAaaFH8
gKhCM+5s/dT5D5qTeLz22s0c1/pqA9pCo9mmRUyYIaXyU8eJqGg1exqt7emQP9/eiGtnDZm6XwaE
sWnIQmrRTJaJgOcBiKG9r/UcmeA+I70TvtbnP5S6Wgp2LDrxqa1waC+Z3mvfGiZKdsFENGyUJRJF
HZI/SOkWrpQPyT5R0fmuOnSocti+kTwpyn+QOd/KMq9OKycBER/EgpwK19+QxoPZhb7K7aR8pnfS
iaGtTr7entm1k5VsPe2ZgIzR9hb2EGIo6qD6CUVAayerp0prdtKiWfEZxELQbJTHf2YfX/johTVh
VhWnMOVc4+yJVPlg+Z48TUTK0xNFoH3flgep/pzB6h5m3d5Wm/vbQ109Lgy4XMjGwm1gC0OFUrUM
c50zKUf5AY2dvzm+Watfvy8Mzu8n9obE749+tlNU5BqireB4OTZfzN+FCcEjpHGWJmvghtCr4ZCo
0QF23Wbq7mL5PRLWxuhuBq+rO+/C4vL3i5u3NYaFhJ9Bxfq3dIQH2gmTHYxPu2YKUVk53F6iVY+/
sCbEfhmaT/Yw442ozJ7nqn69XBpdUP9FYoY7XUfwnawMW+t6UL5i93L8s3sh+VLFX+P49DcdIRwg
JIUReadDAj6NaxtcDElXTxxZc7ijBPc+t3dV837cYp1Y3VK8lACEL2lgAodrOx0wihQpI4KGuHto
i8KLs/czKrYKpLyppbu2NkCnEJKiiLrjlKEG8OdLRiKP6q3GwY8s9bV9xaz0qBh4zRvqjxSkE0WU
DtO3jaycUvw6S0XUQl1NPI01aOXlvMBIjeaPpjVQxh/TWNuRtIAXuIDhf+OsWNloGOStBhqFG0AM
koCNTJavUJUGAufFfvxal7lRVWgEJ+eDYUSnTj611lbZdtm+wvYG6UpXPoB6Fao64YSqJbOu0COL
z7VD7s40pfdNlDy2UuXvkGbZpGhds6YBaQcQCm+JISRGCj0Z0WJKfuIyUkqUpfI42E+3F27l+OBA
/G1DvfYOI85pAvDj+NxSoJx0H7bmyQ3Hx6H7UEf27raxVS9Z6hSwpVEMEauU/kAMB2VyfNbnn3X8
rHVR6AgPKqpKEPMPX6QqKHjfm99v2105tcDT/rYrLBvKOOlsS2V8llpPDx5l+0uzRSiyZoJhmRwl
JC5evEQK3liykw7x2Rnsx8BvH8iY9+MGFHr5TtH9IAil4YCiCh1zwjgas+/QP8SIpYLS+V5YWx3k
a/5NcwENr2gFOwTt194wKg2qBbIVn5coEYqG6GCCwMz9t7fXY83pLs0ItyQU5j4PN9APUQp9TXpQ
7Xv1LqqznR5/um1pzeMuLQm3I2m3SqsnBmRNB5RHcrim5U+jUVHsU9zc3qfan7c06rC3/Z7C5Ysu
7uNcp4qAHDOSWM4Xw0Kabt9XoUujzf82sOV8vDCDlEbbEC3G50C51weYk6TivCR7kg/JwqhdbrFU
r/r372GJpZK414zW8jX8e6ZKixyT1ywcj1324/a41q5L5o9CIo1LpONEIN6MtF+CqAHIGJSqKyv7
R9VUNJHqV3HRfqv6Qy9/r78bISnBGSmPv5lVkA1gUKFDA3RwPau139d+o6FnVtiA/FBU3JlKTht+
nLqlRbPaDIfTt9sDXvXQC5NCPgiiLX8eMkwOivI67YhFcsgZY5g8muZeT8t9GBR/ceYv+I3/Rikc
I/B15mWvJsk5MWOvDM3gUGfIphSDIrk1embZ0CcbJlfdh2hueajDZSPWFcsZwth6ARGri34DMkOk
Jxtzo5CwaoQe7KU5ih5fkRttRHuJRhXKMAitgNkMu+fNsuXqavHsXPqfIEwSSdPTMowhxeXFFw2q
l0w0l8lfoeEHr2y66p3qb8Ru67vhwp6wzROkEPO8wl4ZxU9BNbhzebLnRyU69Gqzl300qzVkyP9B
kvK2W67O5W/DYludI1UyRA4aCWvlPtfpUTTtPcX/N39jBWjhcmWy34TD0m4zv4lGE+wN+XCrONVp
DfXUxlDWbk2oGpGkhs9u4c673tTQ91lRm2EkNpRzUqcPve5/+fNxLIA6kq3QnsCgfW3CVGGsh4qK
bBoY+Sn/ojvPsPL9hQ0IlOgp4ItfFKtzIys6I4qIeNuTRKdfNtVuTPb9tpW1CAC88S8ryvVI7KCH
q8YMOOfrp1yb9yOSRkp2MtCvv23oZ6ugGMxcWhLOWnNMfdjGWy7KMKjvpRQ97hEgGerZ4bivo7Le
BVprPckSjIqVnplvYjV9aobhH2uwQlcK5vFYoNPolrpd7MIpqlx57tBNDGVolWv7o20GtNkXdNY3
CALeV3FEf1+UhkdrbLtzC3Qf6k4eQn3QbLGsrG0e6MGMBSZPvV/EjPilBhUN+efzHMeLOtGeyD2y
ti6rn+ihFzNIey3vV1qcwf5drxXa2bzHAmDORnoA7nxytAmRqGzpA0HPRI2f1fSdqi+oZ1Be9VNo
xh+UuPJ6842Wf+3icDcPxX0zvIIXObOfANUfZPU5kNC4zPdt+kqKYAvCqQ+3F34tXYtyCHAhsFGA
IcRXQBbDMIHQDEFm+RAP2VOE7HIyF/dGGO/kaT5PcfjYZmDE0b9w0DODRrnojlXTuIUV7VRLO02R
uverSd44bVeX7eLDhF2caGZcNgaQbbMbvTEuXQQ0df/u9vC3jCx/vwzcxhj1WA3MdoN6qfShGr/n
9kb2ZPXAozMZtLYMJkFsmKyqqcJfamLD8W3sxJ4sbxx3q4fEhQFhDGFTNZMUYWBId1Cf4l6q+i4J
PtyeqbVXAgozv4axfMXFTBVxX+RNzGN7tO/z/jSMJzgd0ldxu+GQa3f6pR3hjVArtoMzcRCpxitL
2o2gryEErSWHusG/eODtUa1hBMADQwwA7IgNIK5ON9vIHlR4GaGQps7eYNE/O2YAnt42zS6ulQce
+T3ylrftLofBi8PiwqywZoUvKcU8kDCpw70NjaVOQOuW8+gpIdLAmuOZo+J2SrWFrV9dxQu7wipG
Q2SnyZLE0PzXMsgnBqbQEGegwU5EfXuMq7bosF6aeKhQiwmTqaHTZDJYyd46pchnItBFV37a3zV+
RMJ3i/53mbIXU3phTrjBYsuIer3GQZ3gC3UliAaei2zj1l+NAGmEgNoQbCdaD8Ih79QZItIjvQmq
P5qeUoan2faU+YtPx3UGi0vQHstM+gBpbl7Hz38zn79si/dYPlfoTA3YHtI3/tTctajIggRyS/u7
E/1NtutioKoQeYS9VBelRc+HxCuIZ0laHDtgs085AqZ/gctFowMupaXjiUqr8OjSlbCoi4FE1AN6
7J5awjgsjxu1lFVnvLAh3CZzB7tgNigc9DKq963tTdkXs453A7T0lPtur9SqK14YW/5+cVayHaYC
Iu34nFnlRwV9Id+w/pUdc3fbzPrhRfcznCqwDMi2sJvNDhnUsKYlrdRqdzLS16VvPJTZqS+KeymZ
X5X5qXS87OuG2WXtX+w0JL8WXSOZp4Kw08ZOzq1sxmzlozMXW15WPsOx1fbvRyQytR7VMUqAx7na
wtytXqWLMBeXAMSGP3fnxbxKBDDxjMoGqgoZEtnRON4PPgLgt8e3ZUUYnq/Q51yrixX4aj3JKqed
n3B83bay6iMgQRaaVLQLxEoiqM8uRaaSXBictd3eWcim541a/LL+Lxbqwobgh3pFd0M28kjR4lBd
cvMGIocyl9wUeiM9Sf/jkAR3bMmzmWbDkDT/ZA9flF2SbLW8ro8IIi0qzWR3zWWbX3hA0o1GqE2Y
kJEz0X4YEJW17+M8+wsXWBLx4OmoaVu2cPpNpm5Fw8BdkrYzUIX7KdT3f778lxYEJ1ODWEtUteG1
YH0rGhAP/uuq2oxu1lwZxCgoKjAycC8L15UUjVIqDVz3dXOiE3kMdnac7Cjt7nReY5M3po9KdifJ
9SEP3mb5q9yvN3xi7dylxY3iEDSkEOUsX3ixYFMy96i8sGAIBUPnDr97h5ZlZxq7PDJ3s5E8/8W8
XtgTXT51WqfNsCdl9j29657WlY9SMW28G9ZaaWjdQ+McYRUkIsV6ZRWkUZqNPBy6vtzV1qMzIMxc
nUiqeQpK9q4V2m7G+w3NYmmEnvx9t6U9sIxE3NyXXyD4aBTLaApPfIGdf+hq4zCjZm7HW5y8qx50
MU7BT4skSkarxYppHCCOs+WNe3lrFMLdr5VITofIx567+hXd/9yRg5Rv+OD6GMCkQZthkOQQfLBX
e8lIWp64tq99DQPT9sISccK/cbzfRgTHi2FlyP2lMZeEUFSpJ9v41vr5htutz9ZvI8IJmxgNqsbz
EuNG5d0iJFiOyt0m4nzVyk+UGPSM8CEsT7SLPWv3VVzYMrFfYVawfiD6emh6yC1nScoOt2dt9Xig
qX4R7gC+bgtl/1IpEP+OMRUq5t76JE2JOxZ3xhDs9b+aOwBXOPMizydS+qZhYZDWmpcatezlwecF
dt5kG0nvtftpQXX9Z0TYlJreGlxeRH6OGpmuMg+ozQ2TddD0LIcbTNtC5K7On7HIFJK+WToErpcq
suwaOTC0mG1TUkhAtrFHB014kJSk3uWOTskkGrKNzMxa47JGp/Qvq8K1oodZObc15ae5qU8og3um
Ih8nBWqrIt/PvXNvTf1O/aL3zmGMnH/pDnllGcHZjN/MSXzSpKcFrbQwytx2plW/pQeWegP4U0XM
XwMFqNTZsQm7yb4l1rHWA8+mYvq/WREGb6RNMxmVw40m89ajUuo8m9NWlnzVj8AZ/NSmpA1WMDIE
uZwR6SbnQrV3sD/6MtRrzuTN/YbDrs/Zf4YQLbt2IL+gM2mSpPhnrjzp9ZNstS4ig39zOv4aD7CU
azM8IuW46RlP6Yw7NXDuTD3ZpZsUw4u7v7gTL8wItxXiz9ICfIEdwVcPFGTf0DbvxJHXtY9LwyA9
H39xfUErCd8DbAW0sgrXV+YnsSwl7PdQfjW+VTLG9BfudmlBuLzKYQirWebYCod34fx96h87tM7/
3KXpHlkE82jHodx7vTpqUSY2ZNcEo3l8Fxb6HX3WsRFu+MDa4oDNpP+YwH0hd7i2IklWE3RJnJyj
ZnLhod4nIACoZihS7knV7MbxxuKsHY7GomK59OJahr74/sU9ptHtq81+m9D/00Vu3k3+v8jDW55d
9bZXOkgLqL7yNycyuC4KDks7Dlzl10b9MXXsfsiSs65/KvMDl+lR+mCEXlSXx9urtjqfF5YEzzCG
vB7zoE7Ofj8clh7U0D/Udg99BWeeUw3BnaxteeO6TZ5fdKLRoC+S4PTVoBbaPCTnrgIzTWG2OJat
lt7PToImVTLKex7v+yiJzY0s+mquA9qaX5aFE3Eq/LHMoRc9T/VEi6+Chns3PXadgrSgBzosdFWU
nOr4K8jujftu7YwkOFlymBBD0bh+vaR5SmusWhgJKgfJxzGfpnt9Sj5FkxlsHMarg6TvzoFoBUli
sJDXlqYqtIs0IlLVhnJf+ITcodcnxcH42mjmQ19+yAZn19j/3naktX1yYVWkkFAn3+4zndC1UB7D
9iEvJZDG78bgBFBzYyrX7rVLU8I9kA0qZJhLFSEDMtIAaavqxyYKKAo+3x7TT7FT8Sq4tCRcBRJj
kpMFnVUXbh6l+yoCYDRm3wG4JT4ZKqs/JHLq6hN1SH/41GXHeDwVw5e56F8NW1t12YovPgYcDbQH
8KsAe7he184KMissSN2adblD32rMysPt8a75KEojvywIExtRGoNMBgtwju66xNozsZsPg3X/pA+Q
MiGx5osmJtm3iCmjkRg6NI4pHemFTDMRMafv74a5dwttVN226x6kdKtle9VJL0wLm9BGtL7wZ14K
dXpQOL+D0XWyGvL41hvMTWqeZUFeLtjvgQp3lW1lBqE8cXXoPINf9cwgOrRNgnahKh8b/TiMEFo6
8us2ljbu4lVXodmSyqmGgswLgLAfW2pgLNCu4Ivt/wiCjY2xugMvfl84YsoIVZqkBhGH/k1Z16+t
/GiExR526I2BrBtapCxBe1J5Fy7CeEqcMZ3IuOtqsR/TGcE65TjnBwk8/m3fX3UNIjAYoxa2OBHv
YegxkeWCvmsz2VsKuahv76PG3leasau3WkBWd9qFNcERQ61JKFAygZLz6NsgP+DSNz/fHtHq3BG6
UGJCN+iFiPGsOnnTw2161uN3rbzTtM8xDC0bnrCs9Asf/2WE+sH1oWSjPR+WEs8lPE2ChhwmZNWE
Z+I7FcE7SYvddNyq9KzxTMBVSL17QQBbitiuHPt5WA+aT7pnfD8YbySt3i1U5AC8Dxpa0HDGjMj6
WeXeKDTLC1svy6t9Cdflqcz+XAkKt4QIhnYAVAMUEV7rS7GStA3fEsEJ387RY/HzJINA0P6bwsWl
KeE4KaehS7qEN2Msh8dGrt1GUTaiwdVNwKsXTjievi/AkvBZh4M58sLSmkc1tHfQ2LuVOXtpFLub
VHerxsAP0mJAsxUx0bXrOHbXS22JsboJP6Ce3er1QQrQsoY3qUQ/5vZuWN1xP2l78EnIOoSrXOOu
bhMaacjpPvlW4tX5KUW47raR1XMXuUWQ8IAiQVxfD6keyiYxrCihP1f6bMTW9EaGMuD1bSNr+xqo
Io0fdFRBVC/4AS3nlZFoZXKW59yNs0fSVC2QJ1oy8m7D1NqkQdoH/N0EAUeG7Xo8jTP7ZRzzOtBP
CtoKn7eoeNZc4PL3hTfjYGSlFA9VcraUnTxrxzwNd3Y6nUrSakiPHW5P3PpoyODaJoA73nPXo3Gq
tDfyjrNqlE03KxAWjx2vz7eeN6sBjkX26D87gqvl8hRIwBQo/KRniKzdED5Rq/lYgWyD7/Cg2LU7
lt+bZOtgXHUMcgjUahAvgGDtenx9mmYoMHMWAa1pBnj+qo9h9m86x7vb87jm5dZvOz/Hf/Ekrnup
aI2AgyjPXtfR62ZLvHR1neiQh0UR5gOAJtfjQKsaMHrEGx8GwzKp97Q3hc6Wst2q610YEVy7D6lK
qBVbNcmpzAIKSt8pidmAuj8N7ZZqxs/XnXhNQsP6a0iCo/tZPgzdtJx1NOpSmwgNiJcDT/mnbI5m
oZ6n2X6dyu/MdPaC4SlsQTg21T1dsHOo7qLgc1Y/Zd09sCJHITh5S1Nst+TYxsp4e3tt1+5zunjQ
1dSgNELF6Xruo1zxzUZn7vPUc6TPqintjfZfhHUR47nngRX8DYz80qAwM/bQ6JHZgVyXa3/XOuVu
wZHn0waYYnW1L4YlbA0KadYYyVhpu+85UiJScic77414l5ZbSperu8OA3FjXYDohHX89gxq4VWmc
OJ57y//mJHd9M367vUar++PCwvIFF/sv9keltSuyGENZ7EvK/xAOll7cGtH+tqHVA4X2RhNqQ3JE
Yp9jmDV21Kjkvpz4s08GNBlOgw+111bGYnV1LuwIG14uoiEwJK4Zcu5jPyDi8zBGD1AIHcu630+p
56dfQ/W563JvGh+coXy04uAJBYm7fBqp9TQbE7z1PcImqCsIwFuTCYajOYzvBsN6V0iNW1XdMWij
LRjf6nIS2JHuAylAWHu9nAkNKqbUF2w5h56U6lT3sztsURWs5dwWhDlZRdJC3E3XRlAEdoZ5nBOg
AsOnKtSftKg5UDE1ix1ZuEMMnn4jFlqjqdRs2N+pPDA4mLuuTc7JomsKE8M5sDVvkO767OQjvm1R
wq8ezKLY6Tq0d/SidZ5p/fPnnksYZlOkI8Pw4u1TDM6USWmObemNNPf3TgExQ9p5ubwlDLe2R35b
evEAQrO0kWqZ1VPm6hTm0gH1gcEx3vBycf+XMdH1cj2fpLxayzSx5KQtvBLTa4CCj1LWeTLl9Y3F
W/PJy1EJPukkSRaFEmx10Zy6yHrX9psx//IX4/mZAKbHEuiZaEMhm5Vl7LJ2OOp6+BA0j0lReenc
bMQrq6h6+8KSdj1zRi1Jgaz27OfJ9kg9OcDO946/k+hPVBrz32CYHsFRHZ0sezPFqpdZ+ZOVFm8W
qj5llu+aL02XPidxfwgChbKDdUyGf8JhvpvkxnFp6L0PpXZ2AQfzBJS3wrr1jQSXoWGh1IyGjHA8
DnmQognC5+fD/BwbGpIkx3r6ptihZxteIyUPnaG/MjL7IQxal27ujfN51cUtarX0wizpa+E47Iqu
HFAUYTNRqjoqsW3e90WmfdBmpXpVS38h4bxobi4E6DT40g2+OOfF/YY+0RgjHITzUSbd6XJnHtqc
xmJon9W72z64GqvTmQjZCDx/qmUJTtibE/V0CVuF/6aXyuNs2YVXpOU7Evkn2Z6e7aDem35/0LLm
zW3ba4HCpWnBK9uwHcupUpJzCkeHB7EKaLRe3coar+5k2yJZt7yxmdfryVRBOhLrUXcwIM1mJ1PF
3K7orHkIGQOQRGSPHS6YayOzj5xtU/iEt3l7P1v5fZjUd0nXNS6gso1E3dq0AfKAIApJZtJAQvRT
JFpTWbnEQ15N3lmkj9WiiTeO2rVJu7QheKDaSrkZDst4Ari3x8d2znebMenqpC2hFcKvMIuLFIZ2
lamZAWXFeWzHQxp8LimZhFF3iKHF/nNPcy4sCcszQYvRGb6NJe0HKjau3P+4bWB1vi4MCE5WVrqf
hMhPnSP5SDrOTUDHbIYwW/MlxBMwh8c+JATcF9KjlpIkqh+nHorp/PAXgwH+QTsH3BfgcK6d2RjQ
3pNLBkO/XAG6gB6AzSLIqhNf2BDCMVBXyZSGODEq9X2D9hhq7rdHsTpbFuhq9oiCfpxgoW9aOuay
JD1XSbGvm/bYak9V0u4D2tdvW1qjquatAyf+z4ZPmiKvJ4xuuaDKnY4jpokGVw0J6CTwDDvF6FFd
6dQgeegDX4YHq5Z2ut9+0ib/sUNt7sHok2hXyHAeW8bg1rZk/rj9bSuOefVpgmNa0jjGqLzxuuxr
j3ajNjXdTcKN9QlYoORL1g9xEOFIkoI+68YOxAjc4LsA6EMcPA+SW2mBW/gfKDWb40myelcPSi8y
yS/QJCe7ofoXEAxKvjwjiDQUaGuFCDGylF62CrIMVi0dWmnvJKqnFc9/PqWXRoQbc8oD+2et5LyI
5EYaskR24rbWFgHviv/SSQhlAK0/XMu6sHJpOEbECEAgpNjaofcLg8lOwpXhJv3znQKXD/mOBYLL
O0xYPT8zmtqUsMR3IF4b7sKuPKDEbUAzdnvqlm8WskC6Qx87jRYIYr0QFUc5Smullvc0GXHaHlv9
ZOU0OsxS8w+Zo8LrozLY2JxrG+DSpHAMOKWZtYZCNgKQr1v609tUj3dBrOxuj2xttZY2abgNFyop
MYxKaiXIZ2VitQZ1cHtUlO+q/i7sXhtGuqWDvTok0GzgcdB3IDtxfdwsykNVEHM+69MznNvG+62a
1srhTIslAejCfcc7TTCg5H3aGbSvn9PQzN3cUA1vdOqt9/HKMK6sCA4upyVqvoAKiJkOYze6yaJ2
OG4xKa5aYVXojULZA8W/68lCDrJCwjZOzwikh+38loq+3VYbkexyIwp+baD1/suIMBQ1DaPMRsz6
XBXWsAfZ8w52D2MXxq3tRnqR7lups3fxHG+8INcHR657IXtHaE6IoOOw6wCKkmWXlTHayVWDbO4w
7Kzuzx9AjO+3HeGESCUniExUes95Gd85+YfQGlynGD2r33iOrBwQGAJAuTRRg24TdutQV9Aq1nV6
RobmzoeAaKfqr9RUveslBWbZJLy/vW1XJ5AOlZ/K1ug9CPY0p6tDq87hp8zUAw/jnYQoZGptuMda
ezjkRjrn9YLa4z+unRCKjVlNG4Y10DxCaSRw2zTdW4n8GNITPnX+q8H+OsTWp6D1vXY+hSa4Ggha
kveQlUMB8mznWyNfObCuPkkYueGEhk/+JF1UEXqeRAnKUNxji4757SleXdLfYxdxUUrR29PUN+m5
959HX79TmoF0V+Hl4yHrig3/WUsVQPGEqC7d+Es8Lmz3UG1aprZMz8UktR+6LI3vq0EB/wUizZOy
LH+yS7t7m0PZtZ/jJN6hbPwFsqH4qepz59Ptoa96lwnf90LcT71I2DYmqi9FPONdEGG+l+SKC8iS
0YYLNi6fNZgWj0FI1UgXIMClCotpz2o7OxJz7M/p4JIM6zh4jLx29fIJqYUDsOGjr3fHHqkAXz7q
yY+MInDyLkmfxnDD2dcGffEtIkpLm/skHVUcK2541QFLCMdiv9lDvOZVl1aESG9puUDAjXWWk49S
4eq6i1i5ZvyzVTVfw1pcTq0mRHvFmIXk5isKmW6H1FV9/F423qS6WupO76zS7fzdjy3qlbW9eTk4
4VjXtSZrNJvjQi61fUYVIIsbr8qeKXBuBGSr+wW4Axnx5diFV/v6ZGpj0wkkmdXqqyer2VEz5UCa
jZMS36vNLpTeSdY+Uby4f3d7a6zlnXgw/DYszGupDdyn0cC8jj40Zqeh28+aW4wHs/1ZEATV5fZV
urFTVp3zwqows2VXp0FodxwPselKIHwXgeHN99CqFSh0LTJ19FFowqQGTTY1/YzPpBCLBQ38pcM2
d87qDqDQDfxGBhApKgrQXSvVZsKeh6g31OpjwkungUsJMc10C0631rHPfQxD34JBU6jqXbsJqP1M
6vU8O9t6t29V5R6UzF0wH1rzHUwr/tDvg2pvVJ/j9i8WDAAqbzl4JQA9LbNwkQqNiN8DK2qys1++
GgJKb4PtpltG1qZysbA0my+AEsGIUSuZ2VhOdq4t899ukN+jAXkYM/V9CX5rRBvptu8vt/1VtMhB
DXproWqFX4mO9esxTSOZZikOxgfYNSlZSrJyCIl/G+Uh0PRj0Iwbc7hmj6FxySzCoXC2XtuzM2RD
x2EcHtTOKb7lVlR7HHnBDiW6+NDnxhfKV/ZdEdOCdHugL92GkUIWz4OIDm20NYSRypXpj7U8DA9t
R9tSZoTJ2zExP0b67NzlSfJa1qp/u1ZWz1oe9+cQlaF7R8vVjUPuxfLyFZxttIcv2+UFhnLIYStu
pXB8yDqNfOznPDfc1KmOTvkgU+i/PeYXZzfvZ4BPBk9p6FRVUU647o2kDBKLxR1fIZCxT3TjEUDM
XZSbG2708tZfQFBAB4Cp8eh8kadL8yBMJgtT7Sf9NDxKnuVFz8Fz8qi/iV9Jp/q5+Np8nd7+8fgw
SsaWHAsZ4hfXuzSPWY3q3cME3m8aCs+xk70qJW4WbiFUVqaSQ4c+Q+4mNr/4zp3mxu4gIZ0eRtoi
nOqEGNzCF5snH24PafF/YT/STUOnwKI0ucD+rveHlRWmMsXd9KDGH4PqE4oct39/bRvATAj8cuGM
kV+cns5CUaAl9vRQ1NFBsj7EaIOCX/PiIj/bKXowOVF+aXmz+gkU9vG29bXRAepdAlAyPDzqr0en
yd2cFpEzPvDYh18lyICDptUWD/nKWsHdSgKQZCc5CTHUbUclqpMWcEIjG3uzlZ/qSH4smjp2a1JX
t0e0cp5BHENeDNdQEFlavuXiTlDVGRaXJmA6zbLftT1Ktn050KlZqNnXyIrkM4QuFC2z5o9lLOCX
JCnOwwL4HLj25csuLIezFU1TZowPJVpmodIu7lj9MeXjYgTGBE4tsi/s62sjsiYVSqqG04MMXUZT
GR5GVHUjc7C6XtBM89rmMoLG+9rIhDCMlnTR9NCl35OkdRUeJ87g2fvbS7Vy9C7qV5qt/0QhiJmk
Qg30ukN+5iE1v1nSwaAqlqYn3QFd3m/BSBZHFrYxW2t5ZukWZCBi1dTQpNaP2mh+oLBwzMrgfT9n
p0n7Ecvq/5F2ZT1y28z2FwnQQm2vklq9qGdfPPaLYI/H2neJWn79PZzgxt1soYnJFyQBAiNdYrFY
LNZyjquqrtK+DMb0cH19F5Ee9krT0YaK0iJ6YnjI7mkspQafAhdspE5IHkor95ArERj8mhbhbjHe
zQYLL0BAbfQcxVVizkGNBplM2tSd9pHP9e1Qm8GYl4I9W3EYrKwImLVPSFAeJrOSSdtm7bIEZTK0
H1aRD9RBX5719YsEAODAAEHjAwYBeGykbsqNKiX6HCRxR7zasOEzNF27oxm8faX0qmAaYM1rMIRz
/IMKAUoE5xav9WS0Q1NbAqUsdnIdaLH0TlunNTO/axYfKNGC6GfFHhELsKwcQIWwSs5Ndelgg/Q7
loNF7zexsmxKDM822qvRbQt1MxEP1SmByJVTDZFocwLQtQEXxYnsh7STgEUIiskm9nu72EgTEAc/
tEagyxWDBMSogoF0IPHhUmPH4sQPzouJJJYxyEHYKeCXnFPyowJyt18bsbWVcpLfyUvYbK+ftZUN
ZGUQtC0z/nTUKTihhp50pakuQTI9WN3gh3mQKbpjhzqejbEDaIDr8taUeSqPM5gab3CiAy800BOn
2Czhpt8K55TWFHkqQ+XWNOdWG1ZkCai+N/OHsR83tro18pu6zwXqW3FV6IJg9R10ZptIjZ2LKnXd
LKu5mAP0UW2lDl3FBd20YygYF17RGp5Q8Ias7Q3SOK31U9OXM6nnYJ6U1EnC9gHjrOlAg74W1TbX
RH1S5QARx0LAzVlhkWVtUhYl7rDazfrsRSLgOdU71bMAk3DdFtaUdyqKO1iVOavaoEBUrj8qmeLg
ZgkXgUNcsQX066EMp2OXGMzK+QbpeL7JfTrNgTFUjkLuyPtA0Q8BaDpRvnDFw8O1o2DAwKtxXXJW
BxxScDlmcL1AdXUkdJiqy8d1fV2md/BkRHCGaX5cWqz/8XwxErg8lYkoWExUP1TJfRjtMFxdy/t2
/Ac9PjEPmfx8XeraLmEoCr6PEQbKfKgLmwQHQ6ziStGl2QEF+k7TssSJouHr1z7Gi1GmwH4BQos/
S6mWatFoYnUwhyhsgHCJl7wtGoJfV6IOEezxCjnckbWMsZ0NCfsE1ktvlv5k4c/RT+5Kd9hT6XYW
dcmsOFiUXBhOMpKPjBPkfM/6CAk5U8qXAB0OXiSjWbVwJCCApOqhnedDrEmb6/u1coAZ4APjhcPM
FfqAzgWGcrXEeVcvAQF/PHiuq5ckRsNEiOlfv17U9+vSLtGmMPeODjcLHJyIOyDzXJytRrE5TN0S
NA0ZD5oJntkJVUPXzMZxV2NkCmQhaeMkYHgPsmTSdpqclHeGmRutk8x2H2TFIqLbWjmKKL0jCELb
MwAq+KksVQG5ktr3CLaGWEaMCmhb2tSiKdKVgwEpsCDAU7DCMXcakT4uo6gZlmA8yA/zbxEK30qk
AyADhigIBkE8J5hnOwkHetmKiFyNCK1C4MWEmCt6tPL33MwALJjLmPPos702VYLTvuIvbQaLijcn
dulizF8a4EoMc4bqjMkJu9KjM9DXcBV0izcsvwTGw+4t7nVxKo0vY43toAJ9iMJWD+Zb8zoBCsO3
vPnNGtxqr4qkrWoUOR38DScDT3qu0XBqYMMdNNqafVCr8g4ThLsmNJ7n4T3P7/TwBVNNN+BNMxev
qYNG3qgY0m8KBH2RW+iPhRzLu0QTUb6uHVikLk30UuLegPc7/6x4MRZM1MKONO2RqDfpmDpkuU2/
jo1pKojy2BAmJv2BfctdUJEFWCRVhycyxhdiP5mo2Tf5TdX+0ZX+NU2Ia9l3oXGQwq+/ISEY5TqC
9RlIGnKWHIG4nSEZY5e7X41NnQjhrUVdQ/9of8S6EwNj8LpdXW40mjhQsMQtCSSoiwmTWQZmPNhN
EGTK5S18JAqwA3awPg4qxi3GfVoro5frs+ChcOkQmFjWQcICAVSlzzdytAGbbPZwhUb+TdK2vf20
JAJ3e3mbsPYU+FqAxrAqBafKdsgxXxZDBNCs5jnx5lED4sirDUJsmVZ++OU+X9gMK7Vi6BBJLsIH
noOZd5JO4A7kXFV3FUHlFy+Y+IdSJ4JuiMty/qcogLcgmQwmt4tn1ryQCVfJEtTvZVNuC2nwBtId
235y+ib2QDXid1GJAas4mLrbsW8eigWwJ7lbDRFFuX90Sa4IdnTNkGCwFs4LmvDw1/mOZkgmKQxR
LFCK75g5cWZ/QE1U3XXRsUei8cvxMN61OKLoQmdtL3zKdIkay0hBfhuE1e0o/WH8ayIWr8ub8VwE
tyCUX9owIwqUPH6jyy/t6+8hDANhKgclSEz6XeDzgT3DKEH7LQfoQPeBuISjFw+vkpkIsr9r5wCV
TjhNpCwxIs/5sn4AhV4WJXiTo7vZ2A7oM9nX7e20jYyH677k8kLEik4kaecmsFigltMaSFJj1UmV
wQc/qofZo2COYi+0BQYnWhd3FxBkD5WZQloqHT7U3o00V583tbS9vqg1T4UGM0wrI6+hogR4vqh2
1gu9t5gZlKkX5rVXo/w3zUJWGrYN5/c7lAcsJuRNWEWFcB5xqvUWMQyyCxJchpE4ozaANncuQb7R
eGP8u7TbJ2Wq78Ys2moSUHeEMLNse659AWfwOLtliHAGV0Gf+lLcHZnXtCP7MGc+XjG53L8C1chP
Qg8o+1nvTrKo5XRV1xoYhXETMZpKTtfh0JGR9tCBXN9a6DWodLDLfXWiHr4T09kmwghk4VAGPd9P
XaJ53VNkPIzxZ7k8YuZJmEBf8xzYR3QzwF5QdeHOwSiXPahQbEQpHt21L9ft8TIEwvef/Dhn9gVR
u2ix8OO9dMiqxzq+WQzMa26uS1k9ysCRQ4oNMRASAudaUiOUK+skRGzb7sLK1aVgrJy0dYfRvy5o
7drA+xV7zuZ10ZJ7LkhmjJN9DUGo69xI8XKXh9kHZvtfNXUXhvQZ6JUmWIwE+cM1Q0OaA8ca/orV
i86lplJOs1HO5KDOOjdtbyT1DvTqAge1urQTIZwOgTuEPho9lYOJ2q91NGyqifqAJnBrS3WtTAVZ
g+kXVSZwWGt+Ee84VrlEzylWd762BCTOcTU28Pfts2HeG8Bv18gdNJumeC+0367v35omMbaF8gpK
eyg7c05DzesZxgppdj+9dVIUSFN3BPXa/rqYNas/FcMtqrTjvmniWg6ScqNTt0iDtEQ++/W6lLUd
Q6PAP7RZaJDgfHBkZ8AkBadaEO1y5VZtHGP26SaUvHIbxc51WauKY89VVEbR9853tMwNMQDDh+tL
V5E7jiPw032zcb1cl7KqN/SFy2g9QPWV7yyxh7LpMBohB1aymzGlRbU7E5U2mgmyrmurAVwNQHiQ
LrIxJnludG2oRWnbUQQzcBIkBiIkFKakv76+mlMpnLG1pVY0QzzKwfgwdB8KQxreql+e28EFgcga
73pkQgGczB3bBO2bNK9kOZjVwzxve9kNh20yCBS25mBhYKjLYGYPRVCm0JOUhYTdr+dZkzE5elti
DWTo3ClybTpvxJVJ9snczc64zsHTBo+HAg1zGSfCyklFgmuSaLAAgzTowRzjpICdfLq+O5cYG6jJ
qJh3wrUBSwCY8bkYfLvcpnNIg6YIGvNtLP2wAg7h0VK/S8pr23hhepg/yD3glIsySAD1kc9H6ymR
DvEOnMYkc0KX/NIGr8sFt8xKJvP80zh1y3PX2ROmSIPqJ93n3uOynf3v8lH/fl0FKym+cznsPJ5o
Os3sMrRiyOmBVLDcjFHqaJVn2ptS28fA8/w+Zg9E28UvQn/yGbhcbvJf7XM3aYat10YK0W21T+S9
Fm71EqlnR1UOercr0m8EoPZvEpiJ5tAPCzd5rqT72gdUTSuBBOpxMZBtjY7ZbiEb1f7o1W1rHNvl
JsL/XDmqH7+kj3XklH2z66QDmL2ldnHCUuCwPiEtri2Ds1XLHGmrUZsGHebekwP4d6xQcdTxpVcM
J0OlxTSdFPmmIfaX0Y3B2HvTFZUfSY9Jus3QQZ5We2t60+t4TwI9elOa+7L0dFI6fU0wEeflS+bq
A4hqX1LpTzdGTgJUiVRw939WIK8tg101J4ZgxJNpN1M0BqS8R3FwAmAkyKCNaMfAZxaHutVL/F44
7d4MvQX+ciid7E6vXAO70AQ5emTiXWLeSm4WfZstD2jcPY29LH2tZLcxgv4ueZj20UHdECC8gXkE
SnOwLe1BKZ4qv7qXJled78iDZT8U6Usm3U7AuXbGp+m1UZwku6O3RuZUqjNh7E89yuGdXXhAu7Fj
gSJWeo9wItDZBIYFMKdh0PtcEfVsSd2ElEMAxCy0/M1FtzHaZtkXTQVc76lUg7QC3HKkGXf5XIzP
RTcAiXKaRYPmn7Av5zuiKnh/IgdNEJqDpuj8Q5ScNgMdkzFYYC7owXQVnT5T5LuRWXWXtg+sjwbU
8S0aKapG2eS2sdHkvT3/AHuuk47aZtKdGTmW3pEATpiP2QYYYzuW7M3jzGlkINlKbr8djHZnscw+
5mStIug7YyeLgAWFa+GUqg6V2tR2jL5G6QAWGPNN30k4FtWdFkTZZoos9OBupmkHLN0ELKpFjGwx
SpPVPlPu0jvNdIi0SzYJ3VaZG6oerX5XfnxAgtHUHqrBwXXhiLgpLyMRqB/dZwh2UGzBZXSufpDw
0FEzijH4Qfb32v2X/e75r3MKSbQYj8ocvx72C/ai9Qt121voW69cVs2QlFubLpt+Lr4P2rGrIzya
YlHu9nPw/cLCMF0DkhQ8aBB/ny/RSttULoZ0REfJfCfJ0j3wwMAAHN9XmX4ogfddqy2al+HGKhQM
ZtWTGzcM822l2o+DtTzFdH5H/u4mbi2QatPuhjbhDlWbR5B6YlPdRNG8CLOLkm+DMKJcxk2v+ZoV
mMPjWKId2jTcSBKc39VtQycYxiZVG0053IVWyxotcqscgzYt0AOZelVBUezYhKh5XN/Dz4fJhfpO
RHEWUrcKadqoHRE7GI9tVGJoFz0rlfEAVJAXTU+8vJTQ9216sjbf0DF/o1ntlY99/JF3vQO0mR21
ZGfQfo7tQSuIq+rTVi12gq+8jKVgaazDAEEOCqM841MYUavq4mUMwB1j+rNE/bJUOq+IDMMrJfDk
VVJ4i55x+PwMFDkSGN97QlNP6mbbafJScZdOIjh4w+A3aCjxCWAojnFUAnxiKstN0lgOvGSBPMti
4MnYG36nkv7x+jIuyR8wKYpCHNi/mHsGZsS5rWLwAYgcdjcGFUAfTRWgjwNwQqVK35OFbjt9b1nb
af5JJNeOb8CT4Fu2UypAKFfmfY1IZsx+qo2IfeXy/QVeFwywYogbICvoNzv/KBXtsUy1YzBa4WNp
b/vqQYmIP3TFDm2pDQ3iRURUubKdEIk5UFaaZPwb5yKnBvPGdiZDZNa6S3oAfKQgolldlMbcExra
8LbQziXUvTlKfY7u9xIBQBxve/XWVHO3o9scNefhUM2CvmymJe4coafyr0DODWFEstSrCgLHaaMl
DqjxJn076xsqOrErdzv2CzllBtOAqhzfi93a0jTmE5SnmLu0SneIsW7020i+7d7bV5qHfiQiJ2N+
/HJtfyVyL8Awt8JiiSAxSXfgTXxHv/kerADXD8eqEMazBTgwVOwtziaGiGSAxFfGwKpDp5h/2KHk
J8WjFtP9UPygokLAqoGciOMMpCTFUlcx1pTvxxvZcK27bi+lTnnoBIax4ssBTfl3XZxhzCqZm2yG
IAoa46pANPrblI4A6fKv62/ltcVIqP8K4l5bQ5cbhWnBR2pvxXb4CL8XrvaHYL7T6QTFjXUTPBHF
3U+5uvSYIYeo9L6912RH2gx+4Rl+e8AFYgqOskiBnH9akHetzQnCgBf9iDH+8Q4oEgLdsd2+sPCT
BXGRTKqhtmC2THd38T3tnf4X/TZ48UH2hz0a2oZvAnnsxFyTx10EWay3XYVYIuh9DAc0L8VW28pH
kIHvdXQUi6AeLvNEZ5bB1+3KZrIrYs4jagw7Otx2E2xR1CSwdredmh/fvJDQobcTGed3AMt54ha7
MnbKxVsCtXRhF7ETB9LW8mXHM+km/iE4ZatLhM2hloNGcAwBQ+EnLz9pSspSCuF+MY1wyDt4epAA
l6JBwpVMAzR5IoazRTstikSScJijYNG86qOvvAmZBuqDRsSOI3du4PnjDfCtXEEIJFogZ6GmpCpp
yq5Mkm0sMGPpW2uZRcdg9agho4xqGICmMAR9rsW6GKK0pyqeC+UefMNHLahyx3DTu7Z3jMGp9vlG
po70QFpBwLvuUdjMmMyGuAFIci65B7pKBvwQmCiyIVRddsObrVcbswysbATqK6aO6u/ATHNHEgr8
y2fPOX8YGYANJhzZdAn/Rs2Xvqv7UMf11sQPJN92xjczp1tSHhf5TtcAOhv9aolDUqBhqTdKAgbI
KBi67dg+z+zj7O+y7Udk93WQWJP126CrET2HrDeU8xJhUlFAxOYYPEke6/GPtPyYx1eBJ1qzq78y
LprEUjWJGR3ZFKRH3dgBW8/Pg/jWcKYd4KYejCdn3Gvb6zJXRbJgE+hfaBPhcYNkqTSjWsGy5uln
p95O1ZaYD9dFrAUTaML/VwT7hBN3YGpUbQZMYAXhC3GXXe/Yt9MhFoViazHEqRTOaHWASuHxkU1w
eU+mnTlGKm2XHA0vxraV912/E4KBfZJk87aKugWeDsj5G0AfOV+YWo9FCVSJKQBYxqbaRRuUF8zb
5kY/2G67o4fpYN4nvxbf2EZ32v66Ute8w6lszjuYRWnpy1JipmxLUT3BdN7BeLku4nLwnpk8qv6s
gwg8UHwdrUACSCEdZLQe+q131j7Z9rtsa7r1ljxKfuFbgpIAC78uFHoikIsDCzkjU19D4OhOjgj5
aFVjJz/OxX6dVoxm2hfQWDFixL25U6ZfsURvsYOCM/XZfXRtHZzFT204hxPFOqQnv3msn7tN9BMY
S3vqWPtllxwaLzsY+2Y/bfOd+pbemt/D2zno7gWh4erZRlsNAGgBb4ppPc4+05D0aoYV60D3vs0l
3VFqESfp6i2M+Ro0fFkQJfPlawv9iLXG9sz2k5f+iRysDQCnd8mxve32A/UFNsku9QvVnojjrl4t
NbKqKmtMOf7pdvZTj5On+clGCerdeD++xbf5zyfkfwUX/qrtnEjlnH9WLnli2MwwAdc/btAu6RbN
czYIkngCMZ+vihNPWchTOVQGxFBrJ7VPdLlbyO0sysyvpZnQlvHvln3e/ydiAPSO+R6zgphmVxSe
ta33RuM4pQe2DU85dE/EWQCgeK9vGld7oAflYP1v+uRjmzmqAK02NNCn8SZP2zhWnKydAGMrCCdW
T8AnhCsGINBwwhR+slJMi8p21fVT0CxbNJGijj2LBlJXfdaJCC4KLUwA8IZI8AeTnaI79VaBKgU2
z3z5pc0zINp/VsHZfJXUNJ0trKJ4GBun/K6rTl7elPQRXXMfhoypUXTMC4SqrF59TShn8oYZGUre
Y13InkeO9ms5zj+tbbsDCp5v3sjvCHiN93R30L7jOSHVjgii4RIXhd0+/yr2gueW9MOU2V2LD5jv
Osc4dK7xm9RONyKZ42Dy/ecgAii/bi3IiJ1by9y1VE5q6BmQEJa0TZJN1wtuuHX3BVMEjzgOGU/t
WkSSQVod7svCRIfxWkRPzT2whh1hDX81iMcp/lcSt39y2Ixd2OGIZa/jAWi4vroH1fKudoFT8p+c
MoIvE/OxDMSYu2jCbollYxjgUFTvTqPOAl66t/F2+WZHjnE0D+NvY3DD98rDS7eMRM+VtXwBYHP+
lc4d8iiMSwJOTkTNhQsSl+qPjZTfPvrIVAdZRuup+d2VwmLO6kPlVCp37kGDqTYULT/oU0dl046O
suZp3T69mzTZtfLWseaH0t5H+bfY+GXHsWNnfjjuk/49i8pvUfmSTvS2n7XdLBoiYjt7cXJP9MG5
iwbgWxWp2W6034gqASdps5iO+l4mD1HuZv/tpXqqCs7UqgSY3ItCYWrhRms8Bbdy4+5Rhsd1iUqP
U+6OdeElz/b+vzjGvyvlcylKSNJlAa93kDb7/L6dI4zSfTNaP6LPrfK7yX9QBSGX9dALew3WY+MT
0ZyvGCQbg1Iptl9+CG+Mh84Fmrtbb0bPchpvOrSOKvAcq/fMiUAu4O9tXU7CUZ6CyKoUr5EmTCWG
kiZI3axGICdSuAg8UZV8VtMRy0p3reooeFvY2YEIX7pMPVdslC8U6nOVZdHAXC2QI/Yq/V7Id4NC
nDR0tNpgZflKutNmKrjVmOlfE8s5KsQ8RJ5zLA+4SZlr34a+tZt7p/l23TDXLhLMZIOABUUVA4Ml
5xdJEbZxmvfLFFQzKBenLa0RNYpgYFaFYFwFw3tAuIKkcyGTBJLytNPwclcPdq24Tf+g6qLhGJEQ
zsvFFeBU9FDFE1d7jQbLkY19Xz5e19aaZesnC+H8VVoTGnUqZFjhU5j+kkD0dl3AmkM8FcBtx9iO
mJNQIAD9VSA6HMC9U2+MZo9BkanCsJrgQlpdD3JXGHBEERxDi+cbk9adMigVxNV7yRVBQ6xuyMmP
cxsyxXqaVQN+PNuhJPgmCV4gnxPb/Alhw0L///HcZrBs5DQ1+H31pnAeprsJ9ERO85D+VB6i5979
g//wr+/Oqis9Fclvj2VZY28qeEEmL8ABQmNeeOjNxh0K3bM6IER1H4A7K+enumnRIigDXbUdnDn6
LvgOpjpu6RhDYQtHks/GrPf5vrVhRPrUJDhQeVKYLtW1+qdlJfEhVec82pBcN2YnGWU0lSm5XDyF
cU2AXpEqyrTPWtPeUcwp555EGjkDLFthHXS9nI69bg8R2sRqUR//2veymVLsFnzNxQyUlVq51I/M
rDuMCZdDIb1XTZNvQUs/u2Wox4G5aKJhkFWhzNuAVQpDTnzBc1InOQHiO15U9EUdf9rdvqkJ3j2/
a/J0fT9WLJ3NkeMFwLL8IJQ73w4KbpZ8zCEpmzTikSY2dqnaVi4eBrbA6lcWBewuoKYD8BZvX37n
I62WBiKjqxbcL3KTYZ5zOYKUK5RuZqN4vr6slSsIza5oJkGqhI0xcNY+2y0JQXKMxnsqf0PmFa1W
9i0bydOqWzldPABpPFyXuHKnY8QKVIAMdUKzeWBsikoRxtsVGZMMduQXS2Z7Fsjt9gMg4Drwm2z/
gzimSCSUMTbLv+3j0iqrsUT3sA3ITA1FEqkn20y2PiKzFV1PKxuHuSQ2y6JhhP0CdTWxCnCqjbkS
kCoEeHDrxtPiZphkN8jy3PaiktPa3ikA0kPDiIzJRb4VqKlj0+jR0A4spcVP5l3ftbaXpNLGisxD
Z5ZvjaF8fF2bDOAFmkRfOQBCuVNgRrIcFpYcZH+0QvtT9A3oJt4VVf/zH+Rgy9B0omAWns/19klr
gtF2UIIyeylJ5mJQvVecrmsEl+PKqYbrwMsXwMAK64Y8X4+iNnqZ9RRAi1X8Ztq1Py66B/hTgRGu
FeAxPYzxWmA2aHiVcpdw1WWdgYYkJVClennQ9aL3CrzCfGVSpo1lU3MzT333YdmpBJhcGu2pbolQ
H1esk1EEMzAsncG9cHfpoGZTlKBWGFhoT+0z6udW7VtRdNPb6ibOfl/fwbUX/5k4zrMoJK4I6CuU
wExlt0ZRsjYbj0y/4ELtPNsauIAMErlTafgxiEi/HmRBOnD+0eKI3kYexnaalbApgccaVErlmCGu
vCXcjraFdumbut7mMvmdS7VgCHblQOK+BtYNm7sBIQ/3CrOI1nXQvhIUZfwMRt3yW0m1vSQ/V3ru
a0YtGJpa21AdfY0AsIBAnT//llLGoU3RsAtgJ69M0Vwe1sekyfyii0CoqoeCBP7a8hC4YsqXkQzJ
PIqtmi2qXBmFGkSxu8iohKIdMGpuaATk6PaYooHlugmtrg80KhgLAxA7qrDnh7Of58GoUHMOqmVw
GPCxfdTzZFegK7tQReBcK9cSJnL+FcYnu41lnKzG7NRgoJj9oUqDgSY8aoskie97KuJTZJ9+Gtwp
aLoFPzYbNsbItM3jBhYhurTSKM6PpLpVF9dGp/9POO6qcOdnIsrA8E6OF8bpEUMgS20pYG+oU/lR
a2wHfAc36igilROsiYcQKFqrskiFNTH8rcVZZKCBOmHuYuQCcRL6+q9bh2BVBnfYGiqFhSxjVQa6
SvLuplYeDFPgxHijYJpDeARIBMS0gFTmXSaws8Z4AY0D8g/yz+4HC52r+Yt3Ki+E256+GwnNNQgp
kKs0xkcFKHAG7rzZ9q5rbG2DAK8HoBCEDHjicJddMxhmjUkqkA4UyGBn+wmQ8PRjVPSDKel+Xahu
jvrLdZlrGsR1Awh+wDDhX9zFp7QGvAQFLDtuAScP97UV+Qm6b7uvgmQyLZ4KYs7kpLaiGaM6qgXQ
ry10+GTyoUp+o0VSsJo1mzOABoJsOUAlLhoRbX1B0wITosYxlPWBmRw7EnjZFRkMbQk+D//WML9/
vhDgvA+p3MnF0SSpXzYHcJU5xaILTs/KvigqG3NE4C8zJrxzKUDKyWc0zBdgUJQeDDQqWZ0Fxr3v
6bS9bgDshzhPB0FAm0bdl2AGjTO6kFqgKmJQ2iigsOU0pgjng78msPMYqkWXDrqFAefIt8JYYd+m
Y60UR6V7yMbaBT+hmyfokY78ThdcuWub868sprpztU2zkdFUxuaUub0Z001PgFQ5CuBE1oVAWeh1
ZWAa7M9PTDnKY4UCiK04dobZH0utyn1gsslHgsDQv747q6JwC+mASAGhEuFEpaVcSirNS0ZT1/eF
N9h7sK0IbG1NCCAU0LyhAzHpoo8oQTuZ1iM+OUbJQ9+0joKRHcC1fTGUZ2ago78PZTogzAL+6Fxr
JCqANdk35RGd/btfSrb/uqbgMwFqhbcpEFe5nac2AJ9q1PqPbbxR9Buz3JLqP5z8UxHcye/NlMxZ
ihWMy4Ysb2V+sIY//2EVBl4hAKm1kC7hvGSWSjIoJCAiqRdXkuFZiOHKusCA15wLYDOQBMJDGG32
3LWZlgoCHAopHXDjxgSQgirePN9NEGb/h+XYn7hFgI5AY9D5nht5W5tdpJTg8trYhG0KFXHyrnkX
pA8YNBITwSdjTNo1JM/U8mhHjzp56TR9uySGI8vAE0Te9vp61hTHtIZcBcwMQ8/n68lNq1XM1i6P
6FndpyR1cR6RV/fiRdS5suaWTyVxB39Q8A6NBqM8Ko6QIkW0CvbnJ/4rMYqFxLVZHhmXAbnp4k1X
3IBV6LquVjYGDy2YMN6yACnkcWAAmW7ZcS3lxyX/MU/oxS53i4zXQa4D6uaLdSj4ljNZ3LGRZ8OS
YgmyxgMBBgtG0Dtw1IqseUVv7G5hpASAH0Cy8VxvrdpJlUTBqSH3ZeQ0EmCj++Z9AXqxZ8pFKNDf
RUsFW9SpOG5Ry5zGmWlUEPejwwBR1z12ReuTKHRAakOaZ336rbeONjsFho2iI9kakteNR1uLXLgR
DxQGkkgDzOq4YOHskzjHUURVWqQ2NBDTYECP7XiHNOt1s1kxfIgwEcMBfgFvSvVcyUveavZi1cVR
nQsAET4CBfy6gPU1/BXA3UNVTvUxZgJMs3NSbV+296Pt/28yOD/RmK02g2S9OA7WEwWzpgVc+ELg
xC8KIf/Yx9+FsIWeHGNlwJRctCAMQU1pcFUl6Z+szkZTlo7Rx6lq+jsMEFd+ZijxZslRWFcZcUlC
gO3YT8AlT2PQBA4lzR6vL160g9wxiYrIMjOmYMt6KuffEv31v/0+dy4SuZ9JGEG5wDjf2HoXDOAP
vS5i1UYAn4IBbKQFkd04Vy3oLTOAZSMimvotfZKUw8P1319VETKaiLrxVkFe//z36ZSZkZTh95VY
Bv3sYQKh7v8mgdsEqiWlGc5JeaxAglWA3NgUPRxWdYRoHoUJ9gzio2AN11NkSEsButOfyXSQyx/d
VwG9Py38RAS3iFmbjHJuIWKoU6eoXUCxyU+z1Qni37XdAOONBhxUDGEBHO98N4jc0bQZ8EBJhp9y
/wNFcoGANVWdCOBhcuZwGBU5wWPOJvVWGoebwpBv0ij7c33PRWK4+LQzsigdQfx0JNQEv+2NAgA7
0USXQFdEPdfVPBJNmhYVS4kGR7GeVev39UWwPeWvGCC8GKgpg+EWWJTnAko66DJluipHdYd6+Ych
3dZmtDj9IsL6WV0L2iQBh88anvmEmFISM45lrKWrXyeKNhJdNFnF7sOLxZxI4HZEqlH6NGMsJlya
P6WZgbps3FdN92yStym7WUwAIVxXn2hN3P60BV0GdEpiTXnmyPlLLmIWvagbsEOpMcxuQElioJtv
kh2KVGm00SyONMqp1yrxh6223pJ1mqMZLoZqQFQB5lT9rZLnvRxa/vUFsv2/VCkAA5DHB0XV5614
cuuVc73ME7EKhJU10pdxfGgoYyV+XUaC0Y3pq3jP/yz3rzzOVUdLjfeTgVuW6i9p/UGp4CpYtXf1
7++zPz9ZT6cOS2VI+H1f/UPevgt+fdUlQOGoKqFcDdjq81/Xhx41Dw3amsDlYmESC8XISmRzq1vC
shNAPZCRLOdsTovw4KrMqDwWc/qryZFajqaN0e1ylXiijO/FrOLnfqC2aYJQFrl5njlTyYZo7BNk
RMacxuDIRBcfnaNlt1gzBUKJFLpyphtPVo9pzFirUj/tmoc6Tb9TS+rdtl6IS6Mo8hQ7tXdZ2OcW
AC+SxLUHgM1dN9VV5QPmDVkvgwXynPILowaVTp/hnUV1p/tI5QGa+XraAxi6KPjiUOq4KrmIfMox
HdoWJSKJKHSVxXYryJrS1+srWTXSEyncDWn3g1aoBFKASNOP24TcLu2L9X5dyLq6/lkKcE/43F0K
YMU5x2v6aPaHHuMh41OfCkRcWwcTwflj2UiBBsq0lZWbqT6UBLVGV5iSEC2EPw/Ig0pRDCnN8Guu
X2h7O7Tb/01X3CNGTyWg4Y9sIeoDajm2cliWzX8QYYGd4bNAa/NDwaSsqtSK2/IYWuGtNoNTxZTk
GFBSIgSr1U3BbBigkJEjRsx97qOiUGsWqcRzcgSyBmixnRLzHYYRAstDENYzM+XvDvZ0t1CRRdqL
jy3ktAe0RQ/fYfalK0W+hf7b8Lc0v49WuouLn8DW9K4rce06PpXIHc/cmsel7gqwxsmSk9mvYVMJ
LnzRmrijaTEitUKCBGmcdi29b2rZ6Y1DY6lO1x5Jv8nS79fXtObuP70N5kuAPcKTB+RRKpeZjXM6
yXi/OHPl5pZX/iDh83U5a3aBJDsy7KhmA3uFO6zaWC0meviQZrB2dXqXB8PiZ5lAyNoGISut2sDG
B/kjf50ANyYthgXzwrX5oaWtAwLI66tYcwZIgIHECpf8/5H2XUty48q2X8QIevNKlm92q73MC0Ma
qWlBEiAImq+/izr77KlC8RZCOhHz1qNKJpBAJtKs5aKP5dK6u95wC6+Fcxyzmnz1Ksoi1yNZXIhe
hRVw1cWy+EYAnFseSkbomZEZZj2LJ1ybcSs4c5CFzVNX67u0yLfg62x142mueMicX8RXPTbXdIRy
QC1D7h2AYcvfz2IYWjRe22UDzhUFoHSRRUH+q5j/PPsOhFH0bqHBD8G6HK2D+nQYzWwsY8+p3BfW
puPOGq3x1HKRqFIrK3H70ky4IKajXIESz6VCbc76IfWnMm7yZEez/JOVjTth8s1M96N3SpoRoYY+
hNx6M0c38gLx5ApA5N37AQ15aZDQDHKUopNeAca8ciYuPmwx57OVdgfB9TIQZQxWzK8Z+A7yFqCr
wHYpPMVdeTWpCWO6ECVtKp9qL3P6vozLftoBDI1mp3x+6wFrZFmfDOuAXhZQIWzcfAt4TLiffHP7
4KyrCl4AsCUvFJVS9NQ4Qq8SZErgqzu0736YpY4X2tGsvtyWs2K80PNfOdIBRb1wCjrXKWMyTMkn
PhBydPLptRO1Cih1VdIC9ol2wKWdU5KECWzNGdq5jK0UAIvOtyxjIEJzd7f1uWKZ/b1xZ2IkjyDA
4Vu1plnG7hxZHpgbkW0IAVW+w9DNj1IAsc+hgCNnaAyyH8ACs/MCvrdNoFkRfUZvYh/pg3e8/VGr
quPo4hpHZyJGKy/tlrnuTL0BByoHQot5XEi8C0Xpd8Ut4cpzXeA4o1EIcculiLnSmgmVbpxZHdi9
rGZg4RjfAJ34RPT+ffRHXWGgqwIxJm3CDaLMIQ+ljMmAJmPNKuNU+5w1zkafw+ZrXw6bcvy4vXqr
19GZJOkoWg5iY5dC0jS9msarhrk48FGHro9k/7TThtfb4tYyy+jNA1AVqDmQ3ZM1AyhrkdFCK+Oh
0Ge0OJNi67RDtqksPY34WCXhSEu+MbJkBMJoJY61SOnBbmvM/WfljwRDkZuMtb4i1Fk1ogANtahH
204gZ2V9NK8LR8dndfUJdeaQYuzY7F9uK68SIq/11PegfkwgBG2JGzseVLwfK/casJJx/EFshc45
mZcIhKOiLQyvjIsJ7cD29NQvmTSQrmWoWW5vK7O4AynghSxgsiBTsgTY0h2Krn5HB1FCGYMW8Rtj
/JD13eNtEVfcKrhuIANYIGgVB7KF3OdVNELoXo0F4zM91j4JE4FHtxsGHRosMVFZ0vemfAeGaEjd
6itYj6J0HIHwC7Rao4nqCWUrrvqmlU28+CbpBUZNB4U63y9jAJR/mUErV6FpwiZ5RK1wGF+I6QCb
T2wEf2CsgzHr3wuz+baw3JZ2rggmVq6Ji2+R7iWeYB5ET9EHh3ZC++iKygv1cmpPXg+wtGrWCIjr
52F/e1dWNx48lcjG4MLF6MXlZVjnWQtqSmwKddBWD/xBvD4Mff7zWx2cT/9KkZZZT8fW79MAIVm2
D4pPbnesk/fbiqzFtBcypOUb8i5AHzSWjwxvOWIqE7GXzj789CPR/YhNXZR51kGjKn6R1WO68CyA
6gm9MTJAe9mbrO7RhRXb+t4lp0x852+6avZr7aaFdv9KkfYJMHZ0nu25irUcY/qaOfJtVeXlgbXc
qDa5AI0KoDTYZxB3sSOGdLUHZLfKrabRNDK0pIj8ogO4U5EkivBv3YD+/TBpa6uuyeqhKaq424pH
TeHPVo/nmdbSnrp9B9DzFj+u63XYYaZzGn/lKhwh1QYuGp6FyoNdWh3zYTh9mm7T1Av76aMDYm/g
Zwq/pJIkuQywlwRZraGxdh53qXk/H8R8YNafP38uLGX5iDN1eFcOfZHCHsf+RNN24yZHv1LREa/e
VXjAWejUQmlSBjkte4pc99Kzy4skcoC3aoVF9wNkUXXz/fa5XrWvfyXJ7Vom4TM2H77c8IbT3D8X
ufs3l9OZBOloYZzD9ycTl9Om1h8M8dioAI+WmPXKuZ4JkI5ISkRR8AKLZQwObtcToUBW8h4L/XUJ
TFIM+2FW+Paqre8PJgkAp4uuUDnTDozNBBRH6G+dBen2c5ekTx1J9mkA2E1cVoji++LttsjVswpS
Fkz5YN4HrRmXdtfgGoRB4DVB7a9lcNcB7dvRVB2Iv4Pzq7U8kyKt5ez600hGF55kyGJ7jECfOtRV
iPlrYECPAIC3u1Cbu5ceAejgswxwul1Y1nizCORxA2CkW44TDk4a2WzcWGjJ4s6m7hPkWvoXz6hV
WbeViByljqV8D1okDDBKqyJGsXQD4XvzNgvdbgLh1D+Wdar0L/ze9VRP4dU9WBhqgMa+dARLV1nO
C6jSL/G4z+51uKU9BwQ7OFEDRR+VStDy97NLRnijzkmDuAmtA5HjPXkcL41UhVW4evbP1JGussxE
cFa5UKfUD2il7xWxz1qFcuk1R+ADSEmMnkpaaB06zwoGLWh9MmgdGfWxrPuIE5RgXuscVLl8++LV
qvfgulpARF44PdDsvBzes8UDKH/bIe4sY9N8sr303hOBwimvWh2SbP8rQUogVJ43YhYBPqAPmnC0
gNKR699yUAi1mM/ys3i0VYH0YsdX5/JMovRun+okb6dlNKXKtAPI4kkoxNbra0T2adhlwcEF46Wh
g5Gh+txRVQb49opeYfoUtlnppQd9mVsfTU4ODVV41VXX/V/9rjB8WNEh9BuhHx2ssJ/TRz+3P3Hb
BWKkajZBpYx0xfVZPwblspTAtQ/uVc9W1a9LIVWvcX2uRiwVPY37w20XsH6gME4BBjgUT1AjubRs
kWvgCi7x6Q3tI1aIvWhcMFPMx3o2vuSNNUQopL6woH/JWBZnvaqrf1U58J0hpwpQLtBNXcr3B83T
jGUwppuqLjQxrvJcUzb+uK3mWsPlgmWCXCNw0xeQ80sxgZkRqyrqKkbmM5pRLR+JsZkdvBpTM2ra
O7TQ8QkEugA4ec35vC2Fvkuq7MBLK0RD124y6BHz/buR5vGQud9vf97aIpx/nXRrtrwmRT7i63QQ
vaSdH7bl+20JawENXvPgUgww+40Bmkv9rd6zypZiFohUx5R12yKnAMedQh2cCh7e8+JQA8P5tsy1
iOZcpnSllS7GvzVvWfP0eyHsKC17kOm+JljOsvu4LWvVjoF+glkH1DW9q7S+sCtWeAbCJ896J2gg
JDQ4Nun4tRRONNfuvS22Bku3QM34lpeNKni7AgCFnqgl/Ct+2eEzB+E3RUb8dKpizJEBYKAEdioS
wBPdC6rfc/4MDsHN6KJxl4EQKkMDVCZChuTBps82Wc92aOLcBYi95mSO7FpTOJc1328sgxmAIUFf
hVzEMTI+ZMTB4hjTrskfyGupglNffcsbFoRAOzBByEF/WboWawK8dhtaRVWSRaJ7NpZp0VR/7nwj
Ykmy9Tvg7qmAfNaKGSjD/itZusGMqktMIBvg8h3mMO+mMBseav5rbH/R8ZdlgeG4RocZvdMQVgIn
atupLpf/j+6Y7gOQIgBS5cl83QQQk/AYfLcOSib61ICyBA25kZjmaDbRsx6QU8rvWC4Ut/fqCUMG
yHY9a5krlzwDJ84gRDpg0RMzJg7mYjor6hsWen63p7lqiHHVjM7ESUaOBo6K5dmIiCF9Lge617Kn
QDlXotJJuqnnnLlGY/dIm1gMrNvBPTO+G+REgvZolGR7+9pYFYYZLIwUIu8M8mH52A4UU3KwHZMF
UT5smVNEhf6tRSJvzhU+SCVLWr1GUL9mSz4ItI1Fh/dc92PSQnBVh65N/xTi9vd9dKaYtIptOcKn
LMIyInaadwKo+A7tvlGFs3B7Cddv3jNRkvOycqGnumYiseD+IKy5K827xNG2KeiGJu8HQldRoFee
xm0rFBHeqj2CsRkJjYXNTx5wnTWXAYoVl64BgGw+fLCcRkps51XPideZibI0JuHlnki/ChqD91hJ
I/P3fnrqCrIpBS7zZMfFK1KJITdUbKnLksmhuXEmczGlM2/iobvMLQfIDNiRmN9qG1PWFtn7jvd8
e/NWBWHp0FMAnAbj9812JghDb34tOIWLrsZp30xCIAxq502np0HI+0bx5ljdMECX/Kf8LEN+ZDxl
lA/wQ1VKQsN8EwArdVXJwd+x3NXqoXkVMS1YX5HnvFw9Vy9Ew1vcikNQbbjf9ccEiCahA2Q0AuCy
zq3eQE4FFOZ/iq7agzosFMYuIyD7SzfN5KtKW6trDDQMMOsaCEx+F1nO1phxver7AFbK+gfakTn0
wSpm2/PWKhAE3N7PtQU2QW+OS9oFjY98IlInafrEtBEFoeMUooR4E8oTv1xU8vqeC5GsE6BJvMtH
B9P/Wbth9Ymgp+u2GmtX5bkEKXI0hmIweeZiB5sqMvufhti7mRVy1HlNDP/dFra2P6a9YD4hCba0
0l6ayxTgpZ0ifEPzCQjS6uLUjtOxyx6sHqfhtqjV7QHPMgCzPHQ4y9A6LVpIEAT4VVy6oNozN3WH
7qrh/yhE8mnEA7Nb5mLxnOCtFl0I8NqKqDBeVJpIzsxOjMHLLQ+4FuLka0bk1vcaU52cVUM7Wy5p
Z+oSw0Atw3LpQ+QfgGx2ezcWK7qyYzS6A698AbaX2cvmviicYMZkoXDpK9KrEZvLt763T6Op77um
/SfNAoXIVcNeiI5BposWVfkZKkyhlRbeonGeUxA7oLXGOubA3BbodEaS87Z+q8sHnmMgDKOyDndy
aditZSe04yWG83UOX6x7w94vrDa6LWXVEsAfDsRfPN/BDnApRRCrzrSRYG4QfK9RYVI7st3egD8e
6v1tUasnFVRouOAwb46duxQ1akXgMB0jisFg71r7nWXpbuzL0CsUCKvrOv1XkFzH5+hY9ZIGY25t
H4RMjNtgeCt7V7E/CnVktAnKO7yZZkpix0vCgfg/mP+YVXRL3HR7e+HWLMFaGKkxRI9ugavH2dRU
ne2mJE75jI4r1+7LfzCZoDK4Neu20VmGkAypFqC3XO5PJSy77114n2ESd5MGF9um7a+sN55thso4
SV5uq7W2gLixrWAZdUeXsWTg/kDSlOqYoqWMRbX/qzCRPdG6XT083Ra0Wss9lyRdd4B2T+dB70hc
AGgHZLLgEPWCznnqwAW/S3W/jNqJ8aOdlgJzGMGv3k3SqLd0Ddg7QVxo1I06YqV/cR7Ov0q6HwGP
mgvwJMJMrXfP/2no31HOy0j/FyccaHBIG5iAqsAz6XJbzaEmGZoTcY+UAEvlp8WbDFyFKbR2GwOi
An266PNaergvpbgVEOJGEwOBZtOlod9v0r755nF66kxtW/TISeeG4lis2Q/OBKYFQEYIK5IyB8xJ
eY06IsEg5WyFmXgErUVk9JUejuBWvm1CKlnSNYmGMu47y7gYum2+1Pm2r4pNioRAkqiII9dOIdJ8
mMpHw45pyE07iJwaXZscElvmGBeOESdAtzI6vq8qd9dWpaIHZu19hF4yH727CwOXHG3bBrNbwtEE
PRFAabm9CyKzL1Yf3GXOnYUWIPyrE+jGFTf0FSfA8sBFH5vpYv7JA+yIdPbtrHJHLcOYrZMhq5Tx
pyTvPtVIEhDf2lsOMrZzHZGmuNfpcOfOCeBau5e/2FJwOetIqRk6ULcvLdacinwyPczhBhM9DdT7
TAoraktx8KiqOrRqPchco2l5Iea0lj0/e0PAJsvGcDDdUM9TPAbDg4fmQDE5974y9l4RhWoM8IKA
oQeIXxn5reY1CPkmNJr79bvPZjBCjxtae+gXePvj5UPiBS+0paMd0J3ytWK0Tk097CA17h3feazJ
Rz2dNNf780eno2PSAEAiCzCgPIPidH6JtBimKGxNP6ZoayR6t/+bkekLKdJdQu0x63yByYkWaavC
e8qdFBzUfxGyXkiRbhFr5lmbLVMAQmifBHoyXe3F1PhSIKx5vkk8rri21s4ZJC6wPgsiKDCRLy2v
nYbBydtlgsdz+7Byqygon1znfXLh0dttw5qwSQVopj+ngJnDgM7xtpUsPkwK0hdcV6T0kbfGeZcs
vwlqTQyNjnMOHu6WfOCh8TfgPxcypOdm56IyYvaQQew2RGnc8u3QId//QhHU+G1kAeBz5P6OvKpQ
i2wBZlOYHx6Yjwl7KgJVs8Xa4QULrYkL2YRKclNoP1Nd0KZq4jm3m30/uW2YEOtXq9NPQNRim9sq
rUoDnRtQDlBBhLhL2+gLe3SC0sdsSDofmcnDlNKX3so2dd0rYuUVpwZsz+WqRXcMJkQlw9cdgDbm
dtrEWfDGknAmx8K984aDpUKIX7M3oNKiUIieGEQh0qVOdbNt3USrY5c22zrhJ+SH70thPd9eOpUY
6boYCxcc41bZxN2Ml9LeA5/4oJgnWU6mfHLONZGWzPS7sXasookHUYG+4aOnKjqidSWAXuajUwYv
wMU+zrxS32V64/VQwqXvEOAGb7r4uL1OK9HFMgv+XxHS8fdG7s85JmFjAwPIYT4JFgZgtQeuUZmP
d95obzTa3mnEfb8tdy3iR84XM0JgVECbqNwu19YIDrnnAGSjYdY+aEm7b3OrD/OE1/AgPq5eBFr7
cTSd98HyMILcelFZFxZoQD37iNJnEentBNDK2x+2duYwiu2h6xuTjmg2v1zzlg3ZECBrG5t02juB
h8fIvJus+0ZN5rJ25gDUYzlLWAcXvWz/2faOhujwIMBRMArnOPl0N5dHi/pbbwgin0c6SqlDHhyA
9BOljwF3dok3bKYmfxz8MTLZi2urmqXWTBrABB4mQAAPgGzq5RexCegRad40cU0dULoyYBhndiIU
Pm/NrM+lSAeHDYPZCAs2N44dw/3JnMgEL3roJ1O7u72bq+4V/hVDhBZw2ZGpudTIahozN+a6QTLo
wwM97YA2szZfipRgUy6su9Y4jObdVKPRO/COLlUBU6+ZE3rz/AXyDIMmv0fyz/a4TUnhkpo1KF2e
wB5CvnVtG37cVnJtPfGuA0w68FcWDttLHaehpoT3FLvWaZu82s8s2WSj4hmiEiJtmjMSQEd4UGQh
WkH85YPz11SB660KQbIBrgiwnUjmX2oS6ElnVd4IIdkTcgIRZeBeG/7Cq6IfBk2gqDZhvaQsVzCQ
uUHI02IgvwN+dnUPzrdfpoOJRFBJ3d6Ztd1Hh5QLfmb0BqBgcKlPVwCGjnPaxgXr9kWt/ZjMfwyS
3+Hw3ha0cpXAQ4DDbZk6sj3PuhQ0FXoO3CXeACWHJ2HQajuNpyffw9OiGDYO+Xxb3Mo+XYhb7pEz
q/Z4QpAH65rY76cwab4bJepMYHT4cykO2k1QaAIRADzFpZRkJFTPEh12jZ7gmnf79JA7pcKLr7U3
gEYNbz7sz2/8eEmKnsGix7aNO83fD4H9mKVvbZ/fuxhfBeHmpmm+o5U2qgsWdgkBPbIWlRVXnK6V
ixdaAkX2N4ooGjwuPwKDFHWV910b+017bBg71Sro3RULwYAfcuJo7VxuI2kxUbXoq76o2ph1TkiT
h8zep2Ctt0gWJqOq5LOiDpLVCCtQJ7NAiSqp47lp7XvV1CI1YljzBtZPvzlZhifbbQtZUwpVdQd7
ByFXPd2D3SfzPJm4LwJe7Qg166M71MVO1LYRJi3m/Pw5sxVmuaIcYnFUmKAdgLN96VAT1P0GAZA2
ALa323Lu7agrzL8YfcfS2diqZTzSkp9lHDzlWjAGLSYwAn/PW608gQVNO9nN2ClOwMoiLrsE+E+8
MTxHxsmtmd4jqYt6SY7/YTc6wjrZtM9Dd3atXV3nQeg13Hq8vXNriwiByKJ5KA4BT/XS4Ece9BpJ
ahpXCfuuZUuLepDsb8tYuaXQdI+Bd2TqMPkowyHmiaOzMbNpnHX3PqA3WNACuUKFhLUmBTky/3eD
JbqkJFsvnaSoG69gsQX0XG9+Q0mYads/1+RchnR4i3Q0O6sAEUHVWNGeYv7PKBW9Hmsbgs4BvGoR
LQWunAHjYjI7f8gZvGJx8Gf2ixR/M8QN6CnMhKFNDnsiPzItbjist1qGSWYQdXvaxqDptu+Tw+3V
uva6UEJfstw2nhYANL60rbph3QwkTzzS3TRm9jfXAHcU4aHIVYCbKknL0Trzg7xoK3j3rMHoxYtX
fCUJZuzcT6X29bZC13sDhXAPYGvwWLvam67wXNBXCnj3H8YUctWTXPXzUpqhBa5T2iMiirXS2zje
pi7dzf9NASnksqmbp1kPBYZtF/XH2z9+fQDxVAHePcIrOB2g5V5uAhoWJt66+HyW7L2gDjl/9zPF
HbkqA7laZA0sGJbcxa3TGonh1MMOsCc/fwd0sW6+3VZjbRdwh/xXhBxgm6xL6ejCav0prMU7AOhu
C7g2VqBQ4cJdjgUcpnws7FrPpso2mrjsRhZmrt7HzGhRlW/bIhq1YVb4yd8hxWWC5FKgdDraccBY
EqBoYiYif9q37aZ7E3TL0p12yut7QygMQaWgZMdpXdujjnpl7DaJFfk2TY4j0b7WOhpTLUaY4sZc
jPZaPaBAYIYb5L/msqFnh58kWlb31gz1NGvY1ByjVjbiAGNgW1P8pBbfjEajhck0KO63a4e9rCsa
XHSEVw7Gxy8Fi2TOPSvBKwltO6TdkTrdgBMg6bIoL59u28yajkv9YMFUxwCVjHaO0bGir00EWIHH
YgL0O685gQp255OdmRRh43uhqwrqrg8CpgsBKQQvAacNTs9L9ZqysRDk6F1sWb/4ArGtGNRaWb6L
35eWrzYLbygt/P4w5kg8PCRhkX5q8rD0FYu3Yo9wdFg2RCDoFZOhIBaIzsCazQ5B/c+heoAtOJjJ
I8pE0qpCixiAayPOkblPCOkcbx6TLs5c59B6wEV57bUmmqk4VY6iLrgsjmT0cOEQhEABWUO506GZ
8Ho29ZzDt+ZhA1gbO8Nr4uttq1sVAh6SJe+5YL1IIRVrtDn1bQhJsV5N8S76XdW935axYtng6PtX
hhRSaQYwpfq04gCUWUikixNFc+sImogp17dZ+8saynDkZq54sawat+8h5EWshZMlGR8TduJOE+FA
H3mu66cBLPO39Vo1OrxmLfw8Mnky+1LlNximazoe6/SxGhPkaMYNbqTRNLe3Ba1ogvqwh7LskikE
ivHlMWU11a1pGPs4B4TD1hqoOHY8D1ROZPHeksGhrwZvVlS+0QEley2ucRCB9XYfT/UcVUH13mT+
vTCM3VDy0CXD89STZ3uuT06+d8uT4b+74tttTa9NBW1XaO9BuhrhF+JwSdO2RWXTtQSwU5J6m6Gz
YFdoJrLC5pCEzCyrbZaiNA9qk6MzTuR4W/r1hkI6EocOSC2QS5JPN28RFnLqixgDd5EI5rDS93Dv
YesqnmTX18ilIElNQ/h1kiaeiMviUFe7AYSBGO1J7zVXtafL+b3cU1Ta4bhQbQRWMYL0ywXt8oT5
nSuGmA8FLQHiXdGTbtX+tgZwbpTPQLAMApJE6D5nYTumxk7Tu2Z/e10XIVcfgWkaPHjxGkHd8PIj
coO4BYcFx2RONmMKBIliBKm5/cfnccnLorKLg4KioZyAHpOknpwBcIz+sC0eu3QZlYyztlaIubbR
5e0OAFCwRuDx4yxWdBaMdKidVF7JgCroUBCeWv18n2mYdbJE9Z17QOV2J7072NX0gkZ0SxGQ/M7E
Xa4lYFoxnQOIOTSFe7KS7Sxmf2w8I3YAXDTZIMOaX9vqvvo5FJvyLpifwXQe6iJK+p1Tnvgzfmg/
Ja/io7ZfyuSou3mkwmC7Pjb+MsYMlEXMJSLzvyzY2YIQs3YwUZyZcT527XZiOvOegroQNHIyp8Fg
XouKjuJKXBlUArgegHyWgQlstVweFr1ZCV7NoDPyRGhh9IwEPcYb/RCgpqFNg01TgQ1zLrbM/fPr
GEVbcIZg9BCJMEzpXeqbGkXVdJVhxBbRwIJXuk7c5Zy+3j40K6uKZiB0cuH5AGxTOVdEKybQ/55i
VevcOOrCZVrYYBwv7C08tAdAESgupetTCh+GeBBNZAv2qJwHo8U8+l47mTGmK01A9rnA0vpRMYeR
+2Jscl9hyStvFlS/gt94YajwX5X/Goa6RtF0Rqy7G0Ij2wObG/gZN4DPB8Fb8EAwhjP+8Q1/KVMK
RfQicdjgN8ZvMIx2eOw3jUMjYJDf3ruVKwIosbBK9OIBpcQ3Ly2kpHhUINNnxB6xBYtmhxskqhpW
491SlbSJ0K8L3hC/5fMmzWaMoBEN0I23P+LaySD2Bocost3AgLjCdQZxma+NmsBHaIa5R47J34zA
PNsZBfOOzpzvht7OFcdyTeYSgwOUDfkTVOMuFQdQ/jwCXs+Ix8mPJze7n1ABDBsrYKD60OM0KBRK
rq00ujVQ8PPQPgeIu0uBlWZ1NgeWYVzXwz9ZhmFFoE2aBC2WgJ081EUZaU0X0pIprHflsMAL4PjD
u6INRu7XNVhmsnzEnYcuQTAljwP/3pgkiDhodyeFE1+5CQDgASeO+R/0yMro6AEhCDTBZgCMp/SZ
C4yxl3Tbu8AiQmxy22YWTyx5F7xqMECwsLNeg+aWg9YyAUA4MAHY2XfqMrEzNaYrFm9dChLFaOrE
uZf78lInb2YDN1CMvuo8JFPbH8p2UHWKr20RXu/4IZgFCoPLsp65pWHgzVB5hRX7FZlj3eo/7Czl
EUUnpeJWWZe0jAqj9RalkeVUnElqcdLKoqysOKmcH+PgvEwOf9BE8uv25qyKgddH8IEQHZhpl2JQ
jkb5tCIWGm1MAPiMabBfsiWHluqzIgm3uDDJDqCLC/eKMByOfXkqnGk0Z7qjdalrAhO+OqExKrLo
Z8r0iIhHS9P2+O+PVUNFDreGgaklz5ZVo55nZj0a8eN+/FrPVRhguM1UwcZcmx2q0LA4dGAid+n5
0vrpdpU7AAh3AaJsY0S9nb4W7lgqLqRVIei4QqFloTLwpQupyRnseUwhxO56fUNpg7Lf4Ld+/jeC
AA6OQ+6gmiSPxAR92Ta1Q90FXJNGZk0Q96RzzX/+6c5g+1EvBdUJrnXM/V1agj4zuwDJpwtC1I7o
2y7wBD2ICSFQ2NfUKJ7/XBzsTkctDpURPKwvxfU8YcB0y7y48lgfCk+82Jl/cP8cqgN9N/8TfCzT
opYkZu7pABDq3IszjcaLFICw/XH6BiTpeMOiWoqMJao9l5oEFXGbSku9WPD8DY+WBFU+7yetfNUk
3rV7WAQBtfZ3khKX9qUgu0D5N/FLD0XFb12pvTagOCL2LjdUCYI1QQ7q2fAMoCf3ZYZUNvR60maA
cHabIEoHIPSmGGvXgeys2p7bkq6oPge0aOq9ju0BbNbW5N8sv90MPdAwfZVvvQ5YEKj8VyewM14u
XsZpgAcpJFnJvdGwB2AxtVr3YKQUj1RFNnRdK1wKoNoDXLf8Fh8ojvFMsX5mkWdRnZrZjrX5Y0Oa
+q72O8XBXbmI0FyGPgt0maLNR9asB3B7T/QBUUOGynyoGem7h07nf26f11UpS6UMcSYiMHnqOi9N
J6lNagKZqGhpWFsm2xsI/n7dFrMclkt/BJj4323bWD7ElpKN09bgaUsAEM+9qtoUAcZ2Kk23Iuoa
4/a2qFWNMAIC6BXMgaDX/tIimtw06qHjiOzsXETACBbA//B8RUVjXcpC/ozrARf48vczBwvY3dn3
MwGoi4IEz5iwLHZunfmb27pcWTeQe3FpY4DN05FAlDsstQFAfClAj+KepCFL7GcQxm06C+7cs1+s
plMsndzggyoCAgYog+VbMr6ys3C63m+CIhle73SgEYX9Q7ZDNL5Da+OWPY37j9va/eYxPbOKK3HS
LQ4sKb12KcQNURO6Y3jvViFhEdtakfGux1vz6wOLtEcWRrEXbd/y3ccQkl25OalQWGW6n6svkeKl
Boy+zjAB4vre9zbf/F/lU7BDRvjZa++itw/+fYqjLFQ1kiulSkYUVD0XpIXUTfq8I2F3cMIpMrd4
BYmP0CoivOLrfXavyvfIMIhX2i6n9cx4ReUwqvtY9+nNykKuHd2TthR1ohHM8/qX5nGkUf6Vv/MP
OqURqhf5Lnid7c/FA2YuakBz/bhtCNIj8Op7pNsBLikruw7rQEKrDvf6DkwcURspru/fUzy3zE0K
87tAdzvBIEZsyjmqjzrAkcP04b0Iv4tt+NKHzifAUKXPZjQe59CLvG/5ntybXx703f5r8B2dEfsk
jCLxoe+GzcNXfWdFT47ixMt5sf+sBaAecUmCUVMeJksqUpaAwhxfy1BssiiL0q2I6DGNVFj5SkmS
9eXJQJp2gqR5txlfi00Vlo88KneKZZfzRFcaSdbm2aOfJ8AUe+1Z+E0c2zs77PLwVG4OqrSNUiXJ
kMCG2rdOBZXc+/Khf+jv54dg33ZhtVedXRnF7UoryZiY6xKgP0KrdqM528TTQ4HZo9E8Gl5Yf7yM
2aGmYXsiJEIHAfWBSn4EPhE7pcXOa3a3z4+cVP7Px2BkdfHkqHRLHxPU4Po2PVh2G9/7YPQOAXiV
heX9ozeFze7DP0TztjsWd+x+OKgMdrkar0/Vv7KXp+jZZeLOePfZFAsxso3/fezv2COz0Y4c8a37
2jw5O57tbFP8ldhlFAzNrjoiJEnlESBfoiv94bUsD10KCNGX4idJMW9JtrUgoY5hzH+sKsKb+6ga
wZYe1/+z2meiJY39ts6ZPS1uK3jQemBjh+O0CZy7qd0YKuC6dVkgJvHQ36iDEPxydZ0UkegosLN8
15/mDah16JFsft62H5UQKYi2g4SPE4NC5inZB3dV+NV4J6oNkypZ/1m1fzWRnH3ZN407L7evObzC
t41lxD/Z056T0zTFXvPmq5ojlsN+ZZgoHv/v0kk+fQ4YiPl6aEW37U/rZESWKlxSqWRfbg6fA5NV
HBKccEOfQfOMO3TcjntVTkKGEbpaO+kKTVpkSSsLgvy9Y4b5dqrBqBx9NcNT0W/6z0Pob/3otk3I
U0f/kRnAAxkgXQC54KVyBI+usk4gc4i8Pko+wMyWfS23j9X3ur0jm2r7clvgcmCvt+tfedJ2TZle
JiKDPO78dL3hrf2GKrZ4CzhVCFqPcjFP97+aSduWoSWgrEU2vn75kY5hEz3am6/VYTh0h1FRklHp
JO1bUOdF5hcBAjznc96EyXMSdYqHyLrPO9NG9nm63dh8CRj0j/It42EdAsnxLt1oikti3Y+fCZJu
XFJgrHKesGz5xxdcsrsjSOamjRne/dVNgdISqvWL4cmzfJOuN0kN8iu41vIhPXzyos/ktQgPt+1t
3WmeiZH0EVZqc2BoIC5xMLQcOdUOBbq9+/q5/Mm35Au4LNw4HvJQ7LXTB5C56F2iSDGtxr1nXyA5
EjEzM2UOvqDA8ycaw25n7P3we6pa0OX+vjpaZ3KkJ3FRpC33abssaBYVu+TR39jHr9XTcDAUBq/Q
SHZXBvLoVtJBUrNNH7LoOTmUR8ytKe4mlRTJX81NVfw/0q60t1Vkaf8iS9iAga/dzeI9XpI4/oJO
NsxqMJvh178PvvNO7A7j1p2raKSRjuSiuquqa30qKM+gIm+PuzENWMYkq/3+fiwg/Rbw59h4C4iB
mgBrtEDG/ZJXSJfa8Zdh6sy1BuvITBfTmggIdibuwT3xmHQnIHt74xgEK0sjq9OicDxbni4bYkxm
w8ljYqIz5IygFEr1sPRAC+tp/xwhfKo5V/aiepSICmcAVR/VasAXXXajxaAkBvGItNUWOjkJRLz7
Hf7kMBaqI9ONdkgslcC/3zih9bDIZaUJm10hVbIZSu6ZVb5/squ0FuFm9UbtqNUg7YhMIFJMHc83
tBK1rSLpGF92GvFm1VO6MlIWMIVo9tA8uQR5YutIZrpLj4d/FeDc0JY7j+SGNmoiaBKKQNuKVseV
e3yqzPJVMphuuifzsYD0iv8tLU7L1HGDpTgpaJWnmdIesI4r8llTTiJTd1koPY1zFN4nORtB+xT7
fyTOeR+FqyWRkUcwJN/uYsbGtLY9hOSdf1XYAMFaC+j1OYu3zPLehxRElRKD3hkNTubeNwdUmqjr
ZBaht8p88+j3yaUnwRPU69d17S/AMwLmAWKo++vMdNfHoFn3BG0WFgDbFboZE2QtR2y7/R4IdKTX
U7ilxnkKvhyHwN4BtYg1yzSkmBJEQmPaNiKXpM+O3RLiXtbzyQvC8Ti57Bgm2tDiTUbEcb5dc7wU
heH80PLVS70lxSl+KgXnoZ+Dpz2gH0i4VP7IMdNJZYoERMQTp/Xh2D/CyoDQzAKg9Ks28yfFwWEu
LYnI9e4zmjc8KZySJ543bNIGpLwXlDHy+YAx4bmJaHDK3eTHyI/Qa7d7qel+Fi4PMrOODIUuM04J
3SIZ9vJYw665418m+kfWFU6j0aY8jsoK5mS2ymlovr9nZLKwDvLR3CksaMxyTqXZ1mMOvSyokyC1
NvkM6OOPECkc3yHqAlpVdofdLS5SK/SoN8FAJ3Ucz/p0qkRErTvERyxzb+w5O8vnsgXLDd1rJFqN
2ZgMaUA0JoLDFl0nZ0hUNyqkLAOlkDB/qTBvopNPWeCfXEFUfvEDXHGgt+OJxfKTe3Ol12mExcJD
6LXyp1hFI7N8q97HZDRHALqRydh02DZfbWk9Q/LJakhNcK6idGLvU3/zEZxxKS7n4Uk74iNe2OI8
Pz4NLav8k5FqsnlFss0T4Tz0Rosojf3NNGdhwlN1zrUA9FL2sq9YRrOPJaVrEV/dz/w6W1TogcAA
HDigIN+fbdw0uZzGKs4WjoVZT46EaqIHoPfobmhwR5eGQAk7YV3pjsV/Ys2sHMMcs/nweVqS2QIg
IaLwtzfjjoH0v5nizs4ojDOwckBQOhywRmYaepZHNptNSzLqTWN7NdkdWeaxdJptv5316X3tHE36
TM3Ld2V69Nmh2zVsn0iQOz4fnTVny6NQx45IwGTt9mP7MmsmAiPTWbIHP399h2+ctAhbWrU4xc8D
kNuzle106qzXa8Fl9mr8z9Feo/UbInGlDbOzDiLX3kt2jlCZoIJHr7NPPCMoOqIxAbvaUOvkzkk6
D+USSTuI/nEjh0OWhiOBieyk+hcFgFChDxslxzEv9d4pTJUAeBm7pA6stKypmtXUGzvJWfTiXV3j
X6QAJQds5RE2FPAQedUoK/Mxiny7xbs8tgGaWZD4axPTo2WYypNtU3MrvX6fD+EHPduB+V3PatJW
5qfg3q7NZI++g3t5y+JYlVl1aXZ7tsCyUrLCuDpBkyU+BXsaiE3PZIt19/j7jhY1uVTmTHCtw9+n
PpYB+ayh3w1od9jhjlu5kZ06GB8xXFPUu8GRYN/AtJrHphKQdObPC9OAe13YI6f5F37NPdlO3G7I
uuhGbGsVZFXi4gL0yVwnkSl6Cq+l9/sDBhloBow2kvRo4bonM6zzs+yWTb0b26pE3KmXmAZJti1D
OcAgxnvwlIVMoek8MRgm8oo/3keC6nqOrvNF9RJcRN7wb3Nw/z2cFg2KFrDrbYBQJjTUip00rIMZ
lmr9nUopQN7yIVBcyHmYZTujqfSlVMuaT6S6xECVq5y0hNRKnIhM4LUk9PuUMJ+LghH60/kB81gL
Ri46DpCLJycACpBwepaIvBytcrb8TuhztdgGi9PrY9P4+5HrjuKHKCd4kixXY1cbogZgZ8+55a62
cIWcxzR+G0bgwqKhCgODShcecN6zMcIep3GmdVLWmKF5ZKrtUaRQBHrckw69p8PpcRQXfp6loIOV
b5b/0lrn1+EynqSkoKLE0HVWgL+sW54433kYNlpgnECrnibzHQaoVhk6JjR2DE15sof5mM48opKI
ljOdFmw8HWE4zzxtJrZ3ZMGf1lSslpr+3DADl2nret4QlWksINWCCXMUv1+N+4PhLrm8hJidgXxD
sqJJZi52OtPM0WRMpqntUsE19EnU7clwNuUstWqkyuPutvfQ8MWfhAoZ6lPgWxqcc+0GZWsMFJx+
d8/dWL5nFo5GB4vBNKX/fW7z/vQ4PzDTmuwInMv/6OWqmLmW6THRiqS+B+CWI84RdLPxCa2bIJIt
hjY6C0RdDP06iAYi4Nahe4nvnYw8bIVuYtT6IKnel/nnO5+9/Bst/6HAHVOZXwZNiEl8JOEaM2Cp
o5OYeUxoJjth/a15P3S4k2rKsXYedK0yqrXaR3R/Ipb+Vr3EltA57+zFI0rcs+W5R/V8ia4crXw7
YDFNCMLg2hEGwf0K+sMT9yDlkhTIRgZK2L22ywic8Zoo2zFBy01geyybiXBfejJPnVD/TZFPWzZZ
nKqBgVN8ydcZ/WrpMl55jD4WiZ5c0D0VziIHRyWsjDEqYSpprfcjk97c+ZCibUxjoeAhE3LEWWQf
zX6S291WTErTQkX2czlgpfPvTg7RNh7oDnGUR+wYSwMvV0fXNpODt8b7nBKdDJB+JaKusJ7cCI7v
hhRnSuvkomXh8EoK2QrrRI+vLguswdKb0MSOc5oJXur+J/SGImdY87E38tIEFcVgcmHv4eIybdFm
51lrkfPfa49uCHHWQnPzJFdCZHczc3/RCAlZROXJY/HrLMEv/b2hwVuKQXX2AyO8oF6+j6BN0VRw
XCImOAOhYkey5qbIqs6iCZZ/k3CCypBuPuZC7n7lERuccQAGmVoOShxVsj9bDT0ctwvMUsNL0Bi6
aqYSHU5icmbYp4AeudGn8qZRrDG1dMt8G2OXkJWz5imcTNUJIJgff5rgy/iwuhyOj6csg7QslGmL
wLphPq7xMY1rSPuAfT6sNi5FWcQKiLxUCVkcXBrBZ1HZmS30J1dhFyqRo7mcbohh+ra0Y8kX1jYJ
fJpri/Kjj+CMy1nz3Sg0robMINJigbpZSFLnLZ4sn+lp4lvjjcgz7xEuZJ2GHQ5C19RscMJlRJc8
kLyy3u1bCwnuwsnZafvfp+5QYoFj0XU1DzHbyPHVbcD13a6NBRu3LKQTrGqGt4AObMACkG+Xfj6+
zL5zBEpg10KtYM8RkBEg6zcBZxYmyqDBOrEd9onTGCHnwjqhqxIOqeeTxgLwNUtsfQO8K2nzmLTS
85rfkeZYHYwSX00UGNPsu2IDpLsw1R6w7gv2x0XKDmiwJYNlRvA/R6bR2ho9KdsL/RNuL0tlRulp
PjUmneR5VmRrTwLvqaeGiZu4ORnORx+p1VmNu3IX+rzpEKFDiK9RzTogpbXVl+bSXaoTUcm5p+Oi
o6qi8wbOAEb9uRcGY+bnLPFhwWRQLM2uXmNFzMP2MapRFFCn25ok0wFTSYqITSQN3a9zWnVHnXtt
1BiB9tlFjlyyR/ZiZA4dePHmZZoS7ZDYp9eTSNy7O+YJjrHLC4Bk6NL7hd8duikmwBWwq5LzZMhK
G3EDUaeDaffGieKG6wjFL2pAZwA+PiavwOm9sJ+j8lKFGkobCLm0mWXJ1miqkWB1ngGEdjmwU9N0
1mgnJyZ9w2LSZ6Gr3J3fgw/g4crhVJ6ORVdbKRB7DuE5xDaWGS9ONVlO0Qsr1wT1P4G97vP5FGC+
G0B0wJgRxnnvub604/iYyjrSoKNpY8qWhcTe8glVTe/jsUb3FD+wmPCGEqfRAA6SAh9YUrvQuaAX
JMIT2FoZiamMdTDU2yVon27pk2+ag0NAPYYR5pgE1NF2wydhbb5LYvBnffsxnP6qjdQkSnVudoZ7
uUyTVA4PSpgpJM2q4wzbh33q6jGGN6T4bCsAZXHcGi3vghMRfQSnzhg+9Ssvw9nL28CYRAktKoLd
ypVVqiwCBPcbYIl1UkY0RTcpgBhDS9WZBKMmQjPrNfS3x8GpdgmMbiw21FA5ydhgrlzoSba1k6OE
FHuOL9NFcKRNs9S8iV/MsMXPlmjzrsns8Xn0pdTuJITzMs/FCIu5hgYcFEgiGzMMFcxdhjOh4xk8
iLWovNL3Zt9yzXmcSYzRTj0B1wU7wSN6favshoiY6vG67pjiHIME+VpEBWBKHmHxJxkNU1JXpj/J
NdpgWicOidI+DY3X0vgMKmvsb/xiJ2FutljHaimYau7Jnd/rIGfjwm4oOEo6bW9PZBGTtqQHfxlM
FskkmJw/PVMzU435E80uWULeVHvETD2mTJTf6On+x4dg981QxnhWB1lzb3YGbiG5qu81u5fL/qAv
DqidG38ie8kIvOHOI/aZKAnYL143NDmdT91Aq6QANKW1CsMy3C58RzHlmDwdWeHUuB5MS7lUlC7o
c4nveOXUfFA3f4m1pqJ0nTsDw9G2WnIoDFu5MCwMR+dkhSZJKw5pFs30xJJ1YD09y8MpUIXl+BUD
RMfcMmoitTMtzUlWLIpwkp6pt32sgT0hGECKuvlwPLc6YN7vbyWXxqisZH6zky2FDqgxXYqyNCIK
nDa0aV4NLvWx2cVOwAwaLanx+ZiHzkj8suw3PHAiPpTKxpDOHQ9EfqcXWyRGvUbj799H19H9GbnY
NjsqGnDAWhxSuirIG3XfH/NwdeQ4JgB30ZUOgV8AdA3OHkcZajMIBJpdPh3ZiqmC0iacG/RrjPa4
ai10PXqu5Y4eZ3lbpQAK3wD0jG2XjUd2PEdX6Hji2bVl2BomyiS0Q+wec9ljGYE1ixld9Oqg0HDV
15voIhzKjXpuUMgrR+tkgCEjY6mch6QsnMRDfj09PCbXc3F35DjRy3LvZBQByMlQw4GuESVZl7pO
g+GJGPErkN9o6ovihB4X9o4oJ43eMBsDcQx+BsDdX0q7XMQIDT+AN/nso+fwMYOdHeGF5uY8rzb3
5jybQREbUYgC7dE778LTkZ2bo/O/keC8RaVsRs0oAom49Glyfg+iyb8gALiNDhAJ+U4eR9vQsDCw
7GRCD+GIaieS//edrh0myg8F7hXQB77m+27T7Dw0qx9ZLVDdHif+7uc5Yx/JeilfZDDgjw6DUcgM
PLSAUCWPj6lPX2+Z4OxDPihTT+vuQcXqQb0E6o+LcaDEoEb0oYpA23vGjO+PjLMO0TDS/DYeNrvZ
bHEtuSPnvYs+didKJuRjXpnzcE7eMNJJE3O6xR4Nmiw+kTMWMC06Wu51cgejyynw8RlSW5Fc/qgr
lRSZKA7s1aIb+eDMRB6pGKmOpGaHbmlUBL3auoxHAiG5wmv8UtUbIpxZCAy/bE6IQdBGt7DqjU8Q
xRNjeSHBdrORseeZzhMyJVsf+4lW22998z0zdp+zxn4sRn1Z+BtpBWTX/WOmDYqwusSQVml9fLpM
4k21Gjrxp4ck+Ulwe73nit2uXe+bCr9vdE9K8eMSaPC4PfecEF3+PJZCR6v3Qbkhwam2Guj+OG5A
Ai4VivKLVTvZJdbuMkPuz7bNec1SdNIWCOG3xuT7U2Dre8Xzhjqn+cewztRAw50a572avSaJGeeC
++plEKeHBCA6foA5cX+GlyZQL37lt7vRqPkAiAYrjQv1LvlnmUmFOQwDrA2pRQghvXxhackYK3+w
g0Lj1E7J0OjV+mG7O2cLN1yei6fhQLS8RkSDY6w8FUMfkILtLtDfT2VFjNF04Imw50VEOKVTjMiN
JCOA6QJIuCxPqnRoZnD/BTrVK+jYrwI4p27XGC/orZa25bA9tdcq2ky3B2RIBtS1EjKwT6whotpM
X+KqA0gGwFcHxglv6l4qkJhoNP2StvB4FxXSOAYBgOtu9PK+Oq0tkrG5diZv5038dCbNZJtQZ/2Y
477Mzt0HcO+Dol6KLI7ydjfbX3ziwZN7aszFe2pZMd34NGNmydKMJn/M6YidUaHyVyjKinI616L4
L6N6cw6coOZK643lPGt3Ly+LdH7IyXtzoh6xB9TGUJ/3tBxhFC1kQKMiAcICgfr36uYNdU6E9XYw
uJTSud1V6VrxtliUNZfSZ1cFfk8Fp9YVLTwWXjsnzhfJcBug9eLU0brRmIeVYb3niwuZfPnUNgPk
oM/0tN2uB2wteonlXlX6YZZfRKKWYRmPjI72bK/bh+DzoDy38KcmxDYrs2Zv0z/bae18TyVC3yrT
fA6IqBjSq2YAzxwCFloG0iJnbgul9o4xgJp31ejrNNicld1jqRb9PqdVnl8rg7SCGgfxIdSfxwNB
drvv9wFLgw3uXZwH8Nh7rT0Ho3x4KcbtThuf9vLxvDdOF/qYhb5bApC00W2JR1HqV5tiWLVtdpTa
nZv5xGgmpfpyathjGn1ZlW654t9EOj5voo5WMfIgUFtonWqNqRRhEPO83b3GI+Y9FWZtoRuzjIm2
E5Dt3AVe2QHUiLcQaHlAo+WUXdKCeHQq8dbXwWUQUOxRbNBX5BnFiSg11jFgrSiwn2kswxjPxo1h
LPxgqEUEcEaKS0o/jawsAgqjwPqPer4LW9GAWA8sYOxB5r/LH9fnBC0UQ1j/wYge0cJlZYt4sWtR
SRg8o+QakKkxBRTK1HFK58X5748FTcAywCqAfSIBlOr+NmTdj2MvaIc7tl8o1J9mDC7591pg6/oa
D27J8ND8mR6edbUFl5kZE/T0xIez6b2JO226z+Vu+Y4OpySuGh2buAadgQN/brF6vwBSiLa2CeNG
tmtH9Ib0JV7QKoI2ju5BAwIk50LKnpc1FdBrd2gbPZHjamLDmM4ly5wKdPP3c6FBOjADib5wA/gb
nNro0XiU+SUGLpmVk+ZtTluRu9Pj3N+T4CyYqzfJpT5HcO6n7YyY8+lyK1q+1iMI9zS4p9/L/HaQ
ad3cKCrDGZ2QecNMwVH11KjuiXC6PvLhXhwLMDIbEOVtiRYCytDiInrVhAfGPeEDCU2K8EKRlF7I
mFNJNqLJfNGlc9rpNsUpLc/dpefrZr8dbwTGWPD7VwZvbLFxGcPin/D7OULJhNDC3grsSyf/9wp5
dxV8e4cvV+gIqEBBJd0kvE+PjuN8im5CxEdnZG/48NI2zioVFxH+Mf4AtUw0+9HTqnXPRsfmDYFj
MIiLFl3BiL9V52TjqKaQqoasReg+Pc3095Q4PVeDE/LRCii1q8W+pPv94Uid1Ym+rxZWimGeC6Yt
V/DSBD65SGf4DLKUeli+2Cn/cH94qgiZm2ZAngWa+ds8d8xhCsJAChfWklOYJBgX2K9wwkgImjFg
mBFgkPbtscj1gK3dE+GUpjWy0SAfJldL+bxZAWjr4mw23qIs2Ga+DltmpMRD6yqyugLKAvYULjty
rLo5+BEoH+flBj0v8zwjR8u3C0fHkQ43c/JqniYYz31Gn6n29u21mLXSqSzUh55y2d0ZXLtlbuQ1
HQDH6SzhoF/055cFXgxrQp40Oj+br+aSioT2Hwzh3/fKj5rmem54xwTksgzVDZTiZmv2r0zVDwlO
Ay/KGJNtXWKcZSQ80VfA4gWifRg9Ze37Y+OUzyiwSqIucIELZlnW1+jJfpqb3ZhXQF9igT8vvCPu
ub1oR01rUhwacnqttbKGuCT77CTOHDWbFB2gYoyh3w7+PX/c61tJ0blOUUPZtbPSosbusfz/g5X8
uSPu3VWrRE6aOAdH+3C5wNTxDqVZcnTSJRP2oXSf+vth+aHFmZIQvXXB6ITTY4sL0CCw9gtdXcTc
+ugwM5joAegphN+fHGdUToGSu5ICyZjNYsIWuK7J5Kmi9lfhbOBdTjFgbGDAQ/Sw/YO/9Deb/HAN
FqNgFmkANmOPqocpRFFHo1juCISx/wH9IcP5zSfAZqsY00Ym9ESkyXjFnFrU2DDqfuPBjancI93E
jX82sNB4N2N7K6foZkWuZcyIadJtamNiUxR0iJjiTIbaHOuwybJmN35WEWVak5h+KczGENwbRl5F
Ryi8Ks54yONhoZ1UiEhyAjCZt8j3U0zXr9eCq+ppJbwTRZWzG8OjnHpeRwdiCJuBOgA6Y22Tmo4x
MfCgCI5R9J6qnNEItKw1pCjFWxKjQff6luy+yAfy44ipqOMx9imwI7/7nO455OyIcVQUf+yBYkgW
rF7kFt6UFRMQETzW/DKywEUqtkwhHXuGHrYdmSDnj5FezA7PdFOkxz3Jt3uWOPuRh/moHupgaQZy
B9A7Whvy5Vq2maA/EHr9vf78lARwV73mfjTS1SEyvUDr4SQSQ1Q5/HtIilaS0x5Qqo+PsF+jb36f
k8S0bhJXraDRMnnBBMPhsJogoacQNAPpOErHEYhiDzQATvGGICeKF6AGDJH4h4qh/AWUsi6wp5Zu
Vm+POesO5pepuqHDCWAEhHC1KnFwqqOw+vXxj/dkwO654J6udHyOtUF0PTYAeGIUej6cynTqGE81
EbqCvUbwhhVO8EqtycfVAAPfXoS0AYqEosREvz36ocC3EXjY24Md02AnRQ5pBbP+1ZkjJA8AKSKy
fb2W4YYW905VcoMmSGwt2xlWsEodVDuPZP0pci4EenPN2d14z0X0/9cvb31btR9ff0/14+76r/b2
5te9XKrKqHOWX2b/6Wg9hI61y+yJjUT8vKU1M5fLmMWWgyhPxFpPvvGeOmcTNL0psP4HJzhD03I7
iYaYQj9j+N0qKM3fAZfofDrbZ2kmHAnqdOaBTvEjinF0LqKyC46CkkbuW0HOzaoaWUdZYPQEAn+1
xDfHaySDJPSAs7zTVvpERdZUIIP9fvuNDHLG4TxsB2Fx6k6QoZYBL3eF2KpAIaNmdNo4orqFyFxc
5emGoXMFdGpAVHcpMw3jDNZ/jCwzVTpl/yoLcMMbZy1UI1G0RO/gITAloNGh/Uan63UhMK/98eIP
GX488awqWhp2R+hfiARRqIFYiBn4kSaIyEUPBo+vXxvZX0I3Y5KpOu50le2fqwPGmIQvfK97e8MT
595e/OFpGGedWMTkJSPF3FLn8Co0pIMB8GSG+6kw7O5+8oFK8cnnBlC4gA/FbSErRVhOLrPz1lhI
aHYRjYL1R8Y33HFmI89GZawG0CpEP13w8wU0MzgvJnW+Z2sRokB/EuyGGudYSHrQYk0GGGOoFSys
2ETr0GSTM/ttak4bsnUQnsw+BXa5Cwd+n2a3u1pVulWJ3Nsyqi7jIh0iepWBm7hKt7sJ4pPRhJi4
Pgdjwd/f9TXjJyDb/9j8kOXkJj3Kg1QfXcnu96sxPWELgQmnnqrLzqmn3+jjTdFnLjkoy4iKij31
i+45+KHOxUg+mvij0blAWYwW82B3WEzIhYL+brkUoXP9g7v4Q4uToUAOC09tQWv2MitY1xnmE2tj
Fyg1wHaacLwfH+0/CO0PQU6MMk/JpHMXPHcRJ8wmYFjHzEb+az1eCmj1R0k3B8m5pnJs5OOx1r3q
kr3HTN+ic4Zd69U2l39MeMMmcwTcdb/4SF65d6jSqyC4dN43XnISQ2TQumH/OdtClP9/8Bl+zpFz
WLNYytN0ANP2UnxoRIZ2TOzEaeHpv2JPSEsVC7BRAvb+4Zn9Ico9Rdox/yuZmpsFmx3RoaLPiY1Z
15LST3Wy9tjni6gjTKAOqLPjzG/e2qI4KpXR+bJnxvYSXWjOCn3UObvYpYC/f3jW/58/bEa8JzU6
anEcd7HMwVi5bEIU5NzpNaIWNZrJ3VH9s6RgtfE9qcKvAXVw7IJPZrFV56JvYtvyZwckOZGBAX/z
uekMKd06DDhrjs/W0bMohdafHfxbQzR+sh4mXYvPWvdAQvetnU+QjyHtFPkD4dn2v8U/Z8tZmmqg
DWTt3AkskAkwaJk4CLD1peDFGIvIcPZFlz25Ptcgo4fEOGL6bN9Q+SMmBYuwpRH14IphYC0nk0TH
Z0w+bHv+Np0iLtqaJpkcLZd9fLxigGWPflhjfZrTTxdB83RqInwuT6JwvT9BdXMBnIkajN08cLvs
NgOsXjrBlPMAbsNaYJb6Q7Sfs+fMko8pzIvbJR1OGLmlg4Nk0bUjAvXqLM4jieYskjZMTrrXhdDt
JGMu6bBOH7PRn7C5OSzO/FTeqBjlF7AREiQP13v0qnTYeRtMmZECqro0qf8EaMnteiZEqX3siWCc
9V5fg1R1DamLEBegmlPDlD7o1CuIgMV+9/Hvm7rKy42xC/U8DC5dTgrAjp2PBW/VrsgcCdkz3QIU
QlTCEZh07VqDvCF4ai6IfAOk3GaHrBvFhoO1eRoDwWlEvqfYrbAN7McsikT+Gh/cUCzTC9qZrrXA
8dStyXANO6DWiDfY/0iIszjFUUqbogurT7b7huce2w2crVAwHvuKGl+kDaRLqMsXCMbLLAUGirGU
3vxtRNdX3/AxR9d4/IGKXTHtbo6uGow8Xx100vGyWAzx5GOxDrFDmjioDW+pI79pIgERvFPXJ/OG
ZKjq9dBIcIizI1p6ac683Vpknh57TVjycq9bHpDsizAGWwvmO0h9rOL9d/aK5RoIKYTwt9elOI8O
kbMix0Kuk2ECib9Y7DDD3ORitZts/MXXLlpt0JvUyOTrixCao8UcSGLGfLYNt43jiE5W4Apjv909
20GO6DTpVO/MZvvDyto9YWcPHv3tWptEVOAMi9TuGgncXGQj+22UdWwPHCs9EteRTdph0wouU/AK
8Hk61Q88rEmHOgAKt2LKQk9JGzFJpNsiMlyMFJTuXwUXy1IdFNINuiH0zxQ1fOieyAUV6MA1NL45
utb7f0MyW6DS7T4BMO6xYoscTz4RVxXI8uRjaFljMySUVpPAKmYfsPrdoIOo11tgsfhs3CVK1Va/
QBL86RdGxT8FvIiuhnM21DSWvayroTO0b3fPCdrHbbO7GVTeXgTEuh97oMx8Iu54ibCWuAEvQCI4
7JA3defza5ljFr+L0kn/kLn6+3HmoWCb1PDltJPtMmYSFrmOnUB1oss8MrZyBlnPFDspNg0G3nL6
mE/BmfLJuaQKh1I1BJuz+nv0dl5+C7S2Z775Nufwa+llWfpRkHRuc/xnge7zkNoTa6HYFkRx49ko
P5OliUGmmnyjwUog/ULiXCyUDtD7fM7B3cnco1yxO1hspiyGGatpm5puudZXtHlla+d7Gy2CE8zW
7H+0jnzariiDcaujUwJmiwGUGV4y2j0i/Al4/Yc0698ydJ3Tu7El50QeXnKlu0n/D9rINDrao2tN
QEUkLlwQhKguOF26ODY70dQZk9OuEfWMC2yizAUuzVHTfSlE2wqicn+q2Y7ISonifn653TAxAtXL
QWG/iJcSPZAUOSkAgtuDyWPlEkXBfAtcKStFOe6ARGqKzRdzj4T2xn5anjeo3AtIDR/bq2ta4Ob6
vbAM6xrPyY6xekxa9JCTP8hkHgVOtkAAFM61iAZZWfgtOEIweQKsLYIVRVDTEWTXAKJ8777IAynV
owZJ0poC2IatsLHVI1+IpwmmSJfBtQ0hx1o2EUh8f8giYyOboWKITr8Kzs0Zjryhq3mdGTacFys0
d2P2hUSNiap9ly0R9xT3uqc39Dhtci+DYx4kuDOVzC6O8Ry+PxaK/lzeDQFOlwqMRkSYMIekYwrI
Orwj6EPVMSLkbYla2Xr276TwhiD3RCeyFuql250gmUxs10LXFHHNZvOYr14/44ZKJ6Q396SncXI5
+Z1b3zLgxIlMdm9S4+bneT/ei6KjkXWqNF77dkSuJQGBIRXJGu+jY6PEX8HCfgaUrq45/gvh+Jye
qbNFZkjEU2+W4Ycn3kmvW1k/1l12/Dh/x9Vo2AM9GwPLxWDDt1xUies14TfEuGdXlYxkNPoPMbaI
LOnDYSJ+es3dDQnOTY/GoWH41yynQoebV2T5EaCK3PNr2PvLCbyhotwLWhlVeezLOLWIHbDO5+sC
+CsCeB608Hip+ViohcQ4a5B5ddPIOoix/f48j8mspgo6Qy3lTdJX2cTJS0tAsfv8R+zx5iFLRoDR
A8UQSPknmyA7TFAwcdSJSNpF18XZBez7givdNfSiiI5BHbRE2SpKznMUSxCWGpMag68vj7kTCSFn
JAZoHklORafFypkMQsyeCEtOovPjDIXsG2lldEKYTPzFZWbQC/qHvzvnLsB/ApHvz9H8CCPvqpft
ZZwZBqi9LJDXxxECQ5ZtAICFP1SeOoQFrBUoiYSS9OOj7C/R3pDmXuRwFA6CxoCgnAFT2gGVasiT
1tTYpiuPNE8ftVVN26m88EK40I7zmHr/tMINdd6chNmpirt+1dkh/sotFRK61s0XEWxGfyLjhg5n
U5S28UanFgcsExeQ9su4xvKdqbP1RcnY/gTNDSXOrvijwqgDpZPNRdceCCT5ELowRV3NEeG+9Hds
3dDizIoSy7EqHeEDnNm+NFHmwsNcEKyiwJgcSkCCuxJo3S/v/eRhAWxn+hlaH989OG6TDQohaB3A
xnmhfRa81Lwnr45Vd1A0oFbSRUY8c2hjwY1A7/qd+JsD5AyJBobKrMucl9NojrUH3/JMjYmHhX1L
7ND5FvpQIqY4q3IpXUnyNdC7Tk9HzDgMnh7fksgv5L34NpQ7pkDCWsUmklwV+UCLr06WSPWuHXn3
mJxAJnh/XtfHiS67HUOLiA2XCRlvhBkUgUvID6WUft2Miu7Q0GVHNl/dKIKJbmVzfRY8miJCnJE4
jY1c01IQWmCD7cQXYPCJfp0zDGkgj2S9S1jPxsAzzSePL0JkSa+bMG4c52hkpEk+ws+XtJ6yS7fw
/KOdZhM6E7nonVL8di3GiKQUo1twzdlsX0WHVBYghtO/SkZPDLscRBsXezN08g8J7ibcwXh00hOQ
sIaz0VNERkLzImKCu428xbxv7MJrQcvzYlEeAiYDsOG1IYmNTWzohkK+SHBD/Y7SD1Octdb1sD7L
DUiODhHWCM+fzLcpFTyo/bGHgqVQgLMFcC4/ZzJs9eOwSsvO74tJQxfwx9AvUxDMP2EOEM+QwH/o
NQA39Dj3YVjLcdGNOu7ajwiDO/IUdlNwbiISnLzJ58rPKqPqrgp4AmgjW2FWYoJsI/JteFhDUTWi
3xvDfh/ZkA2ALfNYZGreKKe2gwctaUz8nLROByfSeWWHI9P9mfsx3WJGw7eShRzM1qIGtl7RvCHP
CX8zdpOqPIL8ylvDRfn2BA95fxLmhgAn+4PjWK+GbodMSo7zxZGurICVzxOykT7RCXixtxi+ip5F
KZj+LOYNWU7+cdia17Tjy+7CWhI/+zb6bPMCXq2Av155uaEzvo/sEuMykGIdu/NeXjTcms6aVfYq
kMneh/yGBhf0dC2GhZaBlxlzgViE9heUvdX/I+07mhtHlm5/ESLgzbZgSYqUKMpQ2iBarRYs4QhH
/Pp3iu/eEboaw/qi72xm0RFKZiHrVNqTb58cMfRL/AG1MzHUVGagjv2sTazSvYP1Y4JlLY/XHkaU
rA4XnkL0Et2SRA91JgnlqiE3TlAo7cFJ1p5t4mW/Ij/SVrzQ6loq+ndRMtubJWtmXOsTzG+DplD9
VyaD71pN/CZC9ryMCTa3UJbv2BN3n87eSDGbvdE4JrLs+P1zsDLbtFUk7fl8kXCwjpNXhKDBryDF
4+HAXbfDsXqZ7dmqwMWSWSHWDW6qfoPK2QnYERirPcdSFr2LmUIMaAxpPggZWMGe0tyLioic+5yk
oPHtV6pIJGmdOIq+CdvjszA9tIo3mCvOD7htqn/yWihtPBUp/apb0a7ezskuB//IxUCOMHSNihe3
Llc/ZwozaDKhYNhIFs5VTVamWBApsztf/tm8dIotqiSpyeiv5c9xM7lafNR5cd6ihzITz4CMNRih
PqggVD59JRlJHtYR7ylfjiRnIhiMibAS2DinsFHMFYPmKdvgKSdYYmOsfyjuweEOZfFUYsAm04pI
NHL6BZ3hB3YM0/T44IxuQwKbA2wyTxYDN32EpTlmAlkvDt3zULrY/eKUu+17N9nmgZSru7vK7Tz9
XmtAXpA5vMQDRz7bmZU0Oki2z7Cewmk/di6eodvXgacg25PVnepqsDL6CB2P4XqVuMBvT16hcEdT
HE4ZbIK17gW2w011UMu7Aa9sc9YIsuukpBfD2Vafq5E8db8i4lVBqNqg1g60p9uaLgce32bKtmaZ
WYoOo/EqrySDG2MvRnanewXSZBxJtx92ma3hVImGva0U46hfdrGxgvauCn7mhHbc7n6UWIDtcLzb
5bzRTDkGZcpSLys1wTUv3Rf1q11XOVlzZ7luO3zyNXs8e3tzKzl36gSHDxPwwk/VHtenHnuhb58e
54G44ulMyNibU5XS2+09ft3+y8stDrNDYoCj6oa8rug6g8bpDOeS2NmjofpN6PY1qV6sLZqiuqDk
8eBxDY/BELMWyqJvcWxxDCeP+IAr9H4hsccbmuHcKLae0ynNOGb0+2Q/0sP0I7h9fBwoYss3SqEn
injBh9mGvmd4Jw7UcoyL7a0yjaxOVHpK6PvLUNh/AynbbQU4lsXOQWoXQYqqEgqEK0x/nDlbYDnR
GAhQf/dMpb7rL8ZAb8dxO6xpN3Z7VyTeObdBKIlW0/3Btt233aNfaTzAWYzYvw2b7bDCGiLZ0loK
OOujuUekVA3OJ28Wdjlkn0mh5je7mWrVY/zrBAXBsix575TgwAepMson2HdjczsI6XndeB+uL9dM
HKhDkiHJ6HnmTtMSWyY4R2SLUZjkutm8A2SQQRIizGEJQIauIcdjeTpUQfoyhYeYF/PxgJpts8oE
vW06Cm+Nd96GSHY0Pp+I4nbUh+3ev38pWSrDSKHbUi5YtPRab+ue2Hu+GM6VZYcdi/Esm52MWGxY
b3XbfMjsHvU7zHNdHJzcRnng9rfy4iGWu1bMFDE/qRBpBMgYuwTTDIEdeZ+8ti3eW8H2TFmamEpn
eqUGzSmxRnd3+NQ+UVCjdcL/MSZi26a0QRGnuoX1ZShoJS89tvL1To9VYhdwvDXEbNeu6N3GwqsP
cuN2XQlUZ7crS7IyCnPIVDqQhzzm5GcLqiZQD3FeDQ7ossWYslNkVUixVMlqSRKSMw/U/yW+QhcJ
NrWYlspO+dRJ3xeyhaUpYAtxCk94zLZvNva+rQ+J53D5F5fLFiD1/K84BuU7ozQ7bHinhQQ6UbjP
Nk/mSv2ZYFWh5QTrlASHYM95Gv/lY30LZby7rhIl60SXkkz3G2/lCfb0iGX2X1yEp8H3n0bxLYdB
+PPl1Cu9QM9yA3LO+1XooGWcMlI12NYGHj2uwOVszrdA6nPMrLAFlWUVhxDYoB2Szr9hQJMSaFJP
Ge8KnhWM0zsc0192ZL6FMmAvYiapU0yY5MsGIr3tMGDX5kN4kB0RdPr2vt7wNof+C+p/i2RcwFqs
23gQ8QFBMHMm5sMdpboDyRdHs+Un8x8xbLQYg1Fvamjg8ZLfbS/25CFfVG4vCV0zzB0H5RjLVefZ
t7POgqLJqUCXg3nee/Gk/sgyEno/ys7l6MW7dGyoGGViW6h0RRXmhqKN5nkYPQ9WZI1eg8Pzrlsp
8Ax47T3LzvT3WVL1Z+oJlRSqZgkrORlOiPXTccLRiodcbJhohFg9bfQUSrBrVSZH1Udl92Uwfd1D
Ot3hvDI822AwpLSyaEDxDUC8wahf8nrb9K5v/Q3oYGPDPlSiItOuEOUc5TW2aGPJ6Ael3BoxcZLY
LcbL704r9PbkoN9ych9zn7d/Avc8GTCpWrVKshEaVnen3UfhAEPOd3evd3gOAl5b7WKIbxgmtlya
WHTKOvs11qzKVZWiP/QM/jJsUvBAaYIM8G2VFh2smRTmm+XjoJ4GGRyZQmvnmluXroYlYOkqrTan
lmOOi43qmq4YdNsRtqyxLP1gIqhj/UKn5R1gVP9R2qAvA/5bu1+684D25MjrNpGn7z4jEJ6aLufz
Ld23uXjm7Sm02kSdC+KxQ7VEZ1b86/ZZLlaT5gIY85DC5AKycVQAN1vvw/ulr9qANvSitFnAGD9f
BO+2wMWM+lwg885IxqnQhxPqgeAp2qhuFSQPwebltpAlC5nLYB6WcWxVS0wg43j0nBH8VGnNiZoX
0xczESyVftY2Q6rQD7PZVof0tf6J/ozobH9ylyIvvctzQTRImyFu30m9mVC6BowphOvQeUCDUE7u
qE8a6C7n4Kg5sXg1F0Y9k5kwc+xGJRkh7OxiXNvlvR6LgYqhaBqI/yXUt9lsiRR1EminRdrmYGAi
W2qJCeK1BrrshYpg9IKjz5IhzOUx+vQy2riHBPKUhKSvOYn3BXhRbxvb4hWaC2HexEhqhrGXIaTx
jht4a537Xrwlrvx2tkiyajUk/Qfo9hWEop36NZcY4vqKsF9t/gPoIzf7akPUJromTACJDPmV7Uft
E4SBkk8mNwgkTosS9xsy8HseBA2FDagLYe7WAbe7/kSTdxdoyUG/RRffUGXUliXdUGSTCdkVWRKm
eqDfD4odpf+AYLojl1ceZlzD/z9OcSaLuWgXDBicwjNkvWwM4r1XD0aQ3o+oxTkN6NqcQ+iiCfBg
6x54AvGocfPIywc7+wGMsWYZJugGCT/AOb6H4EFEhBHAGzZ4Ps/SJZ8fKmOvenQqlVMFORtwv1Sv
0eH2fVi8czM1GGssM2EMxwZ/PkecJK46xw0aLsfzUi5nrgNjhF1cliDTkHBW6PZ6X5HE723VuXst
ME1rd0RaDRxHcTH1MZdIT3V2yaaoLOuwhESajjh6nuCePXI4cGegeJoxD/KYqIOMDTGU4gnz3hak
2Gv18fYnWny95sowj7BqXEYpR96aejUY2cRCepXIrxxgXHQ951KYZ3iopClCAwGkVOhOnmAOJ7vY
+O7zOog8HlTQ2/HH9YWPhqYp08SYECNMLwvMWWkKhLV0iYYrofAZABA5J0cN64YYNolohVaqipIK
MbSf6Tg6xk4l6C5Hbe6vju9bIzaReB5zLTQng2rkbQsHtfDGfrBJDJf6c/w/9OUvo+1MIANAUSxn
shbJdLwLI2THD8VRnRydp1881Rbb1o2ZJAaCTrmYWlmGU8RVQrYhfjiD1WBCC8nmQUTlGviaHMQN
5H7qLu8icwyFzSuWZnU2w1oHxb4TPkz+3WEdfGkr0+Z9Pvpe3LIUBqLAQG9lUw85m2FteRgJeJ32
kr3X0LJ42yaXHZDZaTLQlCRydq4tnOZLhjw9Guy8EfOMlu37/g537WsfmPZtkVxTYVCq0ttyrDOY
itM42rWxb/QUR14VL7Kz5p3kIiTO9GPQSonlyIxbXASnpzwGyq48ChpQntvgzbvcDIaok14XqQmM
F5F06FfCLt+cf+6+BuQua+6WHN5nUxnnphekKj2NOMP6XXnF3JeqkNYlz65fwcFvQYURmKq/R6Id
UFNzM8SLz/T3obK939WYqonUQPrL2cVK8WjnbTtfORHsnJr2b+Lr/oXXebz86sxEMvgSghK0ELE+
mLaOATQf34CaX1gD8cL9kJw7rjL4kp8wK1qfNRytS+ldq5YIrvoafN6+BUuh2QzFVPV3lwAtkUIZ
Drh3teInrS9gnnIlvlrt9raYRX8N/dpYOIZNjprIXG84xqY5ySY6j/1pF/BHQ5cP6/vvM3c5a0VZ
73X8/dp1wB9Nl2V03sXBHOptPZYd3JkizD1OQELRhxYEocnddrLHaB1tJ9HWO9Js96j877SnkdO2
/y9A9a0cc6WNvslTSYFMDeTbRHSxyBlF6J8mWcc1+fzksgos2oSuwIxFCedmMoepYpFzH1LLa+CZ
fhT3p2cNcxUtUrHtc2VHoLHmj1xSHf54aXTLNNHRj9zblSBt5prKGEtorRD7RUGmAP5vgWhBLNny
amywIOdCMi/Y57Ys/tUbMBPLXOe4mXorkdMJnirumJTar8920G0ChQvMGr2vtzRk7rPSYhePnEKU
o7+XRPEKB8tHvEcMSbz+QoH1wX19u3iSHZLn9XqNjtMjDW3gwqD69fkJLjd794ZYag+g4by9y/Y1
OwQGAyIk/DOzxC/bKoEGRNthgSLoMqQV5+7Qv3PrBBhvohNBsybSbwzVtuVWVki0siv7S3koN7rL
Ebb4Ds6UYhBnUHu9lnMoBc/ziK1HSCbsJBxgbvPS04ukiFjZ9o/tMvclnOLe1C9UFFhwTP+oYCdF
lLnhXUCZfYLABrltS/QBg/4Y9ad+IRZLYbyj2yAe5+anFqF29mtYhDLiSMtFLM09Ou/TRuk8y74+
//GzGhHuxNLV1bz1URlwagWjlWQF4miVdnJib/W4iu/NwkZWLEmdAKAY2qYcVGClgBkf1nTj1P6F
5xEvugLfWrO5THFQYilLYFv4BIP7fsaGsPBO8TFdj/om3eP1+Xdh1EwkdZ5nkDWdU/OSX6B5mBGv
XospEeCD+G6CbR2B9tZxuwk4X9ZgwCoKY4zbCBC4UX04H9IJNZe1uEmwgQp8FZ+8bNJyumCmIINY
aopNoVNP5aFNPj1c7oMAZJ4c9OEAv8GAT1YlY6kZEIIC6gkUoijTcvPPHOg1GOBBql5Ouzaia4o3
nuVpou3iIQPvK48TgwelBoM6nYC3UzhDmxf4o9ipMpIIPPx06J1zbNc08417x+7GPg1Gj+7ekHYO
DHZ6Z2AuCaiDjK20E0HdfV597VHKCW3d5XqmHBw3GITRwu4sCg2OM8OyDifZK4907hLjJ3YhkP8N
xg0GXlJVj3CxqayGbI5bubDFzwoldqwwJZrzdzHht8mzydqqKFqjyOgj/X72s+doCwLGA+ibBiLc
8bI9y27WP8+GyeBHUsSnaigBWVtglvdRIOItNuA4TQ7B5i895JlmDHhgJveSCWDXoU2M8f2EkBon
yBsc49m/yUDGOFqyWUYUhp1sPxqoi6BB0kG+gLd9giuJwY1ukE25a2D/GLG6phnBf3SHYsGGi/P0
ZG7cNJNBDyOLMiVV4wkFJfTOgJqKknDDb+H1zPDw1mTAQy6qXEgV2PrmeN72pAgqAj4imTvPvNh1
MXNYWAc/VMuiOPU4u4sflwTOWOIKrmHZ4V3RkuriVA3RyfkO3tLnJk52Vm/fvtXXZr5bR8ogiGBY
ZZheYCZI9mBEVLeVDTYp507igkZtFdZ2CLJjb0BjqJy4kW0GeFEj+BI03uEzJXFtiQGZTpJPmV7j
1l/Wnlfb1gWr4sGtLKxQIcFWxdvKL6eUv28iu8E4m6SpVETYExKUWyyMWoHhefv4ahLsLrNWnxxp
1GjYozZVrMHQFRN7uK8B7cxLqTtZ6ycjhzuoOOVWwaCgHyT3hf2Zbj8R5nCkLd2VuTTGhCck8cre
gjRM1ZDCSezXC7wTboS6lJeci2E87ikve3SlnK5Og0Ay8EEGlw9ejWnRLOZSGCst4iIpBu3q/6DB
PwGHG8jpUc3iFsgXG7DnkhgDvNSplPUh9GlQHmwnrHzDXLtNGx0RP3whZrGwbpT3rZYipJnQ64+a
WUauFeEl1ui3Ojq9CP3uYsqTiADpk2eEPFHMU6eZUwGKFYiiyd2jYyF9MZDzUT1B2stnfvzfrJCd
ODAkZC8a+uFCPz4oE9FPqOvSakPK4+9Y7I6aHyLz4DVgQY/MMzS7+DVGyDYeJotNbL5Ar2NENMup
0UVvixsq3lgZaDEOr0lfLr/Moj84/yHMe5jFch+39OY5W6dtCaRjTTn++0LOAAnYzxeOA7rYBGOq
poXoTtPRTcfcjvgkaIlQneFUY4Ia1vpfpiXOt6S/+0/8+hbDXI3IajvB7AvgF2a7MHAPurxnWs7h
eWMcOextUKVJak16BRGHRPsI64oSkB0SHNxthRYf39m5XT/k7NoZMRoCIgUK4d31KNPSGIzggUc2
j745SAtseDnexTnOuUiK2jORlYY9VmYOkWhsBpXN+1bxTmtt261EVOISvKvObR0Xu2LnAplbofS9
YA4D1TG/r0GjHOwvPkcE73vRf5/pNFzUKe+6Cjodp7usJtY+hbdE+0adT94WIWn5Ef3HCNkxnFzV
M1HsYesvR0CWo6MjAPRGAZgXOFpRa75h7dfJ9ZlWmilGupzUNH50RPs+tsuaNIH6ZKy/DsYb3Qv7
f9gMy9OOeU0FTdbB4wSh0/0L9jnQFHPqVJvsLnsCrwqv9XGRM2puHAxwRG2ZFLlErfHo9Yc0dODm
YWUXasKvn19fXOL+ZZfk+9sxACKeI1SgVYijfCRHB75mYNjDExdAFn0SU5HBiG7B3xIZg7ycT6Pe
qCZSyWAvG/aaq63tVPZynxt/L2o0k8QEJJ2cqZEJpXCA2muKASoMTwkr8BRwoGqp2KWhA1ZSsehF
MrGq8vc7Jsenog1bFddY9Z+qD+txeGtqtA1too/bdr9UR/xNEuMgjI0uCIWpQdLmeO99PLWvj5b7
6ydBpA8S+9weiMb1jBfuGmbeJFEyLZ0WV5gPFopxWZeRNT3pyNW8CKS068E2Qabr1s7zodpW/n9m
OT954LXk76EGBnIA2VBUEY2Evx9scrmcpEwtRQCyF66f6Hpr8nZxdj+wBYTL7XedaGJA5TdpDPxH
VdHkl7ETrynaEivJcMN/WN6ZfEQk9R7BY5Nfdw6+/Wh2poeRv8oG/0qwQah1+zMvhT66DMVlsFBI
hn41gxm8Jb1WdcUQi6iebbayW6sohMOrFiEx+LJWdBETRyIFE0b33yQyH7kVL8k4YnXHU/6AwrBh
gG8V6WD0PF1e9/CrX/iJlgVf9zeJzO289EIaTWEq0lLkVnHCJ8p8hnQLd7nxkifxmySK67PTLPLT
BJLfDFbUIz97P02O/Pka2F1gPX3iHZQpwaCNblHeK6UuPBi6LMkWqsOgeIIJ/y64KWUFYV4Og9LI
6PUw4ukOdDouVt0bBC9katPqKLIymBSoffPNRFfAR/5q+XY62sMmwLIbUGLb8Uv1aJ/uD07PSxsu
tbz/9guZj9DHp6HBSiz8wm6NwgRWVWxhb1Pjty64AnE0NrHNu5NKNLpr0/wAI2PP63tfgs/ffgTz
fepMzU6xiGMCnbVGMLyLmoRnkpTrbtHz/sPIZ9+DecDTNLLKxiqgLaLu/iC/nZ7c56/6gxfeL1W6
ftOIebqHaYJrF0Ojbu04gdWCeBzV2nC/3WhEITEGGysv21qYKoBH62OF8xZ7SmAQwouRBTa3arwU
9Pz2e5i3Xc7wEus9/cyO86G+TR+6Ax4WsF22pMfII80ZbUKLk8BZivnmUtmmF+EcyudcolI328su
2cs1aAFj50Fd+dHdiDQBNnPF7oVgcQTa986bz8i5bLoPHrQtAs33V2e7X1IjikfLxM+4oIiILIjf
BKE3YsuqhdVrHBilDvsNC2MZ94aozC09r0W8z7juYer0jwESE9xBt2VMmynFRA5yF6uN0F0FeUiL
5wqRIqTFR1vAOAcGOmwoFxXcXWPXw7qlIANpGciYxLKvoGBJLm62Lu0piMjHvRdXREPrzS7PSenA
Sa38w3r07R04m+wuAR0WRVga1KNkb9rZ698Ur36zNgbKqnM5WbGOOwc8PaJ6hRkv7Nbjv1scELmC
/uw1MdIsAssETj7cX6SKnMKImOHXyYlSLy5/DCGJJkdICdZpWOuL+s4xsAWf9jctGQgrK0vtxRDn
j2SUaAuJp36qCbpEp9Lj3RvO66UyIIaBw7yQDPqpHbo41I0wrX9Hw7kuiH0eZNLf/YddKYouWqYk
awbb+CR0QnceDJxqfvEskg87PfwhbgzD/Zvzm8lhzs8YpRCnBzkvnhOmBFkSEb3D1C45ghaRYCaI
Ob1BGQcrPjf09OgDn6077y3Ga3BbzFJ3LdzD73NjkB0Zw1YLQ4jp7NbxLjtlE4Lc8Y78XOFlKUjQ
bq+Zi3zLTZYsWuK3ZHbUNlXNqO87SB6xFu31V+hFnymZRjsHAHHXsC1eupkwJhDodHBhSBaFO9k9
2wnerRAwg+VJB241fyE+nZ/o1VuZ3e+86mOsV4FeCtluJDSya+5b4/MSGLzTY/BbM0JNUytIEe7h
Xb1hGhr9Lmi/sG/bx1JK6zdtWLy2GjDAUnvXDduRf4UO+LTVClPK3Upwgk/a6pLc7/ccqYtP7uxz
MVhsykWdDwk9w97O7827zpOP7c6pnr8E5zP2ueurl0oQv6nJuJAn8yQ1lQGBICWQnPO268jhq/sA
VnHXjkuLuDhTjoGQ87kQzZNGZWEp1XtNvFVEcnC9Hbj5wSUCxt/UYkBEnFIMIZwgqnJaj245TWob
g8UW0e3MFR5PyWaym/3X9BwcCv/LoK1DnFeASriBy1f7mt0GbBmKLYvaD41DS1v/+cLrQFsK8udK
Xv99JsIEC8epbiGis68bgBFtCxNG278C8Gfanzyqm2XXCXknE5G1KEkmcyVOmSacB8yqPOnrpiLD
tvyVbU/PP+Ng3WbOobtHzLuhBU3OSS61xOryTC5zKUajS6Wqhdz4bnNsnpCQUtZIZNgHNBFyLuBC
yuY3Ucx1EKOxSc4CRGUkf5J2KPcfPjlXfBGRZ9owtyALo6YyTYionO19/2q4GJU7BLnPyxcuh6gz
QcwdMGsx1zr1As+gCZCYPJHsC1UhzO3RHkLZbUwiPTZu52RPrlthBt0T9gPCfPLM62leugqKpItY
n4YCElIzuCozO02MWAw1faLJqCqzlZo4PCdoMe+jyDKiMQn/U1kq/XOWRWexNelt8x7D3g3R1Nv4
9td+QBMKRoA533DJ6ZqLY45W0cr0cikhLiPO+/tE7n2wT+dk9xxwO4YWQ9C5LMZRES4CHvEzVQ0x
8PZ4/+SB7toPAxUMJ0iec/2vxa/1fZRs8Jkj8Wtq+f8/St0eT3CGEGk/Rf7ogmL1cx/zcinX2I6F
ypmGbJyZK+GE2MDA/U6I8pFNa0FyE+xqX5ubtetjvO8XuQvJbk0oy5Cur/cOUnmf+iNo0X5EYCdx
OF93CQTmv4e6IDN7lc1GqCV64uLJbc4b33+Mwd/7882+oBXyy25l76+GePW5TMatES5KquVnnMHm
eIyRJCavu7UchDuO+8RTjYFwUxFOTZ1DDG5/J2G1VTLuW/lHJNhi41vG3e2T5Nkuy9hvKHoUocMO
N/8pInQRmmul9sr3CVrAEeoVdvoLGF5zeXqWPA1FRkOKJNFksM6cZo9aJPaGhAhWBDArkyNI5zDt
WI5krG2UZngGs+STzsUxp3rq8TqdzxAHJ6q/G1M7Dex9iDG21e3zXL6a32oxD2FolGV/poZpPB7Q
oIiJ0dt/f/GlnSvCPH9ymCcg3BKgiDPKdnyQfP24Vj+w9z6I7rnDXYs+9lwc8xRGraynJoUaLMXN
HadSg4sX2e7Fe6tX6/Y94I6PLzEt4pp9nyAD3Kd0MDEiAQVRqC4crP/BDiJKGek/0N0BNq2OD8R0
O6K7vLNdCo/mohkcv8hZJJt5LD29XHw8x1jemA1E55k+x0TYNvWmNM9KWeFI28PggJwCDQYcCFmM
nGeKGFTRGTzW56G6TFjzAgeGUlWC4Nymw5SP5h3II7Cb78cBq5o/ud9uqeY//3Zsd7rSJ5exNCMc
oNO5Ar4csnY+z21fKh7/JoWBjmKStaYvYCEvznueEuxpjh5E8iwS9E5EDt2OxXNv6V/88/n7xybZ
MuFojpXSWDjPriESCVfTifZqoIKAmusX5+MtlgwU7M1AXUVFZw1L1ZNOjV6P2kl66i62Iz5LtF61
Kx9s0+PR9y11m+pzUQyY9G0r97qVS/RJc8RolWBo0u3u1xfJ5baaLSLwTC0GSUw5b7E/o4BtHJ3M
bQLFdsBbxgkOFr2+mRAGPPRhHORzByGOWRPxpx4cTq8cAKYvxR+2MBPBgESvVlOeNfg8A2whiNyn
M6ltc2W8S/a61bnUL8vW/i2PhYu6EuVmMPGNUE9TNlJQPVQnu6orV7Cc+LQZJ7cfSONZmQNifbnC
5KaSumX3cFvtq3t+Q20WUooCOzMUJE2fNmcXo+5VD1ShE9NdRF5CHzMOpPh4fEQx2Uk9DfRS+lNy
xAzZau3WK70k3QpePrcnZxGwZ2fDuIH6qag67ZJKT5VJsiGYJhuppgv50k+cZ513UwwGc6xaw1UR
8BUK2YktjJUG8T5YP6/rinC596gF3TpqxlfR8s44JRccNc2LbLerFGRnPfHv7t7Way5L41IP3xwD
2MGYRJhOSOVC2nZMCHZdprZ6DF95FHKLmQlFMxTkJsBtobPrzvUuapUuLXFt7GinOLUfrpTHIhgf
Vbp0t0FQi3oZ6ifKZ0b059vGu/wezoQzdzZJez1Ui1qCFwN64+29bt/D231skdtq3NGm1fnAUR//
6tn4FsuSbFS5VLfYhiU9aVVQBDt7jGx1g7YKulzkrwrAswO+Vixnb/4YSq0SSjhgNLJse68kWL9l
9Q7y/xsu+dmiheoqkkzgx0PTDnOemgLyifDS0HfDk13dRsD7+JNgndj68AWi1Ntfb/lB/JbGHmMi
h1V3upwlJJdoUS5ajx90RDWrHPQRcGQtPiAzWYznZJ2satIUaLbdppGjD64qo4m29p7b90OGtTA+
78VazovMJDIYljZhoU0NtFNI7xWyfbcGva07urKF4o3zOR1ua8j5dAoDZGlTheWkDNKTN/hFoHoH
kbNdm/u5GPhKTtkk5AMkNIJzeWjBL5thg85qw5saXMbk2ckxsVYRp6rSFTg5B2m6xEWRGGOQ6Jbn
k6MvuuwzSYyf1J7BXaCdRwnJpKNDI9UniTzVz6W9Mu/8H7ad3QeH3D3A++T12Szj5kw06zZ12pDJ
QwslN+/bd+/pUhNsUiR2HsREpL36+4AHW7w7wDhRU3aqQrWFtjhXTbLFmiTPxYZO/x8uLTmk6+6j
/LhtlYuFB7BC/BdR2O3ysWTESmVBpugjQkd72uAmW6uxBd8+V+vc5ifRFv3Rb4lsEq1ThsKINZjp
C8h7Yhv98pNfr84fJi+svF6pP97zmSQGU9Lmv+eplWClQIXDo+j80r+hK2lbeNaj9vjr8QlbJbvn
MRBiNAiVK31A9YoX31IzvfVDGKiRy1ZtRonaElgdmvvcK0Dpd7x+VEpxil4Ozlfl3BuWv8SImqbM
U9zQFp373nu7ssgZafvNAE/DW+sfqNJxJC5GarOzZsAnb7rEUsaO3lTpHguuL9cWNPVparhRtsI7
TgZ/5HNsieYEWbXbeHQpxLG4u9gmuJlLgiE6yQeJ29vouq++CkohzNZgIS5KP5bjbHgHzTNmBqA0
WdX1OML1Ke6ojX2cbf2+wYXlRoxUp1smxMCRhBb4U2hBZxDZqz5oE8G6lr5WeCML1/5f7ZUBojaU
pEIxICzN7e3G+6g1u6p8c+egKzW1k79h2NZnIKQybk1JuRt1Eea6gXeIuC4hlo0XMgiRbbptp1d3
98Y5shsyq/NF1cqEvigvTrmO788ppr5Wq/vCqW1BI61vw0nc5Ha8BeNmvv3kdsVeN2zc+gUMKkWn
MNX17oJn2ttusPVle3+2PxKSrVeUFN7Ng3VFZO/t+cCdOuO4IBoDQ9FpNIs+AgxtHfTjnl95D9gS
zcr8O17/feYKh72E1a1Sj+/Ye1v0qile5ZXPg+VaLjqnELUdho/Ctnt/jRZQ/2dvPzw+nPwOHanP
MTh8wNDhT754v+tdbDzP7eBlHPyRE1AvZlaxhlWn0RAa+dmuoOTcGkJ9ESlSCQEGmPPV6JwzR0s8
ISfDynpZN1i3vtnz8kuLNem5YOYKj31stVJ0FSzuNVIkBAMfx614AfnCunsT6y1G63kpyUWvcC6V
uct1lFtSDbKhJ2QGj/fb02MW2dIJ3XQq52otuoVzScwtPiWtDqYkKslCn7tqF63d4yzXiittjbfb
93ixD3QmjO0UAq92p5YZhG0wghTVXvYe3+tPp9jpVnZp4M2p3QArwU7Ozt0p9rpwA1xs3SC8d48W
aNnbPP8dzG0WYwTeZUOVbmJHeMwvxK7WlMXotr6LkfRcDnN3paiox5M1QV+Mkd3f1/Yjtl75hu2S
Nd42Op+d2rzS8RJezGUyIUvXln1cT9Bt7OwPL0UxAA3bay5HOs9Er404M9io1ew/JrppD4r/BsrB
vWnzXmrqgNz6UIzTcEqnSMfHwgFa99tthllsdOzGFm1r/eTXLOnnuCWN8QvSvqz1OIS0sCGYrl+v
e/9Htd5zrG/JzZt/IAZRrKRvizaSpCc5WwmPqEdPsR0KvInvpQEhfS6GgRCts+S+MKntvaA16R6t
SatH8vDqgloJjEIbPiE171sxSDKNUnpOc/qtNq3jaCB+eEZ/9X3txRr6b7lZlSXfdaYf24QxDnmO
CXCIA4uS5RUbjEhg3wyaI27f4cUSoq5j6knXVFnSWN9DmrRYUsBg+FROgUHTuKk9fQyx87xGCT+F
78HN4Cx5ynOJDDq1UinEpaTAa9w0aCIW0LCAYBKZsP1e4BS0F21xphwLUFU8dd1AjQSnqBa2hkN8
uX2Ai3g0E8HgUaP3ArYNyNKT0JF6q72CcaezEyy8/auXbCaI2ucMkIpJzNOkhy6D7eQPpd00hM7R
brisbEte/fz7MKDURrHRhwm+z6YPCbzs9Q7bnbP7/YGyB3ErQYt2PlOLASVBEdp0FFS8VcbP6k3C
QoiT5GSig+QJlzeRZ3kMNMVx36rG1Rw23vv9RGqYAyrIoDfgRg88tRh4qsXSAsEBDrFywFI0OaVv
PAtrwASvQEhvyx+gPjs/BpZEEESXZqvRjOG2f5Ie17LzTF/e21a+mHmaGYXO9ISVVdKYSQExSCir
/nH7/n6/whgGVp3euahIPtub2L8tkodMLANknwlFL2awDDBAbhuEsrIbN16621QpQTD0Px6kzmDF
YDadYokQ93IUiLpCdwE6Nm6rxIEjts0lNuqxlVKIiFMy/BLRNWH3Ms8ill9GVIwNOlNtaBaDSNEF
i2QyMP4iogp9vI0rb/XrIbF9PIwgX7KxkJSfP1v0OGcyGXDCBke1jSMdtxjjX+/93WUngOKf5/td
na4/jf1bNQaaxnaU4/pMxWB0E7R+E6k8LNdGriq0ec01FAxuyWKA6dQMvXlC9PAEMn7pMSRrbtC3
bA7f2jBwlMiNJsW1QaEPsclxW7vbMQapr7JVj6f7yv8K+F7MMrh/y2RwCTuOGvDXQyukG4+NTNqY
GG7+I6rIAflqztu4jLffwhhsmuRWj9scClJh22R1+zYtpon1f4xOFxlMGrshTTMFuhjeB1qpHx9X
RUCz4ej7K7HfzeaIW3SfZ+IYv6Uy1SGcNIgT4E0cB7c65JvmBVwuDkfQEqQbKI5ScmQVzZuMXYhD
XOQXdGNgjNcJ3/4fa1+yJDePc/tEipBEauBWUw7KrNnlsjcK22Vrnmc9/T2qjv/rTJY6Ge6+Ky/K
kRBJEACBg4OH3EFiH32LAilbHupSCqcJE7oI0ryHFJQSGJL61HKJi3l4gtVsYgov5XBKkGT1SOYa
cj7myIBs5OUAPCz6fX/8wCB1ERh0E5x6IY53VKm6gIY/hzhw7zheiHjixbs3rB4YlvP8CLCCYd2v
rQzWU/ttfqg068GdTw2GpqIleF+cH+uv4Du6vdWbSZbLb+I0J8dI6Dpq1wOdnPMLOuwtjIMFaAgW
GWSk7+wkuHd0y3ZdCuR8mTYZKUGNXUX0oe7S2aLfER3kf1BhGN3zvRWfn0o7814OT0+g05/s5BU5
Ps0GQ3vOAGR1FdctrDsbtTMRS9+WRbj8MM43VdokqU2JD3ttAANhYr7BLft2KYBzRHPRl/1UrVvt
nVs7ky2y+xezofJN5I020x+XsjhvNLCpaOX1ngK0isZBZEAK5/ACwlv526/kq26Vhwrt9q91IIKg
iXZx/fvFU4B246QNq44TzJxnd5l7W183s5GXC+MMkJpnUTt/nJL/9j3C8Ocnwz1BWxNMmhemJba8
oGEwpjJMowN7ALeLRqfI84SQ5aXpj+BzUr1uPTQzPZmGIIjdjCgvRXH7Nsh9NxdoiXnxwTH4/Xvh
gNXGZbvcQeeywLyKVsVtIaiHo0krIErevZ5/0pfUE9jVTajO5WI4+71oHdrOM0iongcXnQUroYRA
D7ZdxL+PhjPdbCXoN0KIcFa7gYGtBwB0xBjYzcfFxVJ4VNu0VJQkbFj12fPm80t0/9v6tSKc0LP6
Z97vk53oeP6DSf5naTyCbQEH0CQvPbzS29kD5yJs4e4BIfLauCfKeGzWdy7Xx5njQDUHfVKwPhBj
vJSPoRUeswjgegu1wB3GLdrPVW39AfG59LCimd8FuriZy7yUz1ndtcsnWVTIn3dALMAoAqyKV4DI
967qwEfMl2I422tonREsHdQFfS+tFZ67tV4i0Mn/YHT/fXCcuchMsE0kNdaCNAimZltpD1LJxMo9
p9p19vEP2uge/8SYDiC4C1vR3+XiONtRIVZv+hJyoS6w8ea3YS//bH+KxIj2kLMb8/R/ptd3zMc3
Zp37H92edkClJTg1MA/vVvSMYG1br7fLtXGmJFemKFNjrA1DD84Y9lda0Q/RwkT7x9kSXQ/Sqlqd
ZWllDxQVkI/GNZF2bAc+/2gHT9esNU3amwQqCD3XvMPP9IiugeWEcI/ZuN7R093R7n3qqz56JAS7
KFghT9+sF5oEiw+T4nuKHx6ZXXux54NqUSBn2/v/e42cNUGpWO2VBTvpo5I5ddYorSAKB7ksUGj+
zDtUw8XzGDc7MS50hCdyXtgky6zH6lbWNGCPPogKMfsM7Ri/Hnanb27kfjRjtMKHiuBK8G2scqXN
KE2v+zotjncAtBCsG8/Sw4rvB2O1sBovOkfOwqTjMhslwf4CmoH5sWSPOeytDZT/t3VWQ+gB2YUZ
1LcPVeSPeKrnTDUqZDewSPQGgwYSvvbl9w6UOScXLfmiLd2UZiqyqRGq4EWrUy6AZEkuBem6xPPi
IUUEtIFVO1+13RErBOzWEqxua0sv5X3a0s6k2foAAhPeEcnD1noBNNyZiaXZd7J3tNGoyACEEeVw
tqIwdD8bqkbW4FJTrtepZlU0zJjpDKX1+u8GAOqV6NpvaeelCO42akkdK6RVoJ2Oc/9z9J4Fxnkz
OLoUwDvvhYWqlkEAcl7rIwOwDLyf0f/koucE84wE8rYs6KU4TjWkcqg7KcaWmY01hMCa/xYI2MS4
XkrglKHXogntH5CAqjEqdz+tfI2AQCJ4W+mEcjiPDTqyIegHyMHL/g3MmZH9sjMeEfqAv0Agav1k
PvK5XBLntaN4zpDm+liSA8OYecoOrHm4SqKM2ubT7FIS56r7po4wV3ZZjRPQgkoLinbarZY/so5g
9nXEbPdbwcGlRM5xm8ZQNkiq4Lhqi74goBN7NME15XM2ZVdFqTZCRL8C9BA7IhpHxvorMBKPf15v
n5VAv/mqQlHVJDHiCRs4u1HsmYp4IPS2tfvH6vCVhFLK2zIPcEZa58rNa5rsjMmKJLuJ7VoBm6SR
OapTTS+3FyYwRHxxoWxmVozrJoKtIwEt1XFvi6Y5bObyLnSB9xtZgW5k3Ks14/H2ptsUNJUwRSc3
frnDVGahtm+WMi7lcaaC9mlqDqsxct6UN/lPaTWHeyBV8x0d7QXtRftjqVhf6sh6fH4XXjXRMXL2
Q2sXuozzKtwZMbtpZWwU2Y2tUO5yfbzdmOo5U2VoClon2qfWXseq5Q93e4ySBcpZoPkig6hztmOY
g1nNolVD3s4TqBm9F9N52lnT7su7IJzZTE5cLowzGm1VYGotwS0DuzvZt7+0b++3tX0zHr2QwOcM
lgEjEzBbGos5w++SfWyhOfj5ae08AWwByL3d84hhq76osisw9XzioNCmZVESbGK8exSCIUXmne+Z
VciQ1nKPX391tF9+dEC+GtXI4YVqdpaB7g5pHmFV7T9Eg//YK76dLcoCU5PCD5+CvBhGmoAI9mfo
fgNnyw/Xbg8izywwwXwDLQH1+GQka0TTPMQPzyI+aZGV4pvYUsVoMgB1Vj0vEV+kbr5vrbMVhxYJ
LTqAL75PEQSIbrNwHzmDUaXpREAJsaokplwv+8hZB3f/wLDh/SOQO//jdeYHPsnDlOtLhRuA+Obs
Kc5LjXnDGiaFH2Cq3kWmSuCj+RlPgTZqdaJ+3DfNO3+P3sPH9CF9KQ+wVf8fLgJnQCpdDfN6WsU5
CBLfzq/y7o15iWKHpRU8oSAWY+rkbZMiunx88sBoggUUsR/WGJkX7/5pR1927vH40aAnZHoTuBc+
XVCbMZkLAyscAap5O58DlJlLd88S91E0/0IQGpjcG6XOu26h5OPsgofyhPSAqK6zWZm/MMd8emAw
S0AO1mcQ2OLxWAaj+jfUtp5RLhD5ls1s6qUo7oWS5nU10wLXDJguEJPhbY70bYghqA/mybJO3zAn
BdN6MKtnHQwkohISGRd++BPQxFGoKlgoCCG8zGn2u53tAiGFF8yKrBA8Yj6Yk2+8LPi8wKAlg5bO
ENfbSFQjNY4J0ZOFFsuHnfX1VPxA3PU8f33OHquVmV/YcbZJ4nC52VyEkuWGPhkG5KdWAQQOdYLY
+oNHgGCdooDB5GITsM7EkkRW24naeu5GwNqL0tNCHeVsyqxLBqYsrTqKJ8ayJ7svQI44QicuCk34
eU4KUp2xUkNO470BPIJ350uGSnTgPB06izoWiqu2a+9TyRYlI0TqwriExwDO0SUlEP224nC8nwcM
QYNXmPbrZNnd9Bh4O92aMDPlZN+h8cFqfen0no2WKOOz3sELtTVkA9kWSjAzGETz4DTjLA7oadXU
oLXqF5WRerIWlF4YYY7RbYu9LQUcqjpFEgfMztfpHTltg95IG9Vvx27aqbH+Ry/ifHdbCF81/Nda
NCwEEigWxl2BCdP/+o72ql825oDmpi5ZHgq5mR9oW7UuoKypF+SaG1bImFRBm56kEjuaTMniRlPS
2lFYk2MlL7olB/lkC75uXeOnndYIIyZmBzCFvzhmPC1NrY6qH0WL1RiqpUZsl+rsMCqFk2d+oOU/
+rj32+ZRNndFbYC297XJd6ZqlaUhmOq9bgX/MbqiGSYGYuvM4HumJElGYhEQGb8M7b79wfLEaspd
MM+WngpEbZ09OFFMhRBNUwkfj0ThorWlKil+K2n9PoWu2Vk6VYJR2/yF+jh8wzQ0k0LHQE/FvUCz
oqnyoQ+hYnmm7hEc0P0YRMNem7C9sVnITwvtEgc8N1/LAOesRaO8G0l/oEH6olO9P/TmOHnNbCiu
0tW1N6lLaANbRmyKX7bQ8d1arEB3tNllqjePQem0gZK5pllKDiOLvseMBDTmgLDA6UbpVSNpfogG
JcC2ym9tP1Ev7fPIva1WXLT3sWwTqFIQR6LNTeHfIbVRpsO4UNWvgyTa96Yc+LSq0l80ar9heqq5
15XGdKasIX/+C8EYRaggK21q0KPrKx2ljJRdyFR/kXSvCao7DF3zqra5N+R5T8L5WGbK822RW5pk
MiozZhLD0Pm+VCnumymiGfEjsOxZYXyc2jkSXdPV8PI3g8mAZBKDEIQHnEGswYELjk6i+n2xm1uv
3kWv7Te2WHFgje/6z7QVCSQCgevfLzAiXScrvRpAYELAx5K7yk8JzbY/9OcUpH0/woeQOD2ohb3b
e8n3W30oDsN8GAV9bFjuR/h0IZZWqaE0g6H6Y/AwRE52n57100A9uce4bW3HXvuHphO4Ad6x/0uo
iio2prYgAOMRr21Bp0kGk6Xf9r0dLuckdtAyrslfzcSdjolVMouUr4mMQlkCOhhLsOYtE7zOFSCM
Ug2dFDwOsQzUdBkD1Zckc9nlCW2+BlltLDaYo/NDXlajN8j64i6m0v5qQqn26tAoj2VITUdj9XMh
KaGlK13qjnHRnNpmer79hVzO4l/7o2mMgsBPByqYC65iJsm6ikmivlKZy1OZt72rkk7blWTMBN5y
y3Cwf0TpfCo3neeCkSwk/kJcPY5snR6YGlh9Vh4QFJzUUnT268X5dLEuBHIRz5jOegO4M/F7Wh3n
ejjPueyNUn0H9nUvaTCdVfUVknmSPtvRWNtN8eP25m6uGBQ2CiMKpUzmLpqpaIOmkZj4tDVLq6vb
t0qWHdVYvld6imLsEu6KWNg2saFz6BXFumVdNtf5UtfXW5dB+xcmJoZ9k2M6mbtAA53MrN6x5b37
Gj7WHXHIdA6NylcN01nwIbUx7mZUdMTXb0O9cN/hhBGDMKKZXIAUhCwooiVTfCPPvVh7CVrJr2Md
7OXZcDf3gJtU8lGu7kN93+RPehE8hOZ3OQgFrmMj+EDUqSDqkDHZFMj36y2JjLDNCB0VPyjvcNIw
P4E7L4Elhb9TFov0busAVN3EvB22Rjts/fuFoSumsR6rQFV8M2wsTZm8vJh3ZpV+HXXNUscDCSon
7jI3U3tr0kDwHzpFHj5OTfsQF50rzYPIDG24GENlKkYvIhhep4Fdf9Ew61FeSobiN3L9uqhfIhpY
YJx+ZkPuajPIjSYztFg4HTryVS0Ugfit3QfjEOK+FbgMTbiW3qfoH2cT4rFBkrx8Pipt6hZjZs3j
q8Kebl85Lp+x2jPj37LoxwPsYu9JU0Zm10CW0h7n166wRmqxr/pJ745xu7sta8u5GIQhsgZGEaXk
D3DVhbAER29mVar6lAyWMgBwqSLT/P6YNC+o9FijHp71brbnLrKbwa0xLIOKoOfr3nE2ztBAyKyA
HlXF4DXOxDC9T1LaM1yw0OwcqdADmxlZ6N1eKV9t+dhWVMmJwmQE1ISnVlLpFMtmGOPRNgQ7Jfyp
GNoLacAe0ZSuQaIjhgWgJcwZuvQg14UVTH7dL15VVX+iWdkxWCBw4dtx+F4Wgz0t+UGpot1Qy4ck
pILr99norkEUhowyXQbl2ycKYloR00xb1e+afsSry63DL3HntuQgB04cGr9vb82GOMSiJuwt3jay
wpMUED2RlAZsgn4VDsweZ4YhjNq+0Uo7HkzN7poZDnwk9m2pG8EUrCmmwjFYV5w6H5kqLCpg6hTV
z0LmFvrPPKjsnDlMS8D7f9SN12T5ldWYbeAqmNdopd0k2Ob/8AXoDDU0FS86PklpRgGTRmlW/Ske
E7tdykNSBadeDv7M5s9c+RNJyXM4agdDan8HsQo/X9jDNAju4Of7vu6DiQcJZUwzedsCdFoRUop9
0L/kmuFG1Fbn3OsT1e6Ztq/Tx1n0/uHzXrgL1yI5Z1I0ZZgPOR5AmtQDYZiS2jMw7OpJ7ZLRBSo2
d2hCi/eW9rnXZCSzuzw2Lamv5P1tJfjsXK8/hPMzZWLqMYy66jMpkTzAA+uHmS2ZR5tBfrwtasMA
QJaBV84aKRKc+LUN16WkHUodi24i6iWU5pZO49eEOcWg2VJ7H7NHjVjlNLngDbP18i6TrOUVPJd6
cJ9Pnjn9MnprVuykBCFvapVm6t7+Qr7l51/HcvGF3G6EYZR2TacCvlcG7xT842HnEUxqmycrCKZj
lT2rCvVi+WtgHvL8hPAvVO5ivLNAni34FA4X8elTOHcLYlaNLfhUvzds43mYPUW2B3IYh31W23nl
NIkoR7p5DZhONIzDkolMuOOJqox1BjNVXyYteI/He320lvGE8QRWoikH1Xyvk2qvlLsJ3FJF54G4
bo7rXRcZCEu9OfRR9jJDwVfx6fiPfcDnqCpZszAYnHmtNLVa1aVU4fnc9kP2os5x6xbhMDnyvJyb
gEj3i5ZghrmmGE/J0DIYsEJ2QfjyqARGhoyy/s3ou9FhgW7adRllTszMYR+x9gf+k8/wbH6gqvqm
dEZ67IyseCxTNb/ru6x3JhCq2HTJ58PQt8p/YXQYQeYHoaSuso+M9YXfX12+jrHFHymQcbCQH5wf
SwUsZCYtJbs09QfCQqOwSllhljFopsD2bvkcplHIxsMWKVROvyiaD1WyQL4+UKdu7IjoYDeOV1p2
adathuWhIITj2WXXo9Th+qmJs1SRjODiDN2QjKCOCuLnet9b6L5tnidUdpw+zqJfGopVJ0KHGSO/
2rTYa6UM8o2FnMJUafZqFs9O04Tsx1h1qNLFdfablQWa+7M6Okl1QAT3b73p1zERvpUia2MqwPUZ
MvfuS6cwS2plIL4cgqqNqoMV1b3q9FPa22ocjH+dbgSCENptqpgQSxBlX2t5MQ1K0ncD9SXw6mIQ
WVn/vbrBYKC/2JQx/5Uy7riHOGxomI3UD4rWSsraqU3TIvqjHgd2mPX7LAU50m0Ttv4kv4VApelo
M0T+i+ncmsq8HIyqS6i/qHCjOZGTc9Y3xCKRCaK/Pkncqtcr77ZQvtLzoWSmqVIDoZSCmIaTqsOI
dTSLNb9Zyjc9pIeaRC9BzPagarivBz8Mp127xEcadAJTtXGj8E79mIdDkfDg00QTK8DcO5jUZ43K
DhhjHLlJqU0uGybdi1NJx6xMKf7dFGEjONzVBnI7vTotTWYgG0IYqV5rT2DovRngxepnA7PSMoeu
vjazwH1/fiUQPP0MBvaoNZv50TlxYbDMSkEiCnUMP22kxA3nGF3FUi2q7GxtIhhpUHLRoDSEN/dT
LpVJMmuaL3eDP1JiG9GPKThEYYShNAFStSKOUr57ZVWYtRkWeTW8LVWDruu+WNcgKXrfVabmT6ET
Pq1FFtgd2QL+q5utOreb739yUfp042ogAlIRaxLUVmBormXCK7R9Vea6z8B2mXtyuouXYTeHuV2k
IlqKLVlIXRpIICGTQD4c7MX61KkOexSRdN/o1V2sSy5qhzYzpR0pcotFb39//z7iO51SJKPBjni9
tF5pa6kD96bfSWe6HIFRLOJdWZLIUtPHoTdPjDp5mQreMp/VhsoydlRHjAAu+49X9sUiG8AdIm0O
DD8PRjcslMEeNLwXmA4Wk2l0dJInNmswYe/2aj/fCYgFA7GBsGltLuQuXsuipcR71fTVJp29Skn2
TZqEh9tCNiqE11I4vzlLVJVLWph+X0dvJEytRYmfcAmdwCw90gZOLdUP41cSuhmL/BZIjyF6H5LY
rSaBofmsS/gS2HRkpNYx5rwuGVKNYRl9aPpVLbt5fEbKu5p7S2WAP4eCI10N9bVRu5a1hqsXRxqw
th50+Aof3LsPiznhGa67JLuvskVkdDacxioL6VUERBqyfKt6XcjKppHWaO4xfWXdUmmIf8RpO9ly
WqVOHzapXQCkfAxzfXJgZ42zXqcieNCWKoE3DVlXmHKD8dmRKS3nYBhb05eiwbTQ94uqeUWp4AA3
V0pkU1kbM3Qdea7rlbZjSOWl6E0/TJ6nqrKiXMPQ2/u8LuxJzndJgNnCoekk8a/bSrx1mrCzSKYh
36ChgnMtVzWGqa9C7HBZ5/VhGafpUQvlsxFN8pnooyy4M1viqAb7CnoDBSlDzgqlUsuKIV3MD48o
Sfdj8z2O8HhRREmUrWO7FMRZADaRcq7r2fSHvLLxZE4wC+L2zokkcCemxfHcjzkkyOgrY6+ziAhn
y3SirESRf4QnUnn/B5qLhkqdbPoTpgUG78Njf0+WXVd5miir9vmBSeFjNZMwKALcHncoBSYG5lMv
mT4rvwUFWivtHiNUZtcuJmvUjn+/bVBxRGIGlVFo5sxHbDbYtEw3/TwNOpuWQWNXCuimbkv5HHlR
9DlR3VAMVHfBr3mt1kOn91PTtIZfSF/KSbZnE8wHs2ApIiHcvlUpCzI57gw/USOrHWSrUs7/sxBe
kcFuboL7HivJQlut7nTNcGIRgGNjJQi18AKEtuFFz8MdmIKnuzpHsj/H4X7MAj+uU7umjXP7VDZU
Gq8omBokcGX6KVRt1HHUYimXfT2OHRaW91V4SqnTZPTrggnfejsJiOA2zA0mGuomgiwVJodH7c3F
ki+w2LJfGTtdezHskjQWE2VotnZPpUhZIHlG1E9PmwLjKPs5X2QfsfOwN+PMAYeV4UWTqNazJQiw
F0xbAMUTMnacOzRCjLzsVOxfopXfMSHILiL2MDSjwBltitEB6DEpDO+nvCsKnrpaBhBDUrQEG+co
ee61L3+vCmt8v+azoAu8dYuqVK4oa2U/rztrbrxiGNyh+j0UX01M5BAsaHViXMgCw2ZC99a0Ot5C
19agwKPIRB1U9sO7Ljh3denUuo5k3bEXPDU3fAKhFNXB1ewgn7Lq40W8kqghaGiMTvYl/ScN/ozl
X6cj6NXvc94aQNuURiN+f5nvTAxj/69+H3HWmhBC2P4RpVx8PwHZZabXg+z3Zt3CaCaplbJmf/vo
t9QL+S1FBmwDeQ8+oqq1PGqqRJH9tPydEaDXgd5QCkFcs3nkF0I42xxoigQ4j4qVDBjfHQz30ONQ
i34Q+XsJWv3bK9oyM5cr4my02oZhOnSy7HdDuyPqj2ICBlkHj7MkUOQtAwoTrSGyAfRR5mHBZNYp
xthAEEWa3Qra12l5ohCpe7kod7GpyrAy8ApI7sr8MIYAXK6MtAy2ukVFcLF0IgIzbO2aJhvQMyAI
8A93RBRzFxY88WW/yPMfakef5Lk+ksTKwtT7+/NBcm3NbQKcBBtwfS0jSVswWoJgLcTDNHKtxnPU
woxGgRpsnc5qnVGOp7qKwtS1GBPYuShH5OODpdbq7zrFlZAjVgbDluUIxWpBLL11j1B5B/YTb2sV
Ka5rcVWcRiVBCsE3Auk+QaUa/8ct02+3924jD/MB6IW3QWgIfMGqKBc2IU8AI9KMeK3w1+cinPw4
1WYrKUyv0446660uDi2l6Z+6MjxNcuYEy3+xrzrUXoZBRTWcD+YCNWRxo6SKD3Y0i/avpfnAUoia
d43ulNnj7QVvneKlNE5ZFr3SqyDNgTDN0U5GK7cN5dFCVs0MvUWa3bojpSBa3TJWSMlg8PKamQGU
7XqL5SLNGqXTEKYEOxpjmuE47FT2O2kye6DTz79fnwFEIkq7oP0D/JETVifpQFNAiDAfEnBl5vfI
wZjh7CS1BQympcWZ4Pw2l4cp6gxABiB3eYl6EhJlKqGoKoDBap5aQ1FbJN8j64wgU4Sa2LoWgOzC
QsIRI5rlzs/UMTyxU1vFr+KnSj+qwVlLROON1t/gA4pLGdxNz5e4ZFqKOhWIKS3gvXD9qN2ZL6Oi
ODNVLVrsUQ8b4l+diKZiay/X2A/xjKZjR7mHDTxqr7Zjo6xpvCWqnTL8NeqSPc07hJsCs7m1kxg+
SYHnRGYAt/9aU5RoIP0cQpZeB26Qaq9FXdldmwu0f1uMhuSgqmrqp6AJLkibU6VH0a98JL3VQkHG
rBII2XI2UAZUKoFqRkJw3dcLK4Y8ZC0hEFX8MaztMd2F0mw15sMyCd6EG24Tg5KBKQY4D8Et/7wt
9KqV6PoWmLJ0sSaU6/Zq2aru7Tu8sZrVTKzJImSMKJ+1WaiCGavFJPtmn09uSGjrkkUBccPkhGYl
CSzixgHhbYPkoo6oFslcTtvLsdRINCKWoslzYpyX9qladrcXtC3CoHiqIepUeA8d4MHUBz08dAY4
mSWH+rmY28EG66vgfESCuLVMZptWNRbr69WfPvar6HHWBEH6pghUYtakIUV4yznMDjVvNV7XMi+F
Zc5H+C+rEG3Ypp6ZDDEggicNGJ1rfc6lWIqjMVJ8ogTdOZ8ZPaBq+vX2qWyqGZ7pqBjADMgyt1kj
+lu0VKkUP6Nj51SBltoS1YJ9t0Tte8wArb0tbwN+Q9do01yRjOsjihO4tGzUSoxu9eWl7g+jJC0O
Rf+pjVSPjFyRFLlGnGs7Ja2h6EOCtgpFrZxBGkUIqK2Vr/lmGZkxGS3S3Id0LEbMIyUIOcrECtVz
y4LXoXB0qX8SLPkzngTXF4LWsY3AlfJE/Ooo63Mx14q/eM1paY8d2UeZtUtfEDJ2As3ccB4Urh++
Y832waZfK82E0sFgjJAF5JeFeZTBjAAjVSyjqjxKv9xe2UYctSIKgF4kChoC+IVV4ThPcouzLHM/
L3zJBCRX/76Aisckr70psFHb0lDcgnVXgQ1c/35h3xWUrOuowdIaeODcnVCRtOl73TiKbt1e15Zq
wEn9I4m7eV2XwPjnkDQolmT8rPLvozbaeiE4qy0rciGGD3qzkcWJNCJoas2vg97YcvQjZ4JNWz+V
C2PWJMX/LYUnNQincUzbYdUHy9yV1a433Ltusfv3MROsZkvzEHLKQJkSZK9k7ngWZtZDWk4IJUil
Oma7FC414uaAELW3i7wK75cuEnnJT8sDRhLRJrCzwNKgHsipexsnspEAA+Gry2KpQXgYw+Gt672J
sQNGOFvx8j6m0ett9fh0bkgzrWYZMQYgcwDpXyui3MR0aAZV8qW8vJfqQyLnT0xrRRHoJ7OxigEW
dkWOrA9O/smQVbnEKAasZHntKOxFf6e1VaNPCq13odfH9WEqBMnUjZXBFaCQi4YltNXw7/UiXdDU
QGUMYAUEKWl33bBYbBSopEgIZ3hnGP+hTtXoFMuHKHbD1CHm21+f0NU6uK0LgkEluQYRkd5aOrJ0
uMGVIMz45J7Xh/LFXnGqJ9UMj7pxjk76sfCav/YZ+HWASnCbkHJeu/WudWyIM/w8mppPY3GHnL6l
fWXGt2zywunYlX/CHAMIh79X6zVvDyAuWgMVJKCuRdY6rcouX6LTPAL9zDDqrzLsaRCYiU+2dV0Y
8kprXwk+XOZs6xhGKAWBPf6EGNuW5BSYj9ZS8uM8/LmtA5/s0bUg/hklF6YutSqJTkMS4PH7NY9P
gb5D4yEmne5ui/qs0cgEocFwBTJjTZ+cbiCRUm+0/BTj2tSo4GWYUfvX3gI/fCmEO56hpUiQLBAi
RcFRZpAgtV6e//XlhBR0w65hrYnHAKfVwQxagiGh+Wkxf9CptYvsWESCk/mMqliXciGEW0o3RCnS
hSQ/GSEAU/noDrnhNFX6NpvDGQyGijVikJXaUzeagUIkDVoMq/oEnKI9NRWakUTpi60D1Nf3LyVr
ypXPhEZRV05DEccnFp0qzUCZaleLWtoFMijnNegy0yRSovg0se+NzOz1Dte9KE8tkqJcX2KaRqxs
G6yk0b9obWXlynOvNoL4SCSEs+Bj0c6YGrNuV/gUy5WtzB0GGoYCA8uz7gC7iCQ4oBLA+OByITd4
vZZWjeOyyeX81A6ZlZrRfg5AekAtACbMPj3LfeWWGPQIZoCTUn6N9d8ka7yhzYHXTu00+w3l2cst
PahxZS3N6Ny+9J8NGd7n61hHAJDwdubPk8nRWAHHVZ4q2gI6bEip1yt6bsdd3roz6WOBkfnsb67l
cSdrpFWopEZUnmrAj+jSOkH/P0rgjjXN+ggkz2l5mjC0Udd/x6L3wudo7XoJnFse5GCONA1LQD1z
6BurSSBH+q3oj02pO0iLuvokcKSiXePsWZumeFJWWXkipeYo2nkwZMGubVyGKz1Y/37xLGFj2ZR9
kJSnXtlNC/MX7ailsYCtYFMIiPt1A4kAmfGv5lmLozCbqvI0o6Zio3D7NlSwIUHR/L6t1Vv7tfp/
PNFx4VBVv15NGsslGlzr8pRHi1agZz6md+gOE4GhNi4PykEIbpAJ0gCK4q620gLHLaF1+JQ/kcCw
zbexRa/lKLAgW1IQZIDmQEEazeSf+G2XsT5GVHNKJTev5Me6lP/Q9gDMugiMsrFtOBm0zRmI2Uxg
da+3rRjRiDzoRXliS1H6gR6pHovb19tns6EEa7lTQQ4BwRGAL9dCZHSIVDSn5SmRw/YwKU34U5pG
TPJD+k5k4re27lIWZwtGM1WRGoasePki181B075N8Mm0UEQJoc/PnLWuijwaLCngAh9e4OL+dCuN
Lxl03FBD8jJEBPaS9ruqaWxCMmeQc7usw/ss0g9t93B7Qzfs0ZVobkORVMpXZgjcKlTFLei+6mQI
RaPS7bJ3ljSWIWWnHkMArdtyNzdXJUi8awgWFYOLgZU0aJW0KctTa03mI1j7o2hvDIfbQja15d9C
+FcqCCLAJTLgJsuj6QTVlz6JTKsA56vgALdUH/kFpPXRGoz8PreJwInKFEUEaGUX0SMpy8mZs3oS
bNl6ga7yGEgt6CbIQ9bWEBXVkWvdV81GS2kQVoieUBeUcn8y+jtkwn7FaGu1GFUFr+/N3UMzCPRR
QaWJz4uSsqeYSQ7VMOOycNN5KV0pa0yvlCNVsLStDTRQt0YRRgcNDW8L27TX9Iak1YnVwa5VW7S9
BloPjMzf6wNgRTAegKCiR4JXul7J8QVldWrNh1mvnQgvoTYf3NtSNhaD5MEK/QJOCvadO6cuzsyF
1F11ovJORd9cm/8XcRcSIwgJ2f8j7buWJDd2bb+IEfTmNZOmDKur2psXRs90N733/Pq72DvuUVWy
TjF0tqSQRppQg4lEIpHAwoKogNKFvQqDJuKSoOpKNw6Lk54n+zyYvmUx+FYyybm9mKURgFkDTTR4
GYD0BNXbS6NrkzTOBCNM3Sj65PJXvApk7f6/E8FchE3a9m2XR6mLYt/QhQRNFkL2fFvG0s1hGeh3
QKIWQFOYwOUypiD0ukqFjKQrt566L4Pnsj/o/oOUODz4afgVS5vVcnlWL+UxalM9D2UzEfIM5Cv4
w0jj7LnXt7xh3l7Xte1BNCTrQLbCK7Bdk2KMP5DBT92iNkjmq/skPMggZ/i3UhAOKWCDQK/er6BL
7elR7qtcNqTuMMjWMD50cmauJpOWWwQhuoRitoSoCFHEpZCyhPMsVTzu+3Ki+aARuUevQfeDWUMU
zZa5U+fJyrqWl9ClSMZvN6PYaG2Hl36kcFToXzSg9GAQ/VrafrlLkGMAfSzPKVrAES6XBmBRqA68
CDm9bKXokDLANLCKob2yGiAPZjm/NBUKc47GApdQrGqpKxYJ1TwBr7IUSQP+cXWrlh4OXvpMEuNH
xynli0aBJKN9DYeD0a+xDi0FAJElwbGhN5RH2pfZGFHnBCSURm9fppssru0xXIPnLZU1tyPN4E/c
qgB/ipdbEmeBJBR1buy5trJi7sVPJzR3Z7tMLFZcwbKte8ZiAbwE7hY0JOH5dylqnISikqTSA4zi
K2tMg39BwcOeNI+II+EmcdNxOzQ7c/r4p0AmoWhcv9pKTWgpaw00SztEPmseiQEUL6DpbKdeERnt
JHUT6M5GvXcLrUusqUeZoDL4dHPbZSwBVXg5wRCB30OxStWMeYvPYtqgioB9jRsPtZDGKfTvJogs
qck3mJG3G9LkpGY8Mvk16ZI/YTE952L0r9+LM2JsrlEYAKkumA17UK3VeOVw+0LqTFFyQ/8589dy
TUs/j2WiQRzhEe58VAEvVznkhiT1DTKspezZhgoyyvHBHw17DD5a6fO2Sq/sHgwVhZAZP6DiyXgp
S1eqUio6P3TB2fgn0T4y4T7OlJfbQq6cPDiQeTAn7ANoQuZol3XaxKUS+244lK05gewMnCfyGk7l
itowEg/3MaqYMA3W14tJW04jktNA2x3AynIn1XeRfC+k3U4e/9xe0Oz1Lm9ivHpR4daAyULXo8R4
RTENQF7jcUjU6Z2ZBvUWyWlPqm0Btfak+CnVleT+cpcgD0318y7hhLHUjW2AkHkKjNCVvXEjB5Or
FNzeAJHG7WWxGpyz00hPoGt7JufCLy+NIZSHSQvjFknOMO32Zc2VKCGlmc3nHGJn8IbSCNr4l0cK
rXdIvKDDALgf/F1ikldp5CcyXqGRW2c7TnieS0rNz+11sfYHEeiFRY+WMDM0LgqLtRdqmRiHsRto
aM/JB//RV9K1Nu2l8hQ8NsA1BEMXUcCc9/DMN4W9Hhnx2MSuBwibDmyFp4nW2PV/czAWRv2atbMm
Ma8JgCLQhwEspWFZjLhOyngFPG6uViNFGxEkL0Pt/bbe5v0+N/NfGTryB8gpwdTZmpLW6mFUGUPs
ZllBxwKQnPxTHU7gMiBD+5Ri3E318e8lorMXdwnCTjzeGGOYUjFMCz1O3KIS/lZtOJ2iXO6POhy7
WdZVtA08dXSGsq+duKzXGLnYYz2vF7cKGJ2QvgBjCGP//ACS2oqPElc2wF8RNfqmaJW3Ru/Nth8c
adqtBj3XNAyMoDrrGI2+LLH/UDVyKIJqzNUnsTbR8StRr29smS81knBxRJVEyq204j2Sggtk5bwv
oggsGO9wYJPhxpDLY9GzXMu1+qAkmTu1OoLVsKwcRUg6KgfI6mp1Xzh8U5RWLBbtRiiMCLyYQ2Rs
s2FoJZKp2WiJitI95I2X7MO0yh+SlA9XkklXDi/68zFIDSHujAljfG3nK16USkLiDokWWwknVx+J
wlUreYkFb9OvKoCiwy6AxkdkSRZAI5bpQqknrvecFz/REXjH3FGfQMToHWKRFgMtviVuc9vcr/iM
GVYP0CPCGRwx5hAbkqeLk4DtL4SfqvsO7kRulz5Gz7elXDHrCylMWCq3Wp6i3pO4cbb3ERzFBRG0
J/BhlUpC+DWaH3XpNC6kMUdYkRrNLyIpcZtUGWgvVj64axTe8hJpsvy68c3bq7viCIEVAf0Hji5I
X9jgovPjeOb/SdwxB1sj7vtdKq9cv9e2CfYBpqeZNwU/7dLXKknc1jhBiZu3RUAVjMs+4FEU7DIh
0U65mEykqNYizWubBpAKnCHCamS/GZnIIIVNnMIeW+80WgaZiDD9Dcqf6Pu2+q54IBE+YA6YkGYE
cvBybaMelLxW4RledxyaSn1fflBVtT4UXlZaY88pW6Rbg7sx5/4ANbtWGrsqfWaCnd/MYBhhjIWL
0Z0OWpzULYfYDpJ+JEX5rpXAZ1dWx1WPUx18ZPGKxVyzUATXyD8aSJUhoL9cci/3JXCsKjIPXkzm
2ucQ3HvVo27d1uw1w8QNjVoMgnnQbM6/fxYQZCGmu/YVxCTNrgYZjeQfirWS/zXLROvkbyEXHYcs
rKCXlLYf+VlGSLQNwAuDQLWK9GuzN9ghsjNBAtozRUDB5ncJ0NOXiwk7X+6NtMjcsTiFYYi0EE9B
wR3V9xJP+Ax8e7mdtsAUfFReQ7jimBumxxlWpfqkjzBeyJMAsm40NEaHx7p/E4KN1wW7Ylp7GV/T
+vmHzho703pb4PO7qM5cCSS6KFiTSbKnOF3Z26UJ4TED3idt7owCtoE5NXxbjv0YAycmds/xg4Q3
9yQkG1CTr11Ly+UgOT+TWALjCrYT1g00ZQs0Y8Fn7pDmRABnEyf8KduI8FNOZ04QpQeeqAmehfhR
5zm882OgUyfStYodcF+3DfpKuKAbQBehlUhChnjxWMx6NIONqgc8TmW3meXdJYbTTF9hukOAYAdN
v0knEZzZ0l4fvgolvC+lio7qTx/at79kAWHAsb34Ekb/k1oWnMjhS1TNlEcLiKdja3V2Zyfb4KTv
uq30kHck7kid2EV+N8UE/Re3v2HBO8F+A3OtFhLwIOCmRorZfOutgMYWad+au7Wj9wuSuYzCL9fK
+MiwajgubQz4SKu1BLtzm61sCU+Gne9w1+3i+3A37bt9s9GsE9hjbc4Ba7CDs+X4x59N+lhhELK+
6ZzczCywDdvaijtd3lT4Prx3cBbm9xs7jr4cqqgEEWrmlnFc2bE04fzrWkWFpG0dXokkqw5Uz8qy
Zm0LrpxCSJ5zJCLeDBr75JKmJFLFKMrceOJIUzhlS6uE1M329k5fEwP2JoDq574vJDwvXUrKISzg
hzJzeSVJ8PLB1Ag5P1RJQMO1dMw1Xap4fSiA+qIN5nfg0pn3MuDLdaOA9xoqkPUpAIu2nSt5ezCp
AY9TvivxmoOZP561rjl6mrly0avAdkNMejICQhVkblJuFb60uf5bw8KiDw9N7J6AhvIELLG+qwib
fqXle9GzMJ+gM9lsxgbNkF4DVGzmVtNfI3BqAQls/z0pm3lmTpnft8PfvLP9duVFsSqX8R7eVERx
lEOuoau21htmWp/yYCvsDNhRLtGpBf/j+JFrayXJa95cR0/EnOaWsXQm8ojEfMq6scJR4aqIBnEW
oRCPnJFQ52s1tmuWhPLsTIOC0MrQ58jrzJICeezRMClnbqiA5tcIAs5pwZJDNK+f7NxoIitStRZ0
hFm5clx+Q0bWpM5Es9N8+rScEuDYM9dXFSrF8rOhfjS9LRiR3cnNVmhUAgjiBJ7NR2M08b7sh10o
vg5VcvDUyhmbExL1G/Gklnhl3j7KiwzybHLn38ZsvSaHkgbeEWy9sRM1sxY2foA2lZnLy/bHk2EN
eLPg+jJWbovfotlSKXNnG2goMNCFEdyrTWmUGZSSPiCRsj2CA917UXP6XREB04V00tDEEklBXt8x
7YTGJtpMaEFD27fnX8cm4inLWwljluE3tIHcEbLpMyhaYTxbUzWqwcU9HGjmtGFO8/E4pXaeZE5A
ysgg1bRGE7c8AegUnDcBSFWk/NhqOWa5DGIL9jY3SiaFaJW/9wzeJ1xQbm7v9NJpnwtCyv7S/qNK
qkU5bgDr6/S9F2uvPui8KlmnFb+iRHnhQWdJM0x5pkBGA9ylJIwo6pFFAVDDaIM/yC61tEvSYOWS
vWK4l1IY+6lbtQ0atQOySzMQBDZULL6NsqR40dExn0igVJbQYrgBZ2GsQk0KRV7JzV3dOmS9Z253
dHb9fuGZR1HkfuKGWaOa8YxEbSUcePH59qYtnRYWid5j+CtpbgNl7DEs9Trz+D53+3ut2ZW0UMgU
UO8tDlb8wPLddClo3tOztehimUUa8PhuY6At3uQKp1Nt5YmvVo79VTm/533OcGNFl3LGWJLLqOWh
s0bBaXoVokejbmlY7XQQ4d5W3lWLP5M179/ZmgKvKfXCh6wG7ECSNQoB9UtrNRmy9BlQ3ZmY+TPO
xERtxcmePgDcpVEfo9E6G/gn3+pNv7EG0b69pjX9Ma853derNB2F3FXDHz2IkJh8SJD/49RVopu1
ZTFX89jGaVYkImBdbY5uruwQaUNFRHEgItDOXWZ7o3AcJX+lM2htgfNnnWmz7jEvK1GxwGqSD4kn
b7SoM5V+gxwF0aQV3Ob1NcLpatqcY2fpa2th8IGfViBs+PHCL0VsiJISGKOQhlQ7DUK/YpLXV/eP
QGb7sgn4krGEUgXlT+SRWi8xHNeTj+rDbTO57h1Br/r/V8bsntohtApAXOdGodu+KJz+NDZWH32M
VedM/cZA3G7E7RbvdLRIrdjobxvK5dU+n4h/hDN7CH7eRMAbvHABXc9IWNQx4ZQYmfwKsEviq+Ob
JowoVgCDqVlRbIDMUirDV09VI1NNo2ynNxwoPjkwea+oZb56Fl+mgnkRryRkEWTmrKa+0XFeD7Rd
ehfuS8pphHuOT+2jmJJpLai+Kmvu2Z5HSgGQwLg6RUprIxxxPQS6E8pvUk4kb6DqY93Thn8XdcQ4
hfN/WR8Ujx5ZkMbgzXR5eowEt0itwBc19sgrlme8deWjqDuq9MD1z/70PZQrN9S8ClajYHkDuBqp
Q7SPMddwIQi116VwslORnQLDODTCaN1e1bVTivoXsB1zznnBHdHzCQgMMx22rG0auIE+3QdtT3v+
lHoJCZqPUl4pwS5SGSA/BYIDj2hwveEZzbZ7VsPQG6PUDK5Y3QmkVKlm0O6OTw9BTbjO4tYefqxf
YOUxV1XvCSr47NrBzZG0qWl0zJ+1u9L0SEMEq8cs8q/UDA7GSkjIKvY/UpHoFkSYChqhLq2lQmIQ
9YdqcMdyHwJ0nXU+0cv3Cowq3peOARHtvw0zIFGbsUYYv4OQF/HhpcSprND8kfUDUkTloSCfuzXG
FtYcWQGM36slFcODwmFwe+mQKyDd8f69zi5WwPg2KdcTXkb101XjwepRkGwL4vlWrEgkETVklgr/
3wIDmTWxDYYYEwWgOngJXKGUqKGAQw9tzmut6It6HyuFOcijn3hGIXeDiz53W3qT7OaPq+zGt8bC
DCiav94+0+yEW9y3syWgnWnu6Md7nNFjU8lNKvew+J4GJ3TpbBVbIGg/dWpbcWQT7br72qms3L2b
UGl0ub2yTc3c/rr9GdcO+tlnLF9FeJ3qRQt7iaNtN/pIjqu0rMC306okjkzeR4JgoiBnebkteLbD
c7d5uXxcl5cHYUz4KvY7LD/ZFk+95b23bvGwNvhlcRGzUsRLKRhkEk2pASpMvXaT2hRA49yHZhx3
H2X7JoW5xQ8KRhv+kWOFjKAkxkTXPi5W3Pfsu24tlfEyuNX1Ummx1KcTXaMwWjEjJJEuV+jlWQX6
D/xwX5QJ1+sHORZNNTiALEmMOFpXOpk000sfysCShqcps9GrWJQkMSjoxcrW6Uo777ytHBd0mhx9
shvjDnHhv4z7/rMRCMYMTLVE5pSJOzATqhsbA0e45Z16ANPSDkjiBhWDtWLzlYsE9vyPIMbBAn2t
VwXYMtwKEwzJdtdulO1ty/1fjOofEYyL5QaxA9UBjkxjijTCqRVsjQhm8InmyeDeVEi08ma8fkiB
JUKJcmYLMBiJuuC3shfxgxsKANok8wDliiTdd5sqVBtI591FDXgKjJVNmzdlYbhnYhkXNan+CH5J
6HLgH8EwS5JXH/PwOH/lRll0Kf8ax//IAeXipQ0HgKPwlQw5kvGpI7184jAn4Bnd6rMFB++d/1Gb
RSeRqRHxz5CuPUrmdSzWiUomiBMxT4NnG6PEQvFB1Qn16iHvSiFn9cUPknZgqKsxB6WzueGZ89as
aD71t4QyDjBp+yboEwjNxPRe53KqAIEe5TspIZgM4XdUF19kLdnyOK9BZoGEfyXmWpTMftUO9y7h
uKCxlk1FCJNe9gCbwPUraeZIzVMrxVbj1R9CCbxRZ7XauC0RbmLMLUZGUYxx3sfCYxdwVAzybexj
+siHZhzaxNul/sr1sMjIsx/HBoToWOVAhgO/piq24qVmY5zQhyuBnL469FDJgzBuC2+NFfjqtQTg
CJ7CoAIBoealKaLLOPWmfhbr+RRjRxuJJql/qDjjcxoUS9e5tXLLvM8LOziTyNiBBGLVamohUXnk
Nk/eSdgNO/FUmsY2XAk5rjuuM1HsbZhiBlE5QFSNWcb2k2eqpuLcWSqZnOTOXUslX/daZ+KYey8r
wwzMtBDHgUZoosJkqi73w6VmcZ/RNYb3RSn612DOpDEXYaAbcQg+tMEtMmU7Te0G3HSYz0YUV42c
IDjUMloVsheJn8vkMfE5UsXbbsJ1VEnm7Rvi6oWvAdosYhwREhrMlqqTxuWFL+JTWkfsDor4VEgr
ZrO0U3XmqgEAAFxigMAxrjmvi0Hyc2F03xK7seAR1wKLpU+EABU/HS3X4BWWGFuZxloKxwICND97
4ipao8MIzQuhbJUlJqPJ72LRrcSiV9eEyilgODM0l517jFnsXTP5EiZkvfWAuEcUfQunFnSQK9fa
YkYfUl0YRfqPIGZ/RB41xnGEIJxukTZ//IFIm/FFMgUS7jRrsMJtbX9XlqaCAYFUpnHq/zyq/5cd
RA4YvSdQL/Bol54GbJTqoFRQsKjSub6DsVimtxI4LC9wLBTwY8BJgXIGQoOR4ZV1pibq6KY69brW
1EtLiMx6WNPo1Z07k8OcvVjqp6mSldGNnniVZJWDoa7Va8Xft+JaE+wvjPnSX16uibkYOCEJi4bH
HLXBjoluNXZjyg5YLnc6He/IRBXLmP+klZURjcZOAf+2y8gOUHWCQHg1Al8e9svvYSLbMjbyWEh1
fA+eSklkeyBC0tZWfV0IOnwQpaAawmJRy6FLJL+HEFW2mwIdLRN2sVlxW1cc9ryUf6QwsbMx5WWh
okHIlaPXTHvoHYxtkhEDJdJH71uGllJpWOvnX8brYJGf+99/s0wLJKUc6GMn+pCpxXZk/O0jR2vu
CoMa6Vql94qRgg4Jh22mQ0RRiXGZI7pypaIuBxcYv+rJAzf23jtWO+P0b50/0JA4a/O5BosQ24XX
CPpoxHU8uUXEQ2ftsTDcKSyt21KuxEdIWgF/Ot8xEMJeAG3RNEMPEjFXy4/5Q+WCZpmkxUZqScgf
BxSPuQ77tnYrCMvtglhUEIGDADQEyIVLj6IhYNRisJe5+oEjx2zb2LyVWxMeQZz13dpSQEdXsNaS
Wsutu5Q6//5ZTURN86kvFEitZYWK+T6LiDxQRXryo4g24WZFt8vQ/FIcYylgfASMooG4Kba94CAD
QtRXT12/8x7iBKUgFFQli5PHzRgMyBn++e/EsxbkxyrXZ+AHc5u/+nOv4lGw4TR709DK8e1mAB0V
FdeIElb2lR1S3JRTUORZNrlZWFCZfyvV1/ENvCK0739uL++6JFTFwayBSVQs7b5ctwluCw5m0j5G
3DPvfQTVj+R952vN0VcSetjGGceAFjMYq8TcSuDnbMNiRG9U1GpmiVFhcRkSXLgcEol1Z5c5LTzw
XnDuKHD3xUfX1CulPGF5/85fAMA2+geQTmdJn6dkEouxSSY32ILpIjDzYFMIuJm8x+DB2Hn0sX3M
7oPv+PW2ipex2ywWHB86MGNocWWuJAw1aUBbBvvFjFMV0BrRESZblknTJLTUduLDbXFX7o1LeYxT
ENO2SSsdvmjkD9z0WH/mFPlT3lQxzrmYtsiXrMQ11xULhQIQgFkki+EtBSjNcq3IJ3dGeKrWoTrG
FGPTabiViUe+QHJL/JXb8aoPOhPJOAW9lYba74vJBThrL5vaDhO7yVom4pco5zK6gSr/kcJCRyoN
wy+CCVJaKzuK9AkwDjptjg9/OvLum8AFOXiQArgZmhL9ur2NV431TDQTFWsjnzQxDxfQTCUNwYBZ
Tyh3S8dg3N4WdCXfc7lIJvQFpXgjKDkkgbpCFn2UPCdTmeyYf8qTt8x7KgLFQplW5H1aFMIWLwU6
1tumXXG08/m/pWsmOq7qTK8HA0ZkeO+h8SdeY8S66unOFMr6n0kC10BQznuZFg+694IZdGJpYuqM
c1uhVzI56IzjcRQQ5mMSrcooNKsUr04qWM1gB1R+mTYYJLhpNomp2ceMSDuBwhHY2U6JMAB3Vfq1
6/JcOqPH3m/RKRJBurpTbFQPaEoDOzxUgB+HdACUDYVvWpnyITpwW8x3w6lZSWX9omDZrUQvwhxH
4tGqspN/08wTcr+Gqhu7trgj5qhbvq2YtVXMFX7BVFFy1ghSzmJi9yTL6Wqy45p7mCergp1ZQr2U
Bc6h/AWO9aCb3PylaWn8UD1lJ/FT68zsrn8V9w2VaIcXSbbvj82KN1SvbsCZbMbQNCXRM5lvJ+DB
SzI6olNtq9Ow9X46t75H2kU2CyI5Pv18L+gLMHZmS78wrsJ6du6en3USUoM+JOTTp+/OU0224EYh
HKmp9en6dLDcu+pOtBXaOI/P/V59WIspr/mdc80xD7p2SjQxT6G5FLmaZo/OFZncPh8LMAh6KTGu
CnNhwXGIEVksoTXg08mY1BN8t58clDxIaSPV+gYTwBKrECfuAMBeTaQMLPm5WliJlpfbtGojlId8
yb79Mde8Dkr4eIEA8oniOnM5N3wnjGUoTm5Y/tWCY5aseNel18Ei0RoJwlc0UfNszJFgLqYnB4ru
NjI9xW7rZrs1AuorrwDQcoNkZB7LhewTG2CEYi0nWh95rv5cvvBWYOcUr0Qbw0RtcTuaKrECklj9
623NXXFzEAuiSjRTAzG66IBTAqCuarHyXLsIrOk1Lcm2+yM/IaRKauoUZNzKr2NDeM+c0P58GlZe
dlcuZ8jHuAu0p6EjHhMRL58hXOpLfZs2nrs3EoppKC/cXfyRfQEQtjU+jENv5k/lqXGiTb0BzPnE
32UrJ33pZACDBFcWOq/RAbjgfNIDwfMKUfVcP41NnUMe4KRwJyTIkNDs1xi/f9OUl071Utr8NWev
LqEpBCNXNA8V6pxwx/CTI4NtHEWntxQ7fKhJYseOag7oRAzJ04Nq+uR096qS1zuBpqd+O1i8Kdqd
wwMUMAHJrJm37WF5kuaJWsjhzkQIqGEwuXrMJY61PPY9N8AIHMDI2/HhtoArgcqlBCYkAuNq4jUD
Z7iyw9nKW+3kzxhh9Ny9Gs/VXf6YOcIpWMulXYmmL4Uyl7mXpl4eDlhW/dDsJweWbmU0Jhldg1Vc
8RRIh4DdEIRvIF1iL029L4J00PH+GcSQtOVdaknxvSzE8PS39Xjt4KJ3XsKhQd+qJv6G82eW5OVN
32iBwLnpSLxDcEI31j55zA8YQS5v+a23QTupqzzLe//o3XFuuRIesAud5+/NhEXgYpsbWlk6RyFV
u6EsJM7lkKLzw6+s6EiSY2aNVIPycGWx14QhCECWbu7RBcju8tR4/Ciq+RT5h6beZifcLpvUn4ie
gQduWkFvsu5gXte5KMZSmrGqQMIU+wfJ87bhoLeEKzm7rJGo88H3HCFLwPtrTxT2cckKZaK9YfSL
KgNHx6F6OuqgmDio2xjeFib657bVLIK6/0jCaFPMDgGjGgtORSpSyoqAgz0kpHPRcW8nZmRWe6R0
EwQtQBpbFUGT6dE41ZsV2bPvOPd9rOx5l88sVq1bOWpbyDakgbT+kzo5fb/xD+F2KH58jAcqwq/b
Iq/qdabbm8cDgdOF8bZjLnpazUGvQuOIilkO6KJ9AyUa+nMexq0WrpyJ69qF00TFGz4U18rlCvO4
R5t6DOOZwuQxGTDGs8uIUPtIq22l5yB9FMNn3wNt5r7Mj1Fyn2hgMeycLgtIANBs8S1OIbmtgkVc
8av1f76JZXpOhKHCFCjowAgIEoxHb9ce4uexh5eIXcAf75K7dlscQp6sAhCvnSUwLKFchwBpzqle
qgOtqlkbgPn5oGD+3iH6W7x678WxdQBpd4cdWobrgHCu9Ixuym204jIW/VHzus+FM3sv9GU76gWE
zw2dGLiyb47pp0pzGh9CVwkogvNx31n84x136jjgP1cUz4bgkC+DD28enDPTEbMNm7kM99j2sn/w
Mydtj3VwP3gnURj/SzFM/CRl/SiULcTUP91uoivekA0HfhcBZgTMe8cwL+T7LncQTC5hhgAJjlfv
3j3MQ/HbeCWh95t+YdzCTEODTj1cIyCJZpx7gJZQvLO74BBtdaew9d1kprv6oGwOnKV+1Yc8JMnO
MKdDcR8R7+ghS7PZoNyAIlVyMFDT//cH5uJ7xMs1J5letqrQorpdvXT6B+qAJG/NZvxbvevl81ib
MJ6qt7jqq3bjFlB3EqbPCnI7t7/jyuG5+AxG9boRalwoQi2J5xEDMysN6V7mzLjdSbETKSvSFvVb
7PTcXgxmL10A+RVLs1mlgVb6+RAegpz0NKbCa5ORER33AerTZEoBGi4s+ThYSDj8jHveDEoCruia
bm4ve1GE+c+HIL07t29KmFBzqf5eS0YpUPvwYAyPokIy6a73K6qFAwk28RHJz4Oy9gQQrugaM2rQ
XYAx9oip2JquMBiSOhhjeEhrV7PLISeaXWm7SLbD+yHbSIYtl6bqPSXhl29j6IPu4j2U6yt7sEiu
z0s//4z5NJ5dkBwYW3tfncKD5H/2Qk0xMwozdI/pyUtRvd+3xRMIr4rMUuWWcsrrbcVfuStV5PWB
oQbhOGpsjL8cqsCHq9aiQ6y+6oEGFl+qCB6J0aAbkVBAa3kxmrdF/l4AF0cfuAS4FjTKiMjQoiX7
csHoNyiLGHTLhxTTgmukR1SKiTdUtLqTSqc3/OePP6f30cRABDqR1woNmhg6hvwJiLJQllbJN0c7
8jrRiQJQvGmJYfZ4GFGTR3C/980CibIIqbG19wRbOsZTGcx0M8gAiSm0kTPfPRVoc2kBgT10xVPI
+SCmAdJs5SAsXO8sAxG+AhA95kP92uyZMSRB0Ple3g2HVitIX2dADq9liUB0AwWzG4DcHj+T+UlY
B7PpLVpiEnQtj6C5/TjsO3ND3ypz+tta/gZZT5H+GchrSD5SaPBNtsjRzkxH3QLXS49PR4wOJmT7
8bT925HAfO1IZT3e30vE3Lkdff9Jya63ZaKSE1JDeMAmdDODau4EB7+szJ+Ofv60Fpg0SEJ7+qMe
ZXQHS/jXr85W8P/Syn7UyUB1Em8Tcockm3JEit5xJee1N98z8uwmxGpX0gGLYwC1n2uECeH0igcS
dfShEWeqnxTO5P8OGUyTJ4m2NbKVkvMvh+GNDWDrklyX962sQdz+8HHgqRmTl5xsD18fW+fhYB6O
28rCX66123067nflvG1WzuBvN/ytL2Cu3zQcorQX8AVoHzcrV6Xbj6P9bdsny7Tg88mj1RFHJQ6x
NtadS182rkXIieyI82nqdM0k55Nz62uYy1cdZdnXJnwNuESsN43WK8tdhuiX+6sz12oXqGFk9BDQ
VFv0pCe45H7ab+6v2lpg981g9NvJqvfyMQnvuYLwZvYm+2uOfm2V87E8O9u1rodCWuIj8uLEA5wL
rLMYgwqPIEZXx6fgi/P2uYKcMbf3gf1B6RhkgO3qDLC1z2CyxFnneX4m4zPslwyH+vB2zAlP9zE5
GDjhTwSHj8IG3mz7ocH97zrWaee4j68Spfvne5zAr7XtX97Ewky/PpcbkFieR0BfasbrOgPTebrk
kIrAx2zr+rnOM7P8CLNXAZdEHZkp7/qhmY2H3qN8DbR9TRqkzWrTiNYGK/0SITLWCN4t4PXAoY1e
bLahQuO0qFe4KTm8oZvQNJutv89M7i45DmamE2UT4WbCdDun2uhbKKhxdJ94cJZmhVJpaf9Eh+Y5
W4P9X9ER+sMlxGlgggHI+DelemY9yEdktZAF9SHMwO4fYMDEAZdRjDEJHu8YoteAL9AvHYzgbaym
mpq/ciaCTtDI07tYSxLQV2eBneliaGXGmDp9nYPKVVN9awr5tW6R5U05M7iiMXJOryJbxVj6IMqT
BoJgMJ3l761Umx2I9zCY63YcsQjfoAn8dAwbRNyi4qlyaTSlZgRlZ0CIOmdtn4yJgLcJdXI1X/Ee
oNmZf9alSaC+AJsAkSDwD7DWS1lDLubgW+KGJ0Q1gUwSQPQmsBeG4r3c+sKnL3fR3ykYEp6C+707
eBzXfI8gzE0ctCZ5AenHFEwsPQgAzLBKhY8qK4W7ceTCnzyJVYUUeW/gaSwNrZ0UCMfRV+odJ6T6
XqqsLzBBqldiEZSgHVCUXcV1/kZCUcXpOdEfHAHkI09BK0UKjVR06pLSSwC0UXjMJBkn2BLxhpwT
tonSJa9l1+uZmUjVEIA5VW6+yiHSX6q8DKRtkXFSS4WmCyNT1JLphS/ruo6pVqb5WIAYtx5KDA0O
BT76AW3u/+PoyrrzxJXgL+IcxM4r8G12HK9xknnhJE4iCSGJRSu//pbv0zzMjI1ZWt1V1VUj3Jmb
ZmxrB4np/ml9UpRK37htZTxz0fgM3mTWTr+jxc5uL/J8M8NUOphTRB7hiFdRc8StwyY/h9/pIgqk
6lUMOQ8zQjLLr4VutLztrcJCHFn4Iroxt9YPVTkfYx+PCepL4fY8PTnkwqV9vopGXrKjsvyKS4H8
JqHa/DEUbw9UyoWee7C7BDL7FJI42ESrsnNTZb7rZgz4qEvDq/vCJ8eDkjthN0ZUeFlnscnO6nL5
wubKuMEtZH8OMqXfj0ma31shs7TXfisfMuwfG6iYjuZ1RTbmeplSuPt2MAEyfiDRlUOphRM9XXbk
VAZ4sdJ+sn77GwhiyIey1ts8wMp3xQGVx2mCi3ouRsx+aXlbjMz+rmU7JhdVqAT8s0rEiesmHGdV
fz7ukNsagamzNKzfbWLoBX4Z8m2sU+wjZbykWZdPDL5yhtc7bJZy4REO36pUnmoscjzMe4s65jex
PCrF5tfSzHruKExd+FluC5znjjhvz3rkZLo/WIFwMrIwc+F+GUmvkzSL13ptzb0PaSR9wKrNX1Fp
ntxyPUqgqpvJ9rPG5snURZ2Wfya91bozXs/tKUvyOe+2kObPW+5H+Pe4cgxXu9nadtu6p2RokRP3
oWVjP9rcYSFpSnazdrYMWKfRqjHvyU7c1IXqwPOi1NgUFgrZxoG7HU6e5oVZyOYL1wKpLsT2TYis
hqM5qL84JHLn+bC1FXWdd0AIM7jFxT5GGEV2E0vZvxJrkrRPt1heFkTikT5Pao1fmUII1XA8jbMm
2HgYLIe3XYfUcxvvPN9s8lBjN7Z52BPsrZ2IQjrc2ZRHkfVgYtyv4Lf2LYxp9exxG59tatoLXAvw
u9Xkwh9H4z51GQdE3pP0ABfHtcnfD8SOfZMJA6xYVgy29AG76J11yJ7u9IhXrKuDrb6n0mNH3pN6
/YvdCIUZaYPPLp04Pn2D0w+2iQa7RFDvm33uj1Fr0wG+aueu3meNnaHgxTuxwogeWPX2O8Cb9kYS
GXlHZcnuVc3a9bQ0jrb9567aFe7qYe9wF7XHFUSBFySVWWebpf6RrLnarmSyswMOO43HcIySnZDT
9HnC6zJ5iBMB+CCEXL8tSwnDQ9dkCMczgicoaW0m/8xY2ea9tRYXyo9qbnpTSsL7ZOEZRRB32kao
NZvxDcqOFYTIiOWBztoSs1pdyPJPuY1+H5RnLf7oqkIkIzIbybca64txAARR/d5qg77v2LU4epZy
8aa4DL8WvwqG7dypXq6SfT7UGUncX1U9LXsn/cbyz5cMBaHNzHaXjNhC6YSqULBMNpfqdNRHml8n
7Gn+tmFp4RRAR6zU52SFOTwEsPtdKuII7gbzoO98mgvSF0XEg3C+9dWJkCmWA6SkHnNyccDrDcY4
+Y+KGF30W25hx9duMW1PKlAEJ3K+N892UugxJ0HtTVVsemdyrZNLbZX83qo82W5Nu+vLkQa7XGS5
atLhmSAPcNaybR4YDNGnZ8Rf0WxIdpnZDkSMvw+WTp/4EFa5OlhrzA87YteqyxES2E0tIvkKSFjM
rz5L9ulLArcPAqVgkV+wOUWxZoeq/wOENJxIc3KY37utW3MCRMB/BchSXxFqvudd5pry2drarH2j
6u3tMDNYkXwJZdljqzjH/lItU3dp0DQep/kzIeHMabASSfPjXuJJ0EVdEj5XsJmmq37bBIj3K6ls
Ul122KI9BoKTpq+Ewx+dFLL+HXa1isejXJ3p5Ywdg1fYf4OtKPJxXR7CvjQPS7VMUOKvtWZDrudM
9L5ZjR0yX9J4nxjP2MBS4qpuj7lSJ0VNCzJ9xNX3BO/n0ldQMOE2TtM8Ptkw1m/oNDw84FAwjnvJ
1ojfBw+liN1vQ5FPmQFF7lm+7T8hhK5fNPfsJ2Y2P+GAJjnvypaH7cvux9VehUzCs4BIczqvPEUP
NJetBqtzxOSUptaIM6w7PRk21mT4xkVT3jJqFt/n2ZS271gVgTlbQzNHh1Jt1nVNYo7/KPxKQzfi
RtddmvjiV+6WJO8Vtv8fmFtkdmYKOG43knQMt3LdWteDHuQcHbqN9BUwfCsGaXfme8dgpIGioKv5
jkZB62fHW7xFi0xr0yMY0O0d/VRnD6jnJUROac0UtvXwcvdjuy/vDa2QtSH2kEAiPVMzXQqzFOqU
0o3+C6UIy0lOZf0IQdEncpLXXgyzT2bT7ZVf8YFyqMWGEWDoNiDAPLNzt9RJanr4kyGEydIVeocs
QUsTto2ZOzyL9DGpJmSa7MRKdi0t/u0ljK2rLo5o81bzRk29G5c9Pa+VFOs9kgcRsI3Erz9qKueX
WLoYBsNmyAoqulh+aqnxDVBFjUS/9igQZKOT+OmOQBVcIWADAOhT55kjyEwm7nkujKOvOhfr9tgs
O6NvpTHZN2l003Y7uLP9vjJZdDjNI7IUsGW3pvxdmZACzS1G0EzoPFBuTICl6lAk6FL7aA4DYYdZ
7HftSfrvcPOi+ojNF3+FCpbTDo17S85wPEIisEIPCiWPzB3DlKwrd7aC8Dt4Tqv2pGuYImH12Pjy
SrNspS+HajM2NMuqMKsJS+bXMYyEDmkcp29YNdFwMkrHufhSu/qYhmO3C73Aj1hDAVrgR94w0GAI
JkE49SuhbU1fR3xDsksSyMIGeIH5FB2WQP+EbqGpfXzVQrvsq8JV6cHVIf9u8Hb8l40VWc4jklzO
nhkqnzXHiNm1kPP+yEkSWJ9joeZlT+jxUZq0YSeYJctnCebwTrsGswrSrMUrHctpvW1Wpi95gJ14
93nooq2cs+YPAAVkhjAR44scRUPPStIV7YPdSnaG8eKx9MwiO7cvF02nniu3sk6jY3hoaRo+itk1
Tef5vraDMHyE2K7a8AwRsxvzzicoBRCiUPmHjUjEO0ttt39y1uO3tXZkP60ojXOf8xKZa3mDfT2w
TRvlp1HW8NtzhwTNG5WTZxSydIfnZE2/TlAboXFJ1+wJZ0j1mU8b1U8d0eZA0OcwVETu8R0FcRyx
kxR3uWs8Zy3mj9nFv8TU0zOCAA8s+xn50aKqjad1dyiMfFphZ4JWo/2eqbJC15FUMEQsQh4fECqJ
/DmX5oc8ZRNOg8WwFv6TtXxfAhkvQmVgdJK2vIgjbb7TRMgvLlHuOYU1/9jPxUiKU+428l/LUiA3
zK4THodpiiGdykJcm5zBVhPxdxW71DRdzYmtNqi7zKaLO/HSj2kX0gMOJOD5i2LYC7P5r7hF6L95
swFWn9stAdsE49s7WmIwPpVBrO9jZgGCswZtfnfMpC1hpRewT7ebrAknE0RbnxCJyDDerdJh/a0c
Cz6UVqd6wDBzKLTuB4giAOrY4pprBoPzZKrb9S/8I3HP850yuKpOXE4XN7W7QdnC8fOA8Utvl20q
5a2kGxfXPHFFNmTptuzPNbSZEh8mzqz5UtDEIVg3wihsr+d87lVqYfjiCkApKf3sNLJ8Ro+WBjjz
w7wag3SnSRN4h7Oz+mGVKr/nZsLAsRQ+W+EtO63QxxjnvyJmqZWdr4QowQFAage9vwuwHNa0mTtN
l+NUolKTPttAuHcVKxXgd7/utIMVub2nJTauZSnxV7UFzOAyy2WLzoo0dyu3AUrJCkLb7mgSWCqL
tA0gG3n9g2Yc7ka7ihbC2xAl6ctCtY+wnyqWbl5pBWLKlqLqil0K0Tczh4sYmJH4MdIaqZS5a+dp
+L+bH7Y9FvWshUj+pI2tgbG1TsbBmW1Wva0a1eKlnKFgbTlnr9ggLJ732ZsGHn9bvXdrQgPtNpnV
DwlrS97HAkRJh6Vt8COr4ehEPWTs/zZQN/CBKFyBkLqEHH3qyvkRO2YY22Uu5F+XefGVCEbVqVk2
fJJTpRrez+iaaD9zkdcDxeoDdigmhWsqCxef0pRN2znNUGhQUdb6DW8ee3WeNcDqUkaTgbSzhjRQ
ZdtjCJpup/nARvIQNG4Afob2T5IW6XSiq+AYoVwz3eUwkJ77tFqU7ytv1VdbgVygZCo9figaWIyx
wZUdcz5lcC+z5rvJ5+kF2QoVcCaOdjjVItUXCTIx69iSrrHL8DXwbizgf9bJbBF/J7mR9FyUFGWQ
uaaFwX51sI9o9+PFcF/EIR8BceB/maZ73NmNohus9FdZYmjFXa+T15jNxS+ic52e0m2CkxeiR/MK
mVAtXHuJo8c7qnWQg6CTMNexZrEaGkx2Pxu4vKXwJqvko+RHqE4tchd/RkyrgIVsacpuXdAOdTOb
m0cs5io4EswRVTfbEt6++NLm+lJwAbcwrMKk9uRtyU9FhhJ8lWBSoazf9Ey6rGjoT1IUTt1hmNAE
LaEFbsmbBOMqhJVHhjlsXvWpjoSSE80rcV38FOuT9zP7WGcnnzTwaHbNVpGv11Xu6/K6tHTGYW3T
XffeKYhI5lVK+qaJ2vi5QdB1MTRaSHczRG4/gtANTsa9bBGGJpej/zxCkcJ3pAvGYGR5waNQFgu5
HnNYxUWPpcnPhKHfbXggc69hGnPg8ICpe78nhDxWdELlRlDL/rhlRKO5FkmG717ijO1GnWTsi97I
Zu/LzWJgxIog+BEIZFv0+gDwr1g7Zgd8Uoj9rJQZtmQXVig0sUbmS1fhFQTUHqYRtysrFjfsLHx6
hnLMAQOw4Xf8uHDBsg0QJ0ZL+/1oEMzam3XTGMYSUJWPMkl3IDAGcFTXBmx33OUlCRwdldmageRt
jZ0uvAlZT7aCkm4X2Evo6nradUcxPq+oUHum7qspG9NBp37+mreyReQ80ET4tqWqyHuf02Lq85pC
7y52quvTqA8BjxWpVugzx2gJSh/PT55M4nhVXqOXVJ9LLV3MxwQ2fHMFDgEIO4j7BuPJXxjKJz+P
tTTkXKG7Njg0RZF3I951LIBX1rSPC6Mt8lAWUT8uG4VtMt8CUeguBf4MnTM4kuiNZs11zkv5X0vW
4z1LsoiND5eEf5k8AmaZ3BIxFEVo+maM40u7JnjjfSZw/tU5xTFuoSj4nkyNw3xRIousawFZrfiS
VTwvDUo0hnf7WfUO7FkiNxZHfF/NxV49WBh8jRcb53rukoyjxlqBJ3qapwTJNSzWdu/9FNKmn0b4
f/QsVOZnvqugT2yiW9FhvAbaw7w9fjXe5n9UzCvAN6rMXh1i5WBMtqM36mtV4GPWyIzPu1hpgTO0
zeWHE1Wrehj6lTXAwU2igO80/5RjaKt6Ywi2AWAViDrmOYanUcYEmTuJq7Hhkwn9OPrYHKcmDQsd
ZkTe5I8kjMH0AuXg77yINu1ckeoHvakc0CDX+/eMIB/ootLDPDTNqvkQNXCajrM9VQ+tQEbJtard
Ts5Z9Hl2nhIHPpjB6RIfGRlzdwbX4+FFUn56v4lsS+mQOJJPV4fa/tSW05wMGa8AMAFKqnm/HqXm
j2VMJn7v80nRbicEDiqb1ws8imPDiz6u1nzkzJBlKAGtNKc2gyC0X+Ax2ZzcWmS/4ZRa49kcYnU9
R7eTnY6c7lvvtsx/b1ztvsqoHU6BbNG2z+i6/Yekohbd625LOzg1l2gA2DTjdCNL9cOXnxBkgBLy
pttE+9uCNGGYx0aC7KRE2fLaAs2Jg8RaAEFyhSTX2mIAObXtLPlFRSmbDtRPi1pKk+brapLWditD
V6U7F1AaBmTZ5tgPjbqfkgh8xtJtflmlmAEZe13Vlwl5fW0/obFqOiRvwzqUCJ1jQQerT3BCnIpm
7ImkKcBlCWb13K4bkOEVcxmD53mLjba1TMQAMacEprex4n4v1nq7Uvo5Wqwi4BMbcURA7A5AE3q5
Wm6mJ2uo18GqLPw34S3TcB6eBZrepeHAtVq2DN5l011iK5lALJPkAGFwE8XdLnACos0qlnvtBKCc
ALD0K+J1/Na3mNquGxKc90HokHpg3xIOi8ymuITSQlAAEwnY8xyafzSsQQ2kMX0HqCPiQHTM0TAp
LH2ilVn11LVYt4RZ8YiuDUiRaf4R3lZbl2i3I8l4gQN0N0VI/QeYeKTqikZE6p7gHf1weFzoCmLB
6ksdgQv/sPk2/kJHFlnPpsCZ7JZ1yfarDoRzALupTO4molZ/Phz+0YFJAgfX5HbN4O4DbOrT76YB
LBRtrAeo+5vtXKq9ehUrEXeezhXWjJcCsUi9xY7sO3VBLM/J7ChJO3+kSMT+DHmDTFJAQL2GECMo
Kwt7/gOoSg98JS+7dNbuGDYxhmWoARH/iDygQ9J68i+0kuOPkh3lxzpOh/ohFNrMpx1HSPmW4dCO
t2MUhD3hKgMbDnhb4miDT112n5ZjNv6HPPoDD0ytyxeyeOl61SJ4pcf35WBulterGCicQn5uWJzC
y1Co5m31DdYFxtRJNCdpGNVrXIRHWZNyB8aa7ZE2vp+NljBPaPbKzPiPm0I/+iLs+kYzowmMrnS1
qtc5JgTPYnEVfxTTNCVDiTYXT3rT/GWeNYcKC9OS+zOryTQAyEEWYMyHyENWX7ZclQEL1kcqz+PI
krbHuefhLmJdSe0d4qfrDAVbsWRI0K36O9iDkG9Ax83DWmOAuwh0EexENzeVD/Hw2286N1vEQrgq
zNd8TuGSkLMogWBjWsTo3eoGLD1+krxJ4dx6NVUI82D3Org7B7YKZfrTXwKdG7EPct/i8r7HCkk6
qdEV1neBwGPzc1+KKxw5EWZqnIY+uSubYMYLhL2CnNZpbODjB7ME5G2IA4/LuiT9iV4XkXxTI2Ao
XTSyBB9E8uPzmgo8Lr+ksFiR2uPyrKzqewB2+35CZ1q6oVG22ruCbFB3JRkgj14YVy0vG2ak+cQb
1NEhp2Jcz+VE6HjBfkj+rajRpeC2NTwZuJnjfwxen+gh7TKO7nRAQ2YuxLt5upl2L9R9II2tBjbV
ExxohZH8uz9QEm/TiPZmBMYH82jS4Zgw5d88rVKo6g5S3Qwt4N3f6rz5iS1f8kMm+xL/cEPr8QNI
XaifcbzmGEIiclgBBkg0SYysd0ehdQ3uis/oYhWQGrT2LLnuRaEBdG0M/sDTCGgLrADEijEAHNuK
9riiUm1pf7RKx3+b04e8T0om/ZkttXrcOVkhi0sQPjvs237AUZBt2dzzdVHHi0Af8p5MaPAQQFPN
byDRQeX0ItExuWt565rvcHuGE9J6oJc4YIw13+KBx9MvTSqXge6pri+V9Lp8bD3h8BJZxP6b8LyC
Ijd65DktpEira2Nn81j7faq6uBtyqqbieBgzrrLTMqLlO+VaHvdBp1vV0bGFPLJQ2/QnYyKtH5xe
bQosCkAYmtQqVD0Kzs7u8txt20upswCeQ8sUC5aTQLNLhSwASYdGAuE0DUz6kwxbFU7J45atzfTG
wJtBL59UkH9aN5uX1WpEa6O75jdIGgAvKJyNVbcsGhMRG9PsHTezecKEER6E8dV/rsXD6nTB3KXm
x9h0dSX3n0fZmryT5YyWi61VTvEW1CtE+gs3AEgRc/VMgGNK4AVVja2PdW1CBxAgIrTIV8mbAOSe
dFBxIm1rUiPOAg/UP3TtEmtYvaa82HA1GtsoNc5ofEVrFk81qvWbR+7krw3w3dPkDPqwJN10XxxH
eeMzsKfTEjHp9UQYXBMv5m0dZOHSf0qS3HTFspIfM0v0L5qJxHaLC/KlQINVDBZDdzjt2bY9I9gq
HztYqR7f7azQqi2NKk8Hi2vo9WeDCf6iEu+sOjCUy4qB6qkyNr6LeS+hdPgE6g0G71OA6IGjl10n
PzCEzvvBiblq8T0U22sLDhoYleERSkIAKarf2dL+iAzKytuM5v/rgSXCV8odOLyRICCkG72Lj3Oy
AYImkblfFImisWN8hnCDADm729UkqrMnarqNO/Ko8K6IAx4VgDLxHDHI4x1NivYKCqhEQzPJ6ikC
A3jH4ZB/QOcDZqgBGw6ObTyKt2TC6Y6JyS7vOW4kogElzvQu2WQSAbnz7FeFGLyv+7wuYDDIuoo+
aYxDEcuz7d206fhMPrNpG3O0b7EZRQpqx8WkI3wD0D/bGYhd4GR7xlpbOZ1QHdGVSErL7zbzjF/W
OrALK8qUdxt4qC/BKwQ3JSLyuzy0BuyMLia39RU6wFtoCyRiHWBn/tAaHEgH8FN+qyicuLsDoOEL
rCCUP0H6v7e90DGFrR1he45ETTTRmCHciCfNYn5Xw/Jt6tbA3QdLFfYocSgDqCWlX/0VPaQrANKD
yu6xLS9Bmi1FmM7LPqZP64jsvM4H4Fx9owOery1Sby7bogFRGI6doOAzCS7ZzeGbcOP0zy9IAemp
MjVYpMlUbypROodFW67fwfYfqms9ZuBe7XOjL/irs6+UFfzods/by5SjYwAHMWLxWXL+sq2IDb2t
wuClKnjECCxXuL7hI4/6uqzTDGojjuKVrfshB8LaoE6lhUlUn+ax+TimHItnVo7+BQIB8SRxmY+W
lh5vxP7JamAoNj90AlNvAAP0T3Rsx+iIru2XWfPjQYoMEE4TqztJPndXnGnL15yxEhsbaq7+qXBk
7clNtlKvIQfVhncwLjdr8FptaZF9x2zxCZkjEFp0jip9v1o27wDcsh39UJrd2BzH+rTnZYQSrRLs
VzsH8ywW4AqdwbQcz8Anw9gHn4dfSaGUOke7LT+gkkDX09CSVwPayqSEPMDudz5DHHvnPXUrYEi+
rjcho1/OE1re15rlx/oTklObYFms1Lu85Ak0tL2sE+QiBbqt93ZvwTRXefx8y6bVHdfKZ6y4gq/I
GOjyVMqbXVxU51CFPL8w85nFPs2t/D7hUyuA1G5l/htYrCHfsFSbbz/RW1KoKzxcfMB/5+ycJZMm
PQo3+QkAXlUXE3aenmbtDW7gFqoEYxR+NcD8GuIyawmcGyCBNuVTCl0A2kE+LutdeaCTHTIwwj8R
1Eq3YUSNSk9qFgUkE6D3ISXH9MGvmMtG3zfBj+35OAycmQoBeOrSTmResV8WV4AUtdd/mxYEFJC3
ybzXGMoavO0VbqSDcFH0+CDMx9w0UkIcfmCdqbU+IXcrevvtnEsLEBwRtqtCXjpImo8G/7q+X3ia
8H5b8hYHJxQEFnQElflwbHxJeBdBfdTDduAHfkFNK9r7Zdynb7MFfo56MtZPZayKf3aN6XgyDVlI
RyOv/2sUwfK/Tm0KNhhM/Lkqp8RfJ4Y9EcihMZBCzJTCAjnuhROgTI0GZNAwkeyn0gcU2ZAAnjxj
PbnaT3jtgAqAqy6gozuiwkK9S/ChqpjIp1wLjkDDUgMbrYCeQAlRQF1zh761gEEY1yMMW3kBBdGI
I1f2c1lw1edbFtG5rk35mpL2cCCNI0bJcl8FeHtZr4jbZi0DlJanYj5DBoMt+VhAcgTWs1ag6mxD
vomMfPIcMzx2biH6se504yqCut2WSBNiLYYfi46+6ZIaEKlvwfEi4TNpfuM7DhCNLNaAkQxmpwNc
Spr4LRMbTvxGepOcIJ1apruNpxNezIOBFnOQUVQnV2FqRVJQWltsSdGYD/BN57hBcZJ6EDLLwyP1
OwHDu4GfO05Jtk/HyS4ysqew0QquRjsYqKcyh/CPoZ662j55oGl+UKU+2J1enBSPW5Wy9OKKOfO3
dvOA6+U+pckTJFWBXTlSF2qMm0E9NLumBk140rrpGwA84TDoLJt+ybfI0wjGp1j4GxlL0d4aXYN0
sXNSlrjDgJkRC7SQ9aKIBEbfHql/yzGeVR0jW/w032X7PITY+nhpR10Dv5sSbJ/rZAl/oBUDHJbm
U+3OkPnx5AK0MtdnIY5mR1wIyFaNFK7fLk+sPZNkVEjg000MfXJsI+t9oSHQi7guECyY7p4kc5Ze
HQxccT4pP4Z7CO+M7KHRA17EEGsJYB0QFJBL6VXbW+SCNz36D489JCRnp500BxDZxmzL8kIlA1KP
g9YfJyJK7E2svP0UFqUeEdpibcxPTDn0uQ4UfEhW8z3rd+gYViAfsN86GaHcwwae/zjLZKUUJgpo
LH5MrjbY0ONLM57xkCGEUzPY305iRcMMi190C1VFdrSAPtS4fmknxkWHYGc/nXjQeJmkyQNEZduq
w48ZUkUEnWzZ7t4P/JX6eR+hzDvZUubsxVmw5z9ok4gCIrQRBt4l0TN67jBL97hhbeBhTSQ330l2
uAV+S9WKr83h8O3HlcM8lpIdVrYLhTdp241xmfirlGBo+rHAegFgYJC7ALXYMT5EpQvQRXWNrCHw
GJW6QSsZiju1Q2Z7AmDNw3mxLXZB3dIGckaH2lQngDgKKwZ45OMtcro9JiCx9DVinWV6tS3ArPe0
WVh2p3D0sD9W1Y25JxFry91Up2W4Ri+qL0TXhl3oGOTRKxYJXEorCFEexjBjRxuqSnhV2eMAOseS
5sC8DVKBf0vSOt+R2FDr9qtpk8b+LJZ8wttVUJ/dHehzYPg6FtuGoFY/y+EwfgIdCcGIhS/UTHBq
ibFuvsBdqW4vNoBfvM6zaQWw0grdXG92fD8XMMG77XKJAI4zbCyneFrzcmzxlpkagoxyLxCE3CAo
GKo02obLqtNK/SVrenDotXII3czSthKc2K5D8q0phCxPk03G6QKVRhBDUjqyPKIqz0+LJDgGNakX
/zTjz2uvagvz+K5sEtxLCn93XDqOK0Ry+xHtbZCOfpAEe9lfiKhRmStg1Mk92EPEFMzAe2HSsDAy
/fGhyhD6gJi97USDLsCeAocfbxMHMADFxhHASKFwh/l0BD+Tc4rabN4SUDrmk7YB34d+s4EmESD1
yG6WZvQDSIRXSQfRTR4HtcWx6hw4vPlmwQSATW7llp0T1Sb+XCI6EoNANjX0rkq0yS7lQY63Wo38
uCZxytjFOfDf3b4V44eoKOQ5FlvnM1gSHNu6AxYDYBeSFwwbmI8t1qzqZLEDmHGo8f9H2nksyY1D
a/qJGAEakMQ2fZbLLCOVqjYMlQy9A0nQPP182bPpzu5Rxb2zU5sQkwbAOb87lul9jg/FYY04TTsX
KUkX9AerHix9yzJHyBAupZd/VAX92Gp2WltuR2Ucf+OZQQIT2U7jE5s2VdmtXwfmVrUZLeDcW8Qy
9d7iTUczZQwIEqVnpTtrzhGMuLL2vLXTSRS/nJIcq6KZaQt0RC3d5rCw+xrt8bQqKXr0ShgG3WzK
qiL0eogc5rGlgD7QGAi0cNgoqM9tVrV+9pbXvXivvNa0YA4aHR66C6VXegyCNxhiL9jLsLaf6Y/I
OJrbzGPry7o2fYA0Kcf9VEH1HLPKvazlXkys/aycfGgrf+KY1p7frttca3lrLUIwtqrCAX5jxZbD
R7BIwG1H5hlTvb1Lf6UHx53RrVR2eKwwAMwHa6kzKNkypiCzPCbfcNJ19KLYr6XaVBGyCdrAIiSO
aFhib8VIoO53WTvL79jPMn9bwq08LrUPWqOGSmADjoLlKzsHTqOWPvTRVZCh+zbqpi+jlWDwV3XV
PQHoNycVtmlEC9TNzymBHuM+bSu97Aqa+wU1Yev+qvia5AqYh8omtd3ZgzJdfMhFf7RRF6mw/y2t
bvYOsT/Y3DyZHzno0JyS2xFI6zskSp+iumv8p26GaVsPKtPlOqp6FGU6FuaejAxD+goVin2wZ6XI
KuznuV3lU5+8ilQ5b3RnzYNhXo1eMcBY5GuD2tg+aGi3n5bjZQ3Ccb/UazHLPN7Au3Z4CoOsvSfk
OMZYlWSIfGaIgy8BQsD6wKw2FXxo4O4BaWDAZ4t+vExvgCm8luTL0ojVMNUhqrKYb36LZmzsqQAd
PrhctwJ0ofOnX4EplhZPXNdYuz42qCqmpLOXPUoycWdYPfmmUnKkhOVdwDwxAlnvdJc6ewJAFdKA
KiydbeWCrW0GJLucM547p4dI1LoGfsj7al/VKdl/LFec1YHfZ0A6YSKOixtanJuBWxjiGkJ5K4RC
p6gbBpFwFnBooTCYknjnD1norI1D0cEC66pm2wsHOeLkQ+DSYl30g74zTFjTanRLsAqjPTO5I+ID
j8xMw0NtJKZDV2bmIUEpXgHFUUEQhpWRhKGBlsctpXF2sJSym3sodPWi4P+LbeANFjr5rvTlerCK
xT1myFEZzulZrAZrQVa9LdORWmB02wodawYstPbTuC0p4oPpS+jTH61BOe14P/oFHH7eKZ1utV96
9losRsDylUP7pDNBoSGDsHobfclAzHw2kX9whpDfrKfuwe3z8JesM+sZSU5wNpFGa9B0qP1u+DHg
X1PmFMW68UeD2rwNyXKiDZh/9EErq2+TbkSzCqrZ6Va5n8XyDFnhJgTplVbpQLPEjKc8FnB0fHaQ
yzYqfLTGWy06uXxJQuDbFQhUSiR175JymnvNUOw6f5EPNm9HrWup0/buoqX5DiReFutyadNu7VZ1
/BRlmoq+5Mu6gSjh23clPeWuSrvuOWFID1NfZsjEfd/HFmhnJ6Jv7PdLuKMEXaJNGTVAc7pjha+D
pcrFfRW488Fduhit7dxXlNppD7zMnefWtyBYNJ1nnmKaMaPrRe89TNDhMkRCItTgE573UpQdGn+d
T8+W5fXz2oRAHu9V72r6laYlgI8cW8smfZ+dGCgjnx/LaK7QePma+RNBg69k59qOnm5KtrgXeJjw
h5aoG49F2A3vzNhUyaaVHqvLQV88HlIdlFikg242jzVjihgtlcxd8hp4YzLueLYV22DvWl9N1wb+
NovZh9dt0cvpZqzjSAdoOzz3bsTNYRBjaReLYyoZfQmKsJhdkEfK35k0ry+wTK7eg8YOP6rBmRpU
wJX7YpW6++a1lsCiBTGVbSs/Gub1kC7hY9fkGectO43eFX5mWxjYYzKmEHA00LNVmLvRA4LMtNv0
JiSqjLJDts+wKT4ZezWF6DoYfSLlRdOAaPdzKd4HzyTnrEuYct+6M1BjUdCuPThqafSmidMJNcxo
taSLV33obC5OjxYEY9JfnbFy2jX6kOhlZDBWgwA2TWOOBDayLZ1xeVsGfcih5sWg0NRVGDCAk4vX
SjT9T+rnfLqvcw1mE4xmCLeWZhTeMeUt/Oplk+fvnsAOAibFzrMxwwha4WrNEaoaa5k2nYyTfusn
XZx/5wUmSLPpUBk+jQWe9FtO43Lju17+veF4PIlRTO9ocHO5Dhdp6nVrG9mtl07434fJbeWuZ+dM
aQz91vpi5xeXHNQzp3RVR2r+cPEwnPIGrdmH1tlkHTtU0WKDXi9tbzNyBZfnJYbKXKd+BqoAywse
vMVEUxZH0OSo+0kZ5IldH/qTc5NPU9WcLFtr9rVpGd2VcUf4Eam1a6N0sKPcve1n2UUbBIKDTz5O
b7wn2UwesR4Zm8Bh4Vxg+EY8pmjxGscke710Y75LvK4tDrJjZN+N4Yi2jmDEEKB23cLDM/2utzec
jonYxQ4DllcxzRiYRxj3T2mn6NaF9NqvY9L486rxQxhfG83Us6/61N5wGBaEpjrY2pFWJNChfRm2
bO6L3zw0s4WW3Id7Mjsk2Da/OpqRxTOFY0Jgt7hsGpDhptq32qq9Oz7HIN5OPX38OrYBwlctTgtv
zz64DOsS/6x1UMJGxdejCuPx5s2wjsVovRPi0D4XutfDo+oK19vWo4g+fGZSPqSFLKLNWEXJz3jy
IncV926a3k/BbAHIYMlK7hwikT9ANtSHqQNa4HwSMnwq6PYFUhMUbfk+hy5DYgxTODxH+J+QYiRl
R/kp5cRaXIJI7Lq0n5PjKJH/sk8xQXEjtNvOu2LswuhOiMjh5BpDpzkzHiVJN4PuLvq9zA+68N2z
6BX4SIv5daz73N7btkbwHkaNsu+Mv8D+TNUyu/eRhwBmZwfOQqFh244JGgbSj2gwUfgUCNxAwaqp
SfYynWWDoKG2G/AATzIim0pw5koWIuOqVJ51b9vAsjGr15bYkCGim5cSyrHalQACy7rtIoe9QZX5
z5TvDT0l3GlA+2P3w7a0qpzZ1tghaD5ENrrfg9ztMAMpd8S9JsFWyK/okgX8mVpsHI3+aODBfqnZ
qzAROgQbPlnTXMXJqrHCAhijmfVLnvVCUYRbjlXf9iLP2aKKuHnVmN4gj4yo35ZmMi9azIP7pKaY
UVB1M1TfHF0O3tqU/ShWsqps/xuTBRqUoylq3pWTTCUf4DK2QIkZxZSzHic5hzs3JAgDr06w1Ltp
7qZbx9O0P8jUluQ0glTZtMwpCM1ACnH9w2sWgOM+rPuCWVQQgOW2G8Pl65yo8FxiVtLUy04W3Avg
yvIm8qI+vjNOkoVbVFxpfu8JXcWPk1strqZ8UmmJkoHyakZAWU/h44zE2XyBGLffOgFDtCXDwyq2
SY/WhW06CThowRfGVVwN5IZUtkxeSJvLzcHYqKyheaapPLmRc/Hb4LkbaQCZlbGNCotTIyqS7AfE
ugDeQzQwqLOvCYt7LkICI9d8iZwvyKvDt77Lypc8gOPBSVOWwLL0r/auy5XP1xQlvbNGCNvfQf3S
vXa1Vz6gf75Yq6fOGVeOPcs3HYilPMN/Uj1NBC3Hm8DuyndwK5dTDC4S7c8ga5wTNsC78TOVreSS
+ngmqovAWaT2GN6hR4BqK4agQx1FE1as4zzNFedyA/cfSf7rb+DfOD76oEj1LvWRKlF1ILRnF+vt
doPx0y7vI7tI7G1KxYsIJiwMoshCuOV4iqkY0+MYZMuwF6LS7xnsNdGrizsb+n7bpKsgS9pfk5z8
90S0DdtEZWfrzIT5uY7G8JuNFeQ9sDKNEDG2MRfaQdjJTTXU2EO1Xefvehws+zaVNj4JpOyp2Tqx
6o752MtwFaGVk3duP6bDt0zLIVqxhANmekCm6k3gpyicB89C/dsol0T+rCpcuPB2Cl8pq2u98jEl
kPIUxfjSUPyjh1TRPPGGgiGaLp6NOVnx6Km3TN7Ldo39uxcU6VIztL4r7fFt6FzgwaKsp/gQeo2H
Z1RdnHeQSRT0awsKKcH/OOMvcxBxP0pt3HvQin4AYy36H9UUBvhtJEgocBM2muUX9dL0dYJsG3Zx
01CO7uIA/Wy1opcaN46fFKS80d/RfHv5NKzDNGL8RNfWlbOJEo3NovKS8rlWftIgHSl9ve5N1hLb
bxurRq8RVY/4NvnYlGPEDYV6FG6E1SbPTDjwrNvFKW29yaYhmh86PympfXWjvI0C5I8pwXz2KhYF
4g6t7f6VUVqdvx4CGL+IqBoDQxdOr1E6JOPrMi2A0drxUyai68tnOsa59wu4hveQ4b+MDmIYWmpv
ljVvaVpcZw15KHmTnmGqiIcyaxO0nkXWxngBOKLlUiq1sYtTt1OwmgjqU3E7pwpru1Om3ksbty3z
G0MHIY4fxx14WmxZAwOJhuEF4rdCk1PgQQD/T6NoEzh6vGU8TAYsypM80Z3nJ7+PsBSBRNXlWtbD
OGzDJRNmNXQXl7S0BJRuit3TW0FrOrdgI8O7yW0zriaTzfclTV/KARhF074yF8kmLLR4nAQP5cH0
MBZHaDXTEBLYVT8Qzze06VJWDzzAbAKlQ9sKDZK6emervIZnMJ6NwQhZIx6JetHnzhqaYhMXNR2/
pfgRW+np8LvrDtgNgEJRoZeeM1CKx4TPMrlzwfPNcihb1AkXaedolbSPIqwE9l1EgmtgTfXqB8r/
qERW88+g2q99IcQdbWy6rGtYp69xRMm8Zgp8jXVgiPLHDhObvQpRLYLyAs6tkJODr3AoofltgJl/
sPu28Q4lPZZBXsnk7qY0muyVdIuZ9R4rosCplobgPl1Ef45Taz4njl2JDRR12e79Uk2/yxZHyiqT
Pfwh02uHL/AYzRcsSBxToVvk8mB3qPBvNczljzKPcC0suWvkNvGT/IlYVUPL37rDg2yg6S9yAI7h
qWvLZ2/ShbMlJQ3lZLxM2U3EnDYceZUg18VvZEDzb7tRVbEFp426Zw+2EH9F0gnREthW2rx76JFI
wMHl02XfUxSRCBb5Isob27PacaOlVBhHYuYtPApBH3722irUN+xd5jepA157R6M1JPu2lNXrxBQ0
ib4rq7uXrPFqa5dWRfiQgk9ytqaCF8uNIKozAmiEKAEXKUKTeRB6tKm9d2vjiWyxOxWTN27LCiTz
61LK+DxOEHt3QJ3iKRdhoW8z5YNq927jpg9j0El9G1XuRZg9KDvZFhPVO0akfPmBjRj+iD6HwoY2
EOIZojh+CztqJ/6PSP52A3Bd3m5SMxaRy0Dt9ogOD3oZQ7WuCic6ES6VDlszqe5xtCbbPUrYYvtb
pCP3xeuz7vvi2WOLTmlokpVXNLSsCBZUHyCgKHMrWQ0MzY4PQRD581GLQiy3uGHq8BF/9fzsVjmC
iClrsd1fCrP+pmuCZOI1Ftj8cHvApk1FFlqbrNEtAsp0dKOtI0oOC4RU0QGqwHzpncp9BXrJmBs0
9BnB6p0fhus4ifX7EoYuIm8jZrHC9JF+14vq3xSVHAtw8rCjTIhPfzpUSNCIHTjOGnn0ZF5HKx+g
8gZ2xR3Mj+vddfZEX4ynqL8rML9ikVMx2xFNfL5Rcz15qzgskUwbgIiaM2GBIhxcT+CaIB3T33mC
Ov9RjaNS5wDXECq/YIyfLFBDc5r8URHO4NLaVKDuFoJbDJ0RsVRWhaimxKTar0Vba/fguQlKtJye
ItjMEHtq3Xpx91Ll0uCfG7AJwfwG0dZ4rvCObVc3UDZJoN8abXXd3pQFXtZkGIqNrVPfZ/eOqhZ1
PvMEKbfEW2MWAR9dNTWAa+aWBxu892Jj0+UWZEJ2rJ9pKdcmc+jjBs9JDmPBZnGDHz5C357m1viN
aqckdgmyK33IEdD0v2jjKkI0iohwoBUYacFAdRiThwYXwdfR6RHPVj21xMp1nLF9nj3loedb0JTy
c0NZfKUmHdIj2V7mZ55gUFohWGrZH5rAfZOVNT/kYuYjrNO6yXemHZovUzaVz0FaLEASYzu/DxzW
Pw0yFf9ilBrOVZJazYaM7tlB3S9Q9QbhJJ9lNKMhlDp0X4ukuWwFcxCVa0x3VcH7oNRDB4i2cpW2
PUk6vYcsbKP4ncFqZi/6KsmaQHGl0/hrHyV5+uyi54L/Z18tnltnSr7kZTjNaBX74Qw6rBs+xQUz
zRCL0BwghADiZdyXcids7LqrBgDyVzBTZ246d8ke+jnCoYvjrEPxgjXupSCDLkKj6xDdwqjRGZPN
nBbv/dKEGC5HC7kqR+N3wfLWG0Sk1XsA/k76FF5Es8HMQY5BNYpgDUU9vpIQN3t4EbPsRF6/Yvhe
KCyx7ykx79FGJK+okVDUy2bJiFcluuMVi5fROyKK43YfoXqKEYp3eft94RynBhO5+0yfGSbr0q3Q
9ou0049oT6b0Bt1SzL/2x6k6+oTLMJ29KIdDu2jNVwKllPLtej5CaIiBV5L7eQVB15uHfKm9d+0g
Ol0FzD4mRFePQN2WwtCDoMhHNQU03L14NOk/cHqU/b6MtP2b3I7W2U7MfmIqEBw9UzNNfHkbg5Oi
sCfUbBlg+MQiMYs0DQRv2zi1uw7yZiY+nRuwHgK91F8ByKB+4misXtl0q4eJmkCswWlDqqUuHfQq
8JL0BzvAYK8whU3qbia1AsLYydQNeLErD0hhy/zJIxXAcJs1aKAe+pAyUeXjfeChzmLLa0gRTVtK
qlWaF2w4ppCd/8WQy5Z8x7YSJ/vKN9kd8ilXgS+SbMRHizajAbCcDoArbXvokoFYBZkholz7TsZM
rdkTgbNemmDEGyAr9fOisLo3sAhiv3ThKCnY21nfXrDk7ymBFTkShcD9kktHgZ1PYxKeanvs2ifY
KjxmZXiJNrDS3NYPhVv1+XYIKvmtz+KZ0GGqs1ME80Qtj/DpW2PPmFqMUy2Q5lY6V4w4nmmRlckN
DEAdFxXI0UW7AQrPh8BSaLE4CqOp94N2th+qbolPJPdkd4Pt48NescHp/LnEtqce/GCsbKq0PsP5
vRaesGzxQAgLbcSuzloZhUh7B9l9LCXz+PQG9Ba57KoMvWCcdsx7NdbwiBzfbu1zOA/4q/Z24qQl
nh78gGX8pGYSFtrb0EUZTKdIv+XGWx9HvQwwqOAOT49M8wst5jZLu7CoU3XSfvcbfxF0gKieNnlq
GozplR9EuzRifE61qbXjEEuahVTfJEAZUf1uurhFmQlrPY73Vq089YxGfQm3Tj2OVF4iJUbBrfsg
Wg2uPf9yyW6pb5aIggOKwWuqlzGNyuYmYSeUm4HpE++K8CZx7uDzL25tNvnwp2XKMT47waxgbkIn
VyRUTmkxHHOrDJZ95Y7Mf77kiQC8jHEZf19mX5fHuRkT99CDecb3aiT884bUP/ZMp1uScjOKLJie
e9Y0g4irwPfxZpCI8LUdnGy57cJcRvc4jPBbOTSouLjgRBFD2Kz+3lkhyMOWtapYXZK6FQvJFuRD
W0+AJ1h3phwC98YiYnNaCTJgWD0LGQXkGBWIc+Jezfy1UOlmRec9XoC+lnmYY1khiVO2fSbEN0dZ
P0z2gpVYQROgu8i+SKP97w4mGs6LZlRPdrNUDDR2gDxnCEbMQkWZUdlw7lQ04iqSqzyI5rMXSc+c
IKg4w1iR3pfODRnBGbPGH4xlDIEHvG51Y0mtfkxJG3/kPIBlmyAMFwANIDvbQfvdjzIZKR9HLwUI
DUpYpMgd+TvTaBlxznnO8tYssRUdnLyx9AESb/pqqmDcVb7vdPu+iybzUE2a6JUQVcGzUQB9iCdw
Ah+mqMF1SvrPyLcS5KSfGr7Ah6XmhL1NAgRAiCfZHQgMyqItdLc+LOXSt9u6b+unef7rvHPt6Uvr
QsVttJPAZWKgqfx1wnWDdTIqewIplzlek3bwpkNU58kroSMpXcNQqjvsrCSejF5RbwvPlsEKvQVa
1VQiRl8B4A71ge29Yc/yDOk/S5I8AnbZekXbDlzXCTqwC3Blu9sOJ+YzRD4EtdsW1mlOEoBbHZdY
1yOjht/j6Pe0pyygZpuhqqBVBy+uAQnxpT3EWEQjgh9qezhOYCi34dIjnZ6Y0c4AVTJ8nNvBbULE
1nGHgkJA0LYsqHLKtonbdNxaHPXLnRMAhmJO15FZjx3YNOki9kJD0hE/fC60O6X7sAuTi02rbcWd
Y3AXQCBY4HaNnsy0ESUd15r+V6CgmDMUWUHdYSiJDUEL8HLZKu4ct944eTz+QkBP7xchOyUkMwkG
b193QYyRhPN6XxMtumxJB5NPSUtmwobkDvMoxhCie4giGidUenxnBaq3L33UelDGqus2gQfijIBO
6EcCYFLwLIwL+i4gaOzrXI9T9FAzdfY1FLPe5I4zmLfZhfgGTZ9VRt0La8/6hq3FLksgKCpHbdQK
ckdUa0IxCXixM6DILcoTlK4uEQPILmjNbBybWr42l7ZnE0lygvnFflMelbdEX7QIcD1D38rnoBHz
Bmu5ObVGF7sFuWuMmt7vf2LiR8GDPwQUnpw+mo0F8Fds6eLFibgZdfErw5auQCBzHOtYuO2thcuJ
6A7UyCgJUU5gLm0W6Han1MVrXo5FdBsWhTWh9C7Epsx84gKUHfJn1UhSzkY5LvctTfuPGrMBVnVr
zJ6SRUsHKx3mmBU65MGFrURhvMtseH6+M9Xd1sKOHCafKF09NV4MjlKJqvtd2ab5qIGG+QW6CmnS
QQzmDyNLHWxD1U6nEmhrXKVV5KpfvrAgklwY+n1s54rxTbPdPxMi4Tc4x8OSrqhvqhK9QOveTJ6G
SekqmcTH2u/CZaMgopptODjM1QnR3t/al6Ch7Vwn5sTGavItdBNaNJvtwNpfJre5D005zOMtfgBs
EyMJJPaxTXGIKZpq1ICi6z78IFDTHb4R5Z/Br5WHOxZjRzApAqWMVbDk8BomVnbwywErWOoFyXd8
Axm64E6N/SmJJ7+7d4fpok4zdnrv4aFITvlQlt69MNEEbYKhJc13qBlCPtwxxxho4wH+kYIBf1c4
L86oh9B8U1CYgJggheORPzv1fYDBwTrStRgHd3BfF9sWLqomEQIjDaBEilJtFVFLWWvFjLF8pwsa
J1ZWCje4TrVrORu/iMLohl2OJE/pWhcpEeF6pNGYZRzOyPIJMufDb0IiTeIF3V+/lqk3uKe4gzNI
VviJ05FDLcGhodc2m3X5BAa04NBk9Jjcjb2K64OSOfZEKLfB3S1kc3q38wj1dkGCHT5ejt8NremS
rNPC7n+OQ+ueS49c62KtBlCe+5lBg0RRVb6I2DLjuW9vkdqU3jebQAmoYGlZ4yMQVaK/oplMMFQH
aAm8TYboBU2MA0kINkiuSvU1DYz/o2CjQQPiwlEEi/FgfUaf8EeEbUGxGTVidDTh0K+7ssn76FiM
vgn2ZPXobq9GChYORJQcai0ynTconn1Fouaks+Gmrko8yYnR7v00xSJWoNSJ7X4slafvnAp0/1uA
rMs+9wgQxVovcx8+ZU3fRncKqyToRWNZ5KQvXGbfYru1vtleZ2rm+fK3PRcBeP9BtRpKHw+MgwgP
k3julRsnitvH3uor5ziALYREMDnOc+akMVHwwqG4bvMRfY91MURWkBHihpo3zo5TzIo9JLyVp17b
dJlK90QNlEGYvNNgTt2e2MzhbJyg7bbp6A8GsXJvxUecxbFYN6ae8XRhRbCt2xDwntCuSCXRY5Q3
zo+sseL22IRtE6JPV3QhGHz9d7aUnnyhHsqONKc4NDlgQ+CGUGgdwpj2W71wADa46Mokv0mSTPTv
oaDeBhvAB7+t07l1HyTpdMmhztAjEIxGetRKAuQxILjI4vyVoJYxvih1pXiq266pT8wAZsSEdr2u
O3eqRfS28MrEEbdQTM3uWNJtX7yh8SGqhw7Qw4wkvm3KLvHKM7D5NN24PuIfy7g+foDAqyPMbIPx
qBQnOd4TOr389EIjU8S5ffbx59BO+xL9eZ2kGQq0JFI4HL/OVfBwbko7RP/U36MeHtJnpyi3JUo8
LojESawWK36Jl2I31PYxPPTrNW/qk/Rl+7/SSUMHkZFgOAhTQq5+QutXQTMpfgJT7WbiruMtQSIb
1CH35ZGBFet49+l0gUuA7b/u2nXkJdLbxbJ4FYhqcVumCOLhfizaeWs0E1A0QixY4ZHxgrgJkFYo
drV8aoed5QdvFca1ozCJc4oxKkSfRBH/a0qF7Sg0pcy7DwQRqtdJ5nIgTSep6+Ee+mNr5kNW/lLx
N2K6PnnZ/44avlyHsHceNtk/4dWTXkZ7cHAoDffh49S/1Ot5Ogb30tr268B+Sat7vXHjfUkcw7pm
muOp/Gwyy3+86X9c/ypXGAAkcchYwIH6nY666ZloKreY+uaf8n7cITA/wJwk9i5Rnzxg+z/vHBBT
MR3b4d6v7zxIGcUn+oH5K816GR4WUjNodmKxJ4FAcVDKBl/Bb9pOYOdtcxEe98fZ/e2M1q6p808+
+X8/BwA4IS6v+zJp+q9J8H/LDtY9Nk9Dctk97M4pbndQaPdZ+/Tnt/2fF7EZ3sD3Hfj29UcFR+tO
BTaGe9srH1H03brDU+Y9/y8uQqsKDUBl5lyPHs+r2O19LzL3hNl+Vb79C+/6Y5i4n0xAub4XlgUl
CKbAQIEryvBqvfqW6kQoG7KU0ldtPznBl7D95BLXXwiXsAUSE9KEJTWjfTXxwm6MYrK4k51Qozb9
VmMq9Q+6OKCx+PMju17s1xe6+hQpoWUfUpWdsuaxz5/y6LejPvRw+vNV/uOJ/eN2rpZaysyCpdB2
dur0h5P+DNVp+WxI12dP7CrwWSZ5AVfJEyu8dTecXA6veYsM3Nef7Buf3cvV22+sKUqm1M1OQfol
kg+R99OrP5nz8NlLufyEv61IotgmTxke1xidZfzASxHZ09z9D1fL9au/GhOUGBerleAqJAmuC5uw
jPCb5z/+/735y2v7262kuAU8ZKDZycWAklu/CBHEfvnJ53V55H8/QP/vnVBYurZwWDlXd4I+oLEa
4WenSxbZCuLsRvTYcf98J//5UkLIeMmh6KN1++ed0MihamYgyilpTiGJshmRo3b6U4/NJxf61/Fw
uR1HssG4AUCK616tlsBUtkjmvDil/R3oRtrdhQNxzqgIl+ZtlqB28FykZO4W5xQF33ICvt0yXE8w
MwkKTEUY2J9v/TpM/foHXa2tqV+82Yr4QcnibAtC0FLpQPXGG201GOsYpvL65wv+17P++xO4WmOM
wIj8DlDoZNTe+V6RL1mG8JqfPunr8XPXN3a10JagBTRt4+KUk2JaolzGb4c6iNA3tSdUT2HAzKdd
gAPiz/f31xd5/cWGbsCp59qIva+/2CHMbYE7pDipyjphn0RXdyZiDz8A8X3Wc/4UfNApmrvyxr8r
CW0CBv9szsh/PePQC+HkLsWe518948xN5DCj4Ds1m2TYJhazVPD3y+qzW72cIP+6VWn7Dj4DyWSf
q2c822GE9LAvTm3/BOS7IjOtoEmz36JV8OjtiNVC0FesP3nA1zNbAofJTZQzvqDA8h3/akvIkXhp
AKb57BDnIehjO7IhGNCcmSd/fLHrW4DBDMBmCPah8zG1xfnyLhDAzISENQdQj5005Se/6l9n1NWP
utoM+zSdJ4Lf5vOA/XKeXlLiEBQBYwPohV3v/vwI/rUpXi5Gbe0Sr6McZmf8c79qyACVZcQTCOIn
kJ+V1r/+5xfw+fsvo6GIYbrulIAskRjJZj6PsHiuS1C39fbnK/xV5vzj2+Ee/n6Jq3uwzCRDWvP5
TD208sO7xPvJPT94+XYkvBta/EgQiGnVJ+/p/3FdOrEgkBRg6mptgPmSgFiZ+ZxXD6Z5IxRxY13M
e+pkhYQhfUwDoZOfTXf714LkZnmMARMCGXRCCfvPF9ZhaGnh9JezRaR0X2KQYE2iXLn3kk/W5H9d
idHYNt0mIzIYHPLPK4VtFOkxbsXZiwlgJ1gqyo6khyOUuv/zC/zsQtfPUVVT7sWFOA9kDDyQ9msB
V5Kfy8Itjv2sws3/4nqBAz7/VzMTXp3RM/MR6IgncXa6fFX0z4r6iYz8tjz++Tr/OhAd/4IReI4D
PBo4ztWrkjHaJHQvAht8cOplvu/bl7jVBCt50DPO2dTi+c9XdP69d3DJgNoGVIKm43pDK3G4d944
i3NQk65aeNZHF/nhl3KB6ilJ/bqVnlvfdNB2N1632D9B+9qDBwq6ITG2eygzKK3FxiW8iuKsvJ16
tO5kuMkb8kRW/4e07+ptG+u6/kUE2Mstmyiq25Jj54aInZi9d/76d1HzYUY6InS+ZyYXE2CMePO0
3fdabVP8bDD3ggFtqXE6wFPoDUofBtMz+1SVojWQPYMPDJoHlJe2tJECZmEAi4Ubz0vETUQzTY4x
FJ49cv1r9hHF0IPG1JlNtS8oV3HhTSO2BVIk8ixQhxxJxIpyDJPXhYbnBezwuODsQpatcHIFdTAK
YOwMmNTpJ6A7TaP1/Owej25WI+A0V6EkFTh2988tr2MetB3DdFRkxgYGAjBAGLtL3QD9a7Xw87mw
Kxnivc68l0ZsKYb9OVi+bjpWX2hMbz6m39wr62p2ZHumuObXnQ8cRF37lW79c3su3Ipid650Nw8f
wCP8RtwqSfKVYO7G5RcZAPigGXU69q7/gnLCBmSRzF56kc1pVbztw2MKbldtXTvRDh1Zz1fPPXgb
PFYvCqqkaRL+w88a6UZ4DHAkdAgr09GvAeGECatNIEuOGKXvXIraL9CegRDXfIKLYoXJMbMRpvd/
8wUaEq2417yAJMH9Fwy8hG54oI8c65rB46rekLdde4PZR9Ia4+o/MSyNXnxZjfUWfu1z4Us3DR4P
qLclbsZmJfRSG/pTVKPqfxSy+qy6tWJoWfaaTt9qsfpPkq638GafA1TdMb4iX+90rouYnEc93k2n
ZM30mHNSs7fn8h4tyZw2QkyARKcE80icayag7UmLffaIFbqt7NmAggYyRPGidhRJi4oC6V9M/cIY
w/gTopB0DiaRTaGTDqWcY/DjK6rP4IWLMPLGeIVeJqxV5gpNPy2u8EYscW+AMCikcQWxjFLbVbcK
mwoDLMUuibyz5/HoKbcCv975RQWkaBNYXy3Tu6EWWwWy8xWNfnz2yslHDGuDDKUiAaJNJm7SwOdd
DpRW9pj1SbjSuuEbdEO9M8SACXh+skt3FhGQxGociIwk8ialfCahmxXrFlF/iyfANDtonCz6i4QZ
5ueirqlMclW3sohs11QNRSkmMXvspRZTX2CWMVB+dkQmu6CpYt/zAmNE4rCdyuqEotYmncTXNJm2
ETCtDOBMR1adohlaAsi+rmjA7Mo4ASNd7MEHWHQwNSc/5IBiyFSTmSODCIQLFGY87negSise7Y1G
yXuW3PVoyuZriuJ/KJ6AkVmBEZVVjeWR/dSIxSllFKL9tIJTwkvANRaafRu3P1hpiow0yQoD/ZOf
AERe56X4E7XBXagGblLlPOaIBQd92RPFtj8GIPgeARYAyVKQCGuEMwbXExlwr2WPDXwJvZf4yEBv
rUiRsvBcVTgIEthvBIR7yFXe69ui1cC3FTPcMdeB6+r2q7y3ogP6gaPSBvTd8xv0+EjvhRHBbIVJ
fkYQfP6oVpifKPhtquwnUKyhc5t1notaXhiIA2TUhQSW1wiFIAAKUigw0HPEXEgv25Gp/Az2gOPC
wPxl+FcLkwSN51k4zxpLLAwN0VPYIiONl4F4FJiKAfBT0WiAUZzny3pULNhBuLDQ5BoqXqTHB2ih
ZJJHCJraGqgtfDmtGrBbrfxc8Cle+qIomcUl1ACbIvOz83ljoxhuTIsWAdCxQv37GyNjoeGHffYl
h/LX80U96jAsag4H0OrHa6xKHhVgqSXNh6QMDRlo2TCSzkU7RQokrTyhlAa42YG7V2IQpgGrWZNV
DoEIoZrjRIxr0JbwaJooAAmMrjvlAnIpR1TOjfIzRRNBGL5hChKAq06MOU8hoNCzPz5slM1lRCFQ
1ypKhMRdyQJMEJY9iELUEa3scHFSVNtT+V9cFERxighXhkPvJiEFEGccStM9f4RTz6IzRkQ/IZ8Z
/Mvzo1t60bdiCGsvVhjIB3Uzf8wTKEGXCU9AdUUv2HMpC34p9mx2YbAi3HuyxlvUU8F4gKQ7RsKf
Eb2RTHxuAKiapU6c/EHDki6mYFdHj/fpueClN3Arl9jFsUD+XVBG/uijgCum4kbpHa5o7OdSOH7h
Tt6KIXZRkAuhn1KOP2Y5kA1UTzBzcJFZdYXs/9wVCkaPplsjCqr2APMOXQBQprtYicPtCIgCytfM
wogHAsp6TRRhe2AWSApxsckw9t/7ynFE5w5yDYh8gbKj+5UiWIAgbq3ni5/fGyFOUxCbazA/OFlS
nIcyihyLAAHsop8CUMWRKzP84cQXuLENJnv8dhOUNeUNPgrVWAzcS6IqI72HMAMfdaPbMErTYYwt
Vo5hyTlMpk+viXDsR24bRy+q7GoyRd7CCQOxQtTgCgoIZGHX7wUKXjSgp7LXjjzXWiUQQOrwVMZr
ALkDkq7Syw5tJ+1FFDhDwcwvlAdllxfiWjQpqxjJnDUf/NL5Ct6sWMMIjRqJY3BK21+SdsDIqi5G
Kw4tcfFgtGjvGYDCiC0HywGTntC/OI07BVNTAIQqAR7WyimIKX9rUknJOS3tjKIiKtEEEIki5iXu
fo7JabTycN4xxsgNWqnYGv6ji8b0Do3xAZhVkRjCsPG7bIc0uuaHbpXZEAAUnJsjbfhTJFl7NwkN
Om99/9S3/FtRrYvYaFobCUag4O+UdrA0ALRWDECotGmVpzspPHKM44c15cktGCU0cMCJR3AGlwWe
6P3pYPoGQ1Jc7J8wM2kK0hs7IatSveZfPHo3dmjgZXPfANaO2Rcfik8xv49ZpHvhhKEvMqnpgJ3h
n+JMtcsRMOcAXdDEnwB9Nwp0/XEejfV3vu33bx6bDbB9AfaJBeI48RpCkJlgnEzwT4BwwuBhiK42
wElqDkBTaHWahZc+Oxd4dugsFBWyTgP+rmlURsU/yTuAS4rhOhv2Sq/piRxbefnBqJSHRpNHLE2M
wKUCqjb/VLRzMQroMtm2BVEfpvlNQIk+152PaU0BjSfoNUKyBvE2vNz7e4NePl4GDkp0msa97yTi
evR3YvTd4QDj6NyKqLIDF7+wR9nfJz1SyAY3fEUmsJkYg2dWGrOpAYrsAUe1LBij7FeYFAyAaJ5E
IS3QeDjz+08ViHgGlIrA54/b6JS/BR84cPVY/ikvg9WuExfdaBcPreqU7XnwtAiRhJbvQR4L9sI+
OtX9hwBK7/bP8+1/sJTE7yd0KsDllFr28PvFDqAjamlgULgMf3Xtx/8uR+VlZHll2EeBdFnVrmqy
cRqjU9P/EKt6rxZQSak8nkK/Zyjn9OCLY02qiPcCxxF2mSWOKSulvmFiD2tS0mzFDnkCCNISMfBU
5E49tt0ac58UL+sxVhPQDgRvA+oA2hgp+vtrzI4ITAEgN+1aA1wmVr/C7Vxj9iGktq09PE9IQnJV
mANqJGhItziVMKgYdj67Q8baHNbMPjRUm3VCilV7vBn3YgijNmpKkEYM2K5bdzBjB82rPC2+fbzc
swgNRQ10Vcz+0/2eaaGSsowYsrtmjey0ieElvTa//KPhAnJq+/t/vYF3wsjKEPKV4M2bsG2xE5ia
wW+59XMBj9fuXgDxVJPZPxrZ67n0VmCoW7QPUM6Ef9RA9zKI51qyGiCS+oDdKa+YC0kx1IL5m5dh
i+374R1Cw8PKejM8Ium977+0k6f3a8yg2Mq2pTyyB4t7vYV/n50q3J9dA+rfMu0jdldbGuoKmqG5
oalQ1vsYNBFS5ht04/L1mK6pATSKG2L2FlDrbNUUv3ReRy6Lsp7lV/XPegijB+CztO0irAfzZ5vI
ZAzlxDuMSROzqCdu7rxKPCtAGGPaOMMJ1ha6eUwkBKEnsl/dinYdOdoJERoJuBjAEu4gyTtpTmvN
jxjzJaf4Umy0Pb8WjNLmf4D7SzMFitGivQTCGwOBPXDUeEjmjcAoNoLl0/eRtjpCd0xlF5eY52J3
k63Z6eAIn3C/jWwj6pwBuFJD3mtHALZqrelT17d8LZHRhEOGZlZ4LffXsswiMZSCZL6WreW5icmv
SxN9JDa4nyha5TG4mJ/AjSxCrfC8ByJCEDbs5kMcrdhRHM/MnMARrNxMrOc6bFG/3Agj9EsmqcI0
D07t1i8OzULO//bOYyYWQmiMCkmrUkArwK7DTQytFPe+NwfLQFxuhj+er2P5mcmygu4RJAFQCbs/
IeDhpAyTlSx6yGMHiC1WsYmPxc4zIoreoEoiVJTIAJE+ECBpfmC17pnA/3Iz1zNor4oqiVBRHMCO
2XJeU29161oPLfiDpritVjmlwXVRF95sHqGjCnDTJP5YzDpqMEVjNpeK2/z3rSM1VNaOuSphQUBH
XA/ryGx07tsAoNfLf7wNhEICHojGRQIWVNnAcdBrXdvHBmeAXYpyG2g7R2ilFqT3mRdjRS2sYoKh
EfiARnNiKQtaVH7/HBBZWPEKphVkDesZzNn48msU8Q2a5lnQ4ugKhMPOQcmhlk2cDlr1UR7FgDOE
BEYEIeM2/RfP9E4GcTBTJIKATL1eaeAMmXqj6/maWdOs7sJ+3YkhjqXQQICFQZP5WMDca7AwfuCk
oJz9Y/kNjXY3GyYTVsEHBkI4hWDwLnWM7xvNFjyjZgRdHQJ+HMMkiaHSRAqPOvVOJGEcQNIlAm4K
CxMO8mnWq4yRAUleb03WdL9pemHJ7qEcrCG6Qc4DXWPEPnLABozyTpnt3rAuPorNgFek/ApNsPZR
lvaY7Zt38x9ZZLd1D+5RpWiustJ9B+Tmlx7aqEY6AlxiW/7VO3BG/pvXE5fdeC9UZTurbcJa3Ykn
dhYUfRVmI6/iZ7WemGgfvb7m0gY3gxEgzqMoqfk3PkhEsyM6NbG/aA3Gz298XZ6TuQQQfdjcUMd8
+aawRH0wQPluAOOYouEX7yqiVfSFIoEoiRJh6Jsa6femjrldmmLIOkBZXz5JCMHep/4k+W6dnnh0
KAlnUOTqPUa+FUamrXchwJwD5r8/Yb7bN+vlgjKMgTXLwZzxRmJq++wTA9b9h+egrmqoe2brGfkn
y1LkXkcIyX2+lUsY7GmQGEBiQG5tMQcgi1dmaKrGtO33sKtb/i00UkBog7zO9A7NL2BSmTWtgLdg
JlA402TEvSiFPmRDgP2CvUevJ2JrCdy+ZnAOX8KXWcuCcclOt+BuA/NY8JLtKz02aYpq8WndiCfN
B1MnSLiBenQXbKVDY+6qreg229CxbW6/AjnvL7C6fU+4etmKcseXXpWkySJGPDHcgL+JM5f6nGfH
Gmd+ai3JqXcBbL7nzGqE1/kNPU645uQeTvtGIqGyWLkbfSFsuB2w9cBTbPWG8tqvZpcmc2pjtBBY
ImED1KrNsO5XcyDrOZOhAdD9C8yKiV7a9PiIX3CF0ery9zZIhKWImBDDxRO2QXOkg3pCdf/UupMN
Fhg4W6Cpzz7rL1DRrwoDvBYI6EsEFpSTWPD07z6B0G+9F0bARsMnDGZigpvAzHfekV9PRuRkOxBT
G8yZ5lAshTJ3Mgmlg3CtlhnwY+MYikKPHeEaaGNm3kS7Sv+qOZQ1ztv45OzJTgOlEqReUCtu91PY
BPDLB1yywtBMqiDaeRIqpQFXfJqwWJiA55Tva4MxgAlrABylN8Glvaasi/KKJCIQqADG4k3zunpr
jus9OBmp22F56dGDvvD/VRB6d3JERIA4S6nSaD45PJY5DB22taG8ZM5oojed5kVTLwrhes78MCLj
4XIG285M9yA0up5ebwKLyC1oBoG2nYRSGpoZNV6BimhhiLo1xtTAxmY2JrCqLH7tOR6UAHOS4GIX
hoLLA45w5Lqop7poFG6UAqGpVB8wBpWMUwUj7zUvBJQpozvMyko0AX1t1MdZD2gmQ03mCbOtffJS
SNdVBnMhuJ9wvurJc8s9VKEFps29/6Mx0SaNXT8gzXdAy5ujgVdW79zkTa7MyQBXfacrbmsm+2QP
Atd/mQO8vXsyoalAk65qUofLkFtvtVUjx3lcSSdWp5nFRe8WXcMaJ2PeA241cckxZR9HbdxzO3k3
fSlXjQG2YgscIQ41kbvk7N3KIm54xbS9XAP95JoG5F4Hu191a7DpQv9njn9sdGWV7GezGOFBAzJG
f65C5iv9eN7/LJW48sAOb8F0APGtCxxMA4ljGL2I1tBKWyRxoyNZ8EJAvUNPGfDcjewQnma1CBqD
w7+KhG42lDSp0PUc8OYhC1V35FW7s2d2s/XE8fG6+O+CPbRZYmQBLbJoLiNuZSIkSDCN3F+vNdqq
O8DGQ1/g8NYd3oNqB9bzI1v02uAyysBjEIFpKRNnlvaKn2YgdtyBPPF7MPk3oVmfS5NblVtmtAC3
5BS73A52OQJNZiXRfNalw4R2AjSEwgOYj9zgdgQMUgo+tZ2Gl6HihqLv1QBWlgkvnRadLBnuW1nE
5patyiYNsKd24woR+04zhpdGz9z/jzhofmfkQ7iVRLgkAAUcajHCqpQDwOJ/dWfFiWBQ1W3zXf3K
9qUtogjgGePL88N8bNuYh/JudpMIfqBnAJrbYYUgBz3l+w4+qbTxzOpbcX1D+MPqDZBGKDIXTxB9
dHNXFGg9SSXveR4XV1LLw84xenfIXd/CKa4wJ81u/o2C0W5kESfIAUImLKcGt8WZi6Hhn3qNhnaK
E7tkMW+FEIfXSVLFxQAkvL75WXXCrV9JcPCebxxNDHFWUlX3MyPMvG8xcu+dCzR4HV3clAe+aH9u
lzP7KTcBcTUWPArWHY/CbneoT8LGt3JkqrqV+COkzMvTlkR4kA3f88oEEu9rDRnU2rUJvmTcdtoJ
UddE2NQQNk5FOZ6HTZ39fd+a1fJgeDq3K388P6al/DhmrP6534RNjcGVmXM+FlWZGLbZh1aA8kLg
wHn7jxeC0MR5NgFpab7cgOvfzjmpWe9jUTQ1OJ/Cg3K6WRBhP/Ocq+WZURJWerZpsSP+GvdzkAow
RRPI+uaUr7Tf/20XFSI2FTqPa+oAQueSK4vETGpMLhD8DI+ij65jYMTyANXCCkhVq6AFIHumlRQI
yIk48igT9vvYQTPDVjC/GnQB9CZmw39d8NCs8vXVN08n2tYuOEB3sokjrAGsmWIwgt9t3osjb8Wb
SQcmt9EZECwZQK+1UjtZ0fZ21hTPVkwcaKOUQsEPWPG0RdkXeLlI3oMGZ5seh70MJ1M4Uw5zIcd2
u0wy01MD2I6XEixT0Xec6W8K+7A+WsW+Pl6c35Q9XdApd7IIlR9N6H8WIyyutcAZi4At3kZ660iU
x7fkB93JIbS+Ngwh8HixpneAh3+wBoO2gGm9/oNGX/3jg7eBtglyP1xXWquauHB63LXJR1bQ6U+2
edZh3PDaUGIzxXafltUlTuIV5cAWbDTPoXtJxLQCpt3E+RtubECIvh9OGOv5yf9Vdol3xabZz1V6
anPF8nr+kUUYASB8C4BZnmUZ1xRsoAP6evbs5tQTarKmxlCDrKULiV7VuVFaQ78fS6yvDceqbbmK
30VyjRFIi2E/lPRbVqigE0uCeBatseiaFGZYtfuNbNM2TrlI5HfiqkMkjyomkmvrF3THWryNXKPJ
woRTDm9JqdzKJBYnxSIYYBLI5A7eKX1p37I1awnmGYRJRmVlb8k+PTd7weqd54KXDvJWLnGQCEVy
BkxD/A4ooyBssGvpz3MBS+4q5oL+2U3CjIMxxlfEGBIYYDHOeMiK6RUb1gM1S25l3b7uVlXx2WbM
upB+qKVZgQKY1n++pF9uv4Ew7wDQ5LIGEwY71vDcePMZW77F7mb7BPBOqNHeRBkDtJvoNqG9/KVe
mrv1E+ai41uQynUCvwNhrBXvu7Ww5TDS3OmdnujAEB5N2RasyoC6O1O2nnapCJshcgWPIYLZUn3u
PgFMq59fVqsjCgPD6rXXaVWoperI7Uqv2vdGAaU5LhK4ZRB6GfJqMj9L/fAzMdfARIFxlGGZqzme
3vT67/+6yddPuxEdNECm5kZsMsicUKdl9Gl9OK+OcxbkF/iTkLw90dIGlDt1TdTfiBQrXhlQPp3V
bQ+RkQ1gUWTbaRHEI6ATcEiBtjFjAGDUSCCRDpWKCcETJc33B0wS0bazD/Yh1P/8qazKAlXTL9/4
ptyb2QySvsatSMJMCg1w0EMfu4laLdorcrdEmqdxqxfZKQxqRWtRBd0skFC3IERr2qDEAoMAGWl7
d/avT4N/Z78klzEL8/nqaOLmn9+cGy8ySpiGECfFuT6xezGPKBKu1vzZ/hFKVesisE54/+82ioZo
hVZu4LzmF5A4lfENHiKKzMWnjilWDXRrIoYLCA3HIMUC3ACZ32XvPngJO7P4gbbbUrBAIfx8/whJ
GI1Cg7Qk8XMZH1OYEqHPeB6gsFrGZxcboPgXDhr1AOY457kQ0lP7S8qMMoOSNgbfyIRqzyYFFxdi
dnlD2010CFBDB0IZCBEMF7iaOgg8nN55NXqdy2ixBeFHPYgmtlJjFN9PFCG7bEy7/ROYE9qlMnvS
1W6dAWXaML6TXf7ZF5Zvx7VBOUcSAONBOrG9ctv3cdZg4dVXbRUhRmlTvT0bwhu6MrTWquxTr5/m
Qo1Dkyzev/q/JKPrDQVuDIALMvHqQ4EJQBMdppdE+AJb1QDsebkM9GgK0Sesqm91ADTJBODGawBa
VzNHOA2K7zpUe/Nwrp8AHQdkIZlHiZdMMyli0gNMvEovA/i81FUNsmqAFli8NQIj3Rj/pLE9gkMm
Xk3iWlvFu+pQlag0i7YMkvct92dKLd6pm00UOpl0fH4lCa/wr2/DBKaqSsCb0UTiWvSR34E8kU0v
GgemcCZXeUwLZRAdFQaoBmk1nVlHPGwFRtPhx2MunyUhe8aKE0tZk9JLOoygY0gyXazAnKNyq+fL
uoKnkoKgMvCkIQvjpYR/JoxxLnZyk11klKg+wXCXM0eM7gBLh30Dzlqps3/qApj4PeiW3HhdBTZT
2RPswdcwrDDWo0Rm4llTCmB91w/BGOXGP/it+IIRXxDSeyicfvupNcVm0J+efzo5N3Y9kttPJ44E
bCsxTEebXVTZ7IcUEzxgzdSTfsfCndow0Tor9dzpD7Qk8xUI5mHPlHkcV8DAxgNKTRiDFcpXoAM9
2VDAEaCfYzRvduYRIHgGcLfGVQPqer38Ha7qy8y4Aw7MBsmBL8Bi19tQXLcS5RjJvoC/9uLmkwib
g46/IOgGfFJjm6MlWuMfey0fVxls6VfxLTqw3KmN8aYVJs5enp+DsKQ5MNH293YQVyjgGiUouSm7
RGv5FP96F78P4YuykdfpNjSqjR+tGusbiULDTV9DW1rvMeN6QI8I/r/Nm7QEJZk4vG4F9JeGWXqM
8T4AbLFMPjZjmeYXEUCY5Rp0XwDsBz1k+t51HPvWhKDrNAVApCPS58PstZ1S9g048+l7LmiJT7En
S3oDSSpJwKw7YhDSTxwD/AwMDPmlbYLJZus8AzF9+lU3rPTaVSxtWHy+88TVBB4zUHxEAelMjNnj
5zfujTYooD2vlfyCiXJxrYYcbxdsyZkKA+4moQTHY1IlIuX2kUHOvOVAXUe0jI5PkYcWupfKj1zM
FW2TX/jElCW9iiw8ySp3hJcKTTorbnwRzXJXyRuBcxT0b1QojtAcctJT/usjUN8SAeOqCMAxuv8I
YQxGXira/MI4MrfjwU4s6uW2BBjjqGPX0di4rkUrA4VSawMOtPhS1s8fwtLNgxLFNBJwI1FRJMG6
xMDnlUAq88snQszSSH/m5wazEuEnRc7CnYKcGUhWBNHvg3EoMl6Y2AAr9dAngoXW07kMwEyP21TG
4MIFaQbI6TgJQK+M3la+MU2W9BYDdKaU/tfRxuu2oxONA5jDDHv0sGhQdSa+mOHsK7vJ3Yv7ypiu
uA10OCm/3yiZwiWdjwlhgNSwAisDrW/WRTf3u+qCcPClMb/EOhwTuACbCqQnmSHtQSHb6kpmF4xO
c42IouJfS4Q6Aew3IMgxLn0vFPwLDNeCCfTSs0VvMuWo6HzLiU4BvkCdybNRVzrQgCWBeu4131tN
HUsrwfELDxuPC4cN10NlH5D1O66MPLx8fIPnsT+G0Gd+Z4OgCWYG6kXgJFQ5sObhQPVn8EyipKvl
aq3svVjSwFPqdXFsxhjNBTXekPigOx/bNtpisK2OTXaM+R9ZIYg/QJWKeXg2qHvMxyshB5uh5NzW
7xNW0zW+D968gpfeqqzu0GuoMOJF6LKCNkS8ZMsw5wl+TGAxYkyabPVLQIRaedpMF4u+RtkCn5vS
ARQp1sFwYzDlJ/+Bz2FcXtDzY1+C5Igz5M/+vbRlz1A5A2Bpusw2lLiH7HudLwHAEvA9GFCHG0gC
xPMgvqzagPMvMwePgr6/mEfTo6ysBnCIuT4mUnqQsSWDNQn75+/9Gr3dK3XMa0rApkfTJ2Cdr5rv
5tKXrS+qMfilL+b7z9HK1ugYaNaM/jPXf2Ij9EONUbDSyFHGVNew97puvJrfp5PhYojP3G6hBlE6
S/QPw3BO+OOM+utrZrwWBkjV0Znkuq7xSosnHnUUHoyAnhj0qOLbSbsHVMi0FDTPO3PlB7jj9LpZ
x8ExGCim5/FZ3IshsgeBl0tqC4DpM9Jslp/sa0CIAEAIE7sbAVTuzw+CHKLEHbiXRmgfPy9heGJI
83tzNIq1oqPx5rvY7nY7GywU6z9fo6YP7mDo2+k7PtI6KRZexr18QhFxXVP1wKvyzqa8Qq/3zv6s
DRAP6WvxePzB2oUuw6EC25EBzH+KH/MYkNyLJpw8lY9VJZ5Fg7ZQLL65+BCDTPX5/j46kvcy5sO+
ueegtPFTqBXvHCSXsi31sKG8JDI189cBSsIMp4NUCdBV7iUwYDXrJyFnzqnjHf+sBrdz9wC0/I1q
9kYyR8p9ecyVYD0SPGOImzkZiD1jS9nvhKplzoDO0odmPVOvjSARLT8b+UcvUSrziycE3TSbKQU0
GPz92jy+Eidm7CBNwtRBvUqVNwHt4M+PaMHH0VhAfEEJ4nGzcGvvpYwT6v9qxjDn3IqtdKVuVd39
9tH1S0vqLikQ7IuIPndAWCDQuhcko3lPqQePOQ9+ag+FG9WCXte7svnfXWas6EYQsW9CLeaghoUg
LesRu6GFQmTBI6voIfuVJBNtA5c01q04QmPVdSvWXqUx5w04JDGZwp/QLaojvv7iDCuzDFfeUALl
pWcFlxTAO/CXADBG7GQllEIyiVhgonWWDLI8CXH782uxcPfgAHJzbhAVTuB63x9WkdQNWHRT/5LI
1Y8qrLZgrW31IEyt53IWXhTqqCBPwXIQclzbf280hKpEfdRNtX/J6twFcM7Bk+J3LQs/hXLUy7Sz
OZ6lPKuFrJR2J5M4sEEcgkBQc/+ysw/A2gfYAP4akIFf66u1DmNruI63TxDTvlK83eukEmH470QT
6oqrJLlueoh+f2eNN9l66w3wPTqSbtr2WrPwCZ9Il/s68g0V+N82oiljgMtoVsgS1s6mMM1vSmZ2
4fbefdF8EW4OQGEELZKa0r+EoebIE7jGJXZbDpyZVo1R1zxl8xfFQcnMURVIpWTiXkVcoXp86vuX
GKTKvBW2EjC5nLjZFHlKeZhLxhX1ZU4UMKqM9OfV+N8sje/iuhlE1b+0bqkatY8NFfRM1TFeemiO
mSl5Ru3pDUa2dR+zoJ4uemfA1/7qy0rPP7ya8j1kK/tsq+6+h7AeYOsFvDbD+xdMinPvuwitETZo
874jdA0ZHsUyEuWsB2GE6QXDrhR3oLW/1NOqfOm2LLf5JSGRJO3G/xV46i9ZABvFDBdqCMg63t8h
ZmjYtIyT4LJJ9d2kc5w1/v69eUuQm/rdOwINnnLJa0Mh4R95RE498gKpY9GnfumjdddsAHkYb4LO
VsC4zOqh5yA/EE7Ask/MJBBMQdx04YFj31NtzTcbdDKxesG4SmaBIdscsm3sKRS/5xpAku/89guJ
rM0YJJPHdlFwwcw0OA5tFD2AFKvDvfztu8ae+8nPE86N9ed8ONgvWwYd3sbryXzfbZxX8TM8hGZm
OJ71WzF7vdcdWn/c8tP4ZwfJDt5MUIpJDOLgwkubiNebHzUIYDFHLhuR4gKbOndHgBzz1Zo3k9Mo
78pzzenDr+aFyYxRORUBJRm/kHDC27j5IEIvIDcShn2NI5VAd+B9cAxnSZojeIXZN9pFyu0cqLEC
ck9sBcxuty5M8Otqfyp1B6Z6PfFoVbGF6BAfBJgCEIYgKwG4/fs7DRCfoQSQZXBhDdUVrXo1/eCP
ocG+92Zqeh4GMVnKi10yhbcSCbM0ZryWNkEeXJTKkUtjrDE1no0/kZoPaDnM5e1GIUIAocUMVki8
oBYZ3k4asd2laAuAX0hN8bXaB5h31Kx+n+iZqQSHmkUxYDWBNlpPMAd3fm75l9WhJM88cCC/g0t4
v8PtzDwODlAcebOa5Ar9P4Ib+b963yh55HezaJ2q8Yr3FLDF14ZEK0kuOb6oUgPIEJBtAkwRobWk
TgZFdQb540rSy28Q1Ec6mKM5w4htit0nm2auGhKbjVwPyAYADkhc724CMW6ZjcEFs7a2X7+BMTz1
ArNjT3y4ieSZ79oIwefJf5SF7jMmqxiS8kbZ8CWf7vYjiCs9FdoMVDcFl1Z5bVVDUx0O0wqDrubm
eIqD0zjWJpeHAHazxzWPEF+ueIoNvDZukIoR/Z2grID6Bpwb8Q1xMXHJ1OAbUAq108TkGv0Dw6X7
bH+5XFI7NjG2oH9D5Z3+zeLnTDLwk0HnSc6QD7WkNj4rQ+MZqaUAYorBoMuqs6xfkvE7/5QoqeNF
GwUn5295xImHtSKWgwR5rYtm1uqcHWOr2SpOvpPN4FflCPvJZVZ7sD6ANcsN9PYTs2QG7cjn7SS3
Gw0EQKdBvCoBHPf+jVV+1fJpUofgcH0F73V4UioL5G687yraPo23/m/GFWhMWote7q1UwvqFgQTc
wA5SA8Gw33/ugq92VRu1bs928B2RebYeDQWdPXJoHWVd1scQxbT9ZQ9eL73SL6/jj01LuXlL2lXF
fDv4IHDxHrAFNRAba6niBZewWAXNuWo3Gf+hYBh0yHXars+amtz1Wakgt6dwIJ4gfGpQTxZTIrBI
7/VWqPvuuAt1FQy1e15XwBP3b2wnFMvMF4t5DiDB3h+yVqEBVYiZ8JK3viWJX76iC7xVDMA20exW
PrK5EWLAPf9ugFG4TSMTBN6GLBpptUo0WvA9CyPWjt0FM56oon74AOSGMlhZhj4fXbRmJScOx556
bxVJFAdrIYzA0DgyMRAwA40SN2wQIkEAX3Z06RqXEYxGMGNrDI7q9Pu52ph/D7EatKsoIi4NPAH4
t/dby4utqjYSk1zitjDRbQyUWV1s1+GuEpyQ93V0OVMC74X9E1BUFDFKBgAIhGb3EkOuk4N40BLo
qUPjjjZ13Gjhct4JIDRwVUejl7UQkO+nTWbyf4oNej/g76GvWDv3n4z9fAuXF4RMNzwptIKQoJ5l
BhegESFPHPWu/iEp+2xyo+zXcykL5RQkpmVBhm4HjsIDSxeXphVfl1F6wWBoXumNqejRudl2W4Cx
bhFTT/pLpxfWMQOqTJZZzRuHNPmr8/wr5vCdvC63H0E8/AANTn7X4iPAGG+JmKbK/c/nEhZ2EzVC
dA+y8E0FaJj769HzrcL1dYlGrQGGe1qHQETty5NPuYULC4HREOGrAIYVhC3zZ9yEzlXmJcWYYyFV
l74pbKPaXFUV1vO1LHlgd1KIxQCJSQxEcJ5fEu3Qda6w9cLEADtPwu3G/F2YVvUABkaaL/ZY/EPl
52ZthE1sK1ApT0WQwrOPlVdp+q6nU1TuM//M1YiH1lFP8QUWlAg8XBFKBBCXaC4hMqxVHmpdFsfp
pZf0ton1KH4Zh4+qsQcejYPBiRaPP9wRKEQIAigxksaIXIjD6xQevIJynl3CMQJCblKgbLwCTVJo
JDFPuSgPipiQRRyhqFbpwEVxduHq/yPtupZcx5HlFzGC3ryCTl7dUrPdC6MtLej9199k794YieIV
Y/fGGRfTM6cIoAAUqrIyFSOEMJ/PWhQQ8AAiRzX7dd9hbrwSxhBEj2lJ0FBhcNdemSZKXyoB8EHQ
StK85rMpyu/7Fm6ffaOJEfiAPgHk+qelymzk3eG4BjhFACt81ISa11cOVHGS5T3w2y2z5Iw3MTn6
HrC9ALGAHB3UZCdrJWQQaoGIQ4byNw4stH0zoCTzyI+Mru8BdB8Ihu+P8PbpP7E4WTHU4eUuYoTM
2Wbd9hP6EHYDNPBPaDUEYmf6Y02+V3r0ZaRLu31m9cakHy41sAqyQAROVi9wgyj0gtzB68Z417ag
EnIt4vHGR2VrobEIIr/ZdhgowBRgiMdFKuGxcW3PC1JZdbs2d0Q7RbHb9C1ocQwRyX66haTmTWw5
sTReuRenZUg1pBkVWKqD71g2zjVLzn2/sNOWhjNO74URKWT4pBmNUCL2eiKuZI04qmssPJSWzEyv
MJmJ+MLlcic3R+BxiES0ZkY+4d6kpyCw7jvjLfpjnDlwxaPIoOLA+rvVLwaFOFGC+K2cw/3ld/Xd
ou9aeajX4EA9tyRullzwJvaBORH1fhZNzyIUDCaDkyu/rDLgLh3gXhWyDT7y1CpF40VOCFoLZbrY
43SbaBktjrLNPI9AEgfL9aqxrpiV4LUuHFTXejLgtQfNHgjqHBVkrdBkID6hxTA1FFdv4nPFnOKf
YSmivE20TL5h4jlNACW2EgpiDrop6pE43MgoqXwdHB2bTSct+Ok4h1cx0MTaZI4zRWncXOsKp7DA
4b5doiWdO6GvZnRyYrKlrwqpXBZOHqyxr4mxt9ScsOVbFxkr4UF5WtQwHEPueyOanJhojov41KsL
J9H2kmw3rwwP7wnpY+5utBKwWbKUClx0m0mMEiqZFFUC3EZI9xxjDBTw0xfRzKgVfmVoukHLPkj4
KQ+0NICBhGMiXXgDVEZa3DI30RKWc+zQGxUUkQmVJndu1UZAIDK0dDjvREEQpSZE4TaDq1egTWwf
B3Opxn6LmMctCLXmP/0k7P2/XNrFmYAYvq+DyC2drniNAIdz4hcJKUk6wtTDg0qUfbKFaNqwUS0B
iaL7J9JMPAORKJxHkJ8TwU8/2Sss2whhrGmlk9WvYa03htycaUZUccHOzJUBKbQRSqAgokGTx+Rc
8GuqcimtnDA8DcJKcbxiD0dqid8tsHUI44aYuC9kYTjUZTRUZ6B5em0KOZEc6oBC5bBmjRzMJ3BG
iuVtAudpHxbosP7Y8Mi+gF0GZGO2d0x03Tydi58temrRPbfUoDgXf+BzkIuCEhwoU6YYiiHvNclt
5cqJa92H+qdFczPZBVul+8XKrkBYaQ/aNqrW0rDifdIi384Y4kH9jV+LaOFCuE1HwtcuP2aytb0h
CJu2UCtcqs03GglB+weYKwGRNMIwVDwIiYBL802FtGCk2y6lbkZvmi6NxMMHEGhCBYedLA1XZnLD
ZH3tFDJUn1xNGHSaQdD6vk/zM9eeDKQjXsUj0hAB3rUHFC0V3Bpsa04xFAQKQfxzXKxHIUdSUjME
befKB3WTQrzBFFs7B5i6hP57SJoPtX3x1W0obutaT/23+9/1l/W+Hj4HQDP6/ccnJv4+uSrwmA9r
hfKdU3BEPrnQg7abwhS+QHO0glrf4Nm+SPpMb/PdwBttanLCMQ4JZVdKYrTRFmDw2u45Iyu/XQNy
0qIGXU7THb4jftDvf+vMHF5/62QOaRylEeexnVOSPbwSCYZ3VA1G5MBIFxCYT8k2O0j6OdYRSXwv
GL8Nyq6NT9wUWcZATfOhw5P1Pdb3vYmcZQTJh88xefq018j7S0DePiSb0x398PKxYP8WiT3Kro3K
DHgcjc+vSVKK0cQuUXOpQ5gGlYHIHFYU8MOoMBIICniGRFr02Lv6gtnbg+va6mR3UEGrVFHSOqfq
Dr2E+CwuoaS5otwSMkm43YfXliZRGg8lSjEoMT6LEutovPd6Z9XmgFaxCvALU98hS/0JSkZCbbRv
o2O8IDq71XFak6U89W0vymSux2+9uP60hHZyzrmdQ5+TnfAigkZ8WJ1imPJxHuV6BYfzvrWQGI8o
G4AVY+FmmnKngEHtejImu3LgADvianyAl39z1TbxSSXuolokfPIWhdkI/AQlOFlw8dszClY55GVG
4W/QCk+SJEzggQ6UYzBswn1Z/vnhfc18VevQkkn28SEoQMO6R/cgkNhmPTKyUi58wO2NjA+AUCrS
kbj2cSJdz7vkBRo/qF7vwHwfkz16cp+ijUdOP+K3fVrHZxu9gug8/hQP36tfUPEuFeVvO7fGiQc0
CWrD6C0B9Or6CxgmDkWX0t553r4e98H2E/o7hyNKVQE5ZVvbtg/muSebzUe5Pjib2PQJQL+Pq+f7
EzEu7/RQvvyKyfJzccWnLh9jHsCAWLwoZUTAELew3HMbDsuJFR+5LYALvx4qoAeZUpRZ7wSD6ZaK
GXOaeX8Yc8t5aWGypYvSTWW/yHunpKCck2IiCNi4ke1xiiFFeG72iyrJt7HjWL7/Z1CT9eP6sAPH
cto7mfG836NYkJJt//j6un/39eNTvn/CFW8knH7qyHoga3ftkSdhu6a6TYhpOilHHB+UloCvPqzO
IdmYyQHNsc5von8b9ydn7mQVRnU2tGSiPXSaIRSZsUBLsdlaOorxPobDe4auZqouLPOsHUCs8XYA
XBb6aNfLHLrDENJxT2XIhY+pTxXBFSsDQFH93h/RnNeOhXW00ADoBcHHa0uZK2RNr0W9g/+oJZKE
hkGZb0mDDOj/y9ANjU6LuYvHTarRN5ffVqwjcK/3TczO2j9judFubvMSUrVhDxlqMD97O4qHARe9
eNlSrW5h0qYA46aWPA23ae/UYocHVoJ9mECONI/89f0RzW33i9XRJptRqtKe6RUYclu8qTTU+dPq
v1gX6F8ixMXROXYUXTtArfJiysZF7zRRbXAxwKPeQQoX0rVTCum/u/HSyuSSaBVo0OYJrCBVtKPj
4+R1f2TNo/WQrRpy6ranE3ijGvPtQ+TJB0sM9Gfcn8q/etn0fL78hMnRCexE44oFHDAzXrcpUTQc
M3vLOp5wVdnD4UF4TMjuA4Iw5xVwFLG+cHTMLeVf44yAvkDgGyZbuufROfjn/3UHkHiaEDV6vz/C
Oa+8tDCe7BcBUJmFshd2GGAZAbPgG7L3nHFLCL3/YyXRzfLvcUwPDInyShnDShCuKHnepyM64bg+
SciIO6f24UskLWKPBiQPIFjRx7lED8bC+bgw1L9Q7GKoShtC2FXFR1Tj+aj9SE7sWf/5bKKIh7cf
GihBJzHZF1zT5bXi9dgX6N4uE8lyc3Wda0t48ZmXNIqFwPSArQppDTQKXa9aHIWiUPPNALwLeK/h
k90azefGOtoTE/Jnnl5slI9MXy01l81kN68MT6trEHNLZEh+Do5ACt+WP4JoW76zD3lDXDTKiSvt
If28P6VzoQWCRCju4vpETW/ioCxXhJWQloNDAWLqE1MEKCCsT3gnv0fhQvZmnLbpbocd9PKjBZXF
I/l6WpMeKj9lyw+O2iekjs81lxmZQNhXJnzUhGxD86WendnH3qXJyUqGVZKmtBQGPPa2PTi+ARfS
vdU7yKsszyG01hPgHpYwQ7OvDmTdwGULCVW0VY9b5WIrtHwShWqjDs4QWVps5R1Luig1qPASMKRl
d3Vtolt1fX8lZ+oPHEKGf6yOV/GFVa/WukTL3cFpIPIgk6QxASJWRL2pfzldow9QyAUFAH11+dV9
y7PremF4cowWcZOzfAbDvPYQbDhol0RvbPrmC3axoUsMaHOB6eUoJ06UKq6kaMlozHtsIQkv/WSp
HXePS9iSKXf43/U4IvtYnAIKYsjJPR+hsdajgjQ4+32pby1kkVbNU+4wpo0uRj2wWMPh9K/eMj8e
KY6IepXZv6FZbx8XLqnZAYObWEQPMzbq30vrYlm53BWCVtMGB5l6QbWqleDr0IBeqqzMLuKFmem8
lmktaj3MJNm+OfY5aXEQJGB4U7XnCgIm911mNgUlg/YZyCAE1GADuHbWsuYga5z5rMOR9ZoxT575
dPx8l9A0evxcr09rkKtYHrOIS7698RWA2VAyQ44OZdSpflpe10ldV0zjsAPvMFKmS8LSKSfcXoSj
DbSVglUBgSI7cZy08Py8qMPWQUSDm1jWtU9ui5uYJMf1T7L6eoGoOfBzm7Ii55XjEn/1sVmBOEcx
vJeFWb6Nvq8/ZTLLQBhkSuxFrfMsEOEI8g/CWXjAAUJE7VGojl3bL2/okTuUx/NjvoRTvcUxYSte
zsTkHFQZ8P72Ecyrzmv/i95//cgRazSO+E7efb2IR3BbHg6V3hP//RfV+vvjn1/tf1ZiciIOkVjK
UYWVyPoXWh1zZaFWPuPF1wOcnHxV28aKJ2KAmQF+duvVEvVh7L6qPPJgJijz7Db6avWtmovSHKMT
Xd+l15Yn21Wt2VYp0rhFYFmCeorFi9TQPINqkR6DyEUpV1ps+9yxkB7iZEuzxW7jpQ+Y3KxDpbJD
G2FuBfIaHd5RjPGNJ2G1XhPRsE3W2mSbM07EpShzJja7Gvg0BlT8oYu40e62QWgGnq/Yevo5hS8g
xN/ovrliHlZolr3vRzPJ/Wujk6cSZZSQ8imMtrpUExDPve8/m/NT9PiUbtZrWzJfYiSvE8JabwgO
Sc2NJfiWLPLDzVxK1x8yeTD1Upukwd/Zkpvjdm7N9/fqSSPNmKDZy/pTaJzsZEvobveWSuYBZzg5
j203IP1duPWXdvdfPHJxMfFanadpAudnVs+v4LvIEVvJurUGjzOo9E8/irkzFXT584RzNo+a8biw
uxc/YNz+Fx9Qd01PqY9VGckAwUSG6A73ByYhICB2tLPVA6PoL6a5wQzE+0ffXnhB397M14sxOd76
XpVow8C+j/ZCt92qmcOB2sRN9DBfeEfecs5dH6V/veMXYw1Vre608SjNTYqS3l40j2uouDyY3Oag
87hIjCWnX5zeyeEmlFlW1xlMApUgWZyx9s8eaca4AO/KE+BOux01cHBv0NH/8v0ofMunpb7+mTTy
9RRPjjklchlI7o67HaQG2xGoALQCuyl2WOiR3LrbRrqiP7y8QJoCFBKm0BMTOoEJcY8ZAUQdS79a
LSz7lOAbkeH1R02OviihuVc040dBqeiIXCPudqQ/T/YXwcEXPODMB7f3t7C+fwr9PRvunPl/PnLh
A4PmMzQa7UZE3FNiVLu9paDX1jVOp+60I8wjXAEoO7xLF7bagqf/HcoXll0w67gRC8tCnq+Rr7L6
LN0GlaeH0WClDW/eH+kMbOJqhqdwt6IoU59msFcYr/nHXtghHiR2a6FE94Ahnj3LWFjUmTfbtclp
1Kb5PBPFMJkZ7t61JSvYuCvx6G77pXNzIT78c6+LyYzp/95gY6/Wft/shpQcjwkIfz3i7uwHpNwS
mYBP+Qw3WlSwWFrKyaFVaV2ZauOOkqldlbaLjnsKKcZhzUSLeZRxd95z2En8FalulhUabPW2EQbk
FVdUTiyUnzDQ9elB0b/U81uKc8xwfh9Bb7BdcFth9gMUEBJByGZU95wsqtrHZRgmiJJEEOLXSG3m
unWK9if1KWh1CFCto8e1b1Vb4YSqRYqtE1h68jheVit1GDF7i0DOGcgI/OzikyaXVu4FalGF+KT+
UYxAhLLHUU7WygD8qGt9kQNSdGcdb4GFqZhd9guzk2VHayDNqYClAD2VIeuZ+kaDTHdzm3L6/c37
h6K6WfULU5NVTxVJixsN9wb4jh+br/FxzCL45/XPBF2gWHr8yW2fCnjBGrv6cOANFH9TVADRpWsV
z7sXATBeFmRBDfkpKnLi1y+19RYepI0JkiDjEW0CYOzeyf3SJI1zf+/LJzceH/t8J4q0dWqXP9QR
6zCcsFSfn6mJjw4ANC8gTOxYI72OWnI3yQNNHcMmZKSUMWJBNsrF7lfM4QBEGro6TPSwrBIUz7be
5ypfbB+79QWV5VlNVgTkUMeG1esvGHK+bJQKBcuajY2wqta1yxQ669IDryokYZXYuO8S3Dim64m9
sjgtNOVJw7Whn/SOwfAk+glDqGGL20fGgDMumLo9Xa9NTaa3B09VNPgYXKuztnTcblV9uwcXFmIW
38gXdtXt+xrGUCTFCTPmv6YIO65Jq6LpMC7X14OcoN/VWNhNM+jJ0YSMOhBWCzSGk5x3UKLbrx9Q
iAW9xth0//7urUBLMJCX/qjW5KA/Dol1fw5nzigg50EiBmZ89Bei3fLaQTTU7Lqw8gbMIZRFARj7
PJ6GlWyUFnC+6ZroTmi25DdcVEeeuYWBphfRGAGaILQtTPuY3QgvCqaWeiesN31rZooMaqJDWQHS
Bd5XpfoCYQNJsqWk4u09cW12/PnFldzwvM8HOcwic2rid2cQZO5CT2cWQrhbLgXp2tBk64V5oTQ+
utWdZyTZEuOIfEi0fQJPHnr+tG2pf5b2MYAYIIds46jNfFzvTH4L+UEHdMO2k1ryqrE3m8aGqNG5
0vHHJrXOLGFJj97bJSDLnHuD4gjpsrHLGOQj19MiV+EQZ5I/OFx/TrZ57miBFbX+govPPDQwKRdm
xmP5YvY5scy1ooW78Zv6MRfRxfEVE9s0D2Oh6vccm/qqslbn1UdkxPZ9V587CpEPxFEsqij3qBNP
5/OMZlRIBsdzPb3Sjq4APFq4ZQSKdkh1wdjMw2EUCNZ4cDSjJK5Ik9e75oaoQqaoCyQ7ZpuBJA8u
wODxcFL0T9ToXlSsIkQp98ieFPYSFmp0rekZfGl8spi8WxZFHSPB68Ur+TmTEewoyPLyvyWOrSJH
AFItEk/MnfuXNicr22i+1ngUA+Z2HVp4s5Wi6AED/uNCID2qoS+58nh/QedOEDQgyZDzA0oDT5FJ
oMO1SdwIMdc4yguOfFAap1YuGqK2bxyXrnGn37c3M6tX5ibBTl1Ancvr2MYRN6GBnjhwbnJUZ8oH
z7fdaoFVY8Zbr4yNP7/YKGI8SFVcYmyirjBWnxh58ZofK2+hTjc7h4gMRiQvSrZoTL62ozWVDJWA
qnU6No4fZCnaq22aE9/tJbPOC2bdhpQjIhisae1rtiT2S1Jk3OgZE2/FRgGPP/jVRkTt5BoHQhUy
04LWOEFnsKEtZSOTJbOhL/wp/cw/hZbQz/srKc9EDlcmJ6OmgcxljQuTImtnxVv9yXCfYqBnwZZN
CJcbQUQCbu13byyWuTOkbJ8njxl4bBO70/ax+0z7YwU4pQTO259Ig9ZpslEhC9rvU/ck4v/WYlNG
VILFkx77d1AXyJ3lDwZN9RIiFqodJ3YNpfjzsBFQlay+Q7DmbhJWz6sXP/6Spa+kPcm1LrRrqSx1
6u7kzOyUdbDJwwYcJ5UOYle5X9KnmbkEMC04rNDUhN4+aXJuNF2NGkmBkomYbYdzyemMVYvHqB9b
qlJ/U3cgcjYFFdzsDwlasF+6JSzazOV89QGTQwSJhz4WkgBpj9YQe0J/e/8XJWra2LW84Pkz/QXg
VYAY6NgcgqDrz0cudpjAZhVf4TJy+NySSAaZ5gzibVZ4bKzCSux4vVV93beGLXVca4iRVhR016J4
wp6V9z9lbPBgMAv3xlwMePVVk0MmzjoGCjL4KtBbvkou2QM2O8JnGfOVAVFfGWxr39YzZ+EsnTlu
wKnDqjLoyiXoXUyCFSpnMuiE485JBhkuyuoJBM4TpJRztO2Fr/e338yGFzgF3bAoyo1kAZMQDAVY
NU7bvHOUigmeG7xOiSh37oI3z5QPVIFTwdEHwkuwiEx7VSQt9XlXBUxfgWANdAys2DW0zjdA1ZQ1
pFCcAeVVVOldRLjUCASAIlo9bhVd7M9ysSlLcNcVzCrzTU6w7s/ALf8nuN0U6OAC9YcLDCCX62M3
VD2ujwalc0J0QXVWQXeilJHH3P/hwYWBYiUYhfGWLg2X0fPc9lhy/wNmnqbXHzDd6jQMcCADOk6f
wfBlvbfmq+F9RuTxd4XKygq8rrmn828NS2i/xb9ZysHN7HSwAIyA6VGKFz3f1xPA5w0eWwWeUwWw
68gWua0BeU3rOBD2KB/bXfBQrsPNamHUM1f4ldWJ51XtAD4nHsClbWXFQEyQ6JATAUpGTydq/1Rk
11q7L0UHrLVdb7q9oy98wNzr+OoDJvsMc4HwVBxfx7gHOAuUPo3RffAeIFpn4/5g52YYhW8RpAFo
pwcp5vUM9ynLyF7PIgJF/5mEQkX3nAxPA1312lpRlzbbzI0qoNcOQGIoYcCnJye3jFAhKTtucHyq
C6/1RwQYBZJvD0Q2vl5eDo2J9lhQJ/6ciwgjXZrWJevjzy/OcsVncrVVYL3K9+DgxLkpoPGHaO5A
ekHPEcqA2CVaKb7OP/n5YUnYegaPA2YmYKghWaOAInYKcYijSI6yqge0SrHyvc8R1fsFEGDr4yUb
uztPOg7NyoMsIWv+x4t8ZXg68KJVwNfU4T0Vrnhu48mEV3eK2JCU1/104fU2Ex6gkwZaIwClojNd
m9xNWp7VjFrgWVEJu+ZT1H6L7klTFkYkzVxFIj+mBVRFAmXI9J2W44XIVRpuB4E895B1lF7Db/m3
23EW2O51ycrJ+2A1BqsPO9VuPzgoddmANgx69oFbOt815u4NbQ4b097tzI9+zZkiZJvWL4O+e9ts
fpd0WGe2mSgqIOPnQe6Ao2xykCpJw7ZhyvdOnD2CrlLLDS1Cp00FwRkEzfdXe6YsBCmRC2OTXVag
qZVVAhjb7o/yR2yAbt0hyqlafdm2ia5oEEgy4FznX9rFA3vm6LwyPfG0RhNqQDC53uHtHGFRQD6t
7ffzvkQXWfys2ZsPZi0tnGBzp+WVzYnDtWWWuJUEm5Tkzwp5Ddd77pA9hwvHx9xjXQQCW5FBPYIU
wdSxY7EqmaHBtKZIgCVGqst4c4BSml3jAVsi/nKtylRfqZEfmbXy8C09gfbiaUnOZ6YUhtW9+IzJ
ndi4odv7LT4DhPEceHwPFSaX3wyvpnhknOYTvZYdmvfA+bo+c+gnlBbca/SeyUMMEHT8ktFiAbqB
yRKLbpliFrDz+vSnDA+lerrvvn9g2lsDeFzw6M6+RaAO4YBiald2DuAc71CgNIad+KxugN2XASeI
oVrv2YUZrfPCUGznjNKIZvyOIgEgV2MeGjQwVlAPglYlWdrF80P/58sm9zKewDlLu6pzAoUtt5En
qQdJjc/3xz/O353h/2G7L26pqtUqgcsKGHH5N5736uc8QXSJrqVkf9/S7HDQ7gaoO2jYb3KrXo/G
hTrHRPuhf85V9NoLSxf+konxXLwYjCCVUhO6dec8171OIQCBJT1m1h8maEfXaD+UBf1tc0aN+v7Y
ZnerdDG46VrxHTNwf5Zf+c3eGgVFU/sU2Ajcjdww33j4x+pXW8eoqixl1maX8B/b03S5nAhqk9dN
5zSytGrZZ1b7ZOXBvD/CuXv2YoDKJHJjK6YDPxGc0Ut/KtdQuhcusEKfGv+FGbScjNQi6CCc0h93
JQh8GqHrnCzzdLX69ASryc4lnt737cw9dhAv/GNo4ip0iMCjwvedo3KlSRN0a0tuQeBBKUnQuO0D
OBwFSKaF/K8QKnoG5r2mQXnKlUQrV7q1x4vPWkcXPHi0erMbL75q4kaCBDC8xmIpBxQxn/hSjSw/
LgCUrIA/8f08euwb8bNgVGEBSjgX4EgSqh7oIUTfpjTurIudQyEN4koMuqLLrHps+cDM88d+eJYS
fstqSxn3GVg8qjtoNeDxAkZ76DQR3SUMXv058rJuCbBMYMgFSTQgxkkJEb3hW6zQ2reJXyowuYCu
o/uVqT4IYD5cyGfO3uVIt6AX4E9RcbpzJKnRIFwDFHD+S71XlxONWDDTZh8KH4pohR1EdKCqM2iv
C843pvWnyzySmI1FNVVE/e56tn2fbyDy7LEAe7B6ijTxnjlkhD64L/5CDmUulwoaS+TNZEgcAIMw
CVeSvmu8hKeDY3AvHEhNPu0axe6ElC/1whk4E4zhBoUQD4qEEuLkiSUhkofCTVDLCNdVrXdGCQQc
NJzj09LLBsTRt/MH9DQ6XiWwMIhItF/PXx2VYhVlCPo1KJbstW5wZbOskAy2QG/MqSTOK97X88EV
OyvmFeYz70T3tU+7hrFZNelk4o0PQxL52BJ6KvgSaGQbmUl/OsGvoqc6gbAheiRU0SOsB/C7Dhnw
KDkpslcCdFTkyEMEcZrFO7VSAtmUM1FLzZQie/sN9XqXtaAmx6hIsKppoKuixPZGITZscux8Ko2S
Y+hYNseW0sRKaiBZCQ9hYcbUIAohEC/q+8DoWi+U1+3Qao8CbWLhmCppF2/FPuW9feEHBWPIPuMK
BNrdGWsPKeooWxAr8OGRJpVUvCqp0qQPTRgU2rqrgJa0izIWMlztcgCM6NDGoqV1scBt06zviw1P
ZXesIfCuvOc5NkdzSusKnJXEpfeEM9DvzrQP4nLvS5Kv6AU4v6FmJ+UgnE2LIMQrTxNBeq7JYlA9
RLTNQmsAYqy2aaqphSEOWY/WjJ5C/S5wmQhMPHzM1qbk8oK/4gq1C0DrlLORk4pxk3xJEgWSnfgD
smSflM94aJlFbsr4B9QHxOxRpq0mrpQOxPyPSl776CnrC4EhfMXnqRmXStxj6osuGHS1pSl9T8BY
JZsBEgblV6XyXvElljX1wF41lEyyqlNRazcew0jhMxht/ND00QUbP6VRyEc5KUp00kHRgIbyoWkU
KXAgv+ChjQ01IDTRa1GXod5TNBqS8p5XK9D1LuWEO3lpWw9GjH/OK5JLNf6aaUniRBo0fM028xpv
WxZIjPzGHhfE7aZsYsk/MHUtS2/4bTLAI6jSNu+VUFUV5OsS7Ske4r4nHcQMeTOvaZwabg5CZpPH
TOOLtFDpDlXBQDO67kNetr00DsJdzWs+dMJ40Y2kHRI0TLB1C5dN9kyMhJiNA0TFb4oO860wiDVD
aNOkndkHaQJB+NQtc6qXRSpFupqjHxj0V2XSF08e1A2FEMopWpucsyxThl2i5BAcifkuZnSRQXvU
SkgiHnLLCiaJIxmSFa2Bb6m8dQV91QRs3UnCmTVTCHSbp2yCyfPbSoJaKqIaDq1vVaR2BM2SGkOa
sqX5mtKWyx/AQBArgPf2ed+v3IAp2bOkdoDMDJpcqO9eqyjh55AWmWR7PSOXKHzIQWM2bqz1Os8H
jW9xshcJWCqhEw+DDJYk7I0633B+L4O0IoNAvR2XRZyAsSXntC8moRBEYL3ak4wBem8/GlI8vgUV
S88/+kXmMweuSLjIjKmXVyajBl1qcQHPZgVpWCYeDA/NKOpvmySMCbqW4aUDtY8H1aO2+1m4ZGau
dNAlo+ILrjT0gky5n8ShiXALp4MTVNDYDrVtEzosu1YCBzVKokn7Lnlv1Kc8+gQeh+R+8Nt1maG5
PwEFz6v2u/A5M3fev5ivBDC4oeA9uR4KOiQAmoylbs9iKgLROs5GOlklnGSouX3f2vibTS5YVNWR
/EPNCKOfNkknGucy4F1lnURWqSUw6rOkBlbC1qERsj217lubeXbgyoOMFaIWMHpIk9hYKMYAvEET
Yx9KuZFUgWcCN/N238hcSRJ0WigfABADqpY/sOFFiCZUtRqyPtoXYwYN5niO19mBqzF9FZLz0pM0
oBGjInh4VWbsgVJDK4xUVQ15sT912iaqAG8EJtuROBTNsGAYmeQEhCEX+ZC66a6qX1kklbjChbok
l21xwmxSyup8UKLkjUga4tjlye/dYiF8n8TJN18w/vxiLjQvh1OLTLqrRUupNlEk+SSSSxIpdNt4
ojEs1cAmEce/DUL7BsQLWOEpXarIVmC/cjFkMV7VjQu2rRXKOP9ZLvPPyKjciXwP+BTBYnU9qm5I
ErVrwnTXSd9Ct3VTRAoIVZb0kKdh77/sjAORxTEXP8XVsI3nD1FfpTvNiw2Vf9X0GK2ZuM3Rp8nb
/GeTnit/iaZk+uL6swp78BgJbOPIpV6Pju3FrGAGMd15zwyzCXcl+v6fWNmiKNsKoJ5CRfHbDSxU
lnJwBolGWS9s0+mz499fgHQWqoo4Gm50SAYR3BaMku7azRFKMugY0VBo0cZSj8WHKHZnH8Fr/nJ/
3865KkilZHSMK4iK/6blwlWFuhNaTvGzXSwgVRQfA7D/xFmq08DmhX22yP4zZw8M9jzo8EApAJDl
9TTTFjkQxhMyqFFUTlo4Yhrsk/gVSR0CneNVV1YLT4y5raFB9QNsPwCVclP+GS6TshRlzXzHF2pz
QKqwXqNguQF/BLe6P5XTAuHfAmoqdEZRpwXrrcBfj42LcNoXSpDvxnXzVtXaW3mrYt2aHIRAoKWc
rLO1uvG2kNNcidCkKPy9F+9YozPbHejP7n/N9Gl18zWTmeaKIUrUOMx3QvqWQgbAVV9Ddx+6il3K
jJXlEqjZcdHlzoLdyeV2Y3fyVi9FdQASBna7rrNEajRU1RkNmBAHa8yN8RmDXrxXL7a4U9ND9v1Y
eJVeL22nSXwxfgZeziwYZwVICoH573oxGjl0k6zFZ0Raa4QKCBBBrdLVyKF4upguISNm3Bp4KqAj
wCUJ2PJf1+vFNtI8pUIsmeU7dOFg5z5XwEbg+WGNgm/gbPvkgEnwDQ/MxP/6Fek/jT7ovcGhM88D
2RRrcDrCWYMHWFF4WFiS0fEu4o1xLiB7A8QqqHdZUENOHqRR39C+7DAXYj0Qraw1CDC/DVL3UCrD
mg0Zkg17Rq3XLXArvRSvqlxZmKCZ1RBQ4xwpW4AsEJTJ6RqJcULxzil3dXsatzreIv0aDZhhsqQF
N7MS2Oc4X5DH5YCVmGzCQPTReUmbcteqB2QFDSHel2ylQ4mg6FbVEt3NjLPDGphLx2zJyPx77WWh
0vJZA1XDHTJFvA0aOUrAIbqwfJPYVIGUnKCyYA0HLStcbJokQdLPj0qa+bv/Ie26muTWce4fWlUp
h1eFTqPx9GSPX1QOYwUqUVn69d/RbO1azeHXrOu95esXVzUEEgRB4OAgj7+p+eCTg42ZPnnvI3ng
phgQXNdfIkVwjpl8yb+FAmWsA+iDXCfLBptKpHSMbkxCmcigARxUoDLnBNWeoSG3Jfo9vVbViNdr
7V1LllQAdvhkLxjmh7I+oN0Au6yDiC/XNckjc6mmJQnnvMhC1KkBJNOLKHCo1ZziEUVbMvei7C4T
KK8qg7wKwDk8AJCVYjmjs6nW7bzUkhD8dB6NlLepHUSdwZ/Mc5UBHlDguFcjZe/bCI/6SbUgA8/f
0ghkVMUctLbo+be4Ply3G84aXoha/33jkzRi24sNJGsIU3lMNeqa89kYHiSqn5Xy4X+TxexXpfZF
j5G9SYgsaVw/ql/jX9FwsoWTvDlHAZArbS2lr4S6n+B2vYy20lKBXWSvTW96eoLH6T6/iQF+vim6
5TDV79c1Y4EK/7aKjUjmPovVAXhnY7WKenoAeedNjusqBZm2OXcecixemnY7kCjeyxPmaFneor8X
hOyvfwV3Lzcfwd5mbddYhgS9K8uv2h05FLeWdJYEXnr9lYt7YjVOBxx96HxBApilJRzabM2CwWLa
BBmSYvFS634hwjG6n64jRgyjzEy6sgQhMwyz3atVs0/R4udo0l5J71P/Vun9snpoFrdIBI70k7Nm
5K7/vjkQlVqMkhNBbqK+J/YSLJPujSka/DqB9/r8BP2QZIFweR3HhYE4l5KcRY67cknTEDkOvLZr
HUA5ZUo9Z6lQhlYwfI+Ub0o9/6wwE8VDUQXdCUn5pPWVKbj7eTqjYAKMA3BzYMBir/4mQQMOhc5E
rU9GGtj2EDjj4koCOTzfieoMen9BablmGi417h2amm1lJ6FB6nbfV+qrNerUv34KeM5zK4TxaFlR
KZk2G1CmIe8AC1c/QaHsxUrmyWntm3UvogDkrp65QiE1DC9AZojRqiVaOqnQypHPZH5zrNqzTK9T
H6/r9fnJC3tRMXwbCOI1SpKZ8Mg2YtPOnDENq8FPrL3SYTpndhrk3p0fF+rOqiedVbAYXBfLW06U
KVQMhQQPCeqNl9rFelqWBlLQIZEPybRLK8/60USeDOIE4Nmvy+LZx1YWYx9jn0QkLSBLqcB7WeB/
0SwckQTGOOJoQr10hgQHQA8JfOd5/88gAh83gQqo2ormwiAXtsiMuR+qmrdLGqbo0hQ2P2GxWd+7
/XHG1HLwV9rzagIybbzJ/LYiWsv22/Vd+PwoXA1towITr9qKkZTmsKrQuMtrGgyHn/YOwHsR4oB3
k2zlrJu1cbWy2hiSLGEzkvhZR22HytRF7jC4rg5/y/9sCGPAeeTk5azPabgQw037+0L/H3ecsdpI
Nys7q7BckRp7ZXLfKvlfnYs/KjBWqzVdBx2gQo92oxlcz10qKCPzfJiKySu4AnCnI6y+3ApJURKi
onwVUlArUnUOygyMO+03KhryxXUna/ZMNjGdTWHBEYMxtDotShxxWz8aWfriaHet9oC7Ca975XYg
Iq4A7jWrbiQyUeei6tSoY0hMzhKyKnru1o/5zewbFnKFmPQyiOCcXLPeCGTWcpRnCyNcK6iIMQ6k
CGhzO5oiISwK/8PPIIeAwgh64Wy8vy53jDRl29BWTkP13jTRDC7nrv4cB+a+D8hN8c24By7fHZ+y
7xjgjC5xCuZsgc18VF9Yb4RnkIw2MeQzAIK4/ISWSsWktmYa5vMOoz9+Fr5Jb5zotNT3Rq6Hs/YC
bnByJ/2Mk9q1NP/6ueZFu1vpzAK0SR6Ps2bBF7bftcH20k72ZIo2q/cC1GvXZfF8CNLmeGuilws9
54wsFPoSo4z09YibIFgl6GtYR1oINOJLQVv72jOM25YJwwxUqhWj1tIQ5eeD42SnGSXS64rwzjnG
BK6NmhoSBfr6CRuXW3Ztb1ioI4Uppp7r1S7+as4v0yRIp3LSAoDfoKiCSdkgX2Yp4kZbS9UujiDF
9jHjCOHlrtN7rzPcfNQxVmzwtCT3rmvGvbW2QhnViIZjrpsQWswraG6MZLfZG6+m8g64/s7sk2M0
vFyXydMTcCP0OqHTCTzDzHXcRUQB3sBJQ0RdEpK5cQDs9JkWu79Sbs1PmhoCv8+FUGJEdlW1SRZa
04SnEPrcPAugBRP5eCm5T4DyydLYHUX5UbZt6sPLoBEUDYzIkdpQ9NJeqralZgV8SKjh1kn1FnQb
BaYdgWQQGVJQKs+vknJHI3pSo/tZBxt+cRzornnPzCdLE+FoWQanf3/NR/1qZZPUP4ojG+uVbCdv
JwnrPQfTo/5S3ts/ll3/ABbLB/OIKtoBC+OTcLhvUi/+gQLF9e1mm/o/yWeuktS2FkfSIB+NT9Gt
4Rs/p/MEmOR435Vu+k3ZLzdOIAUFiMajL7E3Y7AxGoWfr38F1+g2i8BcL2rbtqlMYecqmKxMCU1U
ttssXlMcVGuXoIYAtkKB1+Bd2ritV8YNYyXeYNxfHWcEDFJZFuaLdjJVr7f62wGts4mDMYiiJlKe
X98KY8IpB0ydSUwgbD6lh+yxV3G0RG6Q+5YygbqyHEB0QTLJ2HWq9L1U9XkWDugTNQrTM8zudxwN
7qxrp5rQ8xqWag65jaO3tBU2dXMXFAVEQLNQhcZfzLGq4wa95AQ6evCP5L7K/PIx+7p07rgfz028
S+9kz3mrHqU36W10BPcMX3sU4jH+em2rYffTUntliQ3kTM376ZgSP3rBBAT6NTpHLi2//rpur9wA
DKVDEP4DhA+gGAMtSNqaSFPcZmHTTQd5vB9v7Z9p76KL35XG567xDP+5FyRXuIcEhoq5fqhbOizP
l4W0c106AxBD361D/0y86i5PvfbGEiwldyM3chjdQDlS1qATy0LDeHEWVOtsv3RCXUfXxtBMAv/D
veLWN/h/tGLuG1OF0aYlpHX+b6SlQHnTh8sXFCyFKdT1RLOhnYn+QbQK4cn/CXJZLJ0TEQnrVxW5
NyU7UEoYHk0OqR2Yx+Fl0vY55oC8tNatijIpUMfXbYYXpmzFM8ezlJYxAm1eFu6mH9q+gzO//vt8
8/ijHuPIiYUONiPF76u3aId2MOnRKW8t6wkvntpEK4hA3P+zcX/kMT47m+xRIYBFhGWrgbrH2pd1
cezsM4aSeJFxjKYvseaqueixJdhFtqQ3KBPYcAqI1XYkPJnB9UXkX4d/jMRmjL8q0wyQOqzisJuD
6Hu309Ffc2xfpK+Ob+/jU4LmbrCq/IzerG+64sq38y43XFUElBJpyZwKdRjqBZC6LIxJ6srSt2G4
a6goJ7JGj58OBMJmlJwAj0KEfumxpSyBy1yPHuBvpzfrMHvGTfeaetFNc58+0iDbX19crmPZyGPW
Vsb0CjvGwOaQVPtCv19QA3LaB228Nea7ShXGl+vPXVOPWUNDAupTsyEOiFY3G9ziXt8vtU9Di3hG
fW5GQc6EWzAxN/oxOaYaCE9Zj7Geo1cE8z0CiVMb/lq82J2C9hgJPCf3vG+krbu7CRwrzRxwR3xI
q8OVRHlyh9+G9/v6nnG91kbKaqgbKdo6WAFoXUwCOdjn2ddvqsN1AZ/xR3gAbleNiY0M2SjLRIOE
/jtoO93+dropgjrIAD4iu27f+9N+fiAiaieWu/ffce9GMcYdL0WJZ3EC69D3yuCRbzqa+VofUDXg
EsjJCdrapU+zn/ivwKYftDfg1vfVQb5BKuJggBIw8uZdJ7Ag0YFkXPgyUrPMbWxppBeQY1gAExa9
CCjAk4KYBaiIjziJLXC3dQLkUyJlYZqDtCKqkWEQHHTu4gJV5agoIdjIojCKIMWD+kTq4Gm3GzDa
YK+fxhPdD7/yfR5Oj/FNGTrI5LRec2jDet/9rr62++JJC7qgRzdY/SX+We+FqZ31vLP+YPtRzIWl
RWoa5xM+SrprdmpQ+63XuWmQfDe82tN3ArNeD/sVaWwD36ymdZvjJY2LRMfw8ZUH+Seov70SnMsz
hrtdF8cyQH+Y80a5jx3ZnNNFRfnSLKBcH2Bu5GH6+ksB83brJ3fjdw3je7ofy2sTFCfMTzyABBfX
VnaLcEfF8NN43z3b7nSQ9gVgO4Lv4hvbfy2BLSSledprkYzv8uVbCR2xuqcd0W9f5G6DGaRP6YGc
5hftUH7Ho+9k3gAfY91jFqlXv5sYw4dn6FP8U/PkM3jX3OhLIjBUFrz7adkYl90uhSFVBLukAa30
Qtc/lvcGIj3v9E4Ee8R9NGz3aF2rzR7ZcZ1TPYMw+eSA3kvb776CLsnN0HnuXl92XviwlcR4bcOI
AcNYz1+uv/f5Wat/F6JUJddvb2UwfruX5EwHlSsMHF4zuUMLAEjFk92MYZmTR3xkb/Yvv6+rxU3d
bGUyTrvSGslwWsiM7XlX97WXloCaRfm+i+cDRo2cpL49pGN3P5H+znaSL8MY7ep88qVl3msK5r0r
9vPS3wGpLfiyVdtrx53xeNPcZ04748ucRwIA3Bxohz4o9uBF9CRvCEBp+bU8iZh0uTH4dj0Yl9aP
I03GBfss71NQMQKSca/7xY76nSBW5AUbG0FsNR3Y+siUe6gHjoVwudFdZ79yPYra4rh2iw5E1NNt
FflcRh8MLZBnqYhJSNLGb5R9YVXgIhEc+o/b59Ne/ZHysaqbc6gPUWugYYmECkYEZ7+VKTlY9sHB
q2mah/MEiqHEdDx1qL2sxCw3bTwkCni1Zq8DxC1fiqcRRJBl3+21qNotdYcin34gVArirAk6S7tz
5OY2ovmjQyI0xtDguq1xTA3IOx0xE3rs1jaKSzdSKyNQvUWXhHoNIouucXVwE6nxczneXxfEMy90
TiCnA1A6sPVsiQBtxfo0EQtQuI4eKju/a5tdCkZKea+S517z2wG8P7ko/8AxAoQO6Khw1t5ItFRc
6tfO6Kw1izYNY4DfGjQDaSai52o5X9dOIIbNV80Y0IE+sw6Jz+6UDJk/K4nXgfn2n0sBhBFFQXRo
gfGF8fnYyF7JdCTeWthP0MvvwlItxxyAkPwjYdVzY81UcqpOb1FIzRcMja+MU2GDJKqZX5Ze3l1X
ZnVizMGxcS7tFaiPzD3bKxQ1C11mFVVhNQ/IkPr2rGhBPi1+nwWT2eb7AZO0r4tcPfpnkehwt1bS
QTBkX2qXjkOGxyvWb5yCUp3choxB1ptu7pQH4B0EbyqeTazDef8jjXmhKlY7WUoFLAI64TrzO4l+
RKKISKQQ8yoFltNue0lNw85apn0UW44vFc7gGcX03qOB0810XZTk58oETfDa62BomKt0uYhK0rSY
vItSnwIywOR211t7uuyElDOcSwJ1sT9iGEtsa71W4wq1U9qoD+WILr448qROOkyLEtBaSldsj4Sp
Z9dNhHsAdCQwHBUeA2WdS+1ytWgiozUAhsjGn5Ox7B01wej0vPII2liuy+KeAGS4gVaC90WL+qUs
s2rVkXZQEZSP1NOAltW8GuNEd1EtuKVEkhitJN2ctbZEXQYtVEr83MToRQ6zYMa0aoEkrnVsdGIs
Em0JXdUrqJ+uzVpl0KYnu/Qi8jxGf+MLN4KYYFsG5kq3ySook/dZdeoWEhRUAOXkRdk2Wk7/u0WM
sY90cCSyYIsSvd+nqrGrvifD3rRDRfuWF/sSNOYELLdxO6NvVrCU629/8lagRQSXmoaOCPbRZ+qZ
ZBoURQhteV/i+0nUYyL6fcYoLC0C5/WI34/T34b8TXiX8H4fo9cwgxHkVKCcWE1lc5cMdms5c1fg
tqrp9yLRltOkOoPgDPHO61YIEyp3BjqjjTr7OEPAexF0AGX62e5/Xz+qPF+OlsAVXIgExKdymD53
I6hbSRo2zi0h740qCfwO79wggQhyStTLwcTO6DGjYb3MeywWcldmM2NmO7rcR/ToFicpEz4wuFuz
kcZERQmx+sgmQOBkyTgSV4mqzp+TGG00eee4pFeHoJBJ91Rl7f1iNcPabjR+wWA7wx+VovXHEvPW
yJILNlPwWQbjEO2lqaxkXLFPKebyjbqs70gjNwIp3L1EwgoTQgHoQlLp0i6bls7dYFIANjWwqaKH
RriZvLsL7Xn/lcCcrKEvp67rIQGY5ccqJztpitwU47XN/jjoulur+gnTZa+bKMeC0KsFjhO8eDAP
lE3aKF2imCjl4uYyJa8bMNW1rc99L3tKt/YKJfHhujzOMl7IYzy9ZRcTpRTyYEdughYPK74FtYPg
XHDO94UUxs0nSY4HigIptXOrT7d5/ztPb3tT8CLl6gIvi5bKdeVs5vTpjq4RmSKmKe3okBvZEQ1k
tsDsOMbtKKoOcDc69VdqnAuzu772vOrAxY8xi98D+GYSHfdSm/XZrozTYysl8bntqmDOUsVNSVnt
QCbymwyEhJlJgTvT4leQZyzHdupFrdqfu24VDBlRV2JZ9JPgGXmp3L/M2Ej1IsdtHDv5TWnSkxx/
r0n0mqaYTpuYrlkjAa+hdXNxM0xhQcbFtfMdiEz2FiE3uT6+yZn54/oicQ8EEGFgiDDQWsay/Wqx
0xW5hjWSJD9dAuOGDk/IXCWiVJxIDuNMs4jWnTwjuErq6jTk6kFeVqoF46hUyk2TVYJzzj0Rf9Ri
X+xybhbGCNIQ9P66gNkNkR9FJ9oKHi8iKcyGtpZVF3OCDS1cOTp/JdZLpAkcCF+EDtI/NMateNeL
A/EvJTO6aGqwbirmNo3TaQQx01dtuL9uBSIp6+5tohCaWAkZckhJLXdqPQDbSSD0Utyzje5CsBQh
UnNYsgTaYqR1vwB9Rm3MS8kmw/JmAsrE66qsXogJCBEG/pHCeCngZOxSV6U1CDlZ9ujprbaPlnMr
Y1peZHhdKoh++Yb9Rx5j2JrVZsgHpCjKG91NZtbPJP9W52cZJCtl0ggM7qpyKppfLvepUBoduVig
mjINbC8WePAxY0/+2ld3BDRPwnQU1+NjpBwqVw56TlnngGSRhdQQdBtrD/dk+zZmz9d3S1+PyKft
Qo8dImDQ8wKtcanRoNtT1VBo5HRxGmSFRf3YBjfuTInkzkOZgYIKNP96T/KAZpTsYpt+nTSwfztS
qrtK3UYeopfM1Tv6e54AsoqTRPOWdCg8nB3HW6bxu5G3vdsp5UuSzMS3iiy6AbjVdttEi2O0d2JW
hLOk84vT1yBaU8Bgs4yx4lcVuk5rmttuSYcmQFIEY7snE2S3CSgjdNDzBEo8SqDJa0DIPWsiHnL+
8v9ZG8aUE5uSpc7iLKyT0a+TwZdigfFyzz0axwBuQiceyKEvVx9ex+6RlkU227hX4lCbD7k8uIYo
6uKlNXG//JGzarrxL2afW1klQ455Kpwgx2gVw4t0xMqn9Kd01KqdwKq4RvVHHOM0qwVTOhMLRpWc
3V5ATChaMsZgZUPv1EjBb1dAjOp3zWl5u/7xIgHMrptD15jVjLWKsyhotGeQSHuxep6yl/9NDuO4
ylzT6o5CTpSfumZvAxHc3sqq4IALtGEHjvVVLysYdwcpz/0X+5w+TYIKPtcl/jEtJmL8lyUNVU6B
9EQZVkndVkaf7CH5MXaBI1owrqffSGLCSWAXNHUpIEnJd2gj7e0A7yK0W8qibmr+uf+v+bKcTWqs
zSidQ5CFuuyUukNyi8MjuCe52qCUgalACmgS2GBUb8ceu79uf/PgAGAlmT1OpQ0SeFNEWcHVZ32u
4z/kOdgYppXisiqnEsAPcIjZKMNOYIwW4ci4+ljq+qxDyhXVmksXk4PNQEoNmoX26Gto/Ctbyy2s
xEXzHzUF4RLX5pD8RNbaNtbXyqUsh0ZRUVVICrVFkKXBNOyAwKsKNNYGtQjjxI2aNrLWA7ZxnUjH
j5nUQ5bdgIcVQ36vewHRzzPuTF2GItJHQJj7HlmhluiW38eRwAlwDWCjA+PSJKoVjSVDhxJ0fMa7
UZ3qVESlyt1/EI7oa2crhs8x+x+jxIBXKxJDyLiDKtFdcsVtcjB8yuGYC/afe5+pKoh3QICO5yrL
8BmDar9fELaEKoolwTwsX6yRyvu4LRU/nvvUQ3ParW7Puj/3U+1OtlILvDdvSdeSLRqGAfdBEv7S
LDKjXUkLKizp8iuLn6a/6BEFD/if32duB9NO6pI0gFvTGBy0xMQMpR9UE9gFr/cLo4ywW9o6WQpH
6VILjYKrJdFQEazHm1ym1EO2Ouy689SD2E2l7kqAaFVAsGBDSXGf9fZuNDrwrJ+tNBM4RN6KIlJc
WX/Rvg43cvktfZWZ0ZTgW1bebh85IepVeX43tKKnMFfQSrICyL6BeSNMtgZTfyPVBidnOCzq+xKV
TqClUu+nOHfB9cO9bhIbXJug1V15/xxk8phNTKtuSmqrR8NZRZ6Hug/r+a6Uj8miem37tUIr41L8
xQsFK6ggR7TytbNsKsbUk6lpJ7wkSbwrDo1TuknmzbHqRTMmzoroD3jhxVYco2FSdJXaKArya6l1
VJziKa8LgAwU0JTK6fEvVvOPaiwiY1ArMAIMUM2uXnr0MCXjStaMAVAPmnqvYX6YLOo/4LVYgHwE
jyNUv0BNw9pk2dE0W1K0Z5bTzlDITQW2pPzBVqbAdgo3z/zkxkzvaCqa9MW7FTB5C7TgwIWsLAGX
Z6HELNIBY9+QraFp/Bv5+M6Txkr5Cx+2lbK+DTdXm5w5C243aAeu+kOt4YkDotyu3l3fNp6JbKUw
YVsBilO5zyEFJOff1NZFEHcCLZmX6iKYC+9goxsHxFeIP5DmY+7SFsaR6DKeyxHSBYe2KH6gUVn2
0mT6ixoA+K3wbEN/JwIbkzH7idrFEK1vBHOxuwAU7gmIdakm8IhcK/gjhUUCqHNsSZqOhI2kvet4
k4MWRiCBmxIF8gTEJcC72OAQujSBrkTzo9ahMmXQwAHav9tVz7L0hcZupd043TuG2s2/0A1vzF+z
uMR0dK+ojmp7vm4ivNgBw87gJIEZgbWvJrQxRG2R+s6iNZqAyTEd411SHWn6ZTDnnZaI2nN55oi2
Q3hIkPeBvITZOslqmq5ugOgYomI/tN5bkYNCezAFK8sLUTdi2L1LFLuoLXnFVTz3xMXEFPuX/BZl
d0TU5LN+L3vHbAUxh3gaNIMOPW4z8rt5gygyuQ+LFJiRL2ov4B0vlJnhldY5sbikL3fJTkFojjgi
De+aRxDI/XPYi7P9deZWboAxyCMDv14A47LIoWV8JQ3qNcZbEx2umxtPEZD3YYyLgmAVz69LRQqp
AMva2qFdTs2DSY0HMEAfDOn9L6Ssk/xWolEdfJuXUuYEv9qBACgsugzUqa4+PlrzIDAzbo1lJfoF
TkhFXcNho6aRyO2UA1wzNQFF0UKjvW84T8S0vQKTDPL54BR7M9mD5cQttZMkW7vravLOE6h8TfzR
1glBzHkicpOpw4zFtJqsR5O4s6uBzfJJUTZuLMXJP07/IO2KbvSPHn50tTGruvRSVNQOnjLdRL2h
A9EjHQ9r4sSoj/9UMUjCxQWjtFULBGSX+7f0oMOmDdqu8ABMwTADmhk5bYIJDYGRvr8u67NFXspi
LHJplb6tM8gqXszcXbCNqkDC521aJSC8XtvPwZHKHN7CluqyNfA8IyPQnhmY0g9lVbTuYKaOa1tE
NOJZJI85zouGQ9EOPXAhEjpcnN9a+RsnTMh4wl84JMdBRoXnIDvFsmtoXA36jNe5VH8HdvVctvkX
Kcb0wusbxMHYYIAdqtYILeACPzWtR6Vd2GUMfZS8dNU48axCdk28TWicIYzvXNPJDnmL1pL2e18f
u1o0+Y23oNsPYA66VKijuSx4EGbOs2LcEulWC0YRVI8T8K5z+lDoslAn1RybOc1y2epSi0d1mKdB
19QuSqDJmPkxBp1qFC1AeuINRunqNDBE2FveVm5EszFvFWt21K69ZCV68fI9wBuKKNnCee+irK0i
altJezFPmTkFYE4v5HrqsIi9FBjNwX6r0QePSgeIQfxk/jnNPjUGD7zdGna0JyAbi05Zob4KrOlz
dHD5HczpMPN6pE2L7yAv761nnhrfCH9Eb8mufnFOdCedzHPxaD3FvkDu6h0vg4VLucx7H9MQlNko
YUTxS1wGpe6tOI/alY+1epK7AD1npSjPycnVQCbyQSC9WElhZUam7BTVGJU4OXHZoQtf91oMaptI
sGLhzOjUD5gx2ofJIngIc7o1LuUy/ttsOozsUbDGlStV7t1g7hNfP1OM8obTc7sHiqkosZsQd3yd
fwjWebWjT+sM9krkw0wwtGiMznVKQMMhwdvqkuHKzU+nT4IkmfaqM+36pLrNuvKcpztVGaB4/s0o
Z1FY+DmkhvYmonpQIwDb+3ESNiF1gwHeNEtk5I/m8YvcoP3LaX8gxnqlrXTbDvqbQGOuZSEZCxii
jNZalXEc/VLQxSEL6AHkygfS/ZRKY+zOtf1gPNuZ18qvzXQ0wOnqElmw2jzPCNsyVx4E3AMsG05j
URS1exUlzDvYcnmnlUEuKHJwV3MjgrElC3FMFFkKvH/i2wVxywb8U6Yrpb1HRWDB1TY+2c5G1qru
ZucKc9Hi2dKR3O7tn52jY9a69HB9t9bN+CTCwQhhIE6wX2yufi6bAckuGMeCqFDrpADFp2oAr5ry
nkq3ttS7lehm4Xl3TMEAW9FKSoczcamVZi6znCwmoikDx9/8Bo4nRe3963pxt2kjZP33zdJlTVWD
Wd/Cg7nAFKTMMeNgcGR3aUnm1laXuA0tEoFMrvWhU+SDFwNJN+ZebjIb90dhZOGkvpRy4trkxZq+
VQAh/nPdQNCMJ5ZmgqWIZXBMQRyHyUM4YBM08YHSHMI5MgZMMxpSTx3JL7A9KAKZXN+9FqbBg7bG
Hp9i4AiThwoHd/Jo3tDXaT6bCRoS0tjTSseb8pNN7wtLcNZ4C6oDAwhSfZgJrPNyE0mZDYNm4zgn
oGOSvChDClo665UiuCB4xrKVwxgLxu5NRm5CzjA1P+QKo/2SvfMK8srdLEWOe333dM6JA8ku0JZr
OhgByKVSdKkrInUpCa1XBfQKIt5wXjyx/XnGP2m1qk7lWJCQLt/GOHIxRtOtpcdeOqld4s2iiT68
w7wVx2xRjegJ4NcS7WSj4VbjvQ2qNiHJJ89JbYUw+9M6XULzZgUGDg54qs7RmPvKdG9MvmMHJAbk
SwikX9OqrF/cimTOcil109SUEBlX+7I5ZPELaRIXo/lcqXnt2r2CacuLfn/dNLj2vjEN5uasQW05
FV1OkPgAH5fygI4cV1HuFuRyrgviRkRI3FiWbjnIaLMJ9L5VSdQtFQFt3L4xwTvW5W48Ohg+0id3
s5TuU8MMprHyGnLEWMCdUixB9WiAKmyRqxs56gUnkGdGoIS08ShFgxVquZeHYlLyzpCMhoSzfGvp
z3giCtsHeIv7kVJEKU1FdopJpOsSJsFNuUFC5CRcZfi9Ml3HLSbEKaLV5ZkrSmlIgGGaDd4WzAmX
1dKR6GKSsAKFY3KMB+WmK+ObfO37Lk/aQp6GRgAI5jkV1AeQm0ACF2zezCtisLRZbjWdhI02uRne
pEIAGqdbfKW/XUMFgNDgjhnH0jSYa5hSFAXt+A7d9l4m3a5doqM/Ft+WG6VGd5WG0gRepHLQjrve
/MflcchH3PAxHWBt+rs0EZpIU12sj0LS2+UuqaXn0on+eWLzUghzAvUknWPw4+FVGJU7rSFuY02e
mP+VZ+4bXT4u2010ErfU6WwND6G8VY/xdI/cJKbSi+yQKwUgy5WQHB0tbGxX185or4ifMFvQqFEq
AODSUvkuOb2I3ol36SCVhGZZkCSvjXaXe1M7PQqfNiKfWsIw4dzZJw5q7Tpoh114oX3fxjIGBCSC
+bDcEw2mddB4whwNmZEapwZKVPIaHjTHWbJuKJo/emwX/Sv11uENoKOUwRikXqqnYbuaclUPoPtD
plkHcGgZGR43qbYrqhnzCEThFnfrNhKZ8yyjbTapDMTIlMxHje77GSNbDEF4xd01C+8lNJtj6Abb
sGU0VIu6AfZBzK/onWl3RnRUxhda4/JpBHUdroNaK0saMtQ23OLlEnaYGFyg7IOUjjV257hQpbuq
oH1w/V7jamQDOo9nJ4yRTQkbZmUBpYXYqkeWca1/zKP7pW/BoXNdDnd7NnIYg5BbC3OYbTTRq8Gb
7AruQq5Zo4lkpSHFNcXC6AYj7iua2Mhrq+iyVBevm3SMyTpXhSDcYMfMox6hrly/Gsr2a/uPyVoZ
Tu2i4tES2u1ov3USMfw5mhwP2JnkFK3NqhhEj7RBvIQZzVQPxBqJq+u9eVMPUoDcu+nLeaEf6KQ8
J5KCIUilmu9qJ8uPyqyhVz6qFx9TnNvXtJuMHXgqZNdOkSGtlvxhKJrRtUiPVEyi1ndDhu+Ip17B
wJI6PUz5mHqVCcidXJlzAPQP2Q9VkdzE+GVXywCOwsQjU7D0q8dgo751dhQSJqDIQ1x0aaUgeaZ2
ZSwknCTyOHf6I1IZ5n1OtNyndZy8JVJjCERy71UgnAHTwOMKo4uYK6eJzdpMtQlxyew2vgJSFM95
VZ6sV/Iu/yx+KZafNR4QdNctmK/pf6WyRcm0UIisZZBa+5XTnibrLW7eJS0+jsbzdUm8kw+Sdwx6
XssOIFS4XFNioN+7rbCmOgXgsJHJUxNR0SLywnWUjT+oAEAMwcaPyHE1Si/NBA1R6mHqXonTnGXA
k5xpT51DUY6unFO3T5+u68apueFe28hlNi/Fr0qDg7grqaTaHTEoeFFSelcbkXxTTDHG7pZxhraX
cfZH25COkap8LWNF86e5qI+ADIimnXDf6ZsvYnntbKDgqIT2MMxQcuvQ+hErO/Xn8F12+8q3W4EV
8VwV6m+Yu4kaMN7ojPpS2ypdn0BYnKFlrznmBZp/i6DHWl9faL4gIH6QBEApgq1ZpYk+EwdeN8So
HRnVBwVTRa3vyft1KdxDAcwi6D4w/grjIC9NtZ1bsH828EOW+wOEct4p318XwD/sGwnMxTH3TT+U
AGahuqdhBs19dwCLyUELfiXu7Eu+Df6g/1Ei4+NzwyLZMA4gUbZ+NgGSfLnev0lld1CSA6DTSF3O
9q0xVK6G+QBW7g6laPIP71JekaD/WVXGqeZxb8zTuqogr/BBp3ok+/QpEVnIR1r5k+/eiFnv7E1M
PUu0iLIWYiZ4UdfA5EXMvtqnbvwNKX5314Zo2Er9V+QBA5QBfHqM74bg+X0JRFA/nr5IuqEgjYAG
bRuMvoM2gLBEjXCr0sXLwJrTgE28pi+zHhStiZdZJTgcvGgEITCSZGCCx6uTia2QJkx1pchytCFj
IoYjp7/QYPmlIKI0GVeOgTgB2G60x7O349wARgCACeS091N90u0j6FWvmytHxEorjFUz13QAm2W0
2iXPaTViPmZgvOY3iYhxl3PCFUTwBibaoiket9GlkaDk1dcpRtaveQ8dqIEDHTAj0lOjf74lF3KY
LWn1wSpNZ8jDov4NjDXoEIRodI5LBJwEHfhQBJ3A7MDcOCXElsw5D+vc2s3D7dq22srvQoQ1d0vM
/yPty3ojRZpofxESawKvmUBtLlze3f2CbLebfd/59fdg6X5TlcUtNHPHGvWMWnKQW2RkxIlzzBnc
jGo34ZvcA98UxKQlyV0vbbT62Ec2gDj/YdXPTHB+1zcSY6gimABypc72MAEO/Nsmlqr2M8YLsBh5
po/imyyQ422EpAUGx9toB8+JHFzXtGHj9s/L2rt7KSq4sMV5eaTROyWoYSuKXvR+r/RgBQdI1FRy
KgZWRixQV1e53SePSvK1lsJQFjfG2Ug5jx/6bSaU80iFgJpfRkLHg+92d+LL5CBFy5LDp7RtrOHQ
2KHTWu1TxJJtaeUv7Qaax4fRUbeVjUJCOBO3PoFpbtVTLwRrF9PDOciMVIWSztPzKlmiPdBpJ8Oa
zgitmGe95ScRNC+vJg3s23tgcSefTQx3+CG6M0UF4rO7pPc2lWb3orwxJue2kUUPc2aEO/lDC/1q
UsCIVjwjvE6FR3F4k9hormzoHzQVd99dzOL8IWf33RAauarNo5GslpZuu5ccY0eYgvdDzgIW7aRt
7BbOZOkHYpVMcn/X+2oXgJFvo1igTrdES3VA4cbaJ2h/yU7yIEGbNtiOlGDmFRpbobPOiTmvLf/V
c6lxTj3jfuSziIXpjaU8A1mhI15tx8m6PftLqBVA+XDpIs2ogQKYO3qBJ7Z6IkBMoUBDv0Kn1PFi
dB43r3Vi+yUtEqqT9D7VV+6tpTN3bpY7czIR6kQLMSw90p1mQLNLPMh3Emk/SBesKZYuBBgYI9S0
5+z9TOh+ufIE29hXNIwxlskuqjfIskmZ7yRbU3NqfSVkXdrPeJsiqYcIA2IRnG9WQ8/Tirkvta4q
FonZAbltu84fQnEAj/W/z0jN/Qr/M8atXppAucHrANtWgtHV9Prot7+I3llhVVJRip1eXRMTW1w4
KEWDMmPGRhicTzB85PyKDE1XUQ1o31iUIF0m6FfKKlWiEXpDtrc36LI9JGQ1iFUA0M+dWjMCFZnZ
oV3Jl3a/d1GEeG0o1l7D827jDxlSGCimoE6LRBLng8Rw8OV67kgqpFexKJwOaRs5fJLL90Dd9e3O
lwOaoPVXj79LdZtWb7fHuORnz81zYxyzcJwSr4CGgkcA282RvfKmJ7+sHm/bmV+X18NEBXxOOyPb
wx26AtxHPpC1aP1SfqmidlCiZlulT7LxUUqnJErtrlmjmVge2j8muaPnAy0MAAhQU+iXqC1QrH2r
DTB+KSlXxrZ07FCK+N/YuH3pK6kwSSmWcIyqTUNMqxi7h8YoAqaQkgrQGLg9l0t++dwet2WmUPDQ
FDbvSzAZhepja/y5bWBt5rhNIfatKXmzgeJZawNW5E+qtuKE1/bD7DfPbsQyQotGV2LfZS3kyRLQ
wba45cQTiPeUOIGu0l8FGK/bw1pcJwktJjjKItRCuXUakd0UZAUg5OI0IIrxWdxvY4U2xcdtO4vT
hwQh0sF4GV2xGHqlGHvTDGGLav1z9LqYeZJ3HIY1ys7FfaDgPTGTuM09yZdzqJWJZmTNDFcbXki7
FbSn/zAO0EuIqgHNBchuX/7+MGhzpMSAN+pBNZVqQK4AVyp2a7QDSwVudEb9Y2feK2d7wRPHWCA9
ahuCBFOek8ZgmkTz/l+k4Ta9LgM2U6osqYxf6K5qaFaftBiobnm4S7GYPrpjb497ye/LcMbIKssz
6pobtyIM5Rj3c4UMuUJth3T+FFNjTQho2QqiTwiYgYaP1wESoCksaBNGDWRwXXw2eBKq/UmNV2LP
xc0Iarn/a4ZzFqlP+ga0SigcgTERAsfxgH6gZA23yB9noBVnKUSoUoOwH6I/3JTFbd5jkYh8VCSK
Wj3RLM8KZUv8av+Ea4oI/MTxtrjtIpKqqmTkjo/hSKO7x76g3kqxcv7a88uKs8An3Ovan8B/hdEU
LRtkOsZU/WOYFNnhYs0nrUwczwmqgelf0wNdPpJjmNL6OIm0GKkC/bKtvKp8xT/mfsYlo2xhgk0A
TGTcjagkyVDnWqQcQeXidMGdUllmlznelFtm8McMXUNsLKVIndvn6eqNzdvlHBWp+8xMDditSzbd
4U5MoV+HapFj4Ec61vf92yrj+Bx+Xq0hOF7RPQFMvMHr0GtinxRSHCjHfrTTbU8oxA9RLfsqU6aC
BOho/lozubiUKrp50DeEIh2fYK+jslLbKFaOZmnhJS+qVgZs5p/xOXoZ1rqur95OP1OKewzsYyCV
Q5frpc/Mw9pI2qxQju1f/zHddlvBVdzhNX6OHXWt/rQ4sP/ZUnj6pL5rJ603M0ylRgF2kp6JQv1n
/w+KFJ+3dwp/Q1+OClKLl6MSfGSD9B6WDINpnVN/DX+R0kjktQ3JO0Xezrx5zm6cGMxDcjzbESCM
FP42IkpwtlOUEeLTuK1e6k991+v036oH8ma5ILiuRM+YlFQ5zixLYWaXync6WY2xK4M7ITqU+dvt
6VxbOO68B5CPLbwEw8wrCpkwsXB0EAKcosdqv6Yuv2aKO+JiaCblEGE/Ck/xY7z3bS+j+TNqyLn9
/zcm7j7zhE6U/Cb/GZPxKr15Ag2BOAUPE5PWOnmv7wEIvqG5FXgV5KCRpbjcJlAsiBO0mZnHoTFY
FIt4iBU26t9JiLC+/BP65drG5F+DgP6Ai0MFNwoq/RqK/pcW4zIqDKnLoW8ZgFemauzSM3YZqvX9
2CIZqYBPYh9XHdTTwaxanVofeg0CyHRuz/H18bj8Cu54FELU+vmUekdd/h7jTZ7dl2upijUT3FEQ
ZD3uhDHxjq0qO8AgmP2+h0rtfxgH2r0Riot4ePJva5DpjXh3d96x9tEyV5ya8q41Vxpgrzc+qEzw
DzgGEYejbH65Yqo2ClIyTYFrxHvtXbovFFuM/tTmfZIhx1+t9FHyIb+uXFrj9seYV5OkmVIAyTrf
ZG2aSVSo1TW+vCv5EgCNwGo2073+IAH4pq6gD9KoAFeI20zZLs2fQBmXeOD1oGM5WlHxmoLCiQQA
jUxQP931SkkDvQAxaHIfdVDEIp3tjcbKYs4H+/JCv/wmbuilXAhN3PuRG6lotsqelN7c+clDl63t
/oVwBbR64KlBsQZ9QOiQvVzSpAUnk9rHkWuEjVXqb0WGJC2CTD+wzAeRBq6MfPu3qZ1u79YfDBc3
QpAGAtACyko863hElDKFdSNCGNVt7XEzQpqN6o+ZFTn+xrclS7BrVGTBKgxl5ZTKVkDDDXFiq3Fe
pD/GyhPoqjCBHXDxLZwLgFRLExldl7iJDCKtE6rPIWDHROmgJ3LopE8pzlj2R9E2kaEzo+42aIUS
km1dM1l4b0Ia/w5Ty2gPgmCDaVqL3pLsCU0cYICjPhQCrai8H6FI/VupdnHMDPHNTNZq2ddnBZAZ
RIAoIAIxB8qfy2WMpniUy4okbpnkfwwpR2A0PN1esmsvdmmC25NBAbhjk+iJ64u47rrdQKyxWsHS
Lm3Hi3FwS6HqnU+SGkbEjfbVbgDJEqFikW2V42SbGmsbKhf2uBb0rQ2Nc9BKF2qjPMKqJiB3dqhD
W5ZXnlkLQSyczKxUjjcj3o287xR739e8us5doSqRDT9J1ZMat6wP0ao1Wom2M9G93dfxJmhXTF8H
mpeWuYXz+qFVprzJ3dR4+q3klW0kbN6+vbxylV5hfHCQLsbIrV4N6bmsAErQLWJHB82VAT5OGkJr
ztg0x5FCfOL2llwcGZoEZv0T5IR4kjVU69LIbHKMTP0lQHOn00H2XvwqwSoQymsB0oJPRkPuP8Y4
TykOahpKaYHBtR00M+4VKP7mm6rvrduDuqoI/8wimvllaKiIIJviDOlROVVxi/UK+hIY7x0J9gja
9cZHJHSUvKeBnAAAR3El71Y84fICIgEGrj8IQKJV7NKNmFPWSrlQ5q437apAsNIX0P5V+aapX3Tx
VHlg1V+5CK7oXTBadG4RKBoBJ4LXOj/aOi56IyCFG35A/eT0Cb76k6pQzTbg9+UDa7fJi26tRdZL
t/6F2Xlrnb2KxDo02jHSC3dsP9TvtJMhuohUbG3Xwt2Ub0lve19ytFGNY38PiNdLZ7Bh+KV3NkHH
3u0F/+m74O7Ci2/hZr0Z/EYtiFK4wlZkCiAA8Yu8CzcDNN7jhDURlAon5qH4WUHMracgyRLBYWnn
b+oabk66jvAuV2P++7NpmcYCWNgCqxHtJqd0c4juzfKI246J7+axvIu2f7cZE06GLe1uz8L1+wOW
wawGCA9iS2BsLi1HcgmUdpYVbl6A2hcd7vGIpPXgROhA8AsKwssVb7VokCCBZ5iIl0EtdGmwHxs/
wKu8cGvtHZA7JvbHyPOtiLh13lNQJ9we34L7QGkNbx2VoA34CudR6pPgja1cuKADd2Mv2wheSUEI
GbXmSvC4dIpB/zDLtWkEORqeIQHEFqkUVmGJyjr1rHiD5Ax98e/llaLoUgx3boePnH2iQKs4gp3O
SZ6b5+kdMhs0uhfs0uoOKoI4BHPHwDEszxkY5BT9p8A2tqmTbdpP/8ncrQlSLARB+B5QXaEibIA9
nz/TJIvgvNLSrYqI5XnE+rUy25IFPHxmHBi8FWqzl3tGLlpwkitZ6dYAKh8G3QjsSG/XrjV5vid5
h6AhDgLzH2jAQOdxacbMi06qyqZ0CyBQwD3gxFvRVsG8P9A7n5HtZCePBXvpLX3zkrC13N7yIP+x
znlkpOrzIpNbWDdqqJNmhXSS0X+04vWuiC5mx38+SG61VK1Pq7bCIOV99iy8h1s87wDstzYSU+8M
B+SN+a+V9+viyGTgE3DccSx4zoMq69KkjsfSBWm2VaUHE50Yt0/5FZD2Z1RnJril03ytNJp4KF1z
K++jL3Sder+IBfjYHURhDuTTt9LPFZMLURBY+P4ZFbdeYOZRw7zGqIKd9qW8Y0JfI6v6zA7hbgyp
uY8eDSewTct8XjE8Pyqutin6k+FAceiQfb7cpqEfhXVg4vxrGWC6NUOyyLPEZmNuMv8o4ZVgRP8a
UP8zvzNODkwKM1yVn9+sDowY6We3sVQm284pcSu6b9eWcXFOCaJ0dFaZgOtw92AytJ6gjH3pKsDq
xtvEEWxEQoHH6juFRbQ9KH8gtEn/Rqt0d/Nb42pS/7H849zPbmBgWcdUgui0q90PVrUbqPaYHNT7
iX2YVnvQV9Zwnq4La+iwQikL5F9zBIb83+USakXeFnUGlwmSMDTV6kG7JdqY2BVeYtbt7SJfjYyz
xV24gSeZUebHpZsOz2n053v8HXSssYTmMJo+NdT7GqWS4sHLrLShWnMf/caf42c17LsXf1ePTgKK
0NvfdO2EuG/i1rmvWl9C72jpEuV98C1J3wXSkxD8Al8HRPkomozjTaRbfsqEcTP1TJeclS+YX1//
7xVA8u5yBRRTGQBrxhc0/V9v63l/05Fl5f2k9FYNYKT+mk+vUmmueN+r/T1nXcDQAJYhhCIgveGs
FmIDQsEWfOs9dN3JQyftZR3F0iGnjf/n9hCv9pgGbh1cyzMJpQbCpnlfnO3oUFfasiSkcss0eS/A
+ZqB0ahu29fbZmY3dzGRMINiHySG0CIFiijOM2SD1mvJBDP16Nu58hRqxabPURJbE25cGs+5Ic7f
xjWmNm1hqNfk5wg84kZqHic1X5m2hfHgfpyTYxB2QY6ae7bral1oaRViPIVbDGDtCF70wsnBlnt7
3ha2AjYC4gwEuUgf815cCtU4UvuxcsdXFX3hrDqVqt2azm0rC5N2YYU7/AXpO+BCp8rVxYzV0Sm0
J+SMb9u4zrEACTgj2JBOhGYYmOQud1oTJQV6L6PalYgwHvOuRLPlJFWdhXeNlUcaYXHtQa+ji0tm
yoBdDrUQA40Vr1WBl+YUImGol6DZEwRLnFsR067qC00pXVHvaKKpGzH8ilUIOOqhpZprSdxrz4px
48oAweIskIJO9MtxR1nUy4nhV+5U/Jr8r7wEjCSwFBmFNtSgFXCwCcUpyYOXoXDM330DcfnUGiU3
ELea3DHUIogOQh3oKHf35qD/a2A1oi18H9KTUORDkYnfynEVd5nYGwADV+a2yTJGvgIloYryW9pH
NYufC50GylYQ90kcOoayK4ZjHegbw7NH9VgBcZ283t4q6rWzQGs2UqUzLR9aCLid0rZT3AyGjhh3
LN9KM2RNrK4Emws7HhQLIKydR45Wd24PKIoUgPCkbNxCmiw53A8+oTFZcRILG23mf0Sn9ExHfnV4
w7YGtVRcN24e76Xpb2maVhRBJjuYqK4kK9nZBY90YYw7w0nuSwQg+cbVKoPJ7X1QfHXFd7gmIjf/
Gs6Rz+QfAIkCLG3ihrrczaiwDF0V5K1Lmk9BmdFIoKPxZarJR1l80VCKub0Xrp9beAyALhZpRNA+
oT+bX6neL9D607duYGzANIz6g59aWv3eNDJVTLfeZQkNdXv8yp/FQ7zLn83uxYz32KkuOdTq9vbn
XO8bdPKjgwZ091DQA8z3cvhg4xhnWeDWTbNTQ76N9C7S/21nFsDZeMXCCsCpOmp53PYP1DwRUiVr
Xciq0dC/z3Lkmbp/m3eejSDfgUVEmQ6p08uBFBkErqK2aN3JafA+yKiv2qFH5bXn8vV+ubQzT+hZ
fIEWZq1WG9gxRmTPRNuINhF4kydqVCtH+tprzJZwpvE2BwzlZyOdWQqUXkUTedO6rUKgSy4N93IG
0cbb678wHKSyJRGp5pmzi2+zr0vfn2RJ69zMcmKGVDNVV9K8836+PGCgpj2zwK1+S0ozCjRYAMTF
gYQBC3eG87CWL5ev3QWg62j5xT1sguiPd4ChbuZVq0Sdm6jpsX8mPSL4ZmdWJQvClzQAJ0bxLg7p
bqy9fTLZo3f0BtWpicpaxfafg8Lu0YuaHPOMKeVTHuagMk8cE02S3uPtKV9YV3wp+POhros7gfc4
xthKeJyUnQsZcGHXJF1od/X4fdvIFfQTh+7CCndLF1U1VMVYd246HVufgdoyge7BpH4EJzUdmHbv
91D/NvPTIGavxV8SONFk+3Ky4l8WBqtBXw/F9ZmmTeKbibuceIWR1aMbyYSaXUu1lYH+hBvc/oIF
+FRElCAn4fFaXab0YpF2IxISGTzoe/wYPbevw11zqhmYni1QOp3CkxFYwWTXO5n+WRP6WXCh6LJB
MItWAxmIFm6DQ66sj8ERO7p1htp9GjApPyR1Y91e0IX9jcsdrw7QVODq/YnKzrwBSfI0nwZvdKVs
2JIINQvIcGXZm7yWkLsuViAFCBYGdH5DEhR5x3lJzyz1TUbEpq4mF/161rBTDsWTb8u7ASRHmT0e
RhqefPY32kxPt0e4NI/ndue/P7MbpiGU9UAZ5b5bp7WX99W7lxvTPLtnv1uVo0aOKvxuk6qbz+7Q
0IRq7CF21lCnC9Hx5exxb92x0gXQvsLSyD7TTWTlR2On7rLttKnfa+uj3o4bwSEustK0Z5Xl2WvE
kgsHAmE5tHJQbYDwJBzM5VgnY9Kzss9ldxj7mEGxhnrCWySGVP0GKVXaMhQvme71NHnM5deqdvIq
cOKsvw+9Gs0wIMoj07bL76bRlo1/fd0AgwVqSHgn0CqDyeDy26ogBfjXl1R3EiCdkE+Sak0yCbbJ
UHS0UlPiCERsUYZXyOb27rq+6GbLiJHRJmMq6Bi7tKwbOTK0SF66FTAmPbAXILCm6N7yd3n9Hhpr
XeLXfg8AF7AyostWRezPeyWIjkXCFEWqG1bkqAmF0wjhSsSzEEmitwccLSoCcmS3eb4paYRwpF6Y
qttA5usUoZOp2U0GNTbpd+Kmd4ULiexYpv1dlVqK6jQxkG0nyQktiXWrmcRr/3T5MdyuizwzS2PP
UN3xQSxZSQ6SynREYWihHXZ1uzWctHyeXgcgnZqt7Jjt7vb6Xpd20S0/N1NCjAFkWAiuLxc4N8p+
BAGL6paqAMAnU6SH8ODp2UsRyaCu3ifBUW73sbHXJKpPBoOScaR9Ru1j/3n7S64rVT9fggseglxI
V/NZY0Er9ZJMkebq6DsG6htSoI+xf4+OopMW3qea3QqbtDyWB3kf7FU3eiBQbUwep2/Js2Uqv0n6
FtArc6sYrMAZWblIruMx9JtqBorgUPJRIGp9OU/Q0JLzAi137th8tUVGG/MhVf7+VTurKgU8y99u
z8Z1jWJmMTizx713BBXOiKSwN3Qbfd/fuebeoy8f7tOflYEp80V7GQnAElrzMeeA4F+hvPw06WWQ
VWquct8nFDQv0O2aHP8xtGPNQQ9esukN2g+PwPdVOfUP5asJWphj92v6rXdHwZlUW26cSX/QyDYT
Blb4kw3u8U2orlGpXV91l1/KhQxNDC5udOBqAMl0lJQ9naa9pq6BHa4vPVhBNgQFDLgJ8KxerrQc
SIOv173meiOLq4maKl4Rj6Gs0SGowMkIEitwA8WxsxYRXYNKfpgrAO2Q4ZpQYecsm1qdj6nQaW5Y
fmkHwbMgQ5fVVgfS/HHbhPcjQOGt+DiFK0NenFfE1v/XLucDtNGTWq1uNHi+1yp8zrDixX9aO5Bn
SjAzB51cwqBqejAs5ZPmtmHjTnq87Yxmo2jDyutvvo+uNvOZGe6mRLEwIOYwaK6WaButTwjTx+Kr
QlI2MbvUDpN2rWF24YacLyrkzLFrZCS2L7eLlJZeAoyQ5ibFr7g6hI1Tx9pjhXulF8JtMAj2bc+w
NEIQGaFj8Ec+h2fAzkmsK5NPNLcfQJDov2lyv4m8pyyP6VCtycDNK89PJ/L06LVD0WPuPbscXBpW
QwjpUc1FpxV4yidTt/Ms01dc0EL0B1Arko54SsPD4gV2aSZoBa3NiKy6BIobGdS+tfgxTV5VDT05
qk2wUQbbFMEp0Xd2pk8oOMWZU5q7pmVG6JjKrwhgqwb60m1qryYUFgMGApa1Gb02d9Nwk6C14dTK
MVHdLILELvj+vTS1BKwvGjQCIlMdTDOaB4ppz8vZ9AFuWArawFRiivLsm9tCezNV6j2ZEe1aCGKs
pcau62NwG1CO1FGFAIGryCMRqnFqlN7AFS6NFdUUJte0r+qtZ6GT9cOzAI1utcfw1AuGNYovkNb+
DxvyzDw3PYOKhB22O4LTIS1pE4y9HUZladU+Gsgwm8BGmKOycgqWNiaQ52hmhWIL0JrcdSwWjd7r
Iy4tT67rDRJckaWO5po+m74Unul4piI9NVMq8kl7vYDUedwriBWfEeHbtkofTXb36FPnt0mdLzBE
HUW2w//qrmAx277bv9nf9OPu4+WpPbCRgpprv32yN3e/ttuH7fb9+e/D02tOrYPlu++HvccOD2uQ
qSX/cP7J3CVZGD0610fs1mZq2AAOmfHQ66XTSffSqtbmYpRyboy7sbzUn2rIo6quAoh9Ue0BeJT1
FzVzpE+hdFSQVr0oe+MuKg6esVb/X7q1zm1ztxYqO0odZVgbJfmlInnZV1a7FvXJS9793Ajn3aFu
UBTNoKvu4T2ngwMQPBXxvgfnySbZ6bSksh2DhcawdHbyqdzs6zs8j3VLs9aeyEsBqAGGZiQ3kbUB
ocalj4zVVlGSGPeMP/7Oh20339M+bab7sD6ImlNl6cq5XjpiqImAZwLeHwERd5WWjVEKVQioXemJ
VEMLVbDScv/ztuBvFyRp4btA3LHQ/276GWBcCXGd3U5gu+eJfhNLpV+6rbNvz/o+QYDXItSOgOJ4
2uq75P01BTnb+PhnrRFu6Zyffwnnw4xxUOWpm8eqHUbXU3q8wH4DCLFy0f0s0q0RcxddTfxgzHSM
OKXjPqXv7yb9vP+sqUmru/dP53lnWN/oNAci0GSnr/49oyDhp0gwD0x2PgJwTsXOwyG328Nry9ak
IZYO1Cy7oqMSAH4RHuU7gTc2C4uWuJ2n0Hbcd8o2T9eU5hZn+swINwOC1lRmINfEHeArDCAsJQPU
miD6+Lh9Ky3u3jM73AVR68gWNw0G0/poMG/1Go0i4ENeyZAtTxnIG+aLCB0DnA8SKwPKsd1AXEWT
8VC468atpKwlCZZ8kIklAe4a8kfoxbs8+X2ad36QZcQdoYCTv6InoXjRB3SKIjmRf96etsXlObPF
OXRZ9DS1ilLi+uZh+hIjqygrJkGP7LaZJWdmzhBQpNtwe/MqJFLX9hUJSuIWYFKLlF1di1BdL61h
eEAwNaCYaJqPt00u3ItYJzxvcY1DIVLlj3iRRX6RKMQ1tXE8GFJQ2k0obaaCHGtkiVg5hSsWF7ag
jtgZUFdwys544st1M0dVT30BTkWppDcpQoanq59vD2phuS5McFkCPczlDKq4xJViFcTG94KKtMnk
pGlu3Ta0sNF19BvgESDO//Kg2mQK/SaWYKgs/wAZEqBbfhxWegnXbMx/f5ZtnhpR9/UKNpr4N8bS
6ltpWIFDL84XkpmqhkSHhuDt0oRJxi5pRmzvISEZ7abxmRA88SFWl9AYbRy3J21py6HZa1btBNM8
ng6X1mQ/S/N66okryHlgd0GuUGkyYurVAVqn0jDYtHmwcoB/pCi4KwZpYh3Ce4AbzE2Dl0bbwgta
KRUxRCelR53q9DXavFZWD+bSkoa0ZPc+/dbtzePp9OtkWI90dDJ6JzHZYj2V6fZvT9dil8WJOPsm
biJSAaBCcD1g95jNcxMOBouNNrNKFGJUc6SdVqj09tQv7aXzWZAvZyGqQECCbjjiGmjMrB4jeZeE
KxXaRRNwJ5Blw7nAGl+a6LMhJQJq6q463ff+04Q2qt5YOd9LLgQAs//Z4JyW6deVEDYq/OTUfw1S
8yXktX17psg8FVcb5swGdyYaRaxaZPLRUrEf96+1jTc1a7B38JrGD1Qs3g8Ga/fvCq0cBMHP3zkT
5o0VY2uheSFnj9+7RxyfHUFDUMggNMZ05gV0wH9WdryLXglimLeO1Q4V6VazHv7L9iIKEiKgnwAY
hT/VXa2Ow5jrWGzNVx0ZHIobP83fi5Hs5FZO7wl6plb84ZIjQc4ULPEA/kHUips0xOmx1OuJDqK5
lzHZ4QWURxGT83jlolzaZMgrQZF07usHMc/lJkvHduwrKdQRxqCFQcyU3EpAOoSuCaNfOTJLh/Qf
UyiWXppKMmg6aJqA/VxXT5HavaqD/KaHEhQs/VFjQTusSdT95HX4rYfytjQjvH5ynpcm/cSAzTDV
3XdwigJIDV+FdA4UpyO8s9DtxZL7mgq0cxrLsHv2LtsSRUp6i2LA7UOwOM06ykHojUSfMd/YlGla
OSRqpbumsBfIgyh+m4h9bttYnF/AUmYCJ0RyP21dZ9eboMfa2Pm57pbBFDHUwE51jhOmQdI5UE5T
tLltbnFI0P9DzRviKsi4Xs4twAWTHHqN7qppRDX0o+XGRzO93DYiL54DVGwUEEUDRkk4z66PgSqE
Y6u7lTdLvB76Bg2eW2n8OzQnEYTghmOCWDQQTyVBhk7dlC1LvEM21TTbhsLj0MUUdQ46CBB59Pqj
H4A8KbHq9iSuQY+vO67AdwyILoJb0IkDdcB9aj80VV01o+56QQqouOIEzaHHQ8/fyY2lSYygPYPV
svkf1gGi2ignzBhAKBderkPVKwZYOxTdlXpQeet68yAIWbrxkGxcqWz+VCb443Ruat6BZzus6tEn
IEBixm1Z5wz40VAsH1lOka5AixJQZI/ZbrBAJoxI4B5hwEBj5t919oTexYSe/M23b9M78LvKNDBZ
sH94aJn5H6I8EHKJQHQCawNRl8uPRAI90xIwiLjhRJ4RBD2TSi+ZN8jiynn7Ca+upgPBPgGMCpUt
HmkMRdQigewgfDRuqmQX086SnNGu6T3KWFvJug/pd0e/EnqX7yBRTEESgaqvZMPXUQz89kn5eV/c
+hr+PJZZERQ+viYhI1Vby3wf8z9Cv9GajZcdSOpGQQ1+RuTsTPTnfAoS4Pc5rerdmNtqL7NuGhyQ
LEGoHLBs4WAqO+CWrYIcxnqrRAcjwnM6Zk0TUwW0H8E+hfxJG9/XrVMLrOjx+mXEoKIbElSw0trq
iQdar51WjIx0a4PFGt4a6xzWnG1EIRqaYRp0eIUOzYYheIXWgAJLfgel4lmKDW865GcvLdRxXOCM
+4arD6dmkmkSPhtKxvLWWVm2JTeKzDrKLTjDAGBwZwpFCz8MMixbhXOT03dwMlk6YiPU5ChuJdBi
mOj9Iwyb6dG78+3vL4N+famU0BIHq7GZ+DWHPyM17IfYQiaCWhFbK6AsZAh0oFZwdYHekSg8211X
yo2uBJHhKv6HOH5kQw1Gs48y+zC10laN1L49KddkHHCl5/a4qCQqh1JpCtjTjU/RP3qKUyZbsKq5
eoBbuygpsAxpT9XEMg9h1DPIFXvZLkBQSMaHRo7BQzOwRLKVUcEGPBgFUPfImqZPdWkl0q8RZNKe
z1KBFuVj0r0a3VPsUUjrbGNhrbNi8VqY521u4gAmhIdyDm2f+6WWGm6yM4ZfHjj1AhSbduq2iw+T
6g4rtdallLl+bo97mQR6TMyghL2uadiUp2+a+SaC1JTcaznzzYfCgKcGOcIU2iR+AH2hp60RkVx3
kGP9zr+B90UBiArmbgR38O7FgHnZky4DoAa+XckyzQ26P2T1AREMU3RnSlnQD7Yufohh9VgF2yLw
qLTatTtvGd5loG4LaiSUi2ZO1MsD3YiBWIUxtlSP9XeVEhmg/KsoGCH7xN+W0YqHWmhDmevdKKEi
eoeMFS80XdZFJuR+YbiphrZIWztpwJ65/vCrZE1a0wn8H/lKOmCpkHhuk6+BI8teeMTPMe1AQIPC
xwnYsBVskPfQk0HfMvgJ0KFZI/VcNGJb6Upt/Jq4ZV72f8bM5yNGUtZBPdvXBqepyaErBiAvO4Y2
NgIm8LFmTX2vRGgnPqiyVedrjaGzr7xe4//N+Q8S5exaaAc/arQe9kuz2CvCu6EwXdyJUJ3UgjUt
o8X9hMhXBVkBVFF5FAck8LTR8Coc61GiYI9iZm0liEgj/SCQk6yULF4rFi27kjOb3LWXKIVSKQDu
uopiqyCKTZmOyUUhGMgHqKS+Ff+HtCtbjhtHtl/ECO4gX0nWKkqWbMnbC8Nu21wA7ju//h5o7vVU
QYhCtO70xDxMRygLBJCZyDx5zouR/LntimXhCb13PA/BKIS5COEmQ1ewtTRv9h5yR4+G6qsONE5N
n28bke4barUmcmc8RU1hXWs3GnbdeeShKMowN49cQpcku8HuQy1VzK+8vpzfHBKcEcCfUaHDq/fa
EbjaBLx6D0eA6e+oOBUnPcQkYrAFaWCjS5QGzz7icAYWKHThtkgLfqILdnTjxzqeo28cI5UE5Sl+
mYNfLKyQyoEcBV0Uc//y6/ZXkZ4wvOVQeMCHefNezjTX7CGWjNuUVQ9eghO80js6RniF7Om6fKdd
G6TV19tGZZHewxYAQMOB02I6ohv1iH44jHq9FVQU2UhcHkYf1Gs1chLj5bY16em6sCbsRTt0tGgd
HGgXLrExf9rmrxWvtdtGpG9I5BMYb/QBesJI0fWOr35JK1PL4Pq1z+XYB8z9OfWncX5O069sOIIb
eASwT88Rje6L6qE0jotDQP5RAwvys/DvV04UMIKGam12ndV8GdLh0OWHxjs08/H2b5XcBGQIYP1x
kA1CuUyokVDb2rJ5xedPoQPsLt/s5CMmBwM6P3aFivBKMosAOB7g5ADnobUEsYbr70J9stY+WKYf
GBJ95CXtMcsOGzmunR0UC2R6SbANNKIo0k3BsuH/NEEJ/OzMiusv9WscGwjOMggCvOH1To1taBtt
8h6MdJc5u7o+lB/HLnRQWMgAjTY+9qrwLDvmlxaFbICUdloUGXdrOd7q6aZ9g0z4rk4GzHj909H5
64yU5PbWqkwKif6Y1GPBVphcKd1tNvL64XlhH2pMKads3tmao/B0KoP8319EwxLL2/pp4QbPybns
IcmR/GrTjyR3oyqfjreXJ/NW6LjhuQTsAKf0vLbmjKbVd6jgPJSQX9a6O8M7zlrgAsUIAl3v66gp
EixpbQ8T2JxFjQ/tvebBF8ubu7kCegI4NRMQGe+84NWUHptHaw/mwOC7vYPA2pn3JIzgmYI8aQqe
+3AjePruKqbYWn5ahJDioUTlY9mYbwVhy/XajXRaIU2N+jAO8o6kP82mPw7Eg+S8iptJ5h8uLQl7
yrSGgWsDlljyfdC7gL+FDG+MGEV1TFNsqXRZNnTCMb2H4C9+4XTK0raYMvKA5hMyqGJvm2nQu3Vo
6Kra8CvQ6c0nfB3RAP4ELU3RFzXTlrZtTjj6JC9OGATYyMmt/9miSftGlx3Nmoi+jFow/FyNOO9X
0OWHgMOMJ2t5Xt2DSVUdSZlX8jC767qoJcEpi9isFjKdlVaieFzOJZqeL53x0fZ2mfu90coTqR+t
tP5sWV9uXyPpBl8YFV5vFL0Fd6lgdILP1ZbfQC5GQ/17xJwI+peKyMjv5JuPjoCIhisiPirH1+dW
1yy3ykcY0/PSBEk+EIQaa1WcH9JjdGFFuB3jljN92hoU5IwzhEVtwDG8CVPwMw3yVQWYkL27wAuD
uAaeLdBgimVpqCr4A0I3ymBfBz36uaWBlYB0p4i9j+lnpkAYSZeGT4c7ghc+2K6vP+BmtAWrIHrx
4BffvAFO3P7Z919MTQVqkW2Ui4wMwBk+C/0mQSY5s6ZyJQ+L95xvD97w69+fOo6wfc2HPcikX6+j
I1MyYDqCPICLOXDabwtIIPzqc2unwez8uG2Luyjx0GHOhn8ujOK8GYlvrbkoCoy5YSJ0t5ldUJuf
2IYezFOP8rXKM8sAUYCO/rUmcqKiH8JM4KfJQ9V7J6u+12swSxXfOu1kVD8ykGolYefAs2XsrmBZ
1HQGOH6288K6HaSggo1+Wfo51PuTl30mSxkk/odkfsrq3ZSEGtjuFxS58zvang39xMeAt/4M3okT
uM69CRf3I0aEwQ4SVBomR6oYJNbjGmjlR5LmgblGt7+sJARfrVWoWYL6OclBfkEeejP7OA8Hz9VC
QOIxSXWHkZ/5NBiqlpPsXEKIGnOeKF3Cjwjp6ozs0aLomj6UpAiLSr/3tOZ0e1GyKwbhBgzM4Vaj
kMIXfRHm/WQcV9BUkgda23YwMdMPiQUiAL1ERalJU6IIehZ/Dbw5n1yeG0oDIPoU0VBEz2g5Dgl5
uP/qBBGwLoBifuYV/q/f738W0U/ozwdf8b9pgJZ0yOv6Nv45uCycXm4vXTLyiQQdM1N4jKHxDF7v
67VnoKW2ZhM/xV521hiUJCrdO5od3fGkb6dpoeH8MPRg+j7rALttGd4te+TuYEkcVPQdPP5efhWg
mjga+q+qiuDEyWKvFfAlED9j0xrl6GGOeTUF3vjn9prFM/xqB8kUFHh4VVx8f0L3J9k2KCHFdZn4
d8XqeyhwLE7U0hKS60B1HTofN7k220gzOpWqi3ie/2MdVVogeMAJaQs3iK6YlUtbUsRT7P8E68Tt
tYmej/91vKldDB8CcEFey3cXR7nITJpY5VbEjK27DlOBuTOg0T7ty+bZ7A+1ikNDtmeX9oR3r7+k
Xksw7hjjwgCCREOwagZu8y8zFnFV/JterKpueqPSDANCZ+6CHQILErjg3WE4T35zLKiivC3bIYwL
4n3BZysxGXJtDYUSfy3w37izNz2sy3QJrQXcKrd36k3u97oovMBBCQLAhy4qZzV1XQ5MhxJU64BG
Wz9qddSZYefNh82topWxCKDjqC+0/W3DorcT7Qo3vmkyC0kZtgz9On8CQ0+/95vHsVEtUPoZL9Yn
XGeHUcOsW650tQTrJ1UVQ3rwLv46vwgXR0Lz52qY+NczAXsrtB96CkIOaiiuk9QKn+REZgQeE7H9
Cm4l9IkcDZfVB8mX2aPUbGNmRvGK5l9CdHzoGPy1Il4i38mIvqU0dozPIE0IeXdpZiivr7976+X2
7ktt+YjhqIXgFSkyRml6Dzfb6RDnRmUObVY0pSya65HZpcUBgnuApje0P9w2KvuMNk8rAelDg+8N
gWsFHDOKAzQ27N8D+kRsqsN3iXKhNgBQiAOIBPjpr09EguWWIJyA/rltPEyO/pBiGnBZ/y0Gl18f
G1QMiJZAmb/BpEwlCCdM2tKYrHva/SB2DIg9itoRVZHASr/ahSVhQfMECKtmQi8N5+6E0mxbKDyB
1ABHLeHw+fx8X3+xdLaWsRlgoNUxc7Yc9JVEvqoYLnM3r9Co/zUi5P0u0/RRH2saN/0uQf0rPZPq
sE0KUKx0KQipXMkDw826cIWsCVVNqs/Y/G6ntw9Fiao5ovntYyxbCghHOOsbXuuYqLr+XnSrEzDP
OzTusp293PtJ6NtP1NzdtmLyjFZ0B5dmhHRUX3u7J1YODfgOQ9psAh1ktxnfjLXW0UNI3ARKfiWL
WrfPdksyAtg4EEyL2xrYEwZU4eq1QZl5rQ6g29N2Q+dCZQ2PiGiytil0lsnerau1Pd/+1bINuPjR
4iOoM5oGIrP4NvMUG+3B2naGq4jLstwGRSLTwVlFCVCkzxqmokinDhKQqXs3ji+tnX8wMRLhTwT6
Gb9nq1NshHRJGO7zMdSJUWYRUNfqaV2PxlzEpT8U0TQ4+p3VVTTwu8JROEhZrMRb4K8pYcu7zi6W
ohghMrwD/9c7ghiYpJAX+i76EyJ6a2PzaHT8uzEdtbWSAN2whf78dPsASC/HhRUeeC4Ccmet6cZs
WOnNKvJocwa9a+iPPzZ3/HTbknRfcAxAY4Cggjh2bakHxr9ZtamIh/yHQ5629Glm71kMWpIcSYmJ
gVe88cViXDa2K0D2UPAtXlaI3JGtClz/SZk+y54ioCr9a0dwW7bfU83ckIuVoKJyGiCPNTBoaGvY
A1+erXoIWaJwyRQfUJp6YnoEcoXoWCEmC5FlzVOnX2ckT6vThBn7MHfGIW3CZZqPqNZBoeAfM+UK
NCgk3N466TnHuwSD5lDoBCPc9dY1tVksFqRIYgakcZv88WtVz1x6OC4s8H9/sXMgA7K7rMfjbkle
5uWcGEswq2CYUkcEqDav+TjQWhF2Lctdd3YLPOEw+4WWHtTSLGPn9/tixbCqwjPwa/MmGFzYEr5Y
P090zTXYoo233yAYsNgfkvRA7G5vOuw924MyNKdTQVFahJdm7pav6YoUykt1HeWP6rGumQI7+Qa4
wxMo/Gm8eQB8g88Tsg6yuN08dAWNU+fJB1UHRPT6/LxfvB+auRvqzzaA26HOviTdrlgDBz1iC0dz
iRoUc6lZKXIg2fcFoyUugwlgCRRXr8/LqA3burCSxpNe7aryyZzqaPVBBlk+zYtKMUF2OLkACdiB
QCCrE2HpdWK5dq4jd2SnWi+D1r8vDZWKpcyl8ItNAEwFr5H4el0Nv0mWeqXxOGhngB0Cq2QYa9bR
YDU6LAu0NKC7rh1NRUkvu9sY1kGJDkTfJlTsr7/k4NLBaHWUb/S5+lRhz+aFnm67D+lmXZgQLh4d
bXfUEuju6h6YZO1PhnNfWN2+AiJ7IVb4/zMm3LwSGAhDc6BYbLE9nZu4Q5m/y/epvcSTrRJik7mU
y48nuC1tXIy+SGCMNusH0EtHbg55OHBmk+ShZ9WOmco0U3oYAU5BBZJDb2wh5yhrv8vQRaRx2aPO
AXGosh7DXiuRS+qZqX2p3KorAuaVVRXoI2gLg8IAt1291gBRlAPBIBYwgE2ANHT8p+xI/1iuNC92
zrzm+2bjJF9JN/9O/a4EZrxP9OdsIeDldEeaPI7M8ACH7Kcuv9coUyEU5WvjQmVg9uDog+uzaHgL
pWPDfQxDfcgI0uE4Ywjk9gGRGgEknpOLAMki8o0n6ZbqK8p5sZbQwNwO4IHGPOuP20aktwqqPWhj
8NeN2CAtNUgeOpTiETgn+V1OQM1WL46r8IKy5A3+Hl8LM4VoMgtnofC2sYOaG16CXTDOUVLuNuc8
qGYJpWsBzQefMsZIoTiAmS191RMC97ehUxGOz7e/lHQ7CLhsobLnYhlCo6DwfApsOf66479AZ5CA
6GjIPt+2IV3BhQ3Bgeu2VtuYL6dxP5fOKakrLWhzr49uW3mDr30NkdhtDGSDQw5M49fHdxu0ZHM2
/mbe9isLvnoQNZvS0NyOHfpX9KNz1IEG1MeD83LbsszBoskChSQ8eGxUqK8NL+uarSAzQIDKS0wZ
pGMfMlJtJ23a6jtt1mPTqVQSAbJ9u7QpLNYYdbQ3Bxtnr5r3m97cg5h4B3C14qPKlwbyVbDloc8g
NjqMvO+7eSZQn7etKPGKqC3syNSrR3/Ug1LF4PumR8y3EFoXvCfNO0siXgM05JPdpBPOuh8Y00Nm
Re25q3audh7dw/D1qBJJkX1FVJI57Bg9VtCAX+8cWao0ZQOKBm39yEDoU2jOTitUcmayjwgWIdA2
cS5ShI1rK01uVU45adgrZ40o5p36Mqj8u0kH52CtgrVLlwSaXI7WQAfwTbYE6U6z2iwaJwWmXtrD
APXoUUVYJl3RhREha9FcN0G1xUS6VC9hMYEqLt9v1gIiJC+yxqfb10u+Io+3FkAa8GaOql6rYmqB
nkeyiab0/LQArj4timqyyghf8cULqKh9OusVjNARlfEtOeSTEzl6rrhPKjPCK9y3WD20Gq7tMIJU
7kC1+0qRgKksCEFpKre1TzteUnIKaCk4SF77Q04UlUPu0sQHFuAI/7cnYuFqTZ0ltVp8Ls/pwwnQ
zW5TIDik60CChaIVugjwPtcb4syJUyeEX5rCDYj/sygwRENVeb/UigvuEyB5X4XJrq0YVTv4FgY0
Y0f/U3X3aT6GeMC9I+UBDcRfI8KWNOCeSzzmUY6OAi/WfQndKWU7RJaMXBh5A1Bt8rnNuKf2jHP7
A6OWBtupWGykNtDzBr0AIDVIE6+/Fqi+ELbLBMlv9sUa/1TWYc7i1lbsvMqKkC4Yq5fzBjucsnFf
RV1hIJ1+nCaFV5FbAfEcZk9Q4hNJjjpQQCxmUbC4d6qjmZ3p4O8tdvBVdDR8c9/cFIxv/58d4Ryn
Hqac24Yy6FYGIF0K9QY45xlTYQTiq9ZPNumhMuFSrU148dUjOt2QTUEt/Hvhv4wPJA0oEEO33fIb
0koerFHQR1LAOSvfaOYOpY1wiW8RV9vj5pnHxTIh0XliQ2hhchz5QW//brZn6KUGrWXvbluXXVzI
9SJug+IN0pSCI7W3Cq90fwEcoTmgCdN29yT/fNuEtOCHmpuNEV60LlC3uj7uLtWN3i/Q9WvsJAtN
nR3sfH0gU78r2Udr/TA6aVAxzFj3KpIBycMWU8AIsCgrmWhyC9FornWLjSmc31Z/00BwBt1qEBDq
QAJGf24vUnJUAOvGIBRSE+RbYq92y4xsXZaWxcXsHFH6s8d2z+ixUlXk5HawEj6YDj0z4Vu2m9YU
rdGx2LO1l8Xuf0wzOVVreq7xHFWcTMnZwJr+a4v/lotYnup1i8GCgcVkODv5DqvKJoWPkiRAVyaE
DTJbjPTXoKyJpxYBsMyHKTCt4rFj9Iku7Oi3/5aPE5fN5Ah8MFejJQisyvWaSstq+9rGWdSzLxsZ
Id63v30QJH7qyoCwIuax3loG5I2bhoRx15orqDRO3mNaZyBe6A92c7htUJJCwCBKy+DSQL9A5O5o
usExmMkTldT9rZnOI+Drz7dNSA8d8B6Ym0H/HAH4+qMt/ka0ZcWaQBda/WqGO5Bypir+f+k6gDDn
ojBcC0xwtkuvJ62mw8GDFgbcts4+U3EXqSzwf39xnjc99ZM2Z7g7GZhWyNOQNO+5MRdrEG4navNW
uW6w4JpPLeA7rPuFZuo7jKArBHVITOWh2ikswykgYpgyxIuS3DU/R/+U7G5vt+w7XRoQVuHOzWpT
iOXEVh0kVgAy/9t/X3ZF0NcygD9DS9B4HY6+2Ae90ycbbWIsQJ/AtuWk4bb6RwY0KoGUpz0/Gav+
yTGz422zslN8aVa4mcs6sLlqKhZnyb3e/9Zs1L+7YEtVbSZZvONMX3/XJ8TUBSWowjWxvoJ5eZxg
NAusApj4m5z8kTkfME/5Yc3979Vsu2imJ6opVVnQuzQvpMkpuOFss4H5LvmwsecJFB3g08Vo14r5
6D5RzMTKvyoaCqjYcIZf4drmU58BkgtrNtTawUpiQhKZnStHhc+U2sEkKixwzTmxa4iXspHZPnYP
GIttPDv1uWJnX0UFLAt5iN+cF+G1UCNsnUbsoks3hHGYAAwaK1G2qlUmhO1hGelJyjMF2x4Rfyj5
QlB19ypVXJB/sL9LEWelKfG1VPcQWmnFoS/lHGIk23+XMwJ/FzIevGNRjr72qXoDEGHbTSwevBcv
9SK4o7lRjT1LHRKvCAI3C3IGcQrBWLUu0QZ8MgvML1HZohmiFU6jcHv8/gsvDCSK/PUKJnf0pQW3
tw6VWRsNrPSGG2HzE/2xNc5dOUWmoTAlWxBeS+jhgNUOM4HCGSi1uSLlYLDYb+ou8gnTId7zr7k1
ea4DQK4BOxgfewNL0jbTmfJkhR/K2YIpkW/gM4qYD8XXf+9Y8XrBtUSvA40CwQU00+DVDrNwooH3
OdA5wFh6ThTvTNm1Ae0QOInRjeBp9vVBY0bdDalp4mYiDZk+93rk9QpXJjsAFyaIkOasFnOzwcSu
lMa56YrjOt276QET3aFPVbVM2QmwOPIC2neQOtLF5Vg5bTdnKmMooe3x8OJl59u7IrWAOin2nstD
ecJqmKnhzZwhF7E0GmjNGlTvANeZ1oUFocBQNhNk4l+fx/2Pnpbnavyjs5eUqLS8pAH10pB5vfdZ
SnLTBv8hBzsm6XktIuvJeUGdeZ329hp1qmE92Vm7tCcc6GK0/LnjaRz/dBzH0T2VRPHykblnWwcA
AVeUg1GE7fHouI7UxePKTKyD1kE1s8/22/A9qVXCEVJLEEIE2h/30xaf+G1Zd2Q04KIt/XPdPvqo
KuSQnPNL1by17LNhkhJkZphi4EqTwjb5Q2Ib9vL6Xuxz0CuxF6oMa7JjfWlEuDjwArQpBji11HVQ
NTj3g2qcXroMCJfyvipePOLUeGGPyTROsDBjZn9AT7J3fuuOovCrMiLETSs1wH5Q4lvZeRn54x9+
Qf15jm77AJUVIeWd7SmlfQ4rTZVy3kOPhIvX9mHC5VNvm+LfXYye4Et9HbBDy0TMz9rVrrLRg3+e
vrp/2Kdqo8FRK8BT9EXVbJK5aRvjiBiKAnkEREOujxnTE1+rtqKM/W5zo63q5l89eGiCLNO1p7Wq
fkzuaL4jxOG1heCG7IBA7OnappHOGNNmFCqleYLW5xJ2tIfY5xS58+/b31F2WyElhWlkoEyRTwlb
lmuZ1tYVK2PDiUGxEzXZE+i7Aq1TcN3JjoaDWhwH/kNoUwSsL3PXTKCPL+Nxl7Thz857x9G7/PvC
F2uqSfO6EuvQyd1Yx4Bdp9Pj7U8lO3KXJoQ7hDmtpYJ6OExkX5b5jv6o5ztgdCGs+RutgVDZGpC5
HtBcATDpA7kC2UfhEKAlVFleW+LOrsHmYs73Hdg+ZIO8VApkDJIdISiYfdcvaYcV0TYB91y7q9yv
+beu23ukDkuq4oCTBlYAfzgEh6tyiY2IckPm2ZQ17CX9Yw+10hotglQf7orC1YKF/UyrP3O+N5JN
sXWyU35pWPiU3ZSYRtnDcJ91B21bgzWf9kn5xFTAYNkxB28kL26DGBHspNd7NuSOU62QiIu18UDq
czIe3tPyBArnvyaEk17qzbb0mKeKXz9WHq7jeUr/3D7qqmUIR91trSJddBwMo3+aix3L78ly+P+Z
EByPy7LE7zyYwJfCnAS+lF2f32OCo2NQKYd+oJBXWU6ReZhpLGPTSrc9nmFG2Fnkj7OCFuW2JZlr
wDsR5QJECrQ+hSyhSKvGqCZY8hZMreutMeEh5wBR7HeLHhItHe7HxG2PWzsY37fJVDX2pfv1X/si
HKhhuVs4BK7C1b9jvxL68r79gmYRitno37y5u0OqMd7HxBXymtCrIS23hbZqNEB6Ty+MCPcUxFgI
wQTq3Hk6H9J0iebpKffMx2Z+Rz4EbNbf1QgpPkt83V1LB56o2vEJNFReSK9IuWWJg+tjdANQFWCM
RVw9o45ttE5SxlYGSqvuvve6AMqvwU4R+mQFOMQI3g6F2OjbklgFla9es17XopmB3QbZJ+95yu6V
EUm2oktLgndzBrevvMlGBDTTKKtekvaPzUD23EP0RMV/IwMVgUMDyqJcywZqZsLtnYH4hioAjNE/
NQs2jFrcWdGjN4ZrErDvrko9540qFy9fXNoTFjeV+ZQbBY6EtY0xmdwlaLs69Co3cCE8umJ8AIji
5TD7v2lP99lsnofR+eqbS9hSV+G5pB/6lXfaBrc1ihDXYURPpnk0i6yKR/2MmfX92CdQGb0bnE/J
bJ9u+y6JLbw++LwSSmpvQZe5s6weJlfzWGt890O76i5oZssy0GYMZJEeyhT2Vqt4JN7ImOJrWxwS
z9MAsA04wgV0SjLkVtrlMYZbwuRz7exLsEqD59j8sDbtzrfyR6O4Z2D+0Nn3ZUZF2fgCLrXdkP2x
KhVprMTt4MfwQi94AcBxIrgdd/a10ZmaPDb9YV/tnR68p9DDbOt/n9bDDq8mIUQghAv5FljLM70y
xxzzGkW7x9RNH9h2vuwwjzUfMebWKjwDP7LCIwm1a53/gwQfM1HXx0jT+hm+YcBHHjGpvtGkisbF
MRVWJMHnyorw9aBrkROrgBULk89Vt8/yfeUyxSmVGgHLKEcvYepRbOLMDekzu5vzeOiqAzEfy0Y7
Jfl79ufCCL8qF52ipqzwvPcmNFEwG1o8J9bvLKgtRViQHjbcMwAEMJSEqe5rI1Qrt8YgWMlkWmeq
735va+h1VFFcfH0dvNn7CzOCC8lXZzW3ZMnjlGYhNc7U/ZDb2qFx1nAe7E8e2l9m+mRUL6t+8nsX
dJtLlLR9ZJsQooOIxM5fYlL8WNeAeMfOOuIuxxrtT/VcABv/wTkBPbsbG22X9PeeKnOT+SQASTHC
B0IbYC+FfGoy57bODCuPGRi1IXN8ot+m3807UGS49X+tiCXLsjbTabBhBSkocruQQpNnHOzw3/tX
LpwE5hOMwkC0+Xq/l9JAl5lbqawwQYNn28L0MRm+2OT5HYYICD8xu49noy4k7cZCtHEY0QJ0AKd+
ZF76qxtyM9qSUjs46YoKdoMwctum7FrCof21KdyYLdNm1o9YHEJG6JY/FuOcj7vbNmQXBtP0GKFC
3dLBqM/1B3SGZUYhPi9iNH+Cobzvyc+aHNL9bSuvhHrihcG8EiIA6nAolApLMQrWmGkJM2DgPkyx
dgTXQhUlp+axDudDVYCghoD8rg5ZUO6hJL/79vKlC63zy7Rzjuljx0n45xM5VCFuT0hPNPpcBVVY
QHdw+q34rVjxrZ8qVD6ndcySnGRFnFfIhfqfmXW4bUAGErMuP4ZwAbVl6sHzhI9hufSAftzeXSAU
oT8zs90tpQUcy7lzniCmTUgdVKoB91d8+o0Fvk6NXzjiZKZpZY9YoPlEvhLw4m9B/x3wS/rifZh+
JF+HHwtUOYLsCSW/2yuXhUyURF6n3tH6FavXqd1NesFqcLy0KebRWdVEGTEcxbV5w0TE0x884uEQ
/P/QkF2faTepWgTsrojBeOIU35M53xG3ODZcv8fu88AgJEBDsFqjYWEf7fmIHqRLpz0mPNMsi1Zl
00PmcS9/kHDJ/HJJ+jTFRDMB81GHuYfFCBeThDZkQrZFEczly+fUFbhpYIVyBVcF9uhSz8YKxwvE
g01Co83MApp8zbyAjvfWffVzMevAmvbmVOyXe+Ojvu5T47FGxWZSQbSkK7/4LcK9b4tVS2sXO+66
Edn+gQh0sNbHGiIAVNW9ls26YOoR6tPo+Fo8DbzedqiKYGR9xpR9oj9VhYeZnSGgxr3WnpOV7BOQ
mCVDRPznJt8tzXGFdrk5T4pKrDT1vvwRQr7mNjm6AQZGyvGCn+8meK1w6+/TIAcH1/Pwx18i43sR
QIBmfe6fVbN/soBxaVw4ZxnwL3ZpYfh/Tctocb+jZRX2ncJ9ce/0xn1wDnEM9eAji8min3dru0Ae
NO5ODImvaZ776jyXP3UrnqYfgHa8I0JhDgVYU4j7gWKEO5ULd+VsTeVXDrYVyEXII3GoyJDXqPuo
kAmyCqqFd6EB5jDbxLNAyOrSokk0QPCKuKJTWGUfW4OAHNYNkrwJ/QlDHPDSeCR+vO0UZW9xiFSA
bAbX1UBhUzi3pUULUmYYd10af99uLNzYPul+zV1gxBSMzv72YlTbuVCkym8I8F/dJDIZAJ+Rp72R
bDP0rLHYbBaxb/5TmAsaifXOgcj4XN9VWRp1mQ0sF9jZUjdg2xa4eX/EG+t4e/Wy/AOn6O+PEJzV
klR50TsgENDJFyDuwhk0BRj5PBVEcYxkxxZHCDA1IEUN7PH1MbKW0vFGM6VYbeQN++3HwIJ0CvN/
PNxFxftAFufQUsAoCHBjPsTcr20Zi1tq2+biqZM7v+umm8NMK4gizEkqUxZBDAXgHEUM4M6vjfR0
3krEFBwbZ2dCKbTdWT/qLB6hIKtqBsu8+KUpwa8AAIc+bQNTMxRXjZh9aoAaDW4fBOk1uDQi3D67
zjZKQbcZEzP6Ps4B9OSnsNgCs4AcCrKR2+akXw809VzgF3I2Is06KWqv8ECrjdeoflpt3n4Olqd0
McDQMUGTUnHMZZ4Z2uyQ2nRBiQrJ6uvNIl5ecIwQnOZs5WHVJvc+Y3+SLlEFf9lWgYfRx+Aej/2i
gMvqpqlPdfCNDFZ3dIwpKsu7bTiMbWhkd2yN07YKcvfB9D8XTtDNe6a7x34Ks+05NVT0trJr4Png
KMB/kImJzd2lnvUO7FfgPLMaevLIUOzytDcUl012sXHJXtmPQfssotaqerPWZrGLeJuSQ8a0XZUD
rp/1kQ/Np6E69+30VJBGEehlG4phH+iHgA0MbxrhtIIKB8MfaILE2eSFYHsgDY2UoVb2AS+NCKHP
MGrbmIGhj7fuqdk+29mmuHRveMl5DLi0wJd5EVyTDQUbp8bHy/wPtTtGCQb1nbI+6yCVqMgG4ST+
rC5H7ZyVHwp6ryFjpU5QtPTQlMOMETcbQnbWbmY5YJzQxJh3Kdv2tnXojaAyuuNg7kmumpeXHfLL
Xy0EDbp2Goan+ZbTGIJg6eJBJ+97zsKBqlyffJ+JgcFbhA7cqusPBJIIh9Y+giSYAIBXygMNJUVm
7G97I+lGAyyPrgmyAAw0XFvZwJ8w0QRWss4D0DwPNfp424J0HRcWhI3WemNblgGfrDYAVJ3d0Mvi
ulLBk+RWCDBwqMPioSesY0xtBs0K3AqykGhC64fXsJb1cHstMt/tG/+1IqylzJM2A/kAuI62ezNx
In/+jabf1DEko1GlpwppW1mKAi0OC4IPeFNiTud6c+p5XezSB1dIXj2gnlcu9H4EyyaQeqniOko/
H2BVKF+bmCgUhcDzLqFVnyz/oaJckTH484tpqJhdpeu5sCKsB0vdasKZXbOx2bFxfQLBObqo561X
vfdlrpmXGCEIjDllYH6vvxxxaTeQBBvF3BzupA5bJ3TYV4xqNDbdGdMOFdLbR0PqGS4s8qNz4c/y
iqRaluMi9fUUJaa5X/02DbwpPdZD9qVLVK0W6VF0uAaNhco5NHoEezUtW7phhbTqfEwvd85xcftT
VdEmaFmaRzPO04EtheqxIj0qF4aFTczSCuXnCnHe5SPm471p/8ag1XvOo8vHAUAawscahdUBNJds
CdhyE986ABFKUUXpXUUmJt0yMIehhwvvB42qayNpkvWYFYPPQAM0GK3itHzxpw1RpT74VCU8KWtE
QvUD7RpOiMHnm6+t2VUy9YMGP+g1eZAZ2xF8lT5eWhM64izIoEN2r5/LYDcydiDujrQfbx9QyeUD
UhQQbqwUL2ix+JallmY4jFHUplB+t9Lma5u1YVPPUIlOa0WSIjWGYismsFC01j0heJGxWxjVQPky
62sVLR2bwnoorcgDcdoOCamKuElqD7LBmErj+ykmfDn1nNmZB1AgLBYGXCfjXEJGTd+qnZln/9z+
kJILAKQ1l0u2kFRDpvh6I8vWMxsdlw/tckwPpGxBWQnD8ZHdJCr9HZUpwan0a11kGqhzYgOSO1M+
BsZSBJ2hmleRFWZxMrnCFJ50YJ4V7vSc5s2K9gJma92POYTD64g+05MeJB/quIGIrXPWwvqknW5/
SMn9u7IqfEikBYVW6jyTgsQ0CX6TA41uW+B3SqgYQVgQeSanuUOHUbCgsXUqR4I5zW6eQD+je3tM
5X+7bUMSahDSMB0MaSiwNYmv4WxOK9I4mJy022wJwAJyp6dQLqp3Vm/s6rz8BuqoQftz26jsYAAZ
whWEMDGPvvP1GVxnVkARyUMeirks2n1nqONrqv2RhBg0tzCBhioNBiZEMG7pdqQY8ICKh7QPqW/u
9fSjc85IqGsvSvZb2WEA4hfOAsxH0EkQigpQWHc1fYOxuvpc+s4+/24V0AGG0h0Afe/4eJgCAmKe
87C+YXlrmk4HvQjWVdRWkCaafgAIqwybblVpTUhXdWFKeKxpG8Mbp8EFzgEK0Ifv8/xx9T50qJO0
jSowyw47l9TGGxy8jmh5XZ+JcWpGVs5Ylp9+nCA/VNa2IirL6pQIXZzt00P5B3NO1yYKOmdkthBD
MEUcpH6LnHcFnmYNKdOCvN8OefnLQfHb198xE8u5FvmIMgTQkNZdW7Y0l85pgeHhxgr6bxPUQYvd
7VMhCyEWSIE8OAy49v8h7cp240aW5RcRIFksLq/cehNbkmXJll4I27K5Flncl6+/QQ1wprvE04TP
HWDGgxmgk7VlZWVGRoiAfdTu4xQZNfBiTfnXvBvtsiyPSWp5yVYZfO3wXloSvG0fQ6k91UE7E7U1
d5RE53YK4W3HpPmW+PaWKcEBktlMx7IED0kV/+HsT1+/mdoGqGl93uDIcXSRnNeFg1vrzMpLA6OR
tdQpJYhtoqmyjPyk27gu1scC0NjyIkbHr7i/K57PNcdYoDnXl/scwctGYnp9KP9aEIZiEh41Gnba
nTk5P4EZCk//S3cLEEn/mhAC23Duqi5a6JNC9TWGzmz/Y9669LbmSfA5oFIpYnAZgjuAHzSfWp61
v31S1pwaCOoWknID16voaHQ+xdaUgO0DqhJ1x+2wCrLwMJiP77ftrDm0SzvCckAzp0uzAnZ6CAmA
X1VK2e7vLYAUGwkWC9lRuLVrr2KG1CqNEcxZteICDzORl9u//9G3LAYglwaEAM7ig6SG2UKrkNsN
9I1VqDY6KNBFe2N+GpI/c3FIUX5nszf03IFmJjiaZ6fK3yZm2ekxjQ7cBb+wtEUAsrZHQDyNtlHE
e4B5CQOfJqmtGxPfZZhgpJV+j9HjJhh3bflQzUIBDSQjuGsFNzdUZDR6w8LdV0CCCG0HGt04r2sF
Z0Re/5oQhhFGKrNKKULfMEv3kRpMEDnXRxdI/fswBfqchLKtAPQ4Vl/b2rSrJ8jf0cnYlUrmkvgL
TU4138K1rEVNC6YF2wooADy2rvfURDg06Tp8U2SUgao/xdO7klYntSDnmmgHCLZswdSXUX7aZIC3
LO+epddMmGgIcak9CB3BF1E+KErlc+O9WzLS7KSz59sbeg1/pi1geJwWomP3CBEAD+ey5CrYs8xA
PxZ38t4MiNv69NTvVZc+Zg7z9KckaO/nn6ApdDWbO5MrAdbTOprLfGMn2/pWj/pa/f3yo8T6+ygx
RY8yfFSo4hBp6R5ht9Nb2j6RzV02NW4LEkqtC8ZJc8wkeSya8cFszW9A+vq352fzUwSfhcpIGzYa
rhDpnu2lfXZmx9BXvoV78E7epbvukDzdtrgsrrj4WHU0ZKKrHWzJgkEtzLg6LndWh27WeLDV8VvP
QRu+kT1Y29WXZoR7i2GnL9rA4CTvn9TKSUoPl3C2h39qNyytleM0FDdALY28HeKkxXddZNKUWutJ
aqCG2VXak0XrdytqT1pOW3tOvpqaC13YArCGsDZcpdY37rY1x4inPR4ieNEpuBWujTedxNQKHL93
GdmFs+FUbeyP5RYqfe3EApoNKAOAkEhRCrMZkYnQKgWmb5Gv1NNKAhoT2soWWiR4r/2KG2mjVLVq
EPVaEHdjp6Dz7HpYgBy07ahjTuODeaCJz5z6EUq+t7fi6txdGBHmTlGHCETNGlCDqNX0oCGsrDfV
3Dhha7cKWg3/MxJhd8xxDwC2TpM7395Y+g9qBvEoXf604Ec73hgZX3568nKX2dmJ7FIOhJrmtnfy
7+axeJhPynfipwfNwWvxAWwIO2V8bpOjuQU9+SSvh/IYaJn/HaZws1lyjceOhW+xYjc6xe+xQ79T
H6gpVMJzLzySO8XHxVb4w13cnsYdMEXZg3Zir6NX3oe/2H17zvzMHp8tgA3c2+u8GtVcftziLC5O
aB/PchhH2E1wbx5YYeEPvAisdt6UOAxJ7yN/tVrbxIZ2pkNyGKXz8N56SevIe2PjUbC1sYX7yFAn
NZmXjc2QospfEkjVxxtNRWse9t/R4p69Hq0k8zaGChW2tdsFul8HG9N5e0ejBnf9+wnNS5lKWGrZ
8yLn9lLdnh70C1z/dqGFQ0mXlUJU+at0Z0d2t5S/bp96KmKXLCkLEeDh83X9JLPjoO8Vc6OEuDVD
y/+/2G+SPndDvsCRpf6IM2o3ypZqxNY8ffIqYYwKzjJPud1DGBKlL/M9A3sP8hu3V2St8H1xsuGr
rgej4NqLehOm3LA8q84fAG1fUzc7q97X6DQ8J5X9GxyNqp89qKcJr+ld9r1/zvdbXbtbcyo4mFQO
NS0DJORuNoNyRJQWbwXny7797+4UwcP1QGdFjuqqw3WgAW9N7MxVXtodKpj30mAb98Xu9rxubUPB
EQxQUyN1jou7uPPHb91GPWO1enPhBMTkA9Hjpo6WwbTv01lyxqdslyMTNdmqw5/wuEv2NT8PZTBt
hQqruflLy4J7UOO6nJQKAytt7lr4x13aQ8JdfW0O1WHYWWe0sg0QjNvYp8t83Vi9Dyj5xZnToGou
5SG26QxuZGi0J35D7d4tpj/EfIq7jc2yZU2ITypjlCQQPid3tYuuze/9PjtEjuLE3v9rk4hohzGW
tDFRF0ciuVXM/YzkXqVv3BerY4F6CHqAUOhDG8X1vs+NzuJIvGEsuLrjI9BkxItHh32bTlu0aevb
8sKWsDnquIj1KMW8yRKQKKNqW7Nqj6Ox6y3AZeoJIinfldKOc/aYdAaA0PlONykkj1lvt9kWAHzV
p1x8jXDbmKMat5OJq8BI+tSZR+OLxskm2nr5lU8788KKsFcMbRpCedmZYZBDeNjYyz65M+8QbiR+
7281tK/eDBfWhLvHnMioI1uM2z+xGXo+DsbgcuN/CWovjAjXTzlkijXKyxkvFG+qnicmbez8raUR
bp1Oo23FLFiwijc2nEp5C3Gx/my7GINwoaALKaZDBwsSeUk7zQvTw5R2Pss8YEmS4ajEvVtC8sFE
xvD2qd46cMJFU+Z6KjfLhmB/kiPbcU85Sc8aMj+H23b+y2n7wDgu8FrRJ9bJWI9W1AGNqmbg/y06
qqtO0mVd4vCRFYpryuVE8aDLpsGG+PPwmComBIWr2ZghNVMSvu9UpUh2YcF0dMO2Ca5DqyBbVGrL
gD+fkH+/UzghcY8qLxIm8EChr42Ix2tue5H6MA4bM7IaGuM1uSiWoF3oUyZYmVWdLP1ENQTi0WFj
h5MfDpXbS783pn710F9YEhyd3CfEjKYIaO0md1IdbTNWkEpfxy8tOhmfNQhU6PBoENsiytNt06tj
hMg21fBUB1mqsK9pY+VSQRgkG1VmJylR7N60PD0kR6zzVry+unIXxoStTGa57LsRXStxMr9NQ0QO
RjEu5bVYdqoerVIT9M18c6q3EsKrZwh6udC2RRkbHfjXlxbUT2saM8CE2/CnhexoMtxP6l00+HV0
nwJNBFDK7WldHemFweWDLuKLnCpSGPcwODXDDmzHwCudR7DhxAqqSJS68Xy8bXDxoZ8OhYk2C4B9
0GclruNcQfkD0B4c3j8pKY6T0rzoCvqBbltZvS6gq0o0cBwvpHzXwyoTCOuZY5Pe+QY09cYdNK9S
zY62eAxXK7EAaywLhk57iHxf2xmAF5yMEqMpwGgwo3NR/VUmu0nKbaV+QGOqXVaA0m5hUj/65MRJ
hPQM9gcaX1GCE4aXdHHZQzBl6eAb76a9fox3QxC9DV+Mwe4e2aN+wC38U5Xs+cT3xePkl0j/dk9V
Z9fPSL3vtl5Tqy758oOEeWiH1Myi5YMmx/AtL/MMp9zVp9TPnjU/uyev6eO8edUt/vPWLAiXaZxP
ZAhDGJUx/vThZ+jWnrSbHeXuF3vYetis7ajLEQr+xwDTjVFLH1Ne+L/RXGYX3u09+yEQeGs8wuGf
G40myQATKDadLag0n63GuUOm9aQ+1F+qPXe6PZyQrxzD1+hQH7uD/O32J6zv54uNJboDBuVYvcMn
5Afqarvs2Nq1HeLVu/UEWHPnF9MpPuTCWg1ZZsEQaHzq9pHzI3iwIRj2cntAa97m0oxwXwFYOEPt
DO4NiXLZJs4W3JRsbAsxFumjuTb1AuMg99W+80YUYUKHv2pH2ziXZ+0QefNx3JEn6gz+5Ca7vLA1
r/iZ+vN5csdzfDd8w59H1c5+xvvCoRuRwVqPF0CG//EUYptLOqcxcpj4vql4qQH8CzSHx3aSQ3LJ
Sc6FKxs/Q+uk45lye+JX49BLw4KLGptIZ+DRgotyBke2U8c4abbpsoNqmxsHZ+0OuzQlOJ+56CvG
+LKXPHqoH5AW8JaM58aAtraS4G0irSXQWoKVYHx/yA6j3di912NP/YbMxsG6Zxu5jq1RCQ6nV9qp
SmLYa13ds/zOXca1pQqxdQwFl6PJ3EysHkZmxZbO8zGDjdvz9gFoveHVRLASBe8PhoFuZLRvIivN
QZfulEfV0136wu/lQ9c7fVCcx5cS7rt7/wEJmNtfsDpGNHUuZVnAloiwPaw5kVNjxh1t1Y/oibXG
t4Y8G91GumHVEYA+Be2FaIsFk8p1JDCh0SkKWQvgObWronMgz5Za7hw5m4rS65ctGgQg/YqIA5DK
a1MlmCQLRtAlQJ4MsN+b/oDOFzN5GRXF703VQQnW7tB7YXQaeIbQPBdQ9oOBgeT2vK4WWdGwh+5N
NNBBqnV5LFzEjqnM9DENMWSldQb+Hul+xb0eqhLfE/mtBpWSPo+2lTKP0buZHLdwkWs0ChCyBIYb
MZ6ycFld24dzz006Luh0rjld9kubRlsDV2Qx7Ic/LPUHSJEOB2U8jtb7xtBXVxvcY0vjILCmIuOz
bMZU4zFQ5KrZ2/CrY/magDIBvUiSti872W/ZDkXopbkfYaPTao9yW9nzxO1FHWVLS2u5lT8dMSAO
oAsGhmhQbFxPRAEFNcrzpRctK0w7r6WnrrSekhZ6ehZaKr00T2N7APobFFvZ68ZULFfoLePCFZu1
vK4ljo4LCJG5ca181chrH92hx+Uwp9q56cCYxiKv/BP/DyoCGrC+qOACb05Bsnk9bGQ5orLt0JcD
6ZfWDBLzbuD34xZb49rkLg0sJrWAtUTd9tpKUSa13uoWbpe6P0VJcVR5h5FVX6tYxWup/THXyncQ
xP26Pa9rO+zSrJA8CJsZ/UUzzKq7Fo0JEWeeFBZ2aFRBO3UbR3ntbgNoHzvZAl0t0PTXY5x0IvF2
xkxm/A/EBEv0224qR63dZ+A9AtXqcmZV8WnbaHkcS0h4YWdETkleEfVpZeFmqTd1YAcqlQ23v5qx
ByE7au3I/6JTQHCTslqV/7TmcIrKaPMjqkD+XzV2UT9a+y6XfB6jyoSuadlCBSHZVyoSt+3smdz8
wWN5o3i2OsXopAHvC1QPgBS5nuJOknNNirGeRKttSXnOCDpyja3+u9WwC2w+FIkgECPifX1tZphS
rmamhDMBXhdy6NrMljMDfZG926ceSFc07iSFg9rP7e26OjzwrSxsusCpf9SqL+6CcJ4pi9sUKni9
uegt0FF3h3Bjm66ODowTFJJC2EdA3F+PTlVaNSe8Azo9ScqTWcjEyUgTe1Yop4d2Vlsf+U9ymjj+
U2m+kqHSTx2y7Ru5qDWSD6CvgLRdoHvAyQuxYFv3qSUh43jXTw9R5tbJYEM10SZ0bxheOXtUIgGE
oqq5caMiflW1fagFEpIQ5aJl3Ub7v5/8y88Rdjq0sWmNhhtATY1034H0ZR6fC2lrb605QvBgooUd
bA3omRccPaSEi2GocMuwxvAM620a61NpoDlYB4ljE50NtbKrcotFWdhYJror4DAWeTQkv8BoI1hF
i+mQWW1PAgqy7jCEgrgEEmOwXW+lr8Wn0j+WLOwq7CzABkXAU1HPUZ4yQw243ioB7du3vkWPWFfo
3Gdl9KBo3HIrSZGc3lAiN1MqcGIQZI3nubqvknaraWHxCBcX68f3IL8DsiQUTRdY4fVmn7nUD0BO
koBnIA1iv0n4cnvbiIHkPxaWnlaI3KHNW+xFM2lUm3OjkKDR5DS1lY40O7MKAdzTJvCAyo1avyRV
MhQuGtqSGPu7zlW3a/KodZoESvPe0LWj5MQqLWMnl+MidayuZa8b37nEL8JMoOdgYboAqQYUfZY9
cuFcrGqMeTrqJDB4Ay37LDd2XYbbuFx6HyYQEDh0RvclIWHnKJX5s5O6LUYP4RGxTNWC2KJo6DAX
Qk3B8ww0M7qh7rQgNX+Q7hhV1r6wmM9CdePZJ5yyD0NwcOgBA7MOGn6Ee2IKSYR6TaMFHZ8KTwNT
mJ0bkm7XPC93VOapx6sx96W8jcF+TbYo58Sg/h/7Bo7bAmJEllaIJSOJp7XSj1pQJvSklYmdyunD
1Db7UU5OUcbcnhy05AcedXaltU5EFZezh37+y5Dk4zuWbgYwLCBN/En12gjp2CHq0wLDyv2qUxj0
bpMTHgJfb2+utYWFvAV8OZhSF71rYW/JWVunKqcBHiqgaZx3k5wDBR7ZcrJhacWTodrzryUholOT
2iwjiOsEWV27efstYcmxkX/cHo4QNn5MG1iEMDNwHeBGFpxGzXlIo3akAQXRmUuHcXBGOj1nRo+H
ASRQnUnpave2zbWBQbIQzX0Lkf6n0gxaahscZ5MG41Bp+2EyRlc1c83nUHnyb5taWS3EUNBBWhpP
EPULt0EeE73BP7Qg4vxBt5gzx/IdsKkV1FxvWxLC1WUiEQqj6xmNLrh2RDT3xJPYKquKBjnVj5Jx
5CRxwS9rV8pPUv8u1I2Bicnff+yBdwopBLS0wvT1PkQ4h8axdoIQMp3lzu0jMIxiyyvTTunmsXZG
UB6cIihyfzdR4rTQHk3UnSEVKTBDWlU2+0GZ6LlSrES2e73PZienpI5tM5wR9THaxu+ayuLMHYx8
KG0pmuW7yTA4+IgBXPh5e/LEp/k/o0HIjacE4Befmg5IqOgAiqk0kCdHrRLbABQ1l8AZEr2Opuyk
Su1y+b7LFHsaRhsj31g9MVL8+ADUl6D7ho8AC7Jw2DQCXVWz1mlgRKmjleEXtGravPlG4vTcfjPQ
4g2GobYFTwxg1BuDX7mu0Fy+FKZVjB4aI9dLOVYZJOhngwbq+COZqaPW4VvWPCB15PBktEHn6+jq
yG2j2d22vHJ3oB4EtUfw3y0dO8LdwbLGGFMKJE3YI+4Px6j3YtZK+6K35j0oc0vPrE1g6iQ+RnZu
jcS7bX/FEaBrGSkI5GSgd6Et///inq7IPCO+6tWg65ATicYyd2lqcadKSLMxyR9jEWIC3A2WpUB2
C81P4usujGdKphjRGlLcHpE0N7VeqyS8zzg6oQhwdI2XlZ09RL2v11+RvbWlfj8Ve07PPPqdTzsr
BhFkiDQuUIw5qBGJ4hutY6XkcHtSxJrKshVBhgLia2gqwj9++lK8hvFfcxJoyiskS92qsd7rInNN
FeJ0zO147yN63zdZs+FTxBcwLMN3QUgWtWQ0DmOqrtcDTSKSmSJwQkQLpBqJdiEaIDT63eSgjMht
3byTq3yvZXRnkNYNu32ctPuwGH0Uofd5rH+5PROf76blcxBp4lbHR32EoxfbI0EzP0PRTg9S6A+b
rnQ+q9O38i+V//4Z9JKGxbMfrwNxE6LjbqZxLeuBTKMSVHJScszSWvPYkpaLgBRzms7866sdiHrL
MBQVbVzw4cK1NJHU5CFIY4OymYdd2ITcTVXgFFg/pRtvvc9nHMIGaLX66MFFK67g2GqZ63rdajqi
CMvhOXmsk8YZWHmeR+KbUefUuY7oon24vXafL16YBSHNorsN1hGx0M1jGn+8CwOp+DrVD/H4K48C
6Nts+O3V0V2YWT7jYouoUpFPcmTqAUlLH4nu3woKE6Ckv0+BS8Aj/wF4d3eQNjAJW4MTHDYObsE6
hAAB7tVsPxqBcQQ70u0JXNn8mEDUBxCzomNTRCT0cVdXhp4bQVUPxk4FXvAUj7w6gASXuSbSb8g7
NfGGl/zskJdV+9eo4JDbGPRecRYZQY9WHxccIbOt9eX3qApb7/bwVrwcTC0k3DIqExQh6PXKFW04
0SHDviysH0kYfjGsPTyTo+byvlBPWX3s433Mt/bL6gAvrKrXViveUwZWKz2AM0eyBrEuQLnzRtfO
4iavr5plaNRUoD+DTlsxz8wVXYojRvVAZy4IY6otbPH6IP79fWHT61zTm6nH7+OJZ+ctiPhe9HCr
CrZlRNjjal43hdQtJ2tU3NoAqWlK77jm3t4Gq1YWHUT4QJD+icW+yILUlF5acL5WFHlNNSlOx4p3
E9Gtf9vS6qIsHCmg0oHTFoOsqOdjhVY4I0hpnu119HY6PJP+kpdtuUzQ2IoCg4HcOPqTl1fChT+C
dEedAXdnBEOhlAdzULiLbM0Wv8zntwbqkug4QeS/sKSIFcpMn6kehyhhFDJrvJpVEBu3ctMeJas5
GpY1g5K1+gmx4a0Kyppha+FLQaUBUYKY1WCGjhZkeTSDcIBsl6YzHfJgJXONKJm9MQUPNjKuzY5C
QNy7vXwffCzCoVp6ZYmBkAChERFmlpChkMFvbwaUf53llxgNfiwZ9jMDL3zyNlqplyl7jUpeT4/9
ktcxZNvUazvVoPvUlPvYbI6maewSOYG4kIJkRL7hPFc/UYGUGkI2YLRA8HW9+BFweNwAfjSAsmf6
e4hK/rWT5BCBW1jda5IG/ZqKoIMZfmPH9fmugoycm5pV7PShIrlmTDq/UgZ6v5RQnTrVzOfUAvNe
pOuV2ynSz5HN2ZdEloaNs7Fyiy6aXMry+MG73BC8Iu+4ZuYTvKIxK046UVcu3LL/FsuHufzVVg8K
fb29miuHERHJQseElmskjoTH65RMFp/CwggmKnWekhtvYcvohm8RUW/LYQTpBAiSKa4YbBvBTxpV
X5ZNFepBPlVBaXnMOCVq0LIYTYIzeFAguTr91MPfBaqdLL6P+vMUtqdIP5OQn5Vi8BNzODV4DtU2
iqK1+bUzUfS5KxsXjOxZnCR4ONcbcdMHrbCwzzEp0NRGL6sKluPFY154EEnjTRPCKwbyrEBpqcjr
8EnRa+tr0uotc8aMyDu1M3rmpkzDAdfUGPWxtkKHB/pc+s6uUACdfUUeEwZVzKp8DWsrgVqCGsqV
rRt5cdC1QVJssFmorasyqTrHlLW/xpnOEgrgWUJcJZu1X2ln0dhF20UhOw3i8MaFoHSPTg8UUXMP
/FYMkPo47ZhD6jSTIUE1WW+0agzTphKrgtC0OMQXohB5fjWnOeSCuDrnLlgomiNixvCLyXPluxZn
aPfvG7QEou0hUzr4slAy7C5XstQpMmbtcnPQvkUzqQfbGmn93IKwHoRafVN8y40WT7WoKSM8WqjV
2bkSgVmVDzV5LkPIIDuSleBybEAs1rnTMOTRUe8NvC9rVEEyj3alnuxYVOv80LRN9yb3kqJ6EhjD
tZ1Op+qtRC78VY96VviYojByjK6Yh31UQtAMPNcqyMRQYyqe5I7UxkZ4KxaOQJmzZOW0RVMVuA1L
bACW6hmq53As53pM5xaiAxFIK0NQQHBHVVPoD2QdMqmklcoRRFI6MHixlT8YElr97Xi2plNZhQUI
1UzVJ/2AtlilV4Z3q86jF8bK5i9jVkBaQbUDCZdFsAPqVcKBSxrDaudGQmIvkTnYGlrroPAxRftT
H56SQW29MJb/NlD+x6gFVt2lzAeJzusDI9dKAvR1ogdTtu9ezFJzQeKlND4UrTbuIDFYWSxZi143
eGCwGqI/qeV46R7ieiBZxA5j/cWqugPyQn/5ulCw1iAfQRbKQhWDmsJNxxKugahORjpIwoGlrhqC
fHXYEdJsOMhPSa/FElwMrhO8RcGjIvh9yGmEc9+3FAQc72PT3JO02g09iD+Y3fb0fjTJTi4e28z6
kQ3JxtYW7xzYVpGrBxAHewUjFWzTypqlOUTkF07tLlZTvyYQ5Cvo0UjBrpjg79rWt9gclw146VxF
o8JeIeipzXJwQwck/hHnzxLas5O/fUMtNrD7Ma2ArOBfBBu5pTdZipsv6KrURonbraXGidDPcfsK
/RRtwA7EDSCmiTQIcgiioGEH1RlFrRUzUMrCBBTflM/opiSOFKmKr3at6ka5HjnqWDUHSG/O3xu9
4b7ZW98zQ+3QozoowRQiUspryv2JtiSQdD21pTZDp3zP6lNIC90PFSicbHy6mPBcPt1c6uAL1B4B
k/C2SOauJFqThkGSRzbJ5sKOJfbcR7Ivh3ehuau0k1WDr85oFpq3u2GqvYJDw17uHM5cKj0ZQ+TV
kWLXMbpKzK3v+5SNRvoXaUJgQPBpBO9T4fvaOotk5NPDQFF+x1hEyMMpzWPmaVUE6rTZq9E5qhPc
bUpzV9ZbKysGR4t1HU4GRTUkbqgIk1PbAgve5GHAemqhg1OS7TjUNyKw1TEuSDjwR+IMQm742m1K
SmzwOqKIM4bqDzG4Z6XqPvwthQ6RgiRsvlJ0kdBI8VNovERgO7q9Bz77UvScgXdx0QFGWlbkwY1L
FcUfhLKBqRV2JDNfjlPwoWfO/8+McCMRHYQHZj9JgZpAmILuJP6uJFvCCp9yGVgxYEsWzhM8YxFt
CnPZ5LoWZRAmD2oz26lDb/fM1gfAD+hr3UO3MYfSl8lbJ4eu/O3xfTyQrz0aOA5RdsJDEDoVmqhS
wdJW6tUijc6hsgPLmitpxh7Wqf4QAmU5hbU9E/ozJ/0T5MgeOqb9GiLUMTSEaECRF1CaSx8WNOj0
5faHfQq+lznBEiO4xx943gtzEiNFnukVi85945HhbDSZQ/TkXJV+Tg/QU4LSJLAuX5jKbZr7rZXa
avlFSxunByBIYXulZnaXPqelZ1lfutpX08Lj4z5FF7Vu1k7Cj2ajbRB3f76T8FzAIxO3IubyE0Vs
2bcpARcRvlnyJ9lKYAmlrw6sOSW4tU0ZUwepeSkEJ9Xt2fp8Ly2GcQ2rCCtQvhYnK041CjRSdLYS
9TygKWcyqjOYRryMxYe/NfVR5zWX3BvKC8bifS7eF7liREoe99m5Ck3TbY3UbzRlBtLrbapn/69t
LczkKq74heJKxJnmyFwoTJvzc8UBS0B9bw8W6iNqfY5G2caG+7x29MqWkE801JxXoETNz/OUh1i4
cHBL8IJaWmP6RWx+TyVt9mM5Sw6RnG6pdXxePxiHwMCijojyjBj4ViG2EzIX+RlAOjny9fIOnPyu
1W1VsVYiNooDBS8DiVgKnRjBnyGbXTN0wbAz3mYO2PPtsn7m2h8kHrwZlV4gdod4VxWSC22FjbD0
87UExOwSsiHIxZta5CQh5gid5jZiZ3xZ+5RXmnJiNCOPt7eMmGHCg8dCyIuLCeRzUN8RTkI1h6Fp
jBk70z5MjiMqdE7cGxyAolGF0lAsk2eGPGJkjzW6ZP/eNoJhvOfQF7vwpQpHIyzlYpQadg4Z4M+p
J2tVtgjxOP2AjIFKHjnh3/8HkyCugiQIOLeBTL42WSmdKlkdYeeoLZ1kxp4lOyP9jnn2s6Z1sv7l
tj2xqrBMr46KK4jgcP7R3HBtz1SnsiAjZeeiT4mMtMcAvgiXl+NQPNRoYFVBoW7O9R5oo8x8v217
bQOBew50Z1jcheP/2nY7lXnVNDM7z2wCCG5qUT0lIBn5eyuoq+Fo4LmP2GLxExf+TZWyEpgkmZ2z
tmDwbbJyb3Fl2ngKroRPwK6AEhRAbxUNHCLMMGKDzLI2ZGdUFm2Dxk477Ka836PF1Inj0Zdo5LU6
kOzmkwS2/dzcimzEPpklNYBMKAC00OHEi1vcrbKBEoNFJ3ZOIqjzyXra+pXBzrLBfqi0C/1unEEu
VRpwR2MbOoU2/zCqdp/WUO8Lm0bfFW3+dcRRczI8xuwFo+hErdp5BmGan6D0+vc3D9AxSMHjoS5j
wwseuprrIskyfHBrSb6eJfcjbvimfqjDeOMgr90Fi/wbonjIlYNZ+XoPVLKVWZW2TE3t68qx2UUe
mAzSYld45V92RH0swyKcCHyrDq5ysdgDDk21k+WendUuzF7MzgrdMqfjw5BbGnYeVTd23toJxmsZ
Zxh00Qs8/npsRkesQmc4RXL+27KA1u5chst8OBbRFtfQByz5OriEOKK++PpFZ/4TXbkeG0WlzRLm
MZH4Y9bHw0mNFHlPI4vdxSkwCX0LYlSZSRAoZhK8dN4VLiD26S7V69InhFl3iPRTZ4AktgOZ5d7N
o1p6ZFEEbU2lAXer1RpuAw6KU0ShEYTy7X1UQQNGSwu+G1ISHWUy6LbaVv1vzYwnPE/L3CnlurI5
EoKHSW3w0C0N00dWL9xHSdbubzuUtRsJKTgwR8CfIJRdXjIXDqXPgWdFSrE4d9L8G8H/11gObUXJ
fJwhR2siZ5I3mSCWa/zTxC8IUmS0oCAj5seZZIZqPdbFObGUU61A9FO60+IiMNrX24P7vJvgweCP
8daUgQgXT0rWtglQ2rgPSgRNcuszJXdbOI9sNu5ZP3+9be3zucSlDnI8FWk6pC3EnoZwxpvS0nlx
Jvqv3tiDgC5jtV0Pf7QoP4HK4YumPd+2KHLe4XjCJJT1QEAOjKz1qcA4tskgKyB5onFfYt26qS3B
nJtY721cogpQKtg2TkisunSQc4BC1dDk0j2Jx/KbnJX0WTUqE1wVPQehklHqpLO5nJHD3Bbqa9mF
/MmKafUjAoqkd2XGotGeKKdvjT6CxAMAzo0BrS0YGCiBuvnAq4jXWx8VFXBxQ3GWWmcuuGwjHw6c
2vQ1MweHdmmz8TJZWzK84lDrwxTiL8HdjHHUZHh6lQBT6IcpqPUgKiY/t5CyCeW9RTIfTCgbNj+f
ODhN4EI1QLVUXK/q9Ymbel0dzCkqznqX25C4LPS3CqLmgCU0MRo1NmWzV6JqGNQonioLghM9cdcG
TaYmBhDa7BzLUotaRNWE3yExMx2jgYfPC/l870B1EwRaQJvriNFypEPHvowrN6YjMM+3N+3q+PUF
NYMZgPqFEKTNc24hz18VuFKyzNHAOY/aSo+mwT4rUEK0ysdIA4mkEkrWhuXFl137HUyEjnocXA8S
UKLlDlUSWc5wQM1Rc3tdggj7jsTyXz+zMc0IX1CIwtThXrme7lAZu7EJp+I8KPtBBoQh/dKj1DOA
YNuQhx0QWR7SGn8JylgcAcJ6Cwo6QDljJ18bVa0MdOTTDN8zUGRJ7vE63og81yZv0SBARhYCH8ht
XluoisgKI6ssznXmD2AoibMg3yz9r51/cPZQ9GxBs/pT62ZshApBzFaco2p2MvRYVNKX8f84O6/d
ttFoCz8RAfZyS1KSiyzb6fENkZnY7L3z6c9HzzlnJJoQkUGMGQMBsvn3XdZey/vsgUTyp0/X9+HH
V4g2Gh4+5o1tjc9+OaDGH0plHBSmDL61qVNxcFtHyaad3NUv102tpNDInpF2MQmCKNcu4cxlOFZN
UJb5KRbye8//LBZfRdVW0c/Dc8t+jeZLbVW760bnBVnudtBp885Aiwsc7OX40k6uQUPm2Ex7b18b
2uRGvVhuOKPrQzOAFs7FFhGf/dLM2A01HUR1fpKCwokBN3dPQVY63vgluzHEwi1MzY6D/3CS9Tm/
Q1lsfm4XV1qnoGw4ySaUEsZ9kX5JtLtK3MpGrN1T5zYWbwN5nKwLOis/1RA4icHtVBygjPfpGg4U
p93KKK7t/HNr89ec+WH1hK6NUvnFydKSXRvLDvo9tlJ8i+rmRlO2xD7W9gbwmll3iz4iMHiX1sS+
jSKhI77TNMAiUYOfZ/rmVgVu5YTBM2CAuMNJAU63GFMySGUzIf128vUs29WToZRA31v5MA5peJMl
qrJxpFeGxZiIjmXSDWTmlk+LFSVFlrTFSciLYO9T97ZDmBU3Nt+KlVlJVp3jBuj0l4d5MFGvHc2u
OqmD7D12rT6DFQXDvX58V4rjOkVmGSYBDd8VmdzLNRIAtcd5OVSnLCYr238phuAYi19UVGrpMHlC
RM9tlPF2/n8QTTtFnwuNzcGnoTZPuz2pfNcLtnRV3oFkF7cKWUayOeT7+CgJv+nyq4g7O61mzKfO
aIefyRiHkVNEHfW4flTzm6ZUQtFB9SeLXCWMBdpsNf2gKrTQuVKblpo9eJ7xKwYb8asZPfmu88tG
ttmFVe2M0ag+R1NY0aNQWcHOE/vc2KlN0A9OWdXANUetRKWt02T1t9DKqr8XvKjRHQqf/WvUmsOw
T3Svbz/lmd70kJ9WsWKXZVzXttFbMnzQRjdnLjMv5ld/RMlbKuTNbov5yvswR6TYSHez6cGTXc6R
HKOwYRWBjhdbKrd6Wtx6YkrWu+7F2wxUo2NMjTHaYRDUsg2Dq0IDpzg5k9WHRzMvkw0ujo8OIK/2
3I0E5AZgHWmTy++JyoBYFNTNiWVq7DxRbvO0cRXrICWKa8j+XTJJ+4lmLz+GmKr3NhyiD57Du3mS
XYSXIGKXre5hlkhmayT6qa/9fVbqEnFK6AReHjrXj8yHG3s2RNaArTlX3vRlYqSErqmbCv2Umxlg
mNQek4oIIoVSaS+NzXGzA3vD4JJU1SotBZhXrp/o9LBbiWJO8WDUhTtzXRjxq2B9uz7A1ZUkbzyH
DmSZ6AW+XMnQNIKmFzl9AMO7HeFhfq+E6tvU0tdBM4GKAkE+qV/qko6FLlPyfdH3+kHQxPI/rCmo
bRaV2vycJbr8kDQN1C7OR8BkiNS01kGVdiTrNtZzbeOQICCZRrWaiGE+Z2dvIg5aqjcD09sAbKyp
cFIT597fuM63rCzmNLVI2fhehpX6riGpaWSHTU2YjxuFrU8inEIh+Q5+vRyJaiQBcD1VOXm0jNIL
KEs3XnxbVImjJN+k0Nx6Oz68vDRbKbSXUEWZT8My8RGITZhVGnwjuFCpAw54KmiM08RdGj7L8dOo
/hTlb6gvOKKaOQ15q6ob9/okPvgq7UNwSF/ft2vDP/ucZUjU6P6g+DWfoyhH1SvdXD821je0sIfo
vs82aiwfPVJgSjgdwAjYoZQ6FtuGvR9HhiYYp7QR9eMQZwZ8IcAhYXa09qBNq5Oc+rwFPCnPnVaM
Tml40f76iD/4CHyDSfBH3ZOBg6y6XHBZCWKQoYZxSngfqXS5cfrjzy1QAeANBosGC+g852eHw4xU
I7Km2jwVoqA6MYfdFZNC3DiCKytHigJ4KfkYnaO+GEed1y2C8iZXatvvBeUVAPBRCB/UWxnSNML0
P75WyIhQQQG4AdRNMRc+dxcKsdwJMdNmineaTAo90wYaFvUtIvGPh54qHzEZ/wU5C4b2cvYyOS4k
OaiNkzh291ndhNTnw2fJszZO4spBvLCzPPhyTaFCxE7cT7aZBAS13wAj7zZ1rVaehnlEQE4oPvDb
e0nnbD+EbHGzk0bjlHEp7M22Vmxx1vCF93t0vcQTbrtmgrtQCjWoSAZh37aZxvWTbfHPfeBRmFVC
0MghvtDQ3wG/cTm3YtQAcPU9/VSPgt3HjZOm3wJ5l6XqF4920/JgTG5ZDI+Rln0uhuEL9cEZ8JrE
5e76EfmQ3Zs7w3gsZ9eDS3DZFKH7JYjYWrZOxCjUk6UMcvrE6FFUQ2UGx7uj+dST9mXjG7feKG8x
M6+ZpxEcChhWRCHNcDkPgV4WkZVhXugtqGP92i0M3MAsMo5QqdxOomDrmS0L2sawP4SS77gqrkAS
mzMCbXH/1RXKHZGiWaf2VxnbIFC8e4j4042M0+romNP/s7J4NkMOf+jPVsRn0eme2q+Qq1MneS23
6jQrRxWY2L+G5qv2bGNLg9yo6YQhJbdJFX5LXq/vko/TRXGAMJgEBhBbAACX/37Ew0y7h9ae1PHR
C38gbEyp+tXMbj1tA2PwccpmhWu6T4G+KbxLi9vNG4VYa6dqOE1W7khCa7fx4Ajed1KsZY8IWCk4
uriV4v54A2F0Rm6hXaUAcJg/6mz6xl4Jes2Xh5OkfQIvhvfxYCRPmT5uvBQr00gsPNtCRdyAquLS
Tt2K9SgGxnAq6b5sSsluzYw2faD50mcpLDcyau+XyGWMpZLbItFJwpP69LLcbg0BGmNiPJ46l9v0
p1na6EHIuVOqNjx/se7AS2Mffn793H6vDsJd8gIKvzmEe9SQi9fhtXgu7jJnK/L7uFX5KDYStCjk
+T6kVQpfbGuvj0Y0N0ro2EO7EMaDn2X/YarJXdLPg3DVx3huMKNKoDQ5nuqa7vX+KUANDJRpUznF
n1MHzPH+ubHFC9aaNGDoQzaejClgezpiXrmW6D8oSfqWqb+q+tgJxTEvbkJhY5hrs4nTMXNozPC/
ZRuxKIhq58XNeAogcDaE2yy2dRBIf3z6wVL8a2Rx+qcsp4dYLMcT2duDoYZ20o/37dEPdpOwtW4r
RxH0NT/kw+a+74XLNtDXaBlxNZ2UCNBr+FOpZUcU/zKUDadjxQOGNwMvAOlb0FrARC7PYmVw7jK9
nU5CRXuEcTB/iA39bG6Oj+82yS5LNvy2j4AR2L7PLS7euhjtAThCsGi0095U80/t01TapkM+Kpfg
gzwOJtTbgy13G5bfg8DFRQAuQQHrbxKMfggS6cVpQ1Hup9OPHw+hvX94vs/tl8fQfrTs1EbfwH4Y
XFx8O3BKx9/dxjuUDxzfDvZ//VVCWivZ9Ertnj59P37JfzgmJLY/Pfsr3JW2bFcHAuhDsCOvbYeu
bD/fcNxcw/28sz8djse7t+f7wH77/XZ9R773N14b0eJlrSxzMOqeEWl2bj/u7++7vbwbdwCIHWtf
P0z3wFwerZ131F3rpT42B01zwsfm2bnp7Tug7/aNYm889uvrezbLi0c4iiuE+vz5mx6RidhVxSEl
lbUnt6/Hv6pnYHn19GnLxZj/0cVEQFqvzk2t8Ah88N/iSOjHUkrEUxSREw+FXVzEG0/yUqyVQGNW
2aU8AlMH8diHon1jirGn5eJJsnPnr9S2+BO5oZPY37/+CmzRPqmfNtZ35Rq4MDnfe2cvchqq3dRb
mFSVn7oT3yRwGTd26nz5MW/YF3g47Hqf/lCY4pPzZp6UW/B6tr5rbdkV9/Bz6LnN2yLvf/aNff3b
VjyUi09bXPbSGMWhIfFpYqJA21cQ9mmRHVZNjZ8S7uCFPCk1vCmquHENr84JsGREfxXaPpboKYmq
vzQqlXgyuvYJHe0sva3Nv2K1/fmnA6TNlt5yKLS4HhHTvJx7YJfVWEW+dBI7t26OVtHZaXFSBHeU
OyeTlJ1R/75uceUyppdZUQydrnlK3kuKinRSk0aKdekEO5s6pXZUS44cvfUJHF7Zvd7exV1/64fp
04bdeSiXp2fuoaZHhyw0wfsSCq1orUncrEmn7CiYN5MqkZAfd8P4d2dbdMA22edSz3aSsbtu96Mf
OJvF/wEwRnFuWZqLkMQDM2ZKp6gm8ojvY+Gl6Ro7fAyFjQzIx9zEpaWFx9kVciNFg8FaNpHd/hL9
L7L4LStjN7jz2i3UwvoyWkBToAYkr7QUjhM7owm1iHHV4256tPAU4IzxtN6uIskuMg8qrN8+z+z1
2VwbI/NFgZrSsUpYfblfQwvuNU3N5JNp0NNp7YPmyZAceO7a8Jcgbkzo2hjZotTeRQJnOHIWN1Ml
hvEUmbl8SunA7Hs3rG2VpsrS3KW8pOWD0MV2Amvz9TF+PPtzv//MWkRiVOEJvxwjQpb6OEWJfCrF
B3CmbVzvsvGL3/Yb/uTKXGJnHh4eEVXjxeVWeokSlnoln4aidsz8VyAZdhQWoO+48C3tLtE2DL6n
dRdH8MLiYvWSbOgmzahZvRxB88QOcnQVux8AawTFKYfy0AmuWluOHBg2mT4bRlx6RdycX5vh71or
7z3r0KR2X9ZOzDarQ+OQ+fohkQ1HU2hy2YKWru4AUJ5cFzOxJLvuci3yKJVbvS3lUyHsI3iP5ahy
sz2AdBS8fZR+PIM2f29jA6zkrmCBwVUlR8JVCTTq0mowSgWolo59F2i/PT9xBivciYpbECOLvwle
bYuWyRbKfPoDbq7vvo9OBu2u7HeQUQSUsHRc2pa0qp/aqpVxyk0NCqE6309eEu+vW/n4sGIFZAs6
P4B0oLa4tNJX5WSmgcdOiLLP3jCdyklx8hAZAz2DGkFkORWy4fXGZbw2s3Ax0QY3N92ynIvR6UHV
VwKZ8lPe/Q01aY+FUXATzVbwik07zGzltRZk9/poV83OfFPvxwzEkHw53KAr5aKuBOoP9GiP1b4W
kPXQUwjXb3XpRxEXX3VhLyMQGDcbnuracp5bXjjPOS0UsRH72ikfyor+/x7PpRGnjR27tpw8AzCF
SPgs4JUvx6ckoZJFXqCdIo8KfEzjfvM2lrdCrjp+1+365zIyDhtzOgdti8sEuMvMHghqmXaqRVAn
ThpVYo7sya9tcdeMn2V4Z8vo0OdfxcTY91NsSxs+xMfJJHjEmZvT8TPf7GIyR1gQhMmMp1MiR8qu
bUP9thaM6vb6yNasgEXBNZrJHj+cwDFQJyUPiukkT/j3YyjJRJC6vnECV62gskXahKuNI3G5ZJUn
xllcltNJF1CmMkPIusxBCTduk49v2dxA9K+VxcbPU0sH7EKc1HXJAOu4D5976OHdy6Zwa3nqH2rd
sTAUL0BSIsrN/UJy8XJUA8qaiRfH0smLFP0l16xxL3Um7oHmBZUNqihyry/W7AJc7kL82Hdm0388
2sU0wsxjVYRlOF0Az2iy8JqAhkt4HIW8bLqNYzYfo0tjCGogDA+SUuaYLctBQTaAFBU641Slom2M
RO0DcXn0SfNfJ/Ne2ZKb+7h4l+YWp3oohT61wIYDcYwcLRkdDpxTa1+rPwdkXBparJpM5UltfNEA
vpb/nRQJwnrRZLeyLRuBLRj3gqDN1NHto+r97JUtJp/Z6/gwq3M9BCoLQq0lkY9hFroV4+eeUvrn
f4/+rf6zSF5jSCOvb5WPJ47M2tz8Rfs1vVjLvZnUYVAKXmyepsr/K6U/hofOSzdeuI/7ESO0er7z
os9orMsDIOXGMJh5ap6sJA0dgL2MiVozrUFN/1/Gc2Zq4c3paWbqBURUlI/NzDbUItuFA1zU/2HW
zqwsNmHvT1GXjwzI9NJ900z2hBLYdRNrG+B8zhbbL6vMOut8FiY13EwoMicFCdAaX0w9gZcp+nrd
2tqpOrO2LAfOdEC57jFtkpbUe6v1Wtefms+j5R/japw29sNKYYANQc0angrSgh/oZtWprsJOKc3T
OGauDD+i19QPtSXtxMh0p+7OatpD3FW3qtw64l08opLdSgcpb1+syPtRfIo749WKPVuZDopE8EOp
MIilx1TR7dFzDSjP2AWHkWacXLW7uMMl/XR9wj4uz7yPZdJROBa8iPLllp6qEL550HRwWA4T2Fne
dtltBlf1bjMVgZ3r1lZSe6bBm0iNEr+UgH2xrdUhKdAYjRWc7++RdUMHepp/rilOol5D3rMdHW9o
3hThKUhlu02FPyaEoKt4JgfGqcHVoKBzOdxamCHnQqGcOthmXWrkiq1G4hY2bCWyoePCxBa+w8ye
v/Bl/FIQ6NEL9VOpFHZWu6qwI+Yzvsn7uvrSP2ZBtRH9fdz31MFgkzNhMYFOfamKYeV0fPleBUSq
k0RSMOX3IiXpJMY/hdLqNtzexUtJvW3mY/lXjWIxiUmiA8XsUaMojLeUVBa90s70zRgUO00nB+Wc
Pxvc/9qjqIja5iw3tHBGx3owG182UBGLv1K93UfR3cz01prP13fn4nr/xw6kRCRnqZcQvF9uDj+s
Pd8c0YkR1LdAMN0WPbRG3tKhXrVCcmVuHia1s4RD+2rck6PKEFKpkwetfUW8fO9Pr9eHsjjW/wzl
zMj8EWdp37FMy7LFwz2qpHLG8k3MnVp9mlI367co6Bcv7wdTi0dRgJ9sqAfGQ83bNY+tmG88hfML
ceZCfDCwWJasjsNWjPL4qPfKdykQ7VRH7bFSb42kcAJRvTW9YRdGm4I+izP1we7icfSG3Bqop8ZH
v/Z+N0Zsa+Hwe9KF+0lEQOj6er3TGnwYJNwxM1kNN/Jyj1fkCwzfxFjX7NTgWRwcUX+i69rsHjP/
lylFtjk9GHhscGb54g8f9focgbkh2fJLV7fn2Ycsfe7Cknu150MKwGSS/FXWY9pDD9eHu7pn5g4E
2m4ALi/r91Zc5LCDsz0l33cNKAICmJOvm1hdvTMTi9Ubp27UhY5d49fBqYL7y6jqfWCov1N6Ta+b
Wp2yM1MLF8crc7Xv5tGE9ZsIB3oRvBZbme51G5DhUksgKFo6NlqhSr3YN/GxEmlcE14RtCCh8p8G
8q+RxdonVpMWLeftaE7PONO22D104xbFz+rVRA/p/41k8Xr06TiqoYURObWcvDgUwheJzuepy53c
//lfVgapd1rY8dGWDrssdqPfVGyCCgq0En4PQ7WreGOnrS6NCRSFH56fpSJ0F6Z9F8zKWAZ4DDCE
fXdjDrm3b4p4C+G3ZWr++7Nrvc8TCZJY5s7LvmVt6vbl8xhvYZRXD+fcbD8zDJBAXBgZqzBrPaWP
j3VlfO0n81XYbhNdHcj/8rzMcjfK5UBSI9DVtB7RLDPm9vWgO0lqep+lies37T5Mm6eGYyp30YNQ
UEPvdnoGipYgz40V/9jr3kaUvPU985ycTawsxR0shMM85tFGhq/WXov42/XNuHIjkfwlbwIqG8Cw
uHjHqqxjnC37JGtbJH3M6KDLRe4GCe0ZUGBsOGnv+bLFi3JhbnEBFjJUkf7AMqZFv88qrov+L2kS
v8K99D2roGJLbmPjVqgVW0lTSOEyN9xC0604ilTNaIoXGfAstXA5q8LgqXo2drg6EBGKNVxaAiT5
sL4F4MKj4TkY/vxduTC4WMZYD8TRqqb42IDatofSGHeqB6Xf9YVcucEurCwOSK2kiZrRknAc8zcz
cou9pB16HUKreHfd0DJcml2QC0vzljrblvgZbdTkrOHYfgr05yLs3VZ5mG5i7SnmrKi57VUPTeYO
7Z9Gav9rGlYpqmRQvyxDGFUEFR3XCo+a/jnmdfaLPbqGYnyIpXBnaqOj5d4DXGeDTiWl3IrTVs4j
A9cJEd/x4Mt+tGyIxDGLZWT1YOeNm7u4JemXfLo+vSuOJXlMKFQo0c9c04t3m7YwehbNNjqGbykq
X8+eep9oAUS0RxlvL9Vfr5tb6qb8M6X/2lMXcUwJs24ldh1asem+z27psLsJntvEbftHuM5RQrGN
4aWWv4xZYtPf46uvVf1bAgSTOJnm+r1dDDvpUThI0sZdsflli4cfAiepAS4aHfXEnmRb+ekdeMrC
m+BofS6+0DncHsxnKdjRJS+WTgLPXLATxafMS50bOAd/WrfXp2rlCZpxqzAC0WQ1S2pe7vvBiBqr
M0YiTPUN3ejc3FiK1RNMhZtqFdRv9KRe/vtC1LL5glkQdZDug/5b2Nly4PraG+QNG6JyS9DPP6sO
myDARrhPeFEvbRXQvDQy1fyjJMGW8b1HyED9JpNrG6uaq/fL3D2fqAbNeL7T6ftseAy0fVlRrcP9
1/WXYaPOsv5BRLd0eSKJCmj78oNCPjQYLD6oFe+s7qAXbnzKi2rvyy9t9ilJ7ksDDiPThTUmVL/K
btG+TOpNgIiTBUP8f1hoIDIkY0irWktODEMM4mkMp+g46LmjaT+tcOPRXT3jZwYWr+BUKVJmDewk
r/7WmuOhL4dbxbzTyr8r1fw5KN8Sa0usc/XuOjO5uFYkGGvNAvWZY5Z8VcM7nyRXSO/j9Ylbppj+
2VYk0eAtovUBhMHlKlItzKUoNbFSQOyYNBMMh/Bb7WWRWoxooa/lhRlwQ3GI3VAVvEMnhd3GQ7g6
uegbwTVA7pD8++U3pHpf9igLc4EWv5Tv7KIdcWsmxnatTI5pPF8f8qo3Mbe4zk00nM9F4NCJiuen
HiMeVe2R28odxtGu+xuty+7ip0FsthDWq7fQmcHFQfHEPKgU5BCIyR/8iQACONz1Ia1O4CxtTc/B
jDlcbJU4LCQtNsP4qAixHSW/UsQWaif7S493XlY4grbl268bpFFvTqZB7LZ4gqIiIlBSOPszz1pS
qMdomCCISnZ+KjgRnOfiLqCqcX2Uywr9P3uV8IhGbgaKNPLlPimbKGgjP4iPNJQmbplKoWMMhe62
1BMPaTsgqTcpkysgLlppVgRl3lh9ImcfbuzXtZNJjWgWm0T6nWzi5XcomdWEcct3pICobIo3368P
dInBeR/ouYHFofQVoZcgsSFVdVDc9Je/6w/Sj/TG2Ad/Q4Zz+JI7NM+PR+0QfKIdinbxXXyKbuPC
rh+TLbDpvJRL///8Wxa+oyEmNdrzfAsujU7NQdxJylun9fu0eq7aF8k7BsnGZbvqr57bXCz0MHVC
Bst1fHyg1FH8eJgql6JLFro98RzXQjD/XJ/ztUNKYXoOvcklydbigu8h0lQHMSFnERt2UL7Jm/TO
WxYWhzSvBEVHoiI+tg69D7et28SOdFTCfXgX3lg75OM8Oxw3MYDXzZLUv9yszSi21M5iEnEdyivZ
L7nfDfdi2/3M8u52aB5llOmHb3721U9qexLFXa1vXLjry0lrO0l3BCVhNrv8BLWseWJIYxz1pniN
uwzdxFHaJ1EOzGV4TIzk4ENUF4QQpd/UvgwJsnxzfXVXrw46mcHbA9ZD8Huxo8YoGQq/JvcPy/a3
LIIMOuJunAQn1eUbuaJFBMCWllVOGwn7Qf0v9+W5+cXuSjqRCTB5AmhEclQPPUUNBY7fUqA6CKCL
lasYfwh6+OcOORvxYrtJETKSQzE/qu2vLDTcnEScL44bx2btIaBriFbFGUAC5OZyacOsycVR8qKj
PyV2I3Y7vPuq/6H4L2J+TLVyr6ibSIS1GwkOeA17NArCKHlpM46tWAuoSR2BKeIi/GgGy42jH2Hq
uVM2OYSyaCE9p90WFnPtJNGjCpEB24h2mIVdI+jkcjQMUsGxDg4Hr3YrXJ3v0uVdOzOVkOrAqRaX
2dmul8Y6FriECutBESI7Db+1A11i/tv14zDv9mt2lg5XIDeB4JOcz9QBpUEvpKdWwXGWW54VXlji
CfBh122uuV3nY5MvV62Ziko0C3KoU7w3y2/DbzN/aV0ZAZmk26JBWlsp3APKwybA/A+8tn6VKmIf
VVy1+ZvgzZIdG618ax4AcQ9/UDGeOUouB2MNQyVAiMJgPkf1gzD4bthsNUEu6WTfTzBydbMcK/K3
jOTSSCRmvm8lJC+asJFvQs8c3THMG6SOOsGpBUW6GXtf2A1ZaDlKl7Su0TeSU2kQ1shmVbwkXfwc
W6ab+x6UzVB94i2h2zDklel4tYBWduIrGz7a2sTgFOET8tVzaf7ym+MWdV40BHCNmsGJ61vTtPVu
C26yagS6JAo/nBEq7ZdGBBTfujAuk+NEt2JKqPuibollru0gHizOIB228E4vTkjYevSOBWFyTMj4
S91bBhj6z88DUTw3icQSi8s0LuIuhRog3nokV+QIxB4phFa1/sB13crUyvo/T03Pefj/t7fYTWpG
/GqSEjr68nMFnTAdxMjtbXhua4d8VlqbwbskBpZxQaB1WiYbdXKMZKAnMVcKRPaaOOwssdq3eXSj
ovt2fR7XVurc5GKltE6o86irkmPh/yJP7YpmvrGnV/2XcxOLTW2JidZUXp8c27IzDnrVy04owrxr
laV/yIjsnCpvpkMhGvmdEBYkXxS2C9w20nPZWOKW1uDWiBfxZDIlQmtojDgg2ouRleq3EAxrr/qs
dUJPNJkt2KEvD5iGuFdp5E1ybPJnnh/PlaIH/ZgfBc35Q6Kl90sOlxC6NRDCkHXMT+JZarpBFiBJ
O+CEWncvy89SG8Au8PX6Fll7VmmdAr8InAaY2jyhZzbiQIOZXprXL7ecLuttFKJbyUKSbOOMrc4b
jw5E5wbFiuXth2R2MXaZmhw5Is40TAdVfIm0lwANJS/I3Wo0wGVtBf+r25Nngn4A/AZoNBbDA5Ml
CIVkJEcZSQex157zrHfCRL3LlS99B8va+D01YgfqFScPetezyq3gac2fgEh87hIGZvuBuodnCLlE
OhAYdzDZc7nI1qcscprBvBuNbCfUW5zyKxfNzIINE6aEbBHc25dLOql9Dot1SkVWmJwyuUePoFMf
xyl29OQl3HruV8YHPymvDSyfNF5/IEHI2jLoE9Y1kI9y/D0b/q5+Feg1b12fa3aMGRCF1hGCQ0ut
UsDeBmVgPTn22b3qHWNdexzr+isEDDYQ7l/XT8VaTIRjAbUT8CHaZJe6hrEFNVc3W6sNUHJTB0wQ
2uJiF1eRRXnb+pJYaXfXo+fn5HDqO2Kg9oc4qYTD9Q9ZOZ6wHyL3Tcfh7OYs1rIspEqEZy89ClXp
dMXfyOeZeKPtlkjvyumkZ55KgILWFQWphdvQSHmcDUORHqtZxoU+1Nq8LW8Vy5HQVFZfs3jLnV9d
zn8NLuPePq8zaOxmg6WLYg0V9um72NxJye76BK6l4meZUK44NEMpkS7eQM46KpAeM1hHNxldtm/F
k6e6TeCYsp188kk1fJ8Ow5se2ppzk0TuVi1gdQXP7C8eyCIK0yHUsB/pxA7iZ6EIXcnq7AaE+PWh
rp17pIY59ZCHc5cv9oriS72RdVpyzL2dIEb7OJIzpJUC6H2tmyxC2Bli2a2DMj+oi3BJ5xFEoAdX
TUdb4vKykTPEo03kUI+G1EenoRZ/Sp4OeMLyAsvuk7xASipO9+CFtVPrw7kqm0P2FRKvwLWiftoV
ikTwfX0iVnxgWBmAC0OYAABw2Rqi9l4mmzCzHTN0MPdo7rZOGHAhGWhPbfg/a9sYJ/X98sOFXKKs
qriooiCykqMxverVeNeJd71LMEcn4BYwZQ2/xhsCqBYuLZyCJX9GISmh1KF2eJSqqj91kCvDqClK
YA8DfwetbniTZ7m5C0EEOKPUg/ngldgNfYvkZ1/VO6nPOqAQYn8Pu8iwF+sy35j41dmgj4qOP7Da
1E0uN0OjZKk4jhVqC2meH+K8UA5aRg9knOtQMmtq+KR6XnZ7fbXXDhhAzxlPR6/5h5QHXF/K1IDG
PE5Ge/IN5Wkcf1Q6RN2itzW+Fe8SQRDoiWmAgNhsSbwpJWHo9xmbvajuNP05ybeO8MpYDMjk6bYG
tMrTPf/9mTeWKb7ZTD5LXGifuvCT4Nm9JMGBc3N9ylbWiX5QXMqZPh2urEXSsQl9EinSyDoFvKcm
7GyTrQ2CPcrNbTn8fd3YyqQZgOlEXEyEmD4IqUgZjIx6IHEas8eoeUizLU2TNQMwghFYc7tz0y4m
baizOJEiRlPnhbmLFUmwmxqKyevDWFuamZAEdVtiXqosl0sT61EG2wBWXkDSWantw3C21WGzti7n
NhYj0bMi9MthHgloIVJc8S7NEDPeiVsUsis3JDQ8/w5mcVBHtjHs6BhqKRkow+RIw1cSmH9+HVxY
WTxIYt2NqUfvy1FoD0NxV/m2aqLR7YRb9Ndb87bwXjxZp9ULBR20Nw+T6ChvxUs/uvrW6VzdaEBZ
IN+V5k6r+e/PTmc3lqh+ZGZ6tFQq9RVB4o4qmrwxa2sbTeMGQGqUS5SywKWVOh3anHJ9fhRr75fl
PXlzw0hs3vhJsbGlV3YBsByyqYQJdHW9E9ecjadRqlApJ5X1KUrjvlJraJUDNb0JVX9LjHhlUCAQ
MDGj/slLLeLysjKHIBOs9GgKiTuWX4v0Takju6s2ko9rAR/F3pmxa1YcAFh1OXtamhVGXMjpcc47
fhLUb63+VzUdM020e+HedGjT7psnoXGv3w5rWAETIBWXNxx9jHHhZgaDN3sXSnoU8+ZmDFBf7T5Z
WX/f02uvD/5DrlVksO4NXdiwvDaz78TUNPnTFL5kR/WRcKKExaacI9xGVWw//zkMtih/vT7CVTt0
MEHRRqJfXsZfhVDpQymxgj5Cwf1g5/VdWz3QTXXdzNqepEVUgx+M3qUPT5NfA80u2jA7JvJb2T9Y
w4sUbJRt102AcUCYimTEUiKpnfBX0R3LjoPwkhkvAbiwPnm+PoyVqwK2WAJIug1mlNViGwbpYAaR
nr8PQ6OMWKf/ZTnODCxu8LwQh0qPyuxYWQ8gvCe6xcvqYbMasrbq72SbHKmZf3ixrQtfgvkdvfhj
KT2A2VUMlwjN27qI1qyQQ4DUEIJJOuLnFTu7iDJIWytdirKj1N0XZmir8V+d/yPMf1xflFUzpHnJ
wZNVBit2aUYYZYS4oEk9gh4+pLvaZ85kZP3KjRv83etfBEWQ/P+/offL4mw8oxHHlZB37LDWshUT
PQFV2Sdx+IzTWHf3c9wT9qWdaF+ixA33k68fzdq6m4bG7l5F68sfDxs4z7t7DI4JR+xy2NokFWMT
UDnLshe1++npnwT9KdT+/DG5sLJ47P2i7XMpo5CdWP2dtdNiZMAKceOyW7tmZ0U+6L3gMEYna/GO
0FmG+JFK9QrERT4adn9gLktRdLzkTtMOU4j4mpJtkFmtXBgYNaHaJw1D0nexb6K0kMpIBowcioeg
KO1IeJKajYdrZW9a8N6RpYDIZib2XyySURtG1o60eKGs0PXotOX5Pqbhyou3BMPnz13szgtTi9Nm
VcDTUQkD8Sw+6FF3HyYNzswtOS9HyF6DOrvxpd31LThvsWsm59GfHQhPycR6aMD+m8PX0s3ye+gU
7RoFG2mTfWhrdIvdHlSTKAtoshJC7bxvY5k/Rfp91r5U+lMZ//SsYmtLzlfgcmwkmKl0sjNQKpAv
x8ahgINMAhA/1c+RCMugANtgUe4mVXHHILBhlupzRzYIGFLamK9P7NrWPDe+OA/EqKkkF6ylnP0P
aVe227aybL+IAMnm+MpJg2U7luxML0Ti2M15nr/+rvbe50Rq8aqRHGAj+8GAij1VV1etWut9VEGn
T56M/tdtG2sxFYiyfo+Q25tmF+mRZbERIn+WeMYPSXFNimQWpHPAPQZxbKfINrVuCvwo+91bM8tt
VDyS6TwWGJwylN5Qoc/cEOkeMK90ywS3MWdQaFMZVCKHNnLHDQCIhtt67U5U4BeNhNuUEOMETowq
6WHcB5MgnFn/bcRLeAEznnzOO6GDsi1DG7OEHK16EF0ea3cZFv+/P89z/ZetMSghq7Rnu/lF2+Rv
+d52sxMQLI+Nvy8ld/btXeeKEmuCUfEES0net9WoIZModU370NKw9UNFMneCrb2Cl7kYHXd4c7vN
mizH6IATdzpvcjLQRmpO5otIOtbcEsPvQr8LXGyoHl56CamQO4WmOjKj9yj4SHcR1OpaD+V/ZF/c
24MSmeJuYpRpSNH0MDVCaZfYo0sjaNRDJ0dRv7bdLu2PxSzKjIlssr+fOXhJnpumrWGzRC0bikYA
tYFIL2jnflvYd738Zku726Nc3SC/J5TPYVE1kuCyNIxS2aTdBo26t39/Ld0KGDQCDTxEGK0oN41R
VbZhEaI7xySufThWd+le8s2f5aZ1XkntdEd5C+Fh77bVVX9+ZpSbR6sYpX4wYbTxqH/sBGNau4Zt
Jh4HoBbjnOI2oRrj5SxpNsCG6jelvIfW6tbIX/D4yZJPt8exFs6cW+ImLzQjRYkSYF1MqIOATegn
uBocLQ9uW1nddWfj4WYLD6wBV0PILqYJ/IaVO+l3S3tH0xe1UNC3xXAWoqTW9b5DLhOFfzATAyuJ
ouflTi9UGluSDvRLC8BDoCjj0wieRcE2WKk/MivIzULpk+FsuHeXMWf1RLIsQ3lsgqoVyPsGtyb6
Rh3AGkhf5x5dsFN8N3wOdcG5ul45WEYa/SOZCgg7N6eIrw0wvQN7M0CkMVBRMSEQJBOAAQRGPuBd
Z+7CaKsY8TSQDZp6P2YZe7q25CXUBGY+IJaX1/vFYPjiXzbFcraoAPZktbwt6dekr/C4BGc0YKVN
90WtXxRkTezpMD8n+WYoTOAflGo7S5Wg/Wt11yCjh5o8xAkg7Hm5ayypIUaTY8BG/kBQfNSXl9tH
QWCAb3yDdHVT1VkJHIcJVsfieyLq+1x5emEuGTkIg3iysvjlEFKL9HljYi7VSNumrR5U7adCvh+K
T8ncO02xzybZoXMiCALZebpaQoY7R9odNyfvhmfdZhHIBLOZjydY80uVPuVx7ney5Qmxi6uzCAYj
Bhlhx487dlMCeqBhYsbA4GlKn/CYFgzn2sFjFlnxBY1qeFLykoZJqKvREsFCGhmIoGewYKZOWYpS
ECIzbKBnBwwJNMA8mRkosbiMMKEt7me9/6vBMOQqyAQBzmBfcWYladBb24cLakh5y1q60U4pUUF4
u9JkDUpGbDkoQyBfh15ZzghYXqHdmGIoDxqTgHPsFs/Gh6TfaOp3vSUuDTs3mlPwk1BA1QXnatWF
nJvnZhJkzkoc5jhY1uzijf6QGyc1BjOZfC9ligMGIAmy1nn/3Up0v1PrrVlGTi6h38QQUnpcX9+Y
CShxMGAtyJVs7vq22hIcYhpOoLapm1caN2gnf0vQWS6e9Ou4+NIUd8tNNNOlpMaok6bYhHUQ0Yc5
ToNynN089koLes6jW7z+uQ87Hx/nYarQ6IZ5zjOWmDW1l3IQ3d3sB3hf8qGuzhg3cYdzo6obuZTl
BehAGXxUlunX8ZHSF6ptjc30IkmC07HmuaAKA39vo+0M7c+XGzdb5KrQZliL6RAFSgX2DUjGzDDc
pjsDCorO0KNB3zQz7/Y8Cgzz2BqzIYVuURjOWb1jS0cvU14nfaOnpwgo0NvG2P6/mtPfo+RdptWo
VWKkMDbGv6z8PpwFv78WKpzNIg8nTzIASducxSOl5ejaC9WpMxcFiNwEweS6owFDG8Nno/7AoxdM
sNeY8jRkhxlZxLF7z2n3UEX37Wsp7VXyKpGNSkJfjit3IHtDhNVdXTTCoj2kjqHIzebhzJcy1F7e
9/DYBL2sdIdkinJsPTDCjm+3F2zVi5wZ4rzIkEhalepAfDbT26C5xiGBlm/vZGhB/98Mcactyeep
XzqMKPkWBdHszF6MJhTBk2btogMYA2lTFDLtK70HtTaTilQYzZR/Rxt73N4X0fvtcazuQBQtGaQe
FxBP02CV0VTZuYqI35cg66C4ohBndUXODLAjdrb0A8Ay6aTCQLVTvAFNk7ErC+LPj/aYq2N6ZoO7
qiXZzKaSwEa5N5wXKCrtAdTef7L9avvWOJkbOr3T+o37q8Dr1nUt9ysJav9d20qCL1ldsLMP4fa5
DGb4hMz4EKLvku5BHgO5Pt1esI83yq3Bclsc1FdN0paw0RxU9C/f1Xfpj+iVvLeTM/mNXwWDqzdO
dZRO1rb2egEdwQezzi3z3MbvUyvKFRD5HnrfDLDv3cXJ9yAlyCt3udMcyTHdMgBijjrJ58qHpjUO
RuMpj3GgbIofy2f1Z/5T8ZWdir/cnplVJwMIDqMBAISB5wLo85QkvUTgrH8QTwfk8aBsjZ0pYk0W
meEmwEhkqtIaZtJsn0f3ZHxvQBVTbEn9C6jav/EAZ2PirtllaqwlZMByfaJOFzpDjFQuEZRnVnet
iS58HTJgOrhMLo+oFtqZZPUwYkYvaNuDcNXnthmC26uzkmhH1HVmhdu3So627UQFWt3E2oBMvg+3
RDuM+rfB/I7Sa91ZLmjxUsBWI1FRaNXJ2WAGR20NCsB8vpWUYRFLIZYsVvppQxeiObMFLWAlb+rC
qS0iAgB/tARenRKU4PEa/rhvOa+nWbQb48LC21xbvL5GJ5GTeWnv6eR+rHoH0afbINjXn1KK4g20
wiZNsHNWt+nZF3A+UQFJGpV6fIHsjvqXJsV5LDbZHuANMxEFg+vz+3u03AayjWjESyKES1rAURK9
TelJCsEBkny+vYfWQlwmEMBIfRgehD8Npg5sX5fkBx2yFLvS9FrzSxHPn3T6qHadr9ZScNvgSkM+
AcIBfNBIU+mMdevyaEyqDp6kLAIAxW60fTuS3OlIl/jxMIygE0tz8EMZS4Anfrzr5zLy0bwnbe2u
7R/HtCKuUg7VfoTG6HNphz8KM+9RLkfGWq9n8DSgr9QpQOzgD3mP/qKit/Zp1GjAKE32vaXE9h1g
rHR3e0xriwUKdtAVAdSsXjFFZrSUWkBIM7C8tgGysU7VxW4np35j/TmTCWZP05FvwJsEr1z1cvYG
PR5TA2yvBx2Xk9r4tKgdSRas0WruhiEjWZfPh+bApRXWFBi2ERzL9Np/R299uUGBckKECU7ZVuAq
Vyfvty2eV6rsEi1OVZwqJOaLeq+Xe13Zybootbf2QgVEFjGZZcAaz+sha4thUoarX6gauss4U6+y
hm9ascSuXY4/krTPAgWK3JqWg5BymP3be2Q1RXv2AVfjrKC/OyhAmVce0jjof3lWXfvL8JMO0HD0
hr/J6IDaCNIA0DsAToBzVqpVayWVMd482wKBOge6LRrR6pQCQw0+FrTVouh3uUtizajaepTgoyAS
Y20gTJcHkBeNyJP1JS2c4dvtGVwLexlk+z/muNsumaC6gRcV3lt1+avJXpRw2FC18o088bpOEJSt
+kVwoX6oXxpXJAdT11UNxBpz0MC4SxFIr1k7PSTWTreSR6BUv0ylLjh0q8NDmyzqbcA2IeK9nM05
NOuhjYb8kOadR2sog6G9DC0gqP5FqeAmY4vP36VQ1URTAE4EskPc5mj6VJ2VFBj4sm6CWqp8ubT3
ZSW6s9eH9NsMt0HMBVmpPOmZGXQIldFmAM8JkEWeGi77eLFEalmrZ4whlljTIETRDS5GkKMQXJ8m
uoTU8vMEmUQQWDZFs9Uo8Oqy2xTlBsWrqP7atSJB8bXY4NwyN6NqFqGEapT5YaBeq2eenHs6nTZd
K+2xMK49Pt0+DGsrCD42ptSFgOhKmgWCeYlaa2idUNqnwojdIr6PSxEF8tr6nRvhptOYwGpuhtgm
mbmNSsVJktIbe9dON30uwvStDgjXp4ZePXQa8N0qitGUWh/pQPwaueZCybxwFwn0l1BTFg1r1ZQB
9fcPGswr+jdzaRWzH0ZsSzIYd4myzF4pWzsVgH3BmWYbnD9naGNgHYh4CaA6fHmmSzIby1yFQPla
lSP1k9dHn2VQkKWV/+fbAZseY8FegNcil4aqIot6dDblhzndQ5cA8Kz4b4ZyZoHbC11fdNZMAJSO
2vsy9YfGzaFHIMrerx2j83GwpTtLbSSpPIAaEuOI9UBaUm8cjrLm1C9WWPhWPzzfnrXV5TkbE/v7
mbUIjPC9yQDteApO/hITNEr2pjtVZhRoJh5Ut82tDA77AFJcCpp7TYDoL80ZyagXiYY7pYUK9bzs
R+MnSC7Vbl/UD3kqcBArY0PSH/hNYPeQuuZJmOyyL6uxZw6p3s7tAf3gkRG6g/XnGw+VHNz+wFd+
eKPLMaVof6DQuMcORze0brl1v9cl0YFd8UMXRriJQ3Fh0gnrBkgLv2/cebgH1XZRg3Llz1OQ6IbE
9YHAGlPHx2hk1pcZ4h+YNBCjUc2Xpu+GlDm98R1oY8FuWFsggGwB+EZxD53X3FZX1TmXklBCE4qy
CVM/KfcgeFwGQdwrssJNnVnpqdIusJIrex0a4bKj1k+JKNhcAb+wOgmaOlW4HzSVsq1/dpJ6qQZX
SpMWh1xFUZc8WxYyVr2GW98sD3arHUj7LgFwJqOWTTXrHfpDm2gDBc0hUu5IISoCrGVGwCUDvAXI
hRjpAvdM6oq5KzQ0MKIe5UdT5FgWYKRSc69ATCein7TMJbbXD1+pXUDHU3m7fdA/6GQ4vw/zwOUC
B4x+bJ1zlprUzRNtAegu0nhThftx3NXSXRNJKPkNT7h1AtrOyM9A03PqIf5XvIxyDfWA+8kAqcKd
Lr2FZtCnm7F/KIDpHZX9QN4KJDUk9S5WN3m3s0Q8PysUOaBzYGADdEbKwBRzUwaJLamPlhbQfdPL
YtRODLrNbM1Fg0/kmr9y3ano7EvK4prS4OCrBtkp44d0vFemBFJj5gbP1cexFb142VxdzaVKUM9H
WzaooritJU/GgDcvQNqSWlJ/QpC8qbS6E5SNV1yMJSNfj1Z2who92N/PNjCdtCayqxiAtGwvg9iY
/MB7yTY/iUrgK/3lwPkjccbeMYx/mzPUK2Gr6Q3YFuxTNO6H6NUsvhUgxilJ4mayBzXKu6mlj/aP
pHnr8rcoHk69CvHL4dmU0y1a0wVPgRUHwQohaEkGeAhtXdz3jNgKJqDkjI8/dbusf+8XdbMk5nGs
RG58zRQYHtEPi5IZ9MC4F84QxktYMy2DPE6hBbZToS1dTlA6K0SoiXVLeNigYQdLyhP1UW2JLa0C
7P9rZ2/G+qEyvs4i4NNa1QCMnb+NcMEdSrhSMfY1YP6q5WWh7UrZT8kqXB3qk+b0q90kOrIJ8xBY
pDtFYetF4bYjQ0CRD8ZyAgkmHbo/B9IRYCtYLxT6vnH3c8uZSJbRVAsAgUvzVQmDeNwb1bdJ1L62
ciYvrHBnspArvUOPIFoCNtVWsCHZF3LnHZJ/wNKgHQ+JJr5FXleGdulCQGy7do9G0Hyv23eNdfd+
20Wz25W3AvaKD/V3dOfy+esZ9Eqo7YOADnVAa6kcYLmc8PgXNnAdMhkyC0hrLig3GiD9oVeDHLn6
rC+HnKILWNROsLbTWXfpf2xwN80sZ3lYN7CB5C4Ak5qbpAHOOtgvbe/2aNbWHNsK0SsQXcBVcTsL
jmKooP6I7V4+aDH4x6mIfWclPrbOLXC7KrSB38+hwHiYl608AVBlB2CBQtsAGiN0XTCc1YlDWzbo
WtDUij6aS4dPpgYTNwAmFB/12J81JFP3kSA4XtvKYBnA77NsNwh+L20A1dOocwgbylfT+lkfzf6l
puj4FEStq/N2ZobL4ZsFnp5mz5B23yWgPR0jBBu8/Cybx1YUJaykxRAjQPiI4W6A+eS2W6kW1FoK
4LaLrH00tfZkU/khM1B/sRLjWZHkDXr30cCST4LzurJcF4a5aFkCM0gWV/A4Kp28VlOR328dcNA6
miwSblsbI8JYqCUrCBxBbn25arg8TArR0eSwIGZclJ09/qoeISqhvBC5dTNDDW4frLWQAFWD/xrk
Xx3IpfRp1iEkCMta+aSbHQ0SUqQPdOpyP2/6JGgytXP6VEH3RAgNKALUiWtPzezGIAJzxiEeghkJ
++d8zGIDDYp6UQYqSCIDiI5NgoL8WpLt4nP5kwPyVWJRELBaOTlE9ktUx5+SEKy74V1sOy1qN0lO
vR5SrZb+549am7kebGhQz17JQ6ToTEzVCDOl4yXYKbMzKD8tGeVVQxL4bpU5Z+6CYOpBCIkssLGi
+/dyF4RFUZuVimCFtKAYrn0r6ZxJt5iA35a0dyS/o9CiQ03Qba1ik0SOYgZF/VrE2y60Pbna2IZb
Tkgfg6R87pzErr6SXnTy1945Z195xc7ZzS3NwrJHP0ruD+03ZMyceX4cSB9IIMkFEPxLNC5fi2bX
Dg+kTz/d3rkrjgeYdigPAn4EDm8eOKYulVRHKcKsjDGHPRlh4UqVqwyzQ0PiAdb6P9rjdl5WjdCj
HrEmXXxAj5FDRm1H7V3V5c6A4p/0V+aAxgNDOmr4H4/eszdBLEXWlJqYXFCUOpL1IpHWMczRkSD6
IanPPW0Fd9IHvvxq030Qn0ACBb0/zAueWazgzAp9hriMPqLqO6RoSUxiJyIQvpcMrwLdHim2c/HS
JM02G+UgDk3XqpeXfA53oXLMl0NFCEiRk8euDEo7oMT6fHvJ1/wwQVoJgQCKFNDWuvxCy6ipCYFS
+OFhAD4DaqClanZBpc6+sZBZ0K645oox9Wz6EWoDg3JpLarMXi0hl3BIy9LXMgIpLxx29JQR+qlu
dadt1belMLa3x7gSG7I1B0CZETZiHS6tdl0BNiYghEGc9CyZhbNMW3P5etvG6jyibZf1dwEbzydM
SrlGP36N+NNMfnSdwToaGFVpLFJoWLODhwAo4RhOBGDBy7GEOW3+IZFVk31lz45MqFv0gUFF6Sz2
Q/zWPTfE+UtJbUlBDQSibdQHeU2fJ+sJCiaD1m2mJvRJSze3Z3AluAKnFYB86FVnAHxubwDcUg7d
B/o3fJmodl9o9/LgVpa5z1UR3d2qLbCwoiIOoiWQl13OYimPA+0UtGNYsQaO97H3S9CVVvZDl8Zb
KHeJ+IpX71gkIf5rkNuCTdhlc24ATx3nvxYpyCLtRZF/QrHBK3t3ok9LonkhjjnYiP9iVg2UIBkd
BURMuDdLkdlDO/VokdIKL3M04s6Rl4ueEmvQWWgKAyJpoecOfKXc2oGKWW8TKA8fGtOm20FisPi2
Xjxz6TWUlyxpU0Ay+q5Ia3pnGPXkJ9bwFCnUPsW1qt8r4EYQuN61M6/L6M8C/wa4rvmEYWsOkV1n
I7DyLXos7HereZqoKLJcXVaU61gyC/9Dw9vlPqo70xh6ogBBpI0PIwQJy8n09CHfKxCq1oduo8a2
10raXu+f0m4Jbq/t+rSDTYf1X8Cb8k2lxUIKcxpNPBRoBuW3UB28eo4zX64iPB7HenDh+jpXS4vQ
S/rJQs/TVLidgYfr0FfSQV4gLXz7m1bnHRg25JgM5MD5V6WcT2UW6wxH1mdOmpjOMn9PexHL9dr5
xcoylWsUKSyNO7+WXbR9OTLS0bb2FoA/oAZe2U4Y98mm7vOHNn+6Paw1g0hyYR8xGlfc5JcLbRsg
Kx4G9OO1iXGfj98UGa3P99rS7I043d22xT6e97zntrhNtdhGOC2s0aqNmDCsGko+nTVTcCmu7l3o
QgLLiPc/Xs3spjmLTUrNykZq48wmdl0FIKxJ/CiywgCccFByncdpq8v97JNJKXwjW2zFKYqwOcxW
bmxuD3jtqmEtUdAPQNUJ63n5JaRsZmNAH/ZBWyrw8A4AHFIQYwfQtJ/cjEQdJAzs5zHuBoGTWLtM
EQaCAAu9sCZeIZeGC1pHWhJipgfy3iBhb2v3bZ941l9gnpH/smEGuQnjSgmiUtN20kIMEJAhBDmW
lm5RJ6i9bqaiB/3qkJBpMwA1lMESyfn7ecAl0Fa42XQCeG/T3acE0r/pO57/Au+zdtKRLAUUiclT
wetfTp5WaeHYsoaFvDmiSd+JofKl5vNf+BMINxEw/2JnINd8aQUt5SCKHVBjLRGl3+O58NKRyNwu
Ng0FWZe1mUOMiFy2+gHJ4464WkY21S0UWBPmzmvHLB+m7FWPBM/t1Wk7M8Od7nkphjizQPGICq4a
v9NRd2xR1X11KKwKgOIPhAb4ziMA/dPuA79oN09RWHmg3TOhKxflP24f3NWx/LbDvxdRrCsaq8D1
F7cNE7KOIP5RpQLvsOYO8WRHGZdBJHWepQ6OqUpxkcAdKgRUSbkXYrPdHsf6fP02wf5+5grHWSqk
rgAIswo3RWh5mvoJjYTyX4DI8TD4bYbbyxbiv0ZtMJIMSAvlpbd3Tfh2eySiyeJc6dQ0fUnRUXZQ
IsuR6tqlsilwmuuL/nsU3LkPgUyRtJpRYysmuBybyLPQbAbe+L9xMDaCG1y5BloeeY0PoM9taoYw
1GtpQNQfJEV/jPV+e8LWlh7lQXAGgtERaQ82oWdLXxpRQdMRkCgcR9v83uqSg3Yfb0o6wTZm08Lf
6ox1DI9fG0hp3l3GRjWHiw2CQAORYfYUDz/QX19CaSSSvjQT9ZXpj0MW4MCBiAJwDv9d4RHqFCgP
c8ThTCe0eMyfFqt1ZAosv5ruxubbn04jGtfA6v9BWYnkEbfv0qkG4UgBvEBbQOjyfS4P1fidgivr
tpnrSAGUzkhVMH5hBavFOU8pU5dFbZCgUjexj83tV77iZoIzdL1SMIJwHm0Q0LDReGYRuTRz226A
GBnB72HIniXnQTNUuOBm0B4ZLm4QqCzP29tDW4nHGF01CHJBy2oie8ydK52M85hHSMWDujaJNzp5
J2OYOAC3uRIocFItdaa4dNNlPsjhH59p2EbiEacaU4uu7ctTEGcyskAZKjW4XHcVAU30OKF1VHQG
rg/bpRnOz2pl3GlWxR6jdeskedAh528oR8MKbs8lc6SXZ+3SDudoDb1WigVN2AdrzP20Bvx2vB9J
507z8yiLZEKv/SEzxtQOsWEQO3ARl1IvSSKNESKu4jHLHpW2AwvCnzHQodiIhg5kzJAfYdJeBne8
7D5B03BnTseQdi7pfintS7gcb08aN44rG9z+q3r0BhelNB2ndnajOnUh2eEO4efbVril+ceKjcPF
2mzBmcYtTQGt+SxsovkYdot8ijpJ8vRSTrZ1paCPvYnVByOcR0FLAuc2/jUKHw9FUyCJ+Ti/tru+
l2V9OqJzxBg9Gygty6mjep6DJdaaV92MtS9lOVXBGElhu7s9ZL774sM8fDEs46GFuJzb9rW0ALAl
YWbHpHqwlq1EDnoGsM2wG4bFGdXk2Otb8DTdNrs203gi66AphxwX8ImXZ9rQm2JJxmQ+av1RkzK/
jzyp/z4a+zF6vm2Jff/ZcftnfLjaWJkfjQNX3iMFcDuyo+lo2hl0FcImCEtEgmaZg4s5BCXtbXNr
q/mhiQH6UwXvAm4LmXkKVjiJzMeZkvZot+OEl07SGEOAJC+k9oaGdavNdEYrTWiUdPmLiQW2iBF5
oUhylQvQsiVV0Je0HJeqOYx17Fm5vUVp7y2Tpm+EDKKi0NVCAjwNQlyouoI+hr3rLhdywGMkH+oB
8vTQYZz1EWy1g9sMP6XotSgEEf3VUjJbCBfwdsSjDo+HS1sKATtCi07HoxGPQVGpQTThIhjoTlUF
s3h9KmDqQzYC0QKqmnxcX6bjYLakGY6G0fvGeI/tutHCKejDX5lZORRUPX0UP/eGqBWPjeFiu4Ik
FO4UZLNsSpFwvhyjmVsNSUdrPGYVdaf4pxXt40h2M3CtfxtCfdOL2C9XJlXD64VFfmgFuWIwyerE
Xsoilo+NcqiKwQ2j6kmdkqDMBkGFa90SgbocUG8YITc0K4oRHJWJfFTjL5WKQuUmoapTSVRwBFem
EEkjFLaQVAYUmc/VUyWepmix5WPamA+V2rGenQOyijVghF0CTfkp+VnmfwZ9RdWWyUv+NsoFfwqN
9LhHBvpI2xis+DuZ/sL5n8nP2+5lbQ4hvYD7FqaY2uTl9kiKLurrGWOLfslyD8LLz4ZauzMR3ApX
XgyiPhoSt5BEYJCzq9JgR9tRSVvlWEXRNxV4la70ck150KLhkKpuHxn+7XHxASbmD1khwB9kMEWy
OIIbGB0UKpNJ0444jQEkM1xS6hsrs90CBNUJkKiTNblyX51qOb2b4leB+et5RY4PzyzMKsrwuJYu
5xVIR6nUjcU6ovNz00UPkA3cFI3tLLlfyic7fq+mb8nyVGxqsk3i1DeM79InqxTMwlWUg9iakSEj
8kDxx+TZhOy5IEWYGeExk5rIKYxCuhuRMsNcKETQcnbtt1H0BRQND1g0khK+PSC25kwBuiQ65cBv
kYMtPSLqnWnlhumLYG7JlUvDrGInYcPiAsZuupxbSF1GuTn38Ym0mb6ntP46jrHykM6FGuiFlH+B
VqbizTLJ3DaTl12tGI9tOrb7tOjuiCGpgoDrapZ1TDDkgNBtyqCLPKG3XpHYrBR8z2A9tsPzWIx+
apJAMOqrIwQrKAEgIsbxYf9cjjpVcF6ij1FTL383Hwfv57RN3mN3/FYm/gTpIRB5mtAZcqZPoUgM
4vr++rAOt44cKBKUPMqnUpVQBXAnPk2QGeyXZzM/Rf1TZ8V+qr6XVeOr6uDMIiEFlo+4uLyYVSRC
WQsSOpT5/Sur1ASxBWYWpTRfB1ql00WV32tHwdngciIYVTHMEVu9rwitVDfxbD8uneG9cqoXU/C0
WZ/HsxGxvXSWgZHirFAHuYtPvT+OfiK5EK33qKtAsxWpeP/2nhFNH3NSZ8Y0XUpLqYcxCRj3kPyK
oVJ12wJPGMbATFghoIzQxAf9CZ7bkIR23lNAuE6tU+3SO/pk+8O+h9aFDzT4/biVnjtPrwRWr3wN
M4okOSuKMdkLbskgfWsaqYpxJbiJXQVcyej2xn3cWUe04H/PVSpYtitvzhnkVg0N/7ahUuwRWlAH
Cj/7RP3ZGF+NahAYWnMliNPQysAqnMCIXa5YGzdZqupTfAILXALC3FByMkSM7mjJf1hr+Gflzkxx
k2hGmSrlJUzN2WmWLMilhQ5eG4KlWj9eeDpA34VdQXyQZuQoay1qiOMlv9FS2RhR99Tm5D6e9llW
7ciPUa13UiY9pKYQh3B1UbBlO7OtXs5mFpJG7Uw7PmkQ4czc2PKqQOndJvxZS/e16pjpDv3rk+7g
WXP7XKxsGODXoQGDtyhQmHyahDZ6bCgDjgWUYHdpPR9tMDg4WaE8kb4TMSqtbBpQYCBtDLeM3Cdv
LCs7KR1jrGRDMuritXiU9KzYDJYo+bNy7kANzAio0GuCdCF3BRWjleFDsJbKo96fas2PiRM3fr4I
Zm91QMgvwaEwABOfC890MyIgaIlPiMi3kv2SZmheVwQBy1VUj8cJqqGIsYHMgs4Zt/972jdR32TJ
CanGJTnEXeNJyjFRNiVuuKnqPCIiceZJYNiRuzDJuREUJ1W806PkVL6Dvjcqna+FZ317U38ppotW
Stsxtq0I/MODLP81ykCgeOAybcjLQ4DcIELEKE9OEAPK38uH/Lvmg/x9Z0D0eZcPriUo+a3P6297
vAtL9Bq5eNgb+r39pULHuuzEhavVvqpvpF+3z5nIGLeIRTNLHRRbklMSgdwrxOuPWhA390zplNu7
cbLwtKDubZtrLg3L+HuE3DIOepP0WYIR0nB0eu25lp0p9Soyonw/+Wn4RsegQa5GHwW3g3AtuQsd
zClEnmbsWeW17JPdoFhbCaD8+ZR0hwEaUIMBROUQuXby0LfD7va42VxywdjFsJl3OI8msqGW8wZz
PWtS4WcVBIXRtF/4t62sRUh4sMF56uB4AERTvjQD3uC5HJIiOUEgR8OpMDdZuYtVB8pwjeSgwUwk
V7C6h84Mcl4tR5NFa8tYTsNdtoBClziLIACZvwj2Ko+P/ecknhniTmIdohqhKjAUf57fq5N5Z73l
P3rqjD4S6bnzmjlk/w3kD4BsusVRcZUXwdQyA1crePYB/NGUtSmZO2yfEhjn4zw5IJ8K5GD06udu
Y+48gTl2Dm6Z4w/nqC/LMMHc5EWa+119+6Q9Vj6J3GlzsD95yZuoK0a0ktzBrKJOz1MJW6cJ7wcN
vNOnEakGBUm9MTqWz0nyh7QC/64odK+wE03ooXEGJfCxZ5KGFR2rhwk6AMV79r0pg9vzuD6Nv41w
h74mNJlp2SansFbzoF+Mn5HaKG48T6KCIw+x+3c80FtF9onhk7jxFGlSQNegSU4dmhsVcz8H4Y5A
NvFFN/Y0ea2b7fzcpImTTLLAqf4/h+O3aW6UZqvqBam65GRNj2H2BvU4lLDa2gUY15nlu1b1mvrV
eO5/JL2rtZ+pFjnha1aB8LB+0u0vmhUkVeHcnnlm83oD//4mzuPl+QggXIzpoIkUgqIrBTbYNhRP
srUToPz+bWvCKeBSVsgR53FplrjM0LTRaCPikgw0cfZPqg+fOpBymdPeyNyq2k/vUaLsRms7KUGS
bpc+qMrYVRdctE8EkvaZiDBv/WT9ngn29zPf32rgAtPZ6sj5nbo33CnfDY79QsEZLpjz1VsG8LR/
tyBP7a6j7gcmGjYJeqOgHQRKHq1WiGgU12/SMzOc0y81O7KqEQOy7RfV9NPD0EBB2Mk960uyj95u
ryzfI/XPuQKTFcvDg5KGb8qSACLpaDfgisl92X4I52xTDs8laSBCG9T2S7ZLmpexde+qX1Z7N/dB
Ju1a6Bt9u/0d6zvs93fwd6thp2jY1+BK0HVQLq4e9MVGW+4zY8Zpf8yNBwNkVFXrqLoHDilnKltW
DvE185C2T1K47aUfRu5oR8FnraS2AIT/7/Tw74pkWCqSGZieYYi+SVZQtBCV3Gb1Ix5rbVY+aX3t
LgY0Vattar+qybccrMHKEQn/mSR+0WsOmpOrGR1MXgbevUy9p3npLY15R0Yns2Y/j0VllXVXefbN
7K49OxFjpmVpgbrGCdTd37NT+lTf55vJH5+1L9ET6A5FdcDVW+DMHnd3ZyDjAfmWmpzqkC7B3FqT
o9Vh43bmKCIE5HvDP7YrvD8YBT5UCnlqtCxvOmTjcDgg0ewkZe7GOd3JwxGsE5W87aIFifNnsgRG
5y7W4IT580zRTIYOXrdFsG92Tk4FW3c1LDz/Js4XQ0JDl6quxnwDX98u3zSAieIE7OzSEpDuNc0s
pxq+o4YhuH1XF/rcMOeVR6IuWt3hzET0rixOpEwcEj9Cd6JYHss4QHXy/0j7suXIbWXbH7qM4Dy8
cqhZUkslqYcXhtTd5giCE0ASX38Xte/ZXQXxFqN9bIftCIcrmUAikchhLSBk1GHtnLK/HGf4tA+S
162HxnByAdG1qnzFVih5cgI9n59+c/ViJVpb8rsXan6s/4U923Xr5T3+PLeAyjLVzAdD9u1jvnSb
XkqQXK5p5hqma7CDRJ925aTvSdPtBNUD1VkjPV18oukzcbWLYRAbTcjXpzPJ7KnWVWjTVRFuxUh5
c4J6C8qcO343rei1bJoXwiRXIITTtw0fIEyNUHMYWMid+lhHMZAvCrZTxLfJzlaChcVcwqWGkj9Q
bBSvOwM+U+fgiagDq9+1etA+ew/udKCAN0cmw2VBQx8doPeucREteaNL6XJoP3alo3fwfnHjUuAY
xlnojSburQHh/W2zWbyqL2XN33JhmWldAfounaMwerRFQNQ7TW3R3nvnMl8ZT3zIgqR9oBt3LRSZ
j5cc/l0KlkJSbXRGUUwQjBbs0finQQrDC0a/6ONt5vxynm/ruXQJXkqTHFyheFZb4+V7zqr7Vq2i
nIHLzPgRc2SKEoFoeOXAL2uHMXFkDOHm5e5CPiq6kvQTnPzeavZiwLBbUA9A5wnds9Gu5mLnE/d5
Mf+Ik+w1MYqODC7U89B4XEfJnfbkBNaEeUgMIoTIQq+9zRYdGjKIKBG6AMKU+UPatgKDT+xCYKqA
l3bIhC8sJBFu79pSAQTDHH/ESNeDnlXA4spwL+flQ2r4mtg4zQNjBxxQ3xz9wfptxhtDiewKFK4A
xNQDx15LCy161otvkO4JAPaXwsrxDYMaka1x1DRf/U2roO6+tr+ML3VoF/el9uzWh04BihZdyzF+
8LV+2tz/fgCQCa+PaJLyTCmZhstZRZH1kLzwyrfcFwagHLLFvA1GQPriqRhO7iP9WmC6XDlkIJV3
pzzger4lTuZ3+pes+T64T2BS2P6v9siSB/aqkjEkX/B5RN2W+Yaz+7Tfsv5dFJsK1PbuRsSP6J/s
Vb5XFRHmgvtuo634scXzfbFG8i0RjyYfdBvps62HqcQy4I/ncqVpZPHem7HMUB9Hgxoy29cbUeo6
awBHn529Y5Gj4oHBZjP7RZxT1f/IW+azWgtbN7LW0G0XnfSlYOkYCGBcOejpzc5x8crSf8jzvWL7
B3XuDv2l5D57f7y9p0smb8xELKiWzejfkqJ1P6UEaEzwG1a+nfoHlbx0iRXU+VrcveRGLgVJimWl
6DGX3KDWOA5+nQ2BtTaUvmQYlxKk0xtzcMn2HVQprDrQCwZ4Z1AJPAz5e1NtLM5XwpVFcaYHoF6M
cqIXR1o5gO6bijXvVK81QVNXISBefAJAt9ix8oAyUwuNvN3c3i4ZYu8jlDUxCQDBKoogcj9MDjbT
WtFQiuvD/qdypmNoxSGozXwOTorilxEFGM7ciZUOscXQ7EKsDEtcjLVQRQOxDLl5v31IfhhP6kb8
UL+uEiAtWeSlKCnk1DJSDfaA4lhexoHNj6Aw6JNHe5Widvalsq/FZB0yxXOzCR5910ccnS8mn4w5
XV0wFS8QZQwzPaMvbQb+D7tqH9sJbOSkabwTZnX7L2Zh5fvbuzmbyK1PmJfiIiLzOtdQCMvzs6OF
Ztv7KdvzavIr96isYVouHT90MH60vWB8Xc5IMhUzvGqDdFDiNu6B1K3lI/WlrMRCiwkajPGiWIwu
E0AISqfc6TjFRY63iTOdeXIYmlecO0P80/yu0LJpPmoM6Aa/hLXJ32M1HLxdXEfDg/t+e12XlL38
CskT0EljStfhvZckqr21AYG6qdRyrZ1x0Vc76JrE9LoH7+lKFiSYDXz8HMF7mUaGowQj1yNLOSr0
S4yswgyD6t6pmN78Na5m9z7OuWw6l7Il0+kFJrhbD2GgPT5UWXaIe+UAnNc9GV909cDVuSqZB2P3
Xa9/ZsAJmrRNwU/g3M7aPe/eJyvk+Q4Q+x3dwP7DJH5T6nxfaPnOzEiQEGWfjyDH49vbO/P/WTM8
8mbGLEx6S2tm22XV9hOiZcxYJP07Ve+EsHaKbzqxL17TYp8hH9rWG+f1tuD5dz+v1zzWBLgIDN1L
XqUXntepiJHOXWqixab0jKNrpM12Ugx7c1vUovVhqON/REkBil0OSDcPAuUaTBBEaV+LXa1pz7eF
zCZ8Sx/pGcDdGD2bvYpna63tikMKFCg7KYBqGp/j5C0e3MhJ1tqgFqMiDOj/V7NZ8wt/xZsYjUsE
m+dqyT6JLUCW5oEDmCG0loWJQcMU3ZG2OI2YGcun8LbGSzuImf25Twn90Kr8zipttM8PA94h5jiy
SKcW8PiLVMGUt139C7+MqA/Tg5gsx+Uu6amomkG93ptTVaAlQf094yHwBCKV26DaWInAFvWyUPeC
BwEnpuwykWFt7ClPi7MRpxhsStFimw1dFrJKrD0e10RJftGsJjS0EFKcm760twWew1FRJNlGJe5a
MmfRQaEZ5H/UsqWnjMoKJdZzuzyrdVsaUe+2PTBTvM5hmzbjormLhTaQ6aBYyGUF6mCYtT9kQ/zQ
DUKzogKlwiyqbT0zdkYeF9qeAJCNHXtPH/VQB2snOyZGBWIjNjgKeXQSmrX/aGoK+ApY6bidYiun
vlW19nR0B73z/MQeu2bXqjXGjjlXMXElppS6AY4RWDNXosOlvBIIQN25dQlZAUw4Xp8VD5g0QCkx
CkRMTfQu/Cb83QWZ/zMJMPUarGUdly7emUkHcSiGhXBCJf/WiKLEge/Lc+v+Aor+wcGdFJtxio4K
9azQ312d+6mC1HMpTmyq7oYsMovnaog3g/F7VM6x9cvLul+3j+xCiGwgFQPoAnS6WnC812tQeUPZ
j3VCzmba+rqi+pVabexyirx6oxqGXw/fbwtc8lCQ+DEvMdddPelaROBYd5OSkXO/6QE9EXIl8H8b
b+KFnUm6tsXz50s+GI0ViMUx9KJjAkbywaC0cOjgQRiu1DPZgo2Kv5aHgDzkh2alGWjh5F6JkjwS
TSFL57NeJa7n1HV+p3X6ZmlkzfUtGtKlUvOXXPh4a4hj4GFB0nQYih0Dcb3qx9OLQWkYKzvAl1SR
gscwMMmIn7266ldr2OU8zOuXla1cMh54Q0CNGBhIxuTu9YcQt6rB4dGQ89jejXo0g3qoY+QN2eZF
/9Y+NU1UPQK/CijmZGbSyZ4qHUPYW4s+3f6QhSB9bp/573dI13nrYFSzUSg5E9L73hRqzREFYrSW
JGtknvMmfranP5Ike7Lryh4GD5KqTfZI14rwS9WoK0UkG3KSbJoq8HicM0wk0zBvt3nxnJf+dKx+
N+8gIOa/BVoSAvXrtKte3PsBG78WMy9VTueJA0wWziRZn0bF+tJMAXzew7ziL+3edu9rIFmFaud7
YAP/3vJAG372r8l4qFq/MyLKvjTc17ZOi8dmtdqzvnis0NBnGJjWQG5T2ltSCV7qDb6GHcYSPIvx
d64ciYtC1FTveuWInoDU+m7aDyPrN4R3gFLMDla6gm+3VBoD0hxYmjCYCPAjuW7bi2JUNIOT86tm
vomKAqi+9R0elZYPViOd72LtbCrfC/NtMNYuqsUdsfEARo8oRlxwU12fs7EBcrDrjrDvJ4x8Rntz
L96bbbYle+eRRy/etg/Ud2BZ3tNdd2Qrfm3J5P8I/5TwVFPeVrUpyLl2C3QqdEeirrbWz5soH6v5
LQrQNvQwAwDvWkGrnDonK1SYnAAMdlCamw7FjlNqB9Zr++Klfu9ErbWSpfzIiNySKqWHQDHetq06
axbycIiqMCv8ctM/mKBz9kefhcUX5WBE3/f9g3Uan7fVE78f79Od9Q8NUQF+yt5vu7GPfMatD5Ke
5ikAnTqX4oMsXz90b/XmPQ26IP9112DigIcsss7ebgji383ukR49fGN7VJ5+dqETJVvvxQXHbLbv
d8ld6X9HPLfV8P8J39my5xxMsLc/9mPc4dbHSkbZgyoq0Tk+tsQoCdJqjwC0Lc99oIT610h7siK2
i+/Vr2zfB7vboj9fO+hkRvA/d2aj6CnnuPUO3MAmCLjPpdL7hlr4XrpByZjBPSHLFiPpe1verMm1
phh5gnWio3huFpPLKwAzrnjT1v3ZfYGifP8TLZrtKwnX8q8LKTxg0aOOC4ZHpLVRQJKOwTCzcGUF
BGX7FA0G7MnTT8Ng+g6QS5Ri3zCMCa/0hs9HS1YOoLmIfxGZYvZZutE6jycNpbQ/m7l11HJM7Hrp
r5YbG67X/9xex8+eBDQbwOlFOg9PfP0jrrmIW+KRmJmL1qpz0qknSzfxkspWkhefI4FrEZJRuvlQ
1fbU9GdnGDdlV6PGt2uaMHM19Mis3Akr6sjzQNVU2MzKIGvszaekBJRNvNYFvSZCMgi1tnOqsVmd
qfVBV+Dnydfbe/L5LGHz8VQHgCT+7hmShLQDlDW3SuwJYGx8HcNZHSg6RUaBZUOjvBn+8dR2pXSz
JlO60tFvY6pxTPoziQGRbTf7yU38inyBPwHfAnptzBWHsbSMAEsAkAHo0cFNIl0vuZE7lVlhGcEa
ZEeTk1s+ULS+3V7JhbzZvJR/pEjXyZC0ZtloMO/G716En4bF6WvMfHEIrCwcV9L9y2v4R9j83y/O
UtZXVFhe1Z+nYJr87M370U++Fbze1ulz8HWtknSciNcC3DuGlHGTPqevazfw0mn9s2LA0LhWQhuw
C0kP32N1oHASZ8vjCPDOmNQAuuhtTZbc3KUoyc5BSIuGMzH78O5nDdjZrty8KH39r6SAq8AEWirc
nORMNbNJuyyDFDEqYAXfZkA2a438vWeu/2/0+SNpNvmL/fe8NB8piH/PtJqZkfTkKdOqI/qOXpWG
rkSAi1aAIXMEv2j9xvTvtSyr78citybYWpOEFSjRTO1dICi7rdHy+UFkPRNXzA2S0ikd0ENfg+IP
FCztXdKhKRusuYpX7Ws385000p3kPo2NgCbGN6sWEZjgvt/+gkU95/Aaw9aAsJEhTrOEAKSjUvtz
WXynHtQsT+t83GtCpINrM2q3JNWgpads0iE9lsrwhSjZio9deEoCZB7x9AzJ/YELcL1pceIpzDFj
GAj5HSOzhOnBAB1bKoY629zvC+KX4rc+UNR+COYGopyTiFHUI2j+YBU00PEEbbLnWqS726u8EDhe
f5m0AuhWaTLWOrhy8IgMlTaMn1o0uv8Ti4jcO7tBQ1dw6Lw492B5tH+5ZzfufMs8r71rPjsffAZq
6jMRtAdclHmjLk4Q683KjUeO4b7CC1L9y6hrx5IcJuDt2qtFt/lKu46y5kw1XtNoip4LmpLOiqJY
U2fWbO5GFoD+J/u2eKNeZP1Imje8cX10eirkN9CEVs7u56sPXU8AFQfkC+Iu0Blea+nWI0BCHIww
ps4Pyz62xfvt3VyIWSFgxicALRUAQ81Z84tlbJkpaGnm/Nx3A7d9ry5U7Y4XqPSfCHO9bIt/9941
xWVGaBJXOL5dNM5OV9CnFd7+ls9HCwP0qPXNbwJMh8oVcLUQSeHG6XhGklrLQqBwqLt8stU61F1z
DW/i84UCYaAQBzI8gLvQ7X6tN1OIluhNNZ6VstybBKwGtQafMeag0xirtdB5UTWApwMfAIV3kC5d
SwNuMGVuV49ntLmoh8mO7fsRwH173VHXiKkWRQGVCJi2yM8Cr10SBWS8ojI5FJsAXYXZ1HKnW9Q4
GjGGDW9v2OIaAknDwmNnfnxIR7B1M96ksT6ec5p1fqLv0qK2MAgxRsyaRHRb2EK6f8aVQpYSrSDz
0IW0hqi8D4im6+msjor3xUvsjvvUSoBsBUAhTwSJM9XFF5zjMiiSpN04pHfaQ9Y45XvNON58Do3L
0a8cjT/3AynJ6+0P/HxU8X3I7+CtqQMrUIaibhmjosJI4DlG8/CROGY1T3bpK8vwec0xv2+CyxKP
Z3RCylxXjkgcpTGU6dxgoOuIKfzpYCtKuu9plz0D7bxZ6dhb0Aq7C0wc9OBgjFp6Jd1eoc+miW+/
+C0piEOCSI/txJzO9qPxXuztr7d/fqE0cf37ki8DpEsSKxl+X0+D4kdxTM97rwPYOdAxgLKLf67I
+3wFXcuTAyuSg+rFgDwvPZX9sey22tfc/jG22xG9oq75NCqR1vvqvs7TAEU6fxhBy/2rMddm+BfS
m9dfInkzUdtWUo8GpmuTyGBH+82u73Sk45q3fNNUgVpZfrn12MPbygp87vC5lit5AHAIKQK1m+nM
vG91E7bFrhMbAjq8MPma/Cy3t8Ut2T4mF+c2WcBb4zq8dm0G1zyddJU4Z4WO6jvNJvRWxw9e1sQ+
1+nfsgigEwzBMi7djyFfoFxI+5t1IIfA9SjOzNBDO/tdZH7zHO+/C23HuBuUUbYGkLl02uwZpQRR
Hy58mUx48rQuMwZV4Flgd5sc4PmbyenXElVztHIdzQBJ6kKKtI5N6aXxOHBxdlsatFq8pfWWfQCS
x0fXy1dC2aVTYgPvGoQeM62oXAEo+7LKtdoTZ89NyL2Kd4Jf9k6z15TO2HYmPXPQne9vW8riOl7I
lHaOa+0wwElDpspzNAnV45Y01F0JhZeloASPhNjMjiK9f23E2r3TZ6j+6mZ/V7ri24BepRUhS0Y/
gwt6yH0g/pMd/liAe5KpKDHr/ZjcJYCL12PjqXTcKpwyy1xZuCUXDQ+Nfiu84CxMHV4fMaQvFRrX
RD0LXHH+4LL+J5a5urcq1qzcZAuhJ8wQmcQZzhAIiq7krhNuCrOLXXFG26OxH8eqRCm9o4HpuVNQ
FWryynvUHZ2hpvdNW04HZ/DslTzM4uqidm4gesE/5GhpHkzRnAG5C4G86SEv3N7PDDaFBTInQSrc
X//CLl104c5RAqRJdikKnYxODFg1h4/dRhBN9d22VoK/l4I5AgddCjOuqcxFZBFFb6whVc/UGR6r
omhAtMKe/ncyZB/iMcXJSth+QRTNz3ifBNxbq2UulMrRw4Yox4JHRIZbxtd1CqdyDTJCCjL4B0zb
dkfHnbx9PE79E1ORmCvczovaxAFkjdmivzSZbF+LQaDcoNE7sjLF2wzd0PpaM4mQKXb2nNRgpU7L
KVthNl46OsCAQU0D44iAk5fuQpTSm8oDLTf6P+M4LHA9nXkPwCeWl8X59uIvi/IAtqqDtwLsYNen
VMlBD9kVnnruFDYFepnyFwr2Ct+a0AlyW9SSj0PVEuCEGAdGhU+K2UbLyrKyM2BLKkvuAaksIlPv
1X9jTRdSJFfQt8RwMnjss+4yc5Oymu7tkpkr8cPisnkq4B3xMpoLsdfL5urlyAs70c5AtgACJ0fv
YC30/B4pKXvlCC4M28By/8iSwcprE004IAlWzwQZBVSA3LbiJ22c6LBLDKGyE58yY/KVTvA2NLyG
TDsj81RwbTqiQ8m+tBhSZKVp+2pmdYnftxZGn6mZY1Dh9g4vr8qMbK4CJduW36ZMpUzptVjFgFxR
H7Tesb5N6tA9xox6KyWXeYHlwMNVAYU2v1/QIS3ZLVrinLr3Cg3djfrLKKz3ttGfUuucaBgAQfQ8
95b0m79XD2BT8x0DukxHBhVqU1M0YweZQ1unvmI1LKiVNN2geSJZEbUU6QAMHERE2HvAWRrX9jUh
HOAarbVzmld+duztcIzBFrlph5WYYOlQXgqa//tF0iaO40LPXTobcvWFpFlQJmQl8bRwMeJ6QuMG
8l2Ak5XBjQdzfmrPVpF0yaHqQbINdA/fGggaW15u79DSuw0VWrjMmQnNgXVcqzNxUMKPHOqowDoP
9ISHdp8C439sx3vXbJWgz+hw6lsTlX3LvbOZO30lilGvrOrC5AfSJZhEQqwKW9HkBHJdYnY6GXMN
bRK2n9DybjQxm6+/tm7pY8ghaA5mD4CfRA+HGi/8yb7vShaxkj8QSvdKlYwrR3PhvFx9kHu9MHVL
PWXQ5/OSBraZbfSSHmOsApsGvxgm4AifzLUm4AXbgkwAwoGWEcDscrjujiDHTLMOMkHpYuZf1Gpt
VnxZqz8SpGMy4snl9S0kmG0ab0pU9LzxzIbspeWg7VKyx3qMT403rLxDlhJIV5pJZiaQ1q3LttfO
U/XLLr4q94mHDJKYnnPV3FLwf9I+rKcs8IwGrB/OfUH9zFsBYF2okmBxXZC5oucZPVoySHolKsTU
CnwEurIM9KnUyhAUjhVUICKth4og+RgfcrvfxNpo+1VunED0Fd0+cLPZSG746hsks3I63CjehHuw
HQr2pioqqKgqztnXkSNSEgD7Pg0F10NBqm7FRS66lQv1pSvYHkBLlM3qO5hGUNyfiF4D03kX5Voy
edmp/JEkX8BN2+QJWpbhI89l7Oe5r9wjeZ2/Ns/Dg/m+hpuycIliSYGKhfKTgWBJCmDaOMtSnrfa
2e5PpnFWuo25xjWxcLtciZCODed6WU5DA+9k/4RGQBnUyVsyuLjO9rftY3mT/igjHZSeDNZg2zgo
RAToENpZLvGpTR/KcSUgW4rvr3SSAgLEnFOdqHAFDPnZpti3ZGN3ZmCYv3XUKZV0CDWwrOTGF1GQ
zehua47Ny8LWnDYTt7+axPhtZeqv2+ov+qeLvZyX5+J21fA204iFhXa172kWqmB5N8VhyH50ykOl
PRjp+ba8pYcw6vRIsdrAZcbMoSSwYnmWI0eBuIH7LWzVAErCm/2L6L6LTqX6qVtrg132QhcSZ1u7
UJFQoU7jvO5dGkd1A1I14W3r4jGbkq2pvFFw7DB9W1OV+h1/tfoVV7x4x1yIlxwQI82U2jGbWy69
dpu6Wu53SZOvuLmlGBzrip4loOHP/bCSHTt0BGBeBTG2G+gvexOnXwCi66T7yNYAXCNYe8YsHtEL
gZI59wrAvRUXB8cEf8hUtj5z9UjRvpM6Dfs1ZuNFl3MhTLKahPV1JjzsYU3rHx0rq8DNNc0nZVkE
tw108UBcSJKsZXAmZ5hGSBJWHxHrsXCj1th19gnES3UtAiSjViQueqALiZKBeGQg+eBAosOrrRvv
Jv6tIxia45u/0mwGvgep00eUOxccDcltm2mXdi1t+1NZbqxm92MqtvGuM4IBgLFrHZeSTh+yEFWC
jhcNCsBXlYzDoqIfp7hnp0IFVLLmBV7lBWRjJmtwydLpmgXNBVS8QwDyjohauijiscPsvqazU8/4
a+JOZON5irGyQx9NyxdBxH+kYDJbB3sysMJkFH2mTzVNWCdOrUUVHtjGBETfsuLmexmXwKS1cqUy
7kfF5eUxz3P0Qhqp620LbpfOHY2paSH1ZbjCR94nRduaOdq/jL62AEYD2p8frpVrzzRWNbB/YspP
+GPHzHtjQMQSNorWPJEWrMV+X1PvlY6p8Q+daPPT6nXxUOYu5m4KvX0s+0mJyiQG9DbK3/WZ6yM3
fGbQkoa1YMNTPjHyAFsTvZ876LiIuDE0P3VQILyD6j17zuO0BD5EVdPHuBDIG9XCsu+MWm3SaH62
GEHTZum3tNDBUhrzQXV8mg7TRhcd97amC/5lNLXTIns2aQUUXaP0prsWTxokOTJdOYyY7Xm34/lR
n9LeAF5Mk5WPnCiiukfpViMBHHXSR2kTm6pfkkF5TtSs+CYcTn/ggDj7XG2mb4aqYzJezVlFAwPU
j29VXpZN1BHKAQEYg/k3Kjlj56QBojvuUSPXQmJpTR6Ag51mfpn2QPNtmG6/dMLA7F9X5TT2NQTq
b2lGLUypjFPuBTETyiNX84b4DJ2TNPQ6tMKAySsHIrfg1vA9qxIq9gxrZ/sWB7fXfhoTsgZQ8REl
S8bn2DPEvw0y4xmP7fr+AohJ2unDOJxQu6nGQJs47XyT2kO6UQVmosI4d9Qn1lKApJJynuUHEHuG
BTEqExTLFFuhNWDgDoxJI29xXQLy2ily/YTBaiw6Mt5osilTDN+Fem27mBNAbqwIajsjjq8VTn/n
Fo6K8ZxJxbswNhzeBHPO4w4BKYnaWjQ/WSzaJvQ00f9W6qQqwoq7WeK7A57dkVbo6XGovfjsZIQo
O42VhG0w292O295rkYA2ynKsfORGHfB+DaoaKhNq3REfxUTxDu8SARoegG5lQdW27rSSqFnwVUj6
oTsClBVwJHLLWD7xOq3saTgNaOfvh61tpBve/FbK1fmQ2RlJO4n7GRk5AFvDkchvblepOID+kvHk
5on2JBR79DFHbG+mvFajijSg92MjcMibylUDB/CEIYsdZUOdqfFVy0uiwWzytZTYggfFWCFGYHVk
A8ByKb1SRmMs7N4k48mYGtCxOEoZANv+n9t3jxQswIEaM+ERLh8dxQdVZh8bGesoy0xxsh1r43Ia
pE5/YB0qx3T67cVr4FRL4jD9MRNqIsene1KxSgibm1Qk6omCheWBxWa+ccCVEZB24l8oRj8DIxvV
lRDssx3hCsJrCDVbQLSC2eX6nJZu5wzdqIhTVufolmKM7HDfsgMaRmlI0UOxkjCRYqKPNQXDCeJo
G13ImGu7lse7kWJTU/WU5pkTJIlZ33lc4aE1cWUl3S89ov8jCqxGYBubO8LkCWZnwGBzq+fqSbXi
aW/Z1Zveu8N2zDxcNrEQ95Wt9UGpKc3mtt3Ixf4PyTNfrYEbHvxjUkvG/1GVKkuobmAIfGwCr9Ej
1eW7gXmPLKfBBDIGfXzmfREIY5/RbvQRJaZ+HeePt7/jY/Oujy6q1Jj4mXum5/FbyaKQ/Mb0QV9p
J3QAqAGnCK9QrLM5MHerJkpRVY9Y3doBXOUYTCKrAfaNbCjJGIgmrRGdjAP/3WQO8llaXx0JU5U7
VRVgkkbFZqOnpA3R+lfuq3b0dlWT1udqanp/qqZ4U5G8uXcT9B7fVurzyYdOCGnmqXQ0G8kFJxXg
jXWnMxVZlwkEWs3Xvkb2/raMBSO1cSw8LNvMYyXjxiLF1DJENONJJH1/p+tjHMKes3dHZ97ub0Wh
i8ycC9QaoAWRWLs+D8TgGU2NWj/RojF9z+qnXUcECcyxH1fOw2etoA/sAB3laFzANPK1KLWyaT4i
ejh5Fljjgi7eDmvgXdI7BIY/N8yDvgWsnriZ5Dk6oEGkWFbPOLVqhhHRvpuAF2DZTxUxuiMiAtu3
GYA+rdFOAk9M/G9bnP/fB1jIEOOvmVLxWsfWK1vLiA0DhZyNNSdgYy8Ph+IdzZChN0WdWwOjFtgX
KiDqEhpU0/72dsrv9v98AACRACWF56znSP7UJQDIIxgDObUmCRnYiQs2D+02B8cUr5r60mjNvnKM
EypPD6jh+DzrVjz6wjZjktHE+XDA2GXIXBQNg3yQ2cPtUcJfWs2kB3CAu2aQYqp5jf97YcNB3oEN
n1tH0M8o2RRGMQHzafbqiahGSxGiC3TactPcOEU3vA5KFkedzgGN5uQkMIT3l02i83LPjCiII9AN
MffMXO+3m45KDGsCwkyneUdryngEK+8Q09olZmUVuuJ9Pt8pkAeODw2Msrip5WGuWFNmCChLPWVV
bu8crQJAXeyWGxeTel/KIib3SjyYDy51mhVnLuegZlWNeZ3RZALSrk/RiF7GLjAPoWqJ5rmYeo9T
Pr1SBUgKAHe0cu8xpelzl1sBIGZX/OGC1hA9d/2684Um36QZANJHV4HWjVrNQUEQc/CEnUy78FFU
nwuDK6do3rbri2vW9Y/A2cYvsl9GFuu6ySDQawaQsX8v3GLTGeTBrYGSk3dgncwOVdNU/uBoK7IX
jg9aTWzsL2KxuYnzWjQwJIzUVhr9ZBOXhHqRaEFBAIvqcqtYEfX5KgO5JcrcsFs0kyHrcC1qQkaa
GU2lnzbCXxuUkYcAZnO5/HH5DstqZqPdsNRPI6V4hPvVyA5uZd+JuPylZt19P1WYeGz2dZM9DQLT
H+/DwL/mXhclqhLFheqnKkb883/0ZoqSwf5ye4s/x534PMSbWGYEnbgCr3V3JxSa87HXTxZAXrlN
g6z5kVeotLRrLmp2+ZItXUmSbImJhMTVAEkYcamVMHd85UtaHl/+d/pIfl+l6OpGS49+Kgrg5PC7
fi4QWfvac8J/IQhlWHj4uZAtBwx23XjdGLf6qeq8+6H9kff1xkXHnqX9XX35w4BmSkTcpMYM7iG5
disfR/CyuvqpzMuwst9obe8MY4iUwgluq7R0DvC0xFsO84PAPJHeBF7sONwyE3A75321SxzygjiC
724LWbiZLd2CPjOUBtTRpYOtFYqtYYhUOxldDGYrlw37rtQSgUlFnfk0swSIM8du17pOvZ9qxqIJ
Yejd4Hr9C6qEfGV5PyttIQqDJwfqwQx2KS1vnyomT9tCPXUdoDR4J7qt3vA1TJzP3sxCHKCj6x3L
C+haSUpROLg9sZEnwvO9sOO7vmf7xF6JLOdfuT5iCGDhKg0DbF4AyZ6P4IW77icwxqup0EC/2kU9
oZumtpDFE8dJHd/ANPJorNWlPrsP4LPoWDcMkSH0tqVDTUxv8DhAzk5mVYlHre54WFSxfXBtJk7K
YI9/baJ4RSF0s8CaqUNLyVUrSPgAN6BFWNfr1TGlNuAT7JSu+arPRmFjAGWG08QfxqcHW9461MzU
0TxRYlphbxbddqDJ3583B1kuV8dcDQovsIvr7QJ/a8HTDlJSk1hhMSKjQxlZqxB8Nj1I8SADPgqZ
BbmtRzikisfeME/uGDcnPB21d5x977HpgGly+2x/dvEwY0ib29+A0C5HZR3RRJaXuXUCqn++tWqC
G0ut1B0pdWM75Xx6TRW2dnsv6WfglT/PeuD4fjQzXBj9GDsxqWhvnbLW5CRMgWE5+SoyzKZvdhSj
5Ld1/GwamKgB8SF8/gddpWSBtJpYLQYMfQnSWCDmAk8L63plc1vKklJIb6KjHtbnAaHw2jQwXAZY
MmAWnpz/S9p39siNA9v+IgHK4atCR/Ukt2dsfxE8DpKoHEnp17/D2XfX3WzdFrx3F/YCO8CUSBaL
FU6disExPT86WbxTiOrfl7J0XojeMW8TVwnEuwJksdDr3lD7wgxTO+3AQ6bnABNqdGdHVbJzehQD
GhujQu4LXViag6oOfHdUlDBEWVhapZtsdAbdCDOM2vTtJGFHRIi1OylOvyJqwVcHshAQHQRgCE9M
QzgsbTKyVo8cI2xsC+NZikk65mVm7kylHcLBauN9mSfDbgKxt6dTlRwLBr7OFY1ZePHQeslZhoDR
APxdhG+nbIzlMSpRBZRLRAXs0OuYv1J+NfPQLBW3QudLbKJygQbVT9Zq0LC033jPQeXDCaRvuGUx
A0KOo1k2wiQDJTfGEDFfT8BaDt+7XtnvRVGItVEr/Biqzn9+cRVjJlnSMNhmiOGEtnw0tI7RJzKl
ueo60si0v+u4gmcEgDgS4kD7o1nK+kj/XYhD/TZp9E4zQyDxo3ObW90vAKLk7d/qK5cC7wCkPTJ8
FsGj7GYTLP6WbIYq5iV9V0dH2+RgAUzcNOuGlQt5a1wgC34e+nSB4b7pjKsscCLmUm6FTp8AYIS8
Ia02tHLMNZaARUEAjGs894tmd+ESKo1tlN2Ik8JjXb7mkVXsgG6qV9ALIp8TPyG8bqgLcMY9XEHB
wHQEBZ/KTKPQiJ3qi1MXjmsTgENa2mKiMDXkY8xm5VAy0LgRtORvMiIXWxSwh5dGQbcpAd+5nEWY
gU2aaGtLo/5N7rP+jdRT/Wgl1PTHts9+WigtrlzaW1XGldF1G/wGuoxeHMGVsjhjg5F2UWgVcYRW
fKRTzcL4BAKnlSNfsFGQBO3C2wX/3hCpFAaLoQJrqFHY4/nCfCg5Sb6YeKvzAHmT9EdTmc1ZBy/l
6GvmmJQbO6PV6whOyrUliygQflpwUOEOQyNQEheLOVWumoZMEjvEhAXi10Rm51ZKHAyPiLNNQ6xo
NyqYmZYVcOtaKrVBP0UPKbgzHmlCs1Oe2a96S7RjDsO/EqYuHAfcF/hjYFyFwoqAYVkZRhDYxnZo
D+Z0NmOUJasirp9nJFtWXMzbRxHRHBD26GG3kI63hPikH3iWq6yzE3UKzyx+aH3stqCKrmrHjeq/
Ni5gWkPSgaOgZRV/X1vMSYu7wais4lTZD6aD5ovZNa0VJOXt3vGSA7KDyKLDTonJYCwF1bVMzU5z
icpswZSfujLOoOhFzuq+qbyJBjSkapBBAR4F9ToY5evVaJlTagmHA0d4TB/zLOWp18TycvCfHnB1
/hqUwoEomCaKA0N1ELbsWl4iW0UF0qDqVBay/mlCmsUf9cFy54T+mqPeADqln30l0ZwXVWblio/G
beRVtAXpcNyRaf/oxdeF1WL8RK+1/ViBBCDWT6Sc56BWGdt2Sf8rk5L0sUrk1ks4iv/+Nt9oKBcM
RxedPoiiUYK5XrY2FFo8F051Ys3ozK6moVEH4IUoxmw9dPGzTTH37S9Ss+lvbyEEw0Dh2UWsx9mI
rwWnEunGUknq0zCDyYHBowygTqlr57RfuRi3ZpHLAlMXJkXDAgNcfy2LgM5ZzbWiPhkNjfyyrZ2w
Z3DTlEpRnuZETn5j8IwOrnEG2kjwSapPYCUod/d3WoRdwqfg7zHqpCgiwuyIgxWoHSeAMtT1aVZa
EyA8wFZkg3H0gqVhA4b5ROhUbmS0hnwqjMGgbppn0/NUgWB4djLz0EuGtekj512N53IzO9OGmcDp
R1lff7//rTfX/ONTUXFA5QeJNtF61+loOHXa1qcsInqQq/YDhugZ2xp9Ye/3Jd04D5AEO4xqpqxh
7LPBs8YXfhfgAJliSkZ1mh2wTzTmCN5Oma2Nc7w1Jvx2Yfy5jqY2Xga8lpLaXdSkZqOhAhr1md+M
JdiM7NYsnvtOJtQzy95g+/sru91DDfk81DLgwPK0hmD7EYtPOW61GTb6HM+fyiZjAHwDX9Q81uhh
nYK/FQeWTcDcoGY6J+IRlmgMGp37IbfDjA4AWlmo2oKlHzBNw03lJAYr9H15tweH9BBuFH6Dg1dM
zHXVets10mRbYaxmGggEZZuMmxL9nPGKZ367jzqWBBkgEVXh/gmXFyozt1mZ2iEDxA/TVawkdQEV
yz7RKDFS7+9XdSlMeAWQwUuMcoRvMADf4yKiqlyTkbWG81trzzuXgd7DU6ODyUNwZe2uSuZilDAR
sBnVLQa1jTC2hgIiSj0hLqUWnAWj1yu31TCZ6f4Kbw0+p9n6KMTAWYBLfX0VuohMLTUSJ5xt5tdj
dExZCnRAd55HZdtI5/vSFrSEt1xgJAJYOuSbXCXmh1WUwEMMhyafLHcy5ByNRbaZrbGh3mgJmG8Q
4ziQgj5QxDvXy9IxjwkxSF2FspntUgvvtTooUuCoa3WzNUHCS202thaVRlWFuTn6avm7os9Wna68
FTfbhtUgQuSodKDxoSbXq4miqUvSiFWADfVkQ6rqXMpDsZLhXRTyAbdC4hxdevznF6a3TaRcwrSF
KgRPC4CMRjykD3JcluXf3im+GCDtcTY2Yrgby+TkSBk5dhWyOI32tHBSD3XlbkWKqNd41VFchBsD
UBf6r8UaX9IXdjsgNDqagEcrmTcMxI1I0FrTlq0NQBV1ALIA0wPbs4pEDC6msHPUnCyjNiLjmMtP
ds+8xrf6tfF7N+7ChxCTF/zQtAX+HUEHpnzimQrHPMrElIBhTYCj163yFczOxqGZnPhLj1j1MAOj
t0Vza+rZWqe/yYMZP5uszbeDZJduq8fdoUQDFiYy6z+qytEwioHosbniMIgWjX8sGjARnAMbiueH
n86FLiG+i4g9l+YxfrXqYGNslWA8rQ0R+7BNl14ypCDJDbcEHd/YfjEFUGvz1NpFbh8B7iu8SC+r
vQJGOMwAVtotKoLML6e2CXrW2D6x0+zB7Dq2lXqzRAOCMkSHSrWbILKq5MHquuhkSWl1buWqf8kL
u/bpRKXtPCcR8dsulv2+V8DebU6D0WHEMfDdbqIA0bvykIq+CRbFCdUALQPmE3lTwaAAXF3MbDbt
o56j1bjeKmq3l4ZvGfIb923xmiDxjOQJuI7Oso/jfAS0wdMo5lmnj9n4+h/k4M1GhhBZbRQ1r3Vh
VkvMItchx8L4Rmk2A6dMv9UYjslma3Nf1MKl5+zi/4oSrP4EYkC5SGz72DvDU1SYr1az6adTb8iu
qtIVe7kmTDgoycqGQa2wLozPkmL/JLUvu1WWmKVDQt8MisFwd/BuCt6Oiokz2gjU9zEf59KjGgYh
dFVr7+xpeNCtSVk5K/EN4MoH+AcojHFU8K4EcfKoJZFSQRxtwcOWmeXgtxhZuaJ54vxHRBAgKIcD
p1jqB0mDoBIZcl7EsZokpGpaN15qxJiPNSb9+NbFo1V6xKLq94523JZOOdqRWTcNgyczFVNjssoZ
zoMtl4nfxjSOXeTVtRjtWlWma64WT/P7aBb5s1livk1QZrqK+WpGrCk/5LrVgNCfhpbaPoo+CGdT
NW7WqmI3xg9EO6D9AIYIuUmgC4WLVWg6uuoJJmQBwt98HkHWt5N5A90WHIz39f0mksVGwsNVUSj9
cBxF8pu6M0lp20Mcgki/3zQPmDL9PrX+oXis/RVRN6oBMC8Kl2hGBnoZaHSh3qFMQxpZCotDB331
dLSfgejf6a2RuHIpub3ybQSxaaURVMaKtxn/C2ynrj6MwbQ65O3m5l1/iiUEiQXSNUqV0jjEMLBC
JnDtmm2ubi1qu5ZUbu8vfFkYprwZAIk7N5Bt2leTgWFFcZjmbykGs47T7zE55+B9G9mX+6Ju/Ai+
Ll64wuQpUL2J8AWpzzTA0ec4VEjjq9GBoc9hSv6Oq5zfPZ71wPOC+Je7lNfm2DGqUZUrKw3bwj4N
0WukZFuaFDiqlcjiBp70jyQ+RQuJJPgBgoEcHSeKkoIBRKZIRwMzZAINcUbfaNUn2mjTNmMVC3LF
iDegA8meWGJ3mymxM5cm9rhFP476LIMVKKwUuNYNPBfMm2uUx6HUXqrRsV4AUKarZDc3BheD7lD9
RzmbO9pwhK+3R4/QO5LSlIQJWm/0vRKHzNij3ls8OQcl843v3U8Qy2yi5/IXvvn++fPffeXPfMhG
BM0p5BFHC7LNEpOxFBQmwqFAzs3rqnB+xnR1h2wZdddG7dyUDrE8rPR/pGH2zPVKpxQQ9kaDtIb8
TOJmn9aTj9n1W4zu2FgOOpGm45jZfvkGW5pbq6M21YXFojiMTgBUA1EpFsQ3aP9pJ9kgoVKMrt5U
AKVFKF8ao4tWJbeRGZ4F48kwvsbt29DpfgJy3RXzuXC1nctPEK5CpWSZkRkm9nv6HpNXa+rdSPLB
d+Vpa0irhTcBIRUHTqPOx8P8681OmKXXiLNJGE072vxm0ezG47cCXY5q/NnAENf7mnSrxaA2wM7y
CgA8B5HggJZan7fqkIRKGo626YEl1C+BCTeK9/uCFl4gSAKTAm/TAVRfDEvsCEwcBB50OG4wcMNr
MDaj8RLTrf1uBU11ax2RNePM2YC04G0Vs7ZUqmW70rUEGS2Vd1y4hfS5WBMiMhbAPEIKrDDPxSBJ
J5ZkidLNqCDGaUgDFkYH03sx9SD2Jb/1ycrLsnRIl6K4el4ESSQv0RuaQ1RT/ZIkL34unWPfrkRi
N40qfEEAFIPOUIXPpYk1J5NMXVph8nGobpsX7YscoBvPba3Nc/MOIlbpqfx8XyOWjulSnuBCZs1k
qGSAvErpvLz2c8xEU6a19OatqbxelXCfMjBBE8w+TcN0DtJgA4yTErTPzi99Jdso8pV86AMPM2GR
LSRwRQdcsmLNikwjRS/Km6UVT3JcbSsrebHbbFPPjpeWndfqXxwwf7p23z7Ok/S7QR+qNOzu7+uC
vUYEhcAQoTUf4STCaRvwRtdWUZDQelQezVf7p+n/qHx513ox/r0vbEk1L2XxQ75QzZlNtcPhVmFX
HmoVDU0WWKIGUKdmKyZ4SVtwn+EhIOBAsMvt5oUgzA5MmtymJDQlAvqV1B0M5sZkxee5KT/zS4BW
CST8wabII49rMRwOEJfdTEIUnJ/Jk3kAJrR4KV7GsxI2XuRXWelOuzV29KVd5CTJaCdA2h8pz2up
iV5JyazrJIzlwZXgq6Dd2UWOZtRXXK1Fq8XxfqAnR08MuE+uJVmI4xWoaRp+MTZgKJuP9AndkkG3
RwC0YrUW9fBSlvBq1jNhSg4Ov5B6juu43zr3DV6CiwDEoyvacRtzoEhzsSz1elldK2M6gw1RXWAE
/+mXAziFijIQOHi9rn+5rIycqhg9Dh3pnyqloC53zPy/v0jA5P4rRFgBokPFnFkLd9KIXbPuH2ut
cjPnOW7tFR1Y3Cu0U4BdCVPTAdu5Xo6qN8xxsoGExCqI20rkUZboWpVn8blHgwicChBsI40vSGFN
Vbdtjvs6qSPbtomCZ9KZDb8FQBjlCfsHBg3LqJkaedCXzAki6qwxPt96bfBaAfEDVQSuMmKY64Ui
nGcm6oewg6mR+JJjH1u0oQeJrP2eutrwmY7Y4v4pLlkpB9YDHcIq6p+aYA6jGayWUcYvMnG2SNbM
OwS/mUcIpjjfl7RgMuDdAOYAPB96scUyuFnLQ0PLOAsVDEjD/sEl0LLW44209wUtLOlKkHCQcTIM
tU4kghlSeQCM+iGiRghCjOC+mIV3mseaaH8Blxlvgbw+rBhd+mORZlmYUqcJ6qiMqTvNzrtJis5D
MTJxiR0pbl/aNEaXP12FQC2v888HCEc3S2mL4AZcOp0if8Fs1i0ISx/zSdpFskldZusPxNTemrjZ
TQMYHlHiBH6SNLlXkCHxWV7Ibgpksn9/W5a+Cjk2mB2UudG7K3xVWQGLB3aHLExaA4PJSJDPL1Zt
rGQol5QJ5TZUnZHWQ5JIiCcboiUDMGx87d2pab4n2qOipjsHiZq/X46GFAkOGuMd0etzfcop8lCp
7ORYjtYGio72YOu9a/66pAPO/UsposEeNItGXZGFmK8GDERSfla6XxV6rD/fXw3Xyesw/GPWB4fV
onkDfXjXq6Ha6BDaznkoqU7ptWNdISSlwX0hSxqAqsW/QoTFTEZf63El52GSe1qglu5/uN8YtAe3
B8M8UJ4S3PAibrWuM2o8B90XNX8l6q4lv+8vYUm9UIlCjAkaatAoCPGL0hQRCCUaiIgfiuiFZfsh
8s1if1/K0mkABIvHBqACMHALG9UMkdEyAxZRq+b6F5rXOs8w0Oe8YniX4iQAY//IEV7qtqsriSpJ
FtZfcniDUuJGCoZCjZGL8Vpe28jbqMgPed1gnHaYW8lDqegr93Xpdb36BuHQKjBZ1paMb0ASrPyJ
qpX5y/5aH1vbT6ogeb6/sQvvKJqX+aRENNGAj0JwvREVpp1BSRZWUjilxSPLe8/sdjRLgqRea81a
UHckUJEqQDkQj6iIzB/aVI8tomRhwWa3N3/HXenmlrFyqRY0Ei08QM+i5o8MmiJo5Cg1CY3aCWdo
v8t5j7LMBjw0OMQ1POvicpAMRncYEGugNbs2ESS2h6ZjKp7poXXVKvbm+TBhlO/9E1pQfV5E5d1P
vI9SE5ZDmzLtiGXBrNomtDH25K79DzuGo0fNGtgdjDIRtD6nIFvtOzMLm/ZHOj+PI+YqzY2btZ/u
L2XpZNCYh7ZpqBocN2HDTBLpwAU7WAr8YI0m4AmKMUprC6qulU1bOhoYCo7dRMAHfpfro0Ghp2WA
8+ahUVTuoL85YOqxyEouamk5HH2Eqj8nOhEx7iBCHyPMSYYQM3VjO3DiRyU5NfkauoRvi/AUoZTE
kVy8mASErbAYdJWwroCcLovcNM2Ctk33mdn4PZrTqviQDPYBjRDb+4e1FOJBHjpb+Kyf20lboEFq
p5kqeJxC9RkdA4Mrb8tHG+wq/vBzzADJWzm02/Qox0/8ESioRy0TNFhlXOBZDXJf+jwHZaDt7y9r
SQhHpwENhyAJbYXXm5kZs1wU45SHs/KUMdfy1Bp4v81PvX67L2jJjht4FZE/BM4f+V7hVhHQQgO6
qOVoVnGLwC5fsk2eudbr/CvOvGmtZrGkjJfSBI0v5bqRkDeFMo4xUOXvejy4o9x568lR/ptEdbyU
xA3WRbZmrmIlMSSM9JuH42zlO/YNT2NJg970qswbs2NKNl3tD80h29zfUm7q7knmt/5Cco3hEQVz
VHQ1neokZEH3sxtc+/3/JkS4bWM8z2ls4dhYt/1Gvmdf58qLXu7LWDJPaIRG6AznH5AVUYbcJoMz
5UXY9eRnheabbkY3k9n5/zcxwtMhdTJLJqkowrozdmWZ7Od8+mbpZM1tWloOXMAPsDqiDNEQAuoW
aSV4YUOKLmh3QHvNJqMxLzQYa9m0pdcQ7wdATpxXEa75tQoANQIAlFIWoaMR01MiNOqa1lpJaOEu
AXKPiAw4UiSGRA+Cxa3j0Bk2ArllLzFAJNCpHkqjwMS5909oKbOMTmAYPQXFexRphGtr2Y2dDzbL
QzIchi5xjf5Bzd+aajvUQF78kMfDlL4X8XeUnhvF8KZ+zb1YXCsn8UEyh/PoCJ41idpKYxTqXsk7
C0FbnW5olHrxmrP0odPC5cWwcRnzQ2QA19AzeX1ySQduR/wpQnAvbnRv9t+LA3N/uRry1mVgeBnK
K/9lcy9ECsoyZ/GU6TQtUPUYN/KBBnKQuknvPimHZs+2pWesSFy4CFgjuscdBEPAfHDtvTBQilJh
8K4M0xjlxbYCHxiqU1LydH9ZC1YQ/Cw6J4/j5yUyDw1mjb6PPspDDDxD6+52zhWv1Z776FXqVlLm
C48lZ0aH94H+HvA8CQa3b4DPMTLcthLkN+5YxASUgKTYFpPO9vWAeLJAD+YpRQfmf9hJ9GKBWQ1p
WSQUhGcayRpVLfBPaOnhOP4aQjKukX8t7SOnM0CNH3oJ4rTrw9LGqKoTjKUNh/69BgxfNtAKORwK
tK46KETfP7QFzUBGFsAR4N94e5lwz8Fh1pnSPKXhnNRe2Ry6WHfbaSWYW7jL8A7hQgPAi3BczMuC
5LNQM0NHPUx/LubBl43fJmYa/wf0CO/z+iNHUIvUSuAY6iiHWcaLGVkY5vOdVC8Ada9Yx4UTgo1H
8p+bRuig4BDaioG5E5KdhqA8DWwEDH5qKCjNK3A+i+zbPNZrfPyLO/ivRGCGr3VC7xStRitAGtZW
7ukI/1XyUoJj1ZTzlbUtKsSFJNEc5jUplTJCSbGLAKWiMhZofmeDtRKkrMkRbKAzNIxTBqYhpq55
k0Z8o0AYuUYMwu+KYNzhyCA9owM6iASdcJfQvxZlhl0CRNEabOso2W7U6FqYuiwEyEQ06wCVKB5O
RjtDpgTZLFRhZzP+bWXTz/u3dMHeYRl/JAiHMsZxNuQKJGRyF+T6dzD4eq1s7STlBN4CH6Gdd1/g
0pIQCaMq/xHiiwQJg0PQAmxCIEq9jyWYEeSpfb0v4lYBMFLNUQBk4hANbN61SoPzJ2IYTlOAM8P2
qiRz+/6drdVGbjeOCwE1HHIhUKcbh7azsnlAnjysaswRcYwHon1OTf2YMPaYFD3oWqzd/WXd3lRA
+/FAoJYLYwSber2sNpJ0BxjuIkSTtjviIWJPsX0e15jr18QI10cfnLyXhqoI0UEAfmVreJjrB3MN
JbcmRXgd0jrqk7as8c6aQZ4bqZt2yDAWTe62zq/7+3ZrU7FvvLCE6p2FMrGwINWRcpvItAAi6DFK
69ce3DY167AsYGiTtdkfS3oBqgEk0OFIowAqKF8kDxIKBfCkE4LKforkmMReG733mrb/jX6n9aTM
jbrz24uSGbxZ3qQocvliRHfP5LkeQj0nrd8BoumDqavaaQNb4wpaEAXfAcwNwC3AgRfDBAvYqmpK
lDHM0kg/FSz/wkisbmbLGLb3D+3GTOBJByyCU3zwViYx09hGpio1zTiGKKn6klX7Sb6SFuFP6ZUB
v5YgYiOKKDe7tsZacFsldxjkIYDEdjOXWb8DeI94ktyqGx3janyWMeXz/QXeJpu4fDzxqJsC+Go4
fK8vPOcEI7RKOKFjOGIQzbPu7RXLBXkKMJ5gzvRar1tZ741ifshDGgMxF4o7Yp+TXVQYnm5jvazz
ql8J0FDgoR/8WVp55m+umyBHWNfYRAlaPlXIYZvYwHQP9Rz7rfagrhblF7XR+rMi4appg07UyMGK
oPHNK4hl9+kvJ+jdNki9z79lP9usnNna0vjPL44sjtOkGQGgCE/zj6fEVw5/jT/iewf2b2Q+UTXG
E3YtAB573NEGezf/qFJv9irVD+6r3Y3dFSQIxrCqkXEsuBZ05jEHrWnUGaA2BUPyj/tybsN8QZBg
4NG9PWAQqIbrlb6Qzk/bJ113+10YjW6du5gN8ca0bWb8XKN5WhXMLcvFIdVGE895DMHGo+rUruzR
TdJ4b3SjyTvj8LX9Xrsre7qohxenxn9+IXHum0xJFJxaL79m2kmPX3NthfZlTYSg6lWUylNKdOym
9jSyd2qfKu3byolxT//GIF4sQ9Bu4BbnouDKlyWFD9ovJ/H0LzVmmPv9i1NuI3XFUCyZeDAioiEd
/jNiUmFNYEknGrhXx1BOmStHeIy1ekXE0rZdihCW1CVopyZxSkOVuXRvHlP//p6tLYHb3IuTxzCG
EjKwhJ58U/tHMr7c//2Lyny5ACEeTDQMqm70hIYRsg/1Ho0DTfKgfafn8WQ/yMfP6SPx8uf7Qlc2
TaR4z/sY0FkrpmFeNn6lNF4FfGJpruC2FqWAbwNEhzzbYvOfX2xdnYJ7IC9xNBGmLroAAqxNUF96
70Ay9a8AQb1AokPzrs9oWP4EdsMjxrkrtuMYtOlWXytFLJ8TvLCP6fAIbMRzKvNIBZMQDSflm8xp
yDfIULmJ+zv3bE//hkNaCaOWvBfEhP8I5D3S19uXjBnrW4sL9GrNk1PPeu/B0kIxWgYZshU1X97K
P8JunqUhozbBGMzKnX47rst+f/97bQAREmJc9GPAPRZ9dHuwKJrZoHN1+1ySc56cJnK+r9YLi7gS
ITxIVVXXVgay01BVvlb5T1zXpnrs0P//pFQr13bhkb0Sxc3GhW6rQ42uY4x4CYu8Q6Lju2Z/ZZgg
oqzFoMtyUOxFKfZjxsW1HG7c6KjhDkEFHAzjK20k8jAZRnfWNGDB88GK/kgSDB1nwFAmC5epr4iX
YV6PXkpBpnlSxFxzZfcWjCpIo22kVNBA7QDLc72qWJ7UCcMyKTDug1vqs0uR/bqvC4sbh9k9H2E0
+AwF42Mo2txnNRSayoeiiTegTHR1c6ezYndf0NK+IWGNijK6YFCXFzTBbphB9XxgaPof3JTt8/rN
Lr/y/Joy/L1/j/Q48BJ8fgTHgVxvW14RmqZaxYCTH8+d5JZKUDce8CbZX0OTQKR3KUlYlEqqmMp6
x0JMPAATlUYSb2jLtUD6tprMxQBqgD+oHMIxvl4Q6J5iy0hHFvaaV4dyEFVbWdox053zbbOv1rpz
l+zDpThB7ahdWJXEcFSJlh3Nn5Ia++n0psaBomyBMl5psFh4/q4WJ5zWhLykwzIszhiJX1SyW0TP
419yHwKkhoIeHgnghQGkQTvH9Q4SR2Il6WZ2BrIrOWtGqe/t2FwrXAgbdyNFePvKLMlTLVfY2fhC
6BZUKlQBzeJLpn+X6Jf710lsaBBlid1zJmm1QuogK5NCqfhqFyAl+2Z+U8swRVWtH90k22GmOvuk
Tg+IbNeqXSJa7h/5KMaCxAqR+03xMkntRgPnGzujPxzMcn4xBi445ow9wUhH3d683l/vBw7pwie/
kSdctdIsrRSHzM76Nu8/GbM/7qZpU29/l6jllVu6m97xZ5duJvwt7fOtbwb3P+FjDOG9TxBs5chz
Tp2BsT62/DW3H3s0+VTlGFRk16FllRwtNF5QJX0cst5vq69m/30CaG8u9ygYenZ1zJJfVROYGDbI
jn3dwzt5mctt1hkPtoR5hzbFDNmnrm/2vakcqE69aaUesKw0QCzZyPoDfyBa+6g3zWFILHbGdAnZ
i7b833avbfh/E4+1G6Zuk4N/f98Ey//PyQGS98FSi5KOYL3qyUGPpSqxMwPMTffrCiNG7XjSU5eC
ydmPrGkG5xua1u+LXdaYC7mCGWNN3Jt6ZrJzpyK6H/20pBsD/oEePaHAk+nZhkpvSr2Nx9Pg7GkM
AjDHxQBckxp+Yn4pMHg6NqiXRiepPFYrXyc27PyzKxYquWDFNBH0CW5rbmP41jziKFqduGb6M68f
kN/LbVSd9uAosqjktodoteggsqb+I5cz7/BUIiC7QiCYSzqaUGOchpGMG2KC/QVMIyYfgW2XfuRM
bhznGHsXSNGxRc5AOdX1GVkLBRwQ85C6xawdrRi8Xk9TdajBrHz/0Ja2BVEQQGdIq4IpRHR5RpOW
ZlTbwxlD5zF+FJCEF+gq01MvG0vMCTzHtUun0FhxGRZ0FC1aGvgA0dYC2iBxV6ymxJQ0aTzP8mun
VNvZ3HZVs2FlEWj07wIWfgKQBeIy8JSgtCMCBRynQKuDbo9nnT3WeuKO9DWTNqaKrPwRvTL6y8qW
CtmMf+Rx/CjgLOCdE+lNR10qjVnRxvOUDdUnxmI1qCEXLd66J6NNKNByDLJJcZif1Jhah7zE/Mr7
37DwMIKkFwAgMGkisNEF413rea62qTOeX+xERYZZd2U0UUo/87n18rWu2o+Co2CnAQEGJgk2TgaV
pCAtn51BKguTnjNzKh9m3ZBecquXML0wi01QqPTVgQ3QeK1uJz/uwbZcou5fTs4QpNOshtJsY8ii
qU3eFIFkC+5xvRksYntD3wzHIbU/Y26k5lvqZHqzBcbvMapLr3FgzDDktg80jP5sla7eSkOibCSK
uZ/61OsYQ2wjiy5PSAV3gwZ7Y2jNvGLilxQZNg8ccqiBANArKDJL5CZOiwxpkbx8A//6sy69W/R5
bB467fP9QxXz9h+KBcAwEAeoL2LUmOC55XZPwc1S0bMeBY6+x6zSvaNg3lZSuzX9PYJ0EGiwt6mj
XmFJQBWvldFFWNH//wC4xRivi2KgiLKsxyGeLamh50bfRJhLPjTJho+ArSsf5IfHdt6X6aFAJd/U
f8jDp2oAwXFjgi7mS0nip/u7saTiJvicMasSUx0QBl57mEY5G6Nu1PQsRd+a4cfkPGa125quVT2s
OuhCyuOfdaPwhFo4gNtAVF/LAtlYQZNyoGe1J++AYbqZZcIHSx/NH6NUe5gAPKgraKDlw76QKbym
ccvUulJHetYi6Ydmb0m0rWo8ofGhyrst4C3+NIBNR2FuVM6+2q+i5fgG3txq9LE4vNQsg0X6etFz
3YPNUunpudCPOtk3Q2jkp2x4xLTePkiZV6FLp62PCoEJnf3yNGsrb9PiCV98gHC1WsxL1yeubVoi
BUZeuMwoN9GTDvLwAdRiVqmv+PhrK+YfdJE8wRNuEmLimMmkPDCl2zeFExrDWv5x8c3FBf53Z4Ww
RaIYoeYQ7OwkdTsla3wZUXlt7lOJuRhjh2wNn/eWbIjhFsb2/rX5X/TqX+FijjViqkUnHYvs883J
NL06QLbd/hLMnz91uxWna/kEMRkRTz0f2SDosBS1SLJ3kGUVXxt512efSuA7pxctenVWRC1vKice
1Lg0xJ3Xh5cmMVNTuaVnWv6i6ckEU3WE6L300b6GXFgVbX5X/e//spnoxAJfNSfHv/Geqr6U+xGX
dMDbZYNuZ2MgXKoxa9mTHHc0dvbQ74d+l/y6L/iDqvjmcl4IFp4CzKuy88qguJwzGPheQFX5eZYB
N6lhA2EHEz6/uCKunGKYXYwxGXtKT3Vv7xw4d7QnHsaS7ol+TpqnRv6kRgPoj7fIdTEk1QZ1dDN9
Z48rESW3F/c+WfASuob2bKiwV+AWyvc2Mmwx3fXSWs/i0tYgrQaWS86pCXdPsFsJo9UwY1jFmTgn
Y5ME5eBpXe0Wr5GxNWOMt/Zz8AKAeTh/7z477Vkq0fgwR27lRE+qdEIEb1YnEJkdWmBPnti8pdqO
Ib6/f4ILVwP4HRlNQOBYRzQifCU6kROllvhubIv5wKJnQ9tjCLo/6Y+NscZwuCwMgwlAN4zXUuzD
iNKZZVJh4B6WIEDexRrFZALXzH7I6MEvR7LifS6cNNb2R5xg3wAZV0DlrtOz47ZhtN1Y03/avH8F
iAAKwgwDs8Zleq7zzmtkM5jK7/Eh3hozetzoGjE9V0xBcS+X82F5Lp6FRqqp3k1YztFwx5Wt+sCt
3PvlgonUa63PyhG/XCWfIgDhVKtDvkXfl3Hjt3rvd/2j1LtWv7dxUyImg6hJB5KnfWyj9qCm/Smb
1lLUYvqTuztYMPrsgM5DL5LYjgv+ZTVG/xp0U66eHCuqH5Ip5xPke9XybDplX0fF+AXn/v9x9l07
ciNRsl9EgN68Jm15yzZ6IbrVLXrv+fUb7Ll3porFLUKLATQCBNTJTKY5Jk6EtBaCskiIUCd/Cbz+
Zwzok8QAgH6FFtT9dd7wWa14HLZslp889oxaOqTBRddVeXYhFJ17EUdyl39NTfyMIO9SpeBEnI5c
OuSJVb3lyIf2frmlqbX/uxC0YOeAh8VZUoGf3ViIHH6yA6ikTW5ELnScomAoGK5TmVBKC63iLqiW
ttiMWzOGvf+aGf/9Zv+WXZIFvey0V7q3ZL83mnKTql1WkPrdrc2iPtQbeSCgJop6kE8mH8zCAv9I
nz3s8ZsBTL5llTFBEQkeksGrzmiukN/wSajXZqlWx4NgcMYvigzaLqBJr+2byKrUzqxURBGpdXp+
684fN54HHzKYkAFbm3gJrtPHNapJSMhF+w465cCg0CATLbSoeAsCE/4fKflz/laVFeEG1Rn2Sn2u
1Np5fz6QKSHnP/v7ZiCTkCIP03SI/RRpoUOTkjesP3MuY6uSIE5gxlAWjfBFzlKgNohb2XY7hGem
MKpBLcNaq3IDDCDhwUOHavKXdFL/jAzZewR4Y6J5SuRdwgVWZN/vrlyTvvlK/tVXGy/+eD7/8Uw9
bAn0Y42U8mCMngYXMlf1AhPgOyQdQyGrC/Jkh/Y1sUj01KnAeLmEH5w9a2MhEbhpPLjTs5ag4tHG
ddBdQfYRrLlyCD96L0gW+slnj9qNlclR6xTOiSQmx9qFNb+FaLG7yTjPM1KhUi7PV/BHSuhhCVFa
gbOjQOJ8SpEi13RS+BWWEP5UY1RGv2ZN1kTTvE0Znpm9YbcY3W8tWNHrUu/7Q2q629dw1RvKr9pw
V5leG4zZGskf70OQ1LJe4c9Gv/hGpC45BHPOuYJA/d+xTm4A8LMCUZDhBghYj6Q96RhkBZwdNH9C
liVybjnuudr9XzJxd2YnN7sDPg5frLCVqWzn079S59JwKzk5CICBxceMwS3z/KPMfv+beU4iyDSU
mdCTo+4qNX6/Truu0NO6KVai7C91Xc8lYzA5pLBGdUac08nkCrA8x65fdNdUb9eVwZrJkdGo3+Jl
/Lqgxd+KRmKW1vMJzp7bG6OTCTZUN7YlJLg/qdbZQBHMV7Mi5bdF6QnESzmXAAAsLbh78y/0jdWJ
QxmDTU9OPEyVbVO9s4RqALT5UFjQUyuSHZiPWAdZXZ2Kl26N+e/57xpPg0qmhqfpoLJ9pYXqwCJu
QIFJptqFy/B/OR7/mZk+BhGU4uoqQ6FLQZr/GCqy2tBr3yGs9OW+N4lHJOZCLfmec6UJpP3ZkUsS
rdPCFDAeO2zI1KDRu/q05caKKiFnWvlQzPU1XMYroRvUyjEATzaLxNUACNJ45lgm70r5kUsr6sOl
/rDdBpxrqsgvhSxzpbO7wU22N1NQTRJyOEqxo7uBWdanKrjKvNa3qxitASrEy1NNCDdBLZMKFEfK
3yd27+xPdjrlK9C3pvDps8RVfT1Ot6GkV1mhStlS/X82XsK7y0GiDgxMU9E4ikuahi/wajj8G9tb
Yv0uUmDbMZ8f3f/lc/9nZuJuOqKbDCN44hpQBg+aBpRCePlSxQe0+ug5mpXg8rCAishahL0mYEPI
gKul8D9iyaLTQ0dlJPI3TNiorM8snPGlNZi8nD7F5zLbVN0VHHEqH3pq4hgClZ7qRQLE+YvzZrkn
j1HnpFLD0DVehTA1An8bKvs8D94z5agEVuJmm4F+54ZzTK+DynLqWgPv5ZqSt7myBFifmzToCvBg
jFKUD2q+vuxVnZD2uF6kvPvg/Wa0w3dal4nMtoljYWmVx0079RluDXKTUKBS+MDLASJw96V45OiK
gAi39g0/XcfsUrlg7q1AaZEGqfPIkjhlIJH7imO71MEJ/nDTz9Jb0aALr3PJbD+f7+w5Q6ixI9nD
KmgJnnZdOZTQyiOT2bXLc23IcIlRtZ0VrTWk/kHml27rmfoeUE5IakJ+b9SXmtwMfYj43GlQGh1S
yQxru+1iiLQ1qlyvOWWjZMya8/8oyV92tf745bdmJ4+gy1RcKHhSf/XBEFKu/fwtXOJ8mNseNyam
NfJB6Po0oaDJ2JRvbXMoig56e4Yf8UQOr0W49LrOfTdkTRmgEIDIAAfA/W6kfCfnqJTqr5WHNE6I
sE86sbUlt7XloVL4t5sEjfegfsP9h2I3lPbujbly0QWeBxVMHoCVwmjYD+5XyhIpXHg3Hs/0vZ3p
EZPDIPJd2KGUdSX9GqS3DL2g5+eTeYxm7o1MrvKqiSDAGAAZA6RDrrK8Q6+ptKeN51ZmAneYgXja
WP1BNnWa3obYYU83gMpfhY5RO/kT3k/HgpNWHyjNLSEt0qzSN9b/ovqXWNhI/VePDELmUZoA1EDO
B5ZX/fb8bx7Qhn6dyJnF8is21Vy8NG3dQmliYVke9+/9eCdrD7S4L0gtUGdxeuyHU2WVWiMStLKI
7gJqeMnS5APEAKqgXQaWCmnlyatQyPXQfUVfnkoHNNAaC5i9GWwNZoYHAukw9JeiS/t+92JSlBd2
CmYWRjuu8awy04vm0nEdydv6koAtSDbakiZtOBCASgKeVtFgS3zHrOhV3ahM8hEk4CNsUVJasUsS
B49+sohrHvUPcIDJKA9Phtc2oEntSrZHHYRxdLnIexJm4BduwuB7YU/OnK/xSZGAhAM39AOvFZcy
cgmYD3vlCzzRncqg1yvVpf6iCGdI3WT5oRE9ElKXwhXQBUmE9JRRpwowI/9PIGwCL/gdy18S+t6g
2V2/QYSSql0jrRY2yMIwpzohLpPhCnN49trwIWuAklavpNxfI+EaHr2+WmoH+eE0uH/Z8f4B4DJS
mY7FtkkIAQq2KA6BZb1uUoJ0Wk4Oovr5+cmrn8ft6+vr+/v7fv+xtpFiI39aEqlff/1ZYB95HPT3
jTw701bQzBPFFjStwtXbAmdBRLMzBAOMSDvX9M1qw5mOwZ1jc7DEFaOnB1GnTSkg0TqwF2m7H9/n
UYVMGvnXIbvx0LruK64sRtA8uwoAJhCjguCUC3Ir6r20liCKM6lylDXxnoCBZIQKT5VnGC+Q/KKW
xCu99t4VY7BA6rJPdBEc4c8XmBmf9+kHHul2QC+JnpWHtFxPcwHX14p4TcmhV8EMrr4dXPLNk1w7
bt/XHmnJy3OTP9iVB5NokwKHzOi//TwPN4ljCa0RGbjIxau22RXH68H4Zey0SO1VxSefxuqA1mly
NQiulXN5tCxLtda6bpIAk9dOm4V3dSYgxFLfjGbi/3gDyuZ0molXifh62milDSCffw0sVc233TpC
Nmm9BG1aMspN8sXY0RCi7bAECDhf1F/9Zx7p3Cu3HfZQNGteKihJX9zLwrqPz9STdZ8COGk/QAju
5Vh3baf92h2MwyHRjIOnUuRXTj7HRTdiqM2RdFXsNaz7JSDqB0vSg3USjjWxFjbCVFcGrue49CCG
QZSijNx4969PkUSi23eleHV29XlnFNvIN7avrKHoJvp+VOb7BHznn34tLcETZzf9jeHxlr3ZgVAB
QnqYheGB0Vg13SmXojHzEPG/UXFvz5d9JsuEWYIg6qcvmkdL0L2xDvQdqU9XOGExGbaNYrcDyDuO
nbtzXiVfDc4ehMcWlvbRBQY0GBJPYIRCmwF0iO5tgoiYav3Ola8Zvqig25mZWgvTenyb702MrszN
GiY+lJRbx5GutMmvAbjVA8PXKbUhr6+oplm8tQjFWLI4OakAItRc5FLStdMarVVdi9oXm9BmzqyW
GtigVrJzFq7Hn6rE5MyAyBVATwUSw+BcmGxRkcl71o1KzBIc+c3GUxU9Vz89DXzlakRQ/jdSIyHn
3MzXuVnugIYwxjWITZfQxjnSfCvQOnIUzIIEenACSzYJyTj6Gn/LTF+LCKW+Ar6oththFe2oVaW6
hqN6qxw8+RfKkBdmNLszbiY02Y1iXMQ+JRXSVcsM92Snh6U+vp8CwWTJgEiXQc8IgtBRkfZ+Y0go
01dxI0nXSuNVbuMcqXNmBAZWTB+s8JenDZa7Lk3mtTQKIm9Sw9t4pDIrM8RHdM4s1gHk3pazb5ff
1ZkrELUaRC/AVs7QPQRy4ydy5MtXqMzptf6rWEnGsGV14l4jX3Ven5+RmdQYsBE35iZnBObiaEgC
+Vrr6E8HNN+QdOSBiKJ/pJpvBKanw6cmkvbc7rR5c7xY7+xOTorrlB5fcJimaMrrapXufdKRBjQC
r/mqMZu9oz83OHOf/qCtFYhWgJVk2rs5FBDiDqJOvjpmoHFWtcGHNWgrX7hzlsxMnFEOomHImsIM
3ECrW7knxQysTJXen89mppoLbRaAx///dCZhRwSJZylvW/n6lqzQgGOEJyBiz+5O3A5mDYUMCU8k
kprvzJLh8YenRwfMc9BNRysV+FonExThyqeR0MvXapuvxQ9xHWmFzmuS2V/C38Lx+TTHzTc1BukF
ZC94YH6lKfsOHTg50zaecuVy3ecJbigU0Vy0Byzpc8x5s8g+/2dpsp5uxXkQwwuUq+LprSp4wLVu
S04L64uot4zKLrh04xX2ODER6hZgF8K1PW6jm5epROtKNcSJck22wUW8sNqS5Nn8yv1rYFrth5Ag
0zujAXFHWUCGn90tbfALm31+1RBoQCtLAEvgNH0PUIoiNWKuXPkd/ZGv2a/iD4jMdPbMLsSUs5bg
JYzgHDSpIol1v2B17PC1VLXKFfQZ+Tn4LUE+zUAxE+zOw4e0sO1mL6dba5McRxWKjS84tYL03AgX
Q5NMenJPzK7YSHs6VItfkJ5kY7IU4c88fKMr9O8kJy95gAZmh2VgVjmA1+DCfzHf9RL78dwFdWtj
8rgqaSYxftgocGi9hrQf6Ag7FH9So1ogz5ipNch4w9H7g2gUjUdT2AHjO1BhihPnqoUliY6tvWKP
vaYKarll9LV/iOznd8VMoggGAeBikItBk/GURTKim4SSKxik1xLJTQ8hqbCp8X56qAqDZ56wRgwM
AKdCsFStN+3nIgvK7NrejGCyttAediFmhREUGhq6TkTSPYP7LE1x9bpnNZB7vEd2YC6JKz7eJcBB
jMUzYErA3MRPArVeLmIGZFDOVaIHw2FXecGshz9U1RrPF3jODtTSsbZgShwlEu6PYCHmZVlnJXWl
lWwNP/R3PriSBcq3Rs/Yjl5wEMZfu7sheSQXGGQxECGAjWraPNZzIWQ+spC9RhQu4bAtEi2FOoPO
cjW34G/yD98NaXhQ1qEcBfWsEUF7PzPWAzymHzjhSg17Jl/T2UYOVplCJHSiOdSr43z5UDIJdjRg
Ju5l6I5CSgTWhpemSpzZfdHuR21JziWL1MFmUMHG/7+LjzS1FPnSFiqNnid303dQHHMMx9XqUqvQ
vCBCOgn8fzGpX8OIVI0u5nDMY9TA7C7ccO4CQufhScAs8YTCrxyFDR/eHB7yLHEyRpSJJzt6XvYQ
OpWQRgxAnKBHfpBbHpu5el73zsLOmbMs8yPzPzRoQHY87qyb144XOrADUoV4FTsKfd0d+OVdjs1W
ZYdF9gUlNqUyTE6C0i8V+uc+7dihhMQsXCUUWybvRksVuQsFBRHwG+AkGEI50NgI10JicwzJdrFn
1OkaROlisBvcdSAfEiVUc2ZHtyrNWB6lDiBL/lT6zTAYZUFc8cjUQGNmv1jXCmWdA1VzaVDpS/TH
z3dx5aCH06yjdzdWG4HUoSpv2LdkLfAnWh4MPyBOaxTylsPfnh/ORz/+ZweD1UxA6g/NhZOJijw4
S6sB6ThI2R4RPxXAHoNLss4z18rKqteKJmK1sOCaVS6UpyoSwdXV5xdXjGuNZRxZFRRHa+PkTzzO
EHoxqVpxseQTlos5koMPjzSJ1K2ej/sRADJi7RQg0+DPYgpTf5Lz2FYcXDmyuVKOVqD4i/csJa68
CPoGPgDsTQfFPM7pDCXDWYNLnBlCHPytuDWuK0kQIFOMYHDMJE8vtyYFUD4oBueaBZByqJj0FODI
8kVLQGFCcnzJUKyOnvTiMwu3z2PyBaZlRO6gGocoBj31BXlH5HK6oF07Tk2nVTmrZYyGNttK8+22
WgOOKTjf/GKX1bgh7i9YmMWcIZuDOFiYSrKIYcrRYZm4dlArsk5TKBe1Du3ofdp4ZukzEOVtytIa
PIdfsx7VGOgrIXUwZJoM4XZdafNqyZ18iC14MKqwigBtV+iDwOuf3BNNBd71oHTtIuSRaQtKVaRD
QR3Fso2CS3ujBqRQC6tcNhWXHqCJViZG5QfBSu7ZJYTCY5IAowHZPMrqEK7B1TF579yA9jNQbLg2
c5E9NQ53/R8axFyDiobSAHEWr7Wtnvg65xwYXi9dA9CclM8JHR+i9De7ZdH/nVkx9LYiEqA69tU3
phCsU0GXmI3AaYryItkur0rU0jqO7unk047JSvTm4J0GsfX43t3ct7EAcYY0brGjXhyReC7iXW4b
n2ppn/MKKau3tP3uN8FgxuKwcA/9ZGgfbCP6RIUKf4JJ5N52z7UstA0y12blPS4PR3PPPQVoHPGy
dS2rbGOF/LESDNrRWK34iE70uX3h9b7ThGDDqJLOs4Q7CtdY1lpHayhdAf/+0qXz+ODj094Mcvog
1bkgeXnq2qBLVA5UaXaczklrdyegblgdGJ3fQFf+jXMt6UTh1i80RqWFhc/0UxiaLBWYEXAKRxDr
iN+4XyoOnaFtLciuXbahnp76/CXJ9c41nVQVne+K2jaZmdfvyRAQjt96/e+C1kTGlIAL6gTCJCZy
DI0OfUQoaxM606NG4ylz6NGasI8iPXCOEMrgC50KrVohTKQLJ+4LFVLnopyrYFWASqJCcpf65sWT
BwqCmtnV66F6lxTSQebVX/mXsIccS7KuhCUM5w/t+bPJT/IIPBU3fAyhJlvclaKBZkdSdmff3SmN
Gq794DXPSWLF4StamvBoozn/PTkGqRUK2uBt3coQhVe20/ov0V251JkHMjxdS71W48ZWyoPoRIQr
zrhtSNLZaEPvx+4R1W+PkmiAz1765fArqbGjcJUnB6AMvVGDfCtKBj/skmwTAVfqk4ZaubKaoXCc
viSFlkl63m0K05dO2RuaVJ6/hDMvOApNIgD6cNGQWxEmCfFeKiuXpkTXrkJDzFVg43N3BSb8RgNY
KyKsb8qV2u/SCu1qOtrfSjVBP9dalFWx3/FLoh5zz9LdcEan7uYSiRKIGbWl49r9LubR9muUodai
iO7RJPVeql7leZ2nQ01ml+g0Zk7nneXJ9VVHbDfEPOXaVELiOALPUaYqpUQE0QCzUpHEBB3nC6v/
GPLDN4b3j8t+5BAGPdX9dNHezfFF4Xp2Re8pvDzB0O08VyZlBjxFMtIk6mHZEzAnrRk4zY2M4+j1
K0VepLV7iLMwEu6fRqQxvzZtuY6DjM35mvPsVBZakPT5yl6o2c7MG4lR275MtqUUydeUaY9uRVeb
RHE7LY17kIJ5DPuWirWi9nQUamzOpF8Z5SxBvR9De4wQwqRQGWBBggf6vfu1Qj+S5Mel59u1w1mF
H2iKVKiAspeSmZWGVzd6Sa2SoIGS3DmgXqJiqxRGKAGu/Pn8zDwWKVHsBvMW3EJ8OFkSJxe5mPFc
L8ZpaItmCEgT8yoZ/Q6XVcirrLNiBasg7Ht4AFWQ/dzyI0BotAw1Xw4vLCCMwsRXaYDFYEvFi2wx
3yeKUbjg5LHS8Cg5Nif+DqRdXBIH7Rb0vhL1Ui61xKHfMvbagTHAS0YpjRRA07eWBrI6clQ589cw
BS3ASuWEL08GV4y3EAA+pJcmQx7dhpsTzfART8HvCm1WjDm7wzVkBG1ZAsUTQUKkCBKV71Jv4a2d
2c0owsETgb4GkrjT7ASVAOPr00VkF4BEbMslcptxq02ekbufnzwjPtsWwKnj55l+L/Uv7ZfErbN9
I6tLif2fmtC9JWQh0K8DMBJy38gx3a+eVMROynlhZPfRsHaDHd+vmULaOfU2t/OB19v0PeutRoVv
oVG8c32+3x4ToEjvAOECLheIDjJQZr83H7MUXzue49kFM9JgBS0Je3R8Gk20S4qAxIVJL/WuPO6X
e5OTwxX14IpiGsWzRzGRkK1JxDFowHofBuGbQpLp+QzHCUzWF8ldCTUvkAWBUm9yoLo47cBUKfk2
57WR5tVDSeiUVqlWCtXnlh6L+lhLyEIC2adwuDWmnn2al27HSEFgp8mmF09uM4D2B71m7DcyOsIH
+EqjRM8NJiDtVpQPSmUMO/DzkLokCbsJlyq4jwAXjAe8kUihg316FC68/7ZSlQUBS0WBXVG7dqSX
YNWYOgsnx6AGkiWr+CCjJNmT8sjZingsOsvNkOaDrFyysDSPdaVxKDzSB4CLjgTpk/OU0V1cpODK
sgv+K8uuTXEqqSMXQxLK012fiA6a+gNb6DQOtWJ+7UCuD+4lW7NQptSff6a57TdeGMBfovaDx+Z+
VcI071oGShx2zXFwh5Q6MQsuqIDLTQcrkPJIg5OwFL/MGQU5Ezh98C3wskyMCmHpMbHnh3bkybLF
NyW9aut3pmo2QCENCPECZSFimsmA/PAn4MtDYHzkirifZ587EOfosaoD/5vvV73EQJMB8QZfkvjS
wRkvfZ2pdXkJFjx34ATw9qAFnx6zYxM3i23rLEAQHtiS2Aw7BgwnYYxel6oYFu6u8V2ZnmwJBFQM
Eiwg8Zs223B1S/eS7IVIcED+iPNxeS08MnOXM3trYvysN0+bg7sZXf5BaHslQxg5JPUAv/2LA3Th
hU7ee45AU6oMt0FHuoXS1NyOuTU9cYZEl1PgDuWhLWeCBGqWjlKDiAEkKZMQ7kqpDNqpODb//mxI
iPDRuyQC8Tj1wAbPYwZaKUO76gM0zF4dLtc8zlWDLsN5jJe26OMrO4oj8XB4BOCE8JJPljdtQm9I
MUe0qzJG2sosVNS7fD0wwxmi56OSgxRqLnxVi6kzIMMCtOryXu1rFVWACkEeEj0Ext6oS/FLCnoO
1FaUv4kHdrGlfbygHjYbyk1IdKO9Cww+90OtQIyRxQODzxFvagFpV7TqEZnbl9CDG9ZoTaVLM1zi
65ndf1gi8KpDwQyZj8kNTqdCz/G9ENpKXGqg8obu+YUa1Di5ItfNFUaNCL2TNyWtoeeXdpe8oPGo
TieNHrqxNqqAVGPKNlPRDpsNbBbZdNr4OyqV0UItR9Ex4D07BI39IRmg4CbITqz2Wfv+13sR+QvU
3YDQhLr8j49+c/YEzg2zLqsiG9RE6LbdcILW5jqfgJLl13NLj63j2IK3piZXJZhVIQDFlZHN7tBz
uXqTIqNy9Nf6zVdBIKBHBpow11moSpD6iw8B9Lss9yAuVqMffVogfmVcZpCiHAWtJ0cecrzcEPpR
bCM9XWopy4BxLITE9N8/gHdmJhd0LqdRHLRhbMdDgC7lNbimPHYD9phuKdc5E0fdzWjq3LK569G1
DFPchTWHlEiv8jvEk2WowKiVjhSYb3QtQe3rsvBF2cedC6wyQIDwxEYl5Ym/AR7/oCn8LLYBN9OR
cP/o7XIXGN/BoSRGoMkAl7RaeRQ3EH/tN3g/lpyvmcfpbgDjAG93by/6gCkmsV3QiUJ6UYl0N+wT
4/k8Z7IpWOCbeU78CpdPgdzP0tjONNE51q0G6jgWar3gwjQo1iqvbLEWE2vB6szbdGd1chmKcllA
8QSTkw5fxe+YoDYVavxbpyITvCpUbq3q/efpudGZtwI2QYUNajoEfD+JlpsFpV3WBYdBFdtUiIgS
1KifeDSgZFE3oeo3PmXWLdupfJIuAUpnUs9jOA5MDYBlyKlOdd9RwXFRKKojOwI73yGouozBU+zy
tepmFAMwlpAP8mXMvb24dNhXpIvSQthmaVqlqt+H8YvnBs1XSCll84V4r+yRim5qCpQcilx4aB/J
wSRbMHxWaHQgSsPOFQbwiPhFmYkoRrTKbwrSwYLRhSmfIqWoCDoTdd4n1/mur9VdUIQ7CHl3iZom
Il4EXqiSVnu+/LNHeSQBwyuNBxBFpfsNzaaNIORZHtnIJFRUo8klYVzQIzgnSVHbrYCCtayGPtig
WhX9vehsfT4AduYxgkrbfwOYHGmep5MAolgIlAOrFmhASGsf0tThuoQaO6eGYJz9DXbKzpABL0Vp
xPBKImyoGgzL1Z+CevNesMpRda5crLhPlPiSiztUW/4PwwTUGfSoYJ5HBmdyibdofO2zYIjAHvbt
f9BWsKU8HqS8heHXWtMaYkEamSBIUnO3VgvhjXL2MZDYjaoUkdrBOQ9XjqOjTBmyahGumm5V+Hjx
SS4ReklH4ZHaCy8fj/I5ML5AayIyu/+qNRLk1NAxkZ32Vi5u6jwkoWcgP8ihlzngvuvW1yvk9puA
IU341oOB3ln7UGAJ0f6DAma+krkXpVfFFt1sr31w7gFviLUip0i7VHSfuwEQQyGQRzw/hm73Y6W8
wm/7QIlsVPUbza3FTMvj3iEKllxHOVUkURSnVlFQS+xYMyHNiBQEb9LYkAOFm3vL0FZy8lDksUoi
7Vplx5UAGvTDXojzbOFxnvMBUHiUUC+WZHCWTVziTMpdoRh8XOgcw4PPuu71QElfUOZZ02G+VC6Z
fT/g1ELFGxh9/Dc5VBT8S78Gj4tNx2hzYhQjqEkFWqzqKvYG6gH+azhovbf0bI2XxcSx5G7NTl5H
R/Z8J8jr2M5FIuZHSdjV9EY2cECpcJN1Zl8sBDaPKC5sdJD3IrOMoisAZJNP2Al5yXiQ7LP7BjkI
IIuglvXJAqxekpp9RTFEPnrwhgKd6rWmVCWDxksKUL8CLuvhD9OvHX5hSHP3GfAyoLmVAJ1Bhfp+
U9E5Q/k1RcE38pRmDR5aQEcq4cJSpbCDCLW3YdLcVWkq9tUaiN2F8HIuPcDhilIQeKE0Dq6se/Oh
5HjgNA8TG6JERAzepB7VPd6ipDXHmUlXmZF7KuRS95ek3ma9bRhl+VEHArnHyQ3JMzFQRA0stwLp
8lNJJ5oCYRAn0MMmVgs6VUvxtam26OUnbmwIYomrEbFgpqPNfmBQyPMg0glesX3nv8iRRjsqWPie
X+MzxxA6rXDBkRpEzmp6DKm+EgImZhIbStUqxa3csgEnxk5ZwtfM1IeAYELErYzpSREgkfvPkOe1
KGchl9jRtrhQq5iUKsSzyPnMnH8XhF3icpzLCd7Zm+y6dkiaqvBgLyU7z+D/jE0b5+9hfwy3InnN
oGdul1BLXHy9Z078nd3JQ5MkTCkPAZvYzW/EASG/SbyPRDKFNANlBlScCpk4wg4cXXR3KamNg+Fk
WhTqHVqH6k2a6Wm0gCSdOX93Ixq3wI1DSQ286CDsTGwUyccugUxr6Bi7viOM9112i2Qhs/YAVaPB
T4mmzim7UN9HvlRmsNd3aJ+0kGwlq9T0Lh2+OZD1Kk3UbDd2yehNrqpWS7SveOOU5OX5zv5BSkzu
3tE3+Xcck+MXN2g59hTsgA1oSIhCOBSECehcse++63ez1LYJIK0ZWduX9vN0Wkq/zqWC7+xPnvEy
abicycd1J4CzgoOw2CJqSQOzW6cOpu8hKPS1k/v5fN5zlY5bu1PmIb+vwTLhY9612gsETfYIstXI
gbyFqXGr58ZmAqQ7W9NnlW/9SPYwR1naNGCBDaqj07907vciMGYuRXRnavKUxnLIpz2HaXGHGO01
yMSgM7jZlC1CW1Lw++BXC4jizlnKaM/fXP/to2lhRXBdOBUeTnTPWGlO6lSld/QLPazDbyBzhlCj
QLuS6vmFFRfyNbOX843lyR2G7dO20YDVpbmTyABKFxgdhOcWnePZO2tMZYPkFcCJKZtG0YoUL7rA
dArUZsQ8CkbMoNkBDPgrCrrD0ljbCY3ig32lhVqlZUMJ9shPxigSKsUSe/m4ZR6P7X+DmVxXSc1E
XsfgOwfZrvH0DnENpUJ1AW3wEXA7m1ijlvJi87v4P5Pjv9/ckGPQC3IZrDMnbJnAqMCLyr8BV8ws
UolMo0sEHgitJTgkojAmG6cUw6BH5FxGzuU9lVvgl7MoqMw456g/g3LZV0wUapLgD9inC2D+vxF5
90vFu+k5ehjBZLI503UR1xfy3ot+pUClgL6vAScTJRgSSGrb0yDs6+E7i0Kgdladv+COsZM9PZpX
aBRqRoUJEa0ok/dRrqOGSptK3rM+sgPQKq7j4cKnHr7uJeAOrLODepUb/K7iPwJ3RaWj/z3Ad4Xg
Shm8034P+lHCIC4pWAH8FYjN2a/qfazzLMQnU5DGPwNlGGCBETQCrT+5vmsAaBo3L+W9o7wJUDmO
gaYrYk1Oip3Qo4eaD4kSbGKwjR45JVEzx+oHraha6K8srNl4zG9OxD8jQRs9iknopoeUwP32bFwm
huQHI+/bYUDJch2lr89v8amP/P8s4JchhoBe7Z+PdnMAPJdDd3wpyPsKygySplhUdWKEHWA8YX7K
RDAFlBu/WOjhGr/047T+MzrZiG0N9XQn4eW9klwF5bMVHVJxxsLMxrV5MAJ+OQ6xJmo9UzkT7JIm
k1NK3rt0kGtiDAecj/kc2YnUTioHvJVeh1sVVQ8ioaXaQsav2NFghjuJEgWlhkzJ1edDGqf1MCLs
f5AxgPCQmVIjlGyexEyFr4liNZOb6J0VNpGicvH5uZ1JFuHnm0KYckT1gNcDYmr3u6as8oDPQyxv
CCQN7WX/w9l57siNLVv6iQjQm79k2jKZqipJpdIfouXovefTz0edmXszmZwkTgsSGugCKrhd7B0R
K9bayNFjUx1I0nqjZ/vd5/vmllbz0tzstTVI2eBWpWKezOC5lv/Jg2ctWKOXXhvS7EhaQpSjPsWQ
wsapgZmDZZdKhfayrfEEWur+gJYcFYRP4LsRLCEfO7t8TbmOYWLNrFPSgr+VPiuNbufCtwbWpPuG
5rmJ/6zUhaWZS1S7XMuiNLVOlZy/x9prMMR2Wqr7yt0ZHYzLZJqKf6rGHg3KgSvx36Kbg0AATA6F
oSlHdr1NJID7VhMU1kneq+M+ij7FxmvqQnwvnyPJsvPiqDWvtfWQK58FbwPmQwGLvEa8sjTXk4Ob
OH0B8CuzhVUHVQkqNOtPbRc5deM5o5baZuk5lbmCklk6ffpE5oUODiikueZtmslBHY6CdXLlFK6p
pyEhDxQepeDF7L7eX9elE/G/pm46ptOwDnur9ch6QqPrBrYKVL0y19bv9kzg12TgYZCckmmaR1uI
bIeDELJ5gvgN5FQaO1rzTapKOwueve6ISpkUHLvku0Go6xZby4WXcA+uuRYOxgrV1O0qApqf0gj8
h4tkXrmIOyOuW50TE+fiBxrM34RQAd5idLtYgV/q/uzOwxxODc16wCghtqFOTePO9cYlrRTUaiex
kpLm1LKdl/vROGhkSMwgd4Z4J9rqWtLydkmxCSYfcA8pRNhPr212EQXsvg7dU10XNiDqZtLEWHsA
z17j/xnYhZHZdV/V8iDC7+ieqvhPGL5auzS1B2TOjuVIfUTcpON/qSjx1yK9j/SxkDOcuhOvhwU6
YxDpouFJqLyGsvuRBfqp9NR96/+KQcsKKw5vaRanVYM7Fsgw1KXX5lo196EpCq2TGD/Uw/hQHMUi
XHlcLG6PSyMzp1opxmiWxP8nVWu2kvKUxcBrLVuuYTsOX3rrXXd/DUK+cuYXXlL0jHBf0PlCORat
j+uxpdzHVTRyBrr0lMkhAK9iMzW5lcemQfTI2HV+uy+pZkE9sHIgFqf1wvRsWq0ko8wGXORU0ovQ
R19eINyTDj1QQIC0+3Rj/rKIoMx2Z2RbQVuzPgvb/rOHCGlA8oLtvOGUNtSAp70/zbeUooDc/Q6b
XfWsyIcUMbF0dCTRQSv7SzWqK7vpL/3i9YPK4h1FpntqfeKmnh1KXcvrMki5POg4eP3sOxIpnp+G
o1P8FpzeHu32IGw9+zvMz07vBM6+fN0Mj9YG/RJnODiRubu/EAse+ep7ZlsgLBKl9abv0b+go7zl
NpP1LaUHQpUPdY2jZ57v/zvvcNZNNIsqb4h5POUFVZPpZs1hQkQIJBzuXtsX4rfOBVRdos9U7lwV
Z0VbbUnWqYdBXXk2evAWiVY5Q7ARm18izY6xYLfez6zaG8Gn+/Mx7bub9eEoEkhRUyKWuj4SsMeg
5eeP1inV9U++4Hs2fQKv923cXuvsARi+4LGjFZlewGsbmRTXVTdwGVixaFcU5cL+tcpaGy6UQF7Z
cH/z9jcDQk+XUqICVOmGVQNtE9PzNA5aRTlWOhIRel1tm2ZmV3Jqhw3ZZeEsRvtJlUugWG/qCLCN
L34fgWQ3yAN/9oa10t3C5Qt9LQqKBq1QAGtms6zGpa8agct1qNDb8+i2riPJx6Baa15YszO7Kxq5
rNDP4QElNOpzFaQHUmMPKqFbuBL1rhmaBRRB6SPzUGKINLJm2XWy9+kiXLkmFvfmxazNHp6BlCW5
VXHX6m30DxBL0uN19eX+3ly8ii6WRpsu/IvoWiVkicackYyuQ4Oqpe499s2Xn0ZIcffTYOzu2/vb
5nmzP6G2oQ1n6r6ck8BpRijG0pC4p8gW3iZSKx86Ldmp7M/H3q5turf2lJDtJ+Ph1J7eft23vnQS
SfxzGqdqDxjC68HGaq96hYZxQ0Ook7cfSrRK+i5Wsu23K5WNpRvv0tbM09bVIAktFBmnutsb6vci
eSm0FRNLzpznHvjeyYFRuLoeDsji2LVqhuP3b4a8sYAHNP2jqxxR+aLb7f7cTbttvnATqRPxGEky
mj6ujelFKvn5WLmnIRGfeJw4RmxsBF/4rQfptjRpie1+lt1KRLRidE43Wgd1kOtD7p4aQA9S4R90
67EUifwsEIgjWdAB3IsvQ3byLwYLQTCAx6kwOweauhyJLCpL95Rv1Ic654Db4+C40qZ60Nbiy8WN
cmFr+vnFCWzUNE9CkYn10j95hBbAr0JY8SSLp3wiPP5/45n82YWNxK08QQ0ZD3VcO3mQj9A6KQiY
fg+j53DcZt5/i2n4e/VfWpy5YkWpDSuTsai7/blFBCUEOUM/XdA/e9lrTk5ZfIygg++7ZFfK/uH+
+i0kkok6KRzDBga5I5Lh1wPOEj0fhwTzZoj2kYSUWvIjl/5R4OzK36TkYNUKaHU7jh6iQdmk/+LG
v7D+dzkupnscw3jo8hoKOYHWVDGjZm4cjG6TPBMnr9z4S7cECjT8VcBvU8+/HmlYqmkkeYR9KACG
xmatYrp4AumYACVgITA+vx8GHIHWaLgxUG4gMupq00NGDVLK3dNK038DXUf9dr+yfEv3KyG0hbIf
cD9eTdeDqjqEIPNEYvcEtZMle7K8kXDox00M67iKjpW5y30n8L4DjKDRLXOK4r2RVslpF+f24jNm
m1gUM2SZOz4jaqBcowauv4351tsOO23fb4rMcYHrQE5QMCvCyh5acu4GTY8kK0DN8JKbTYEZeH0W
4NxB2tXRBy3FtlKBqSvtSnIybbUNYLqP5v7dMEVgFtNbmP6Ya3uhb6RhJ7LQULw4vZ58adVjYaFy
rwNofKppJp+6O0ox2ubUYkSk/Jp/cZ0R4/NEVHmKkwe7/oI0H0JRGHH2KFE5lLqsfJ/rj26xkeUn
M1+5WZa87qWx2d2JKEfTadJkbPzSgX4un2vPX7lFFpKnQAgvRiRfj8iMx8FLBFw7zw008TaR/D1W
mlMpvQeg9aXOOyR+LtpNN+5QdE37eO0cLS0qm4f5pIUWCqSZG3Qb8PR+YrgnoOZOrDojne0a4VXW
kXBLHut218Q/zPyZPuSDHOwM4ev9g7zkPS7sz+/vkDyEZMS6exLKbVwRbPbxa0ED8y7X2jeR4B8S
pvsW5xXxvxcPjCscnYnBkLDzes4HMQyFVrY4Nx0apNFJk3+O5XvpPopZvHfVDtdlbKLYkeofsAdt
6yh61q3VzPVSxoE3Lk8Hk35qAr/rr5Dp3Z7a7QTcZr+1hje/OZrFaA9mS2oud7K+tY0qtiF3OGWZ
9LYyBwvTTk0A8hcEzRXknWd3gmx2RYVPF07hU/DPCBo3swXSLSxA4VinaG8eocpNtjIyaZTJ1+KW
pdcGwBbgVJAVacS9syXwm64qI1kVpm2v06vuB7tEfW230dmCfHbryitB/P/HoMoNSJoF3Y2Zr+xd
I4mjWBZOlSE6dSFspdZuhueW4pLp7o38j2jBvbN6uhYWmXH+r9lZFAg0TQVfzjRn8VsvfZKbiEZ4
06GjQor1ndA7vFurTekHa3t88oQzX20i+adCBS9N0rez9ZX8wFfGvOHOlwNyKjZytwkQBNMGHFA/
NhBj6Ilzf08t3MiYnIiIJ7QiV8T1hg44ar1ZYnJi87AUJ/Qh4fDg4FttKl+4+CZCbjCZIrBIgO7X
luqs6fRQ4NJtMxN52J6U+WOSmAdTDxxJeTdQ27k/tDkcb3IZWIRGDD4GUoTzqmce9lUxqDJuWqAM
QmFp6La+a/dIl5uJM7ovMnjHQYi3UubZDXQIRgcIgwwOr+pNCAeY9yZ7X5S1F8DS9UGLBQpAEyUD
mP/5OfK0QIZIRkA81P9gV2sp/55CBcdFzCeldjU0YGf3ctJtC9A/96dlOjTzTXZpfbYOmuR5TdX4
wslwR9BxsHN02mmCm7cw5HVrXW6Lq46IM9TIdMGjCHC96kFcyp1Z5Fjrd4hZsK2T5gAummdGlNhx
7ttk5dfCooX3ncnzivKUbkwJs1noldaNQHNjKYD3GOBCkyHXnRrCM/ecurmdQaxj0lpY+Zu0yh7l
4pyCz+5XrsjFgUOpxLMKOKAxL9soURc3QpAKpx6y5KLewcG7MSgZc5pL5Ze8CqpdePjQHE/DEmIW
Gn2fsydBpY9C3JPxOeURLHFWTgEnEKR00xqZurKDFv0yCHpdgQXXIEExe1PWveh6kVdhi1yFw14+
CEgVHVs/AqsSZ8+eJdDUh+L7Q5f5g+NL+tpFvDi71DoIXSjgUiC73lbC4KP+64vCyWXnWjFZA5+S
1WMzacnUH378fv/MLI4Ya2CWaY+ggWD6nsvIz+qGHmpebiJgo2G0qf6ouqPV2jmlMwYCKsJvca3a
uHRQL23OVjSCxaVRJGwmpa2POYj5pqX96cdaN93SXMomdwAqHdDZzcfWlW1bC5oF673ufqRFtstj
NdyUaPx+B62s1t5KyXbJ3gT7JuVEXfOGlCOLJLlJItauMZwQAUfhDGt7I8O4+blPDvcXbskTXNqa
7ZMoCEQ3m/ZJ14920BQkm1YOw9IFemlh5k6LtDbSOh+E01e/lre6UwXCVqCL9f44ll5+gCW4LUhw
kqmbnTi91GspsXh66fRV9ebBQ3zTPeZ0FElSwQWy9V/uG1wc1iSiJUHPONUcrje8pmZhNYEWTulo
oShoIa3ZnmJF3Itr/SpLjouCOt1npDkUcc5pWDRSLqdQpZxy7WunP6XGN9/9c38wizfupY3ZUSpi
dmNJ4vbkxvvO3VZfR/MARQlTCOv6JlB+W7/NtZLcyrjmkOjerGN3bLFpyX/i5o9pnfP2Y2VcSw/G
i3HN3aCuCCRSdLa3gg8S40fJGG3lJLoH8sXlb+99LNeETpcOFL21aAdNxBfQtF7vC6vo6qAxRe9s
xJ24gX93sMcUys+VgS1NHklNBXJoHsM36OAkcGWvzHPAOZvC9h0qjIj3IHKw/fgCrQ0aAGsWl/b7
pcHp5xcOvqjc3AUAjLZmau0TadtaP9pScmrJWjlYC2hcWAyZORHqEOQi5gkgM/dr0wx0SrVWs4n0
aBeM0LBnxintaKHMH6Ly2UeaiUtmkMjAu096+JGMrysTvHS5XH7F7ELTMt9Co80AgpX8bpCMeai/
ldYXwg8nzNB0SLbiTtCBmNMG5LjyE18iNKi6ryFel6Yd2ktxUoWWASjODmYsIlpAa7F7QqnNziNg
oOFzMSKJEq11Ri2ljknZ/I+pebu87o1mEpsjEJfB25p0jYJLeEj18BAW2rmjSU2WX6NUhPJBetbU
17JZwdgsnRx9qo6x9gsC2FWYVxqdOtgXnwcB9sJ+xRssLCkHc0KZTRgzLtjrLdzqRmZA2uGdKytE
8halmJg7D2WUgpCuWn0ELiydRRg3qVQCvYBb/NpcnEuVh3COf07+qA/jRjjHR/Mh2UbP/WsGh+ib
dzQ3NAvLu/s7d9oRV+EL3XRM40SAK0JBPK8AeEMcKrDq+eeYuqmymVAHkO6oEO4GT7mxK7qV18qK
vb8vw0vHAJFgV2fYk4L0ubS++wjPCsPZqr5C7b4p04cyXEl73KwjI4SOBGUL8kzA1WdHs5FqL+tc
1TvTdr4tUvVQdvs4eiks9YsrbO7P5s0iTrbADYGKmrh75823tNj+X1ugsIDK7AuYO2tD2K9iRtYM
TQ7/YhrNPmm8MDK9c+N+KjqFBlEYmxPZLqLP/2JEhFtsyAmHPGd1MclQlUQM3rlvlU0I75epfgpH
65jJP+4bunUo09xxBCBjop5BvHk9pDgUPT/tfP+sJ6eyC7dSOGxIctCjkj30SvAYx2DbaA/SBYc9
ImbfV8e6tDcvv2A2qYgJyhmK0/4Z/EXvRkehfaj04GiqCfoNEZT2yUbyft8f9tJCQhSBZgGwJ4oK
05PkYiENJa9ixUr8s0hwWaff1K6A+fa4WttctmNIGjhyUEZzBE9buVmj9bl/VuOD6P2uyfll0Wff
WrkIlw4b4fn/mJl5sbCAslGvMdN6wzYPGluLNFRJK6cqxC0G70/ebRzJnpkI+khgQwhAWe969vIi
1xKiMMxBxirhwz7CoKNP7+SZ7Vb7MgjfolDarBidgpy5y4Q1HOgj+bdbBGk6DEUdD3jqbKvuhUP3
Ej75R786KXt9rbR2E9tN46M1Dey6CJ20MRtfkddt70udfxZUmlSePA7Csxt8EeS9v7YR/9K63Qxr
2hsKNWFewbOl8wTNbIe69c+P374bdrU9nyX7bNm/drvzEcVBGyFC+3X7evRsOn7Dze73Z+ThHZ6T
m8+/t58+f/90ev9d2639dBrsh5Pzcdp+Gp2Tv/315+WrdXx5HJwD5On2w5PkfBzeXn4djOOL8/bi
bB9WFmhxD14MZObw4ywnOJoG4p3UT/QVHlR7XEuYTBN/b7ImV3JxbCNlDJQ267Hhhbx99Abyk8xb
exTMWRrZ0qw/XS+AlQkeCemuzVRQKZSR13BbaqGtZ/+0sA74Eei74acgPoxq4MhJv2/zLXm5ojvU
Y+mg1eiI6HXrr2mTO52Q0RBGP6C8xlJwE1LMPm22NWmBAW8llDiuB2mT/rOSc1ycX3geCJdVPOM8
3acLPWoc0uifo/RRRxnEz1cc1ZIBhMBpl5weeNzY1zPbdJHadpnFyYo1XHuBq/KHco3QesHr0rgz
FSDooQZQO/PuehYBb4dB4py8oi7oyPZ9V7S0P65+/zwf4wbk8+rp9xshMh2JbabS1qjPFAxs4/A7
Nz6b0kYPvgpJfKqhTFc3+aTNfBSlP6hL8Gr4F1BRKmaXQ5avJ7atG60wBya2bRP1DCGgdFTcbqWr
dsnxU4OgEsH4UFayZlb8Nm0Dilxc1RGiRkViKwcoMULlRYEUxibqGlZC6FuI8jSuC4uzo9gZihFL
LhbHn8CR7c/m5vOP8yc0MZzK+SbYExECtAsP708f297Z/jKdB/ufg9LvV1Z8cUddfMbs2HXmWEe+
4vpnJXoSTTqJacEcSWRO9aYi1sGGw8obbmKjsY3GfJQUf9/XIFwfBfMXkh6ONvzI5Q/f+9z1NGru
25BWYQiI/MDBS+CBVh7fCxfY1azNjlmYdF3r6QIbtHg0c3ETAiVsxJIc83sGbZBrrbXsLzj/K4PT
/F065sSrxERlfijxffKRc6nER8tF1TJb2YILj0UMwZ1ExcmceEmuDSldJQd+EwXnQfwoWiCZ6UaR
EBaoNomiO4b2oY3f7q/9bc1+2oLsd2kKeWl9mnkTVS/TsMzi4KyU3yQTzy7VLRVGFJmEzBFc6yiA
H7eE/qgHX1RBcJr60ygDDOq6w/0vWXCetHlJNHpNRSGAR9djr4JSrDKPsfeG5G8Aqrq2luRrgjSL
S3lhZbZ36lQc0rrygnMbflf3obZv4NxPt1X5dn80SyupUv6n04O75oYzLYDVRK2bITzXI11ep8x7
cNs0sqv2R5r4sBRYo7PKd7x0Li5tznaPq7uBkAjYtHg/0vS6Vbde85z5mhPrKyDsJVMgbOnNk6Af
vxEZ1oshIELMwrNUO+2wi+stSM1C/eTWz8JqWmjRTSK9RJ1w4oUCUXO9Ndq2lSy3qbGWiFsBYq42
nGqD3Wch37ue9BxAGFKgcaq/CP6uAGNR0hllBZ/7kCnvulPR/u4E5WfyQ32qKqfs/5FNuwjeGwqN
PY+fEKp2/WBIT0F9DOXvobqmgrm06QAJMl+8ugkdZv4j0MdmFMIiPAcjtELIbOZbPXlKpMKp12jh
l06RTuqKLUcfPcij66ly6yCKBSsOz3LwiwRzuJamX9rXOiXbicV6SpPNfn9VBINmRSyFxcNUaMdj
OD4X8VPhmzaYxK5GWKEuV14kC69CGkQMmu0ngi59jkoIjapxs7ENz6lOy5DS2mH4QGJ05TJenLkL
K7O7WCUioibUMXM6XNRJbf4iUx9t/3u3cDmUmZNj0lLEfZrwLGZ/+uRZszZS+lU0D74e2Wb2Ea51
Xy/d7AbAwgnOMalvzAYldcrAc46pk7yNHz3FIorDamsL6RobytIWvzQ0G1jdaxX6fxiSjTdRq7aS
wf1/hvBnl64xDC6aogzFg2VKoc6xinQJ94EwVpymutzI7avVUOiFqKz8iuTO/eW6bdsj40ZhjYmD
OY0M6uQHL25+MbKMTI+IlWRP+5QM6cEsRZsk0osbDdvIHTeKZmujYwpfgmANx72wdtiGbBKtEo7b
PEuGqkQXCzK2W+U1zw+pZqu4dH1/f4gLs3llZeabdK8XLDL5/rkxpczOQZ7q4ZPSQ6ky6q+Rerxv
7bayMpFVMByUCCjTg2u+ntBBDtSYzHpwbkJZhOUqLjZibAxw86fw1IrIK2ldN+57qcjtMjfcR6MK
wmdfN9wdrVUpZc4s+zp0RJ61AQ32/a9bcG6oYuLV8NFTfDULACrdk1yewjy/LG9fQXRBWv1XDctN
n9AKrrgbqaq/q5X0z32zC/5NJkEyTQrnFKzG9ZzoQmjkKISE567PP0MW/5YaIoyea6/YpfgGhV91
6lkBEgI157UdTa68OjSi+Czq2rAfEgvSojEsbc1DmcdR5RrWUlDVaUKCmc4IYcX3LQxTUacSEpgU
dsD8FmwVBA+LpI3PKKLYUe/oH2MXr1wVt1VkqAQvjUzb/eLARqNhCLXVxOduQHgKfi9VsNNTUtgh
suvVu7zzV0a1cH4wSHMvvZZQsM6zKaGYBq5LP8y5LM1oy2YRnytTsoDMpf43Q6qKT56aGCvDnBsl
PQn6kI5a6Bx5Ys7r8b4uukkA7cUZUThwvHvDO2mA0Ard2IfKStbkJoc+GaN9Bco0muknaOn1lCqC
r4+1gjFP/Mibfge41YYTnRdW6iDiYWxa6aMpkbgUbRclpUhfKcrN981kX5tk5SbuU3QOZj64112r
T0s3PiuIj5HN7oGJRNq/MTKxr7CMaKTMwRsJxQ8rAjF+LrXK1rX3vqxtIVhjO1wcyoWV2S3pjQkP
kChIzgP1m475yybujmGV5HD6PZeZxGnK+Af0fAo+WL7rJevVrgq7WorPUSTtKhNecz/9QoOT6h6k
B0Pai1p6lBL4RoXa9q3qZBJqruptzWOEvx8xsdcDHzJhkJ7lkSSpFNrGZEpBMJqb2t30W8WpHdDv
tvDw9uvXn+Tcgey470uXTgaCtHBpQdBicDyuR05Z1UvMmM2S1f7rxMXmQTosuTtU+jJxDfGzeDSs
6YEAmH6S/JwdDSOSfVEppyGO56qBQJHnFUm/qUgek5Soov4YWD0swdF+LOJD7v9JxrWi+eKIEY7m
hMLSTX7qesRanLpF6frJWeQOccyOa9XjebQdjA4t97xy7Tjrg8P9ab6hh2Fxkf8l8COrT2fxvEgC
E8TodiZWNdhYBPc70jFyn33EsmN1cHvoD3G3KaVXxfohasnGHuqQpkUuNW0lY3Iz+qmMDviJOhdP
CqoM16MXm8yNfbCqL6YiiFvRFR298XpnHEaPBJXW0iaUVPv7g785XdiceFunVzWpmrmcqqD5Qh8p
VvCS1YO/qXxZAlcvjysXy+3mmszA4M99qUD7MYfxqOVEyKViBuKWuvtd54WjDNIurYOdnkNT0L0X
9aMftCdY94LiVMf1ik+8yQRDRHf1BXPPC6JN62ozeNFjmGrijTA8ttGTpuYfVMOaFkUYlBL7xKnk
nz1NDfT1PjQ5ZGe6XcvPgnugvUZZ+6YpYrlybX/TDty0vM8M0Nmz7Z6PQmskDQveJVJ2DLKw20ex
JD0oLg3ahVcq9hhWEqBWqbajTtOfozyrN3UVyDuxDJNPqm9Ovbp13SHJKUEYGU0Et3lF9ZfLe5Mn
9VdfU38ITY5ypRWEW98nGXZ/A81f9hNBDd9PfRGnocnzlfXTtIgHPa6fG8lttilSTZuWG2gf9qGH
+JK++upeNAggDDc8icXNqTA0dG0EoS5qlBdPaDK8mvWrzOuoLV/bSe2q/V520lFIu737Xh07H4GX
H7iv0TdWYuy/jDGXqzeNHB4QyDgkioL4juvj6lltanZZVT+jpn70pIe6e1dSp9wgLOB4XrBVCyj9
3EerNewCnv2x/eT5W/dT3PzwtHaXe8+pihpg+UHvoc//8Ojjaavz8FVH/7wbVu6Sm4b5v18LPTUf
Q6QCl9D11/YBObs67utnUjoPfWZbjXqMZQNhwcYx689e1DhS9Vun6YT08IOSjtuq1jaqvEn0Y5c/
JGWJFOHJrzQnHU+0d7xpiEkG/RpY92/EO59VehX+ArR42M/FxcSyrKGMj5vn2Ejy0S47LX+Bb7gS
HXn0GzBUnhiom7jUY8tuPMN/lOHide2iN1GhDah0m7TMQluolnLwuciBUdt6o5oPYeH26bZJSumE
8BA9noUbTpqugpn8HEMP+HruNeHPotA6D3WoMn/uCSi++1EpkryVy7DfqGmNQHuqRAoIgTFZI2Ob
vzGmFVLJd3Hb05NDD+X1CqlqMLFXk3WsVNXO3WCjtX9S6XvtD5CJPJlrnRLz2+avObhUVHo06cv9
67IvogtpHBrdMzAHXMst2Kmbnc1a3/cON2NCko2LkPY8UL04iun6uTCiS/1Yi34mPHuB+5zELruv
fDC08TESntWonhQIpPf7Jm/8AyapKEq8PqGFIBi9NumPnlJS0RWe9fCBWu+xq597QsRA/XLfzvzm
5K5WWJBpZAgS0uB/bUdqvLaN2DmnyLHNFd9yOwbyQfSE8R7DqRLBX//uprcKQx+IhISxRKWpPJTF
g5aY2xb1yPujmL/ip0vx0tLsYZvkXVpWse6dRnN0ZGEUbaGrfwm1+em+nZvdNrMzcz9xVbQelSLs
qM0TD81NnnqPmpfQChz+jMu1HoPp5rzyIjg4HpET2R+vO9iqridwyNXI8HImMH/iMfPcuxu4VbQv
xAattLs/ststfm1q+vnFFm+VTGn8BlN+7D50r0qxdZvnKPnOC4/Xw8rmXjM2ezEIEhJBlC2ZxjR4
MEde6fBc5kgvMqNZU402JKb3h7ewcJczOc9Q6l4zQsaGRTV5CyIqJKa7GaE/oPnW9/7ct7Ww7a9s
zTZjqzeCGuWWdxIBZgSdo7ZPKZHGoK9chgub/srObDP2QWW0aoydMUO2EaWbTN5J+cq+uEnfcLSu
rMwcEW/pHk4FrHTCe6Cb70iCfU1d+VH+HL8U6kbwglc5pQdOG5tNp6/0pd96p2vjM8c7ZrmllJLL
rjS+WN3vIfkvY5W/g5uAv5O+oMqNdb3r9cx1u2QUvFNsQd3QS1rw1uhy53hSme/aIs9ORYMA/f39
sbRukAqAagBuCW/pzC22iTAOXVD7py4WOzsE2f6QGOhwpdybK6aWHAjpk+lxRwaFatdsfHqJlIpU
+adaLUJhCzcFr9msSsD9Ekx9iqvEK+GXLDI0t8ei2bqi165xCC4chylaMoA1kfug9f76G5IY1+IN
QXTyui74pgQWeP3G7bZSXwto9JXVSiH0JqnKoipASwEuTSIWmL42mBmxNfZWHZ36NnVk2YX7kdRm
2Tte2aHNGO1D13UaPTjJkK7dX9pl24DqJnlTcINzfduiGlRt1KToBL9x/BWZHHE/KEX6yHdGTg/6
G64ISdgWlvCthjJ+UxSZd7j/DQvOlWc82cipFgi0fTb82shR2O2V6JRZbZHsejSM36q2BAcEN35W
7HyUtGJHSYs02LhB5K918CzZ55rUxYmChc7K2XrXhpsKejqGJxGhyH0XFvFea6r2iyh7NKEQnz+K
vlDvDT2R19psFrYazS/UdKcXN4Ras5NVjOIgRU2TnOpK8s4ZDG57qy7dTZqZu7Ys1uRylswR9XK4
4DZAjHI200PYyJVRIvrijSlsZISzWdI4Ba6Y/iJpbWst+EJ6KBHkZn2mdsqZr0pb0Sw7tElPcm1u
DK+xu1g/ukFwiOTnxBsdaIU6wbQbSXcSSTir1JqrBPlRY+1KWFjgSR6VP9SNiJFms4xucO2repGf
CjJMuQGpgJ/trch8yMu+QRyueZWFYHt/U9+U/TjUf1ksYH+ZKN7nWcRwygxUclOcysw8tN4/QvFS
JO+Ge7YkpwIxoIX1IRjePHmNhX/BW4OHN8h3I85MUm827eaQ0XYupcVJUtM/teFtQ62jszSMVy7a
JTsgKaaKBUxNAG6uvVYXuVHrmlZ+iiI8pBonyFB9dWNNX7Gz8BIi2zBxgnBEJjmhazshBee+ULLi
NCC2nKD1Z5KX07pgp8afFW3lvbywZ00yHPQ6qzRl3GgoeEHjCvRTkwrzkuxFEtJ078GAubm/OZaG
RPrPmk4+HZHzGCYD5e4aVlCecsWBgflgDtK+CD0ECL+gx/zfn0N2IK/xKes1XeOTV7h4KbNRBauz
wvRkmcemsgXa4h+GhhiwPmv7ZKvn393xKQ1KOzG+h9badrwdK9EgJAiUmKajMG+fEMUuGxBUzE9x
Sw+1911EClkZjlwGGytYE/u9Xb5rY9OevRhqE2XCEOVRfkprzQ5KIP5rxEM31WcakiYuVG5MSHhZ
wZkJoQzqxGjN6DQ41i57kB7hWfqtHSonA3IJ8rxF+uihWKvW3XruySr1CHRqpqh+5rkjU+8QtMCq
JMbbHgqpiKavsHKfEiN/ub85b8/1tanZ+7kRKC+DxI8gz6vCYGMar1G8hmZaszGt48U6CWUolFCK
xjRDpvTUt3kQw+mfmBs9q+uv98ezsAGvpm62YJRyuiQXreiUeIU9ZsciZgOaaMZnzmiucGCt2Zod
NdLtWhoYLJP4kuk7rf9a//AmlfFkraFyIcq5XqXpSy5mUANakYcIF53obMxGp4fPxYrJLw6K/+b7
5SYX3pLwqaOI7QFR66S1R9PiSLlVgZgCtlSU2Qpatdv4pP7ZkF2KVmn5HlbdThx8O/YI+rMv99fw
NiwgncVtxr4jvUCT6PVoa2MY9V6M4lNcPIfpc5Pv1WhTawchenarF1X8dd/c4uxe2pvF+0YsZ0Oi
YQ+aU1vcppvz68/cHrcJjEsrpqbg+jplcjU0dfY4kccqtsqIJrLa24rZY+L/QTcQggsHkmt6o2np
rG2L9HDer2mBLi0hSUJwcdMC0t12PalROZjKqIDAL3thE9ieejJNcp7pT7QBVwa5dN4vTc3OhR8V
hlpmmOrHdwSzR8mFrqXdudljwPaNhr1ibLyxg9EYKbuscAJ3p1e9XYlr4I6/5FU3030x6Nm58V11
bDQ9w/Mci1O3bTdQPNabbtu8pmcgWh/ec/ep3sIrLgY0JNhO2jug+O9Px+JuvviG2W5G3qfwFLqU
T6r3jftj/AbDG3RTzefkp5iuJCTWbM12shvzOuvMPD4Z3j71c5pJgLPsisJOfsExq7VrbCY3Vd3p
flSmtiCQHvSGzdnDJmoVVzKa+DSiq7Wr6D8QfiRgBZPxII2vQvNLeWjH50D/mjTJZiy3Q7PT19KQ
C1EtHolYEjCUNiWlZxmtSiyDIdSZ4aSAt2bfPybfaEJNqFf8GnvbW8vpL9vDPaE8hZfiNF0fpVIQ
osSo4wR5ilKRbIL93rPTEBkJB9lqaUo0GUVNlazJ/iRUPVDg+j+cnVdv5EiyhX8RAXrzSrKMTJWk
VqvdC9Fu6L3nr78ftcCFikUUMQMsZnfRmI7KZGZkmBPniCIo3rIyyv/w3DF5Qtg4p9RXA5V1NAyN
WHLANbXei+lR5k6PyUOaPw3JsHGQ1671R1uLy1SitO0beLszzSK/fkuEZ8HamMue78LyvlJrAB0w
Rx180sudjRW9aNsaT2zFvRshC5eDQjWhSoOZbfhuRlsFqDV7kKWyf1DwQWO5CLT0RlSR9yyTs4eE
uHEWw7+6fud3D6P+o7eOt/3A6jOD3IcBtboCNH2ZmIZBaOajKGCs/jJGdppSJrfsqBugtZZsEdiZ
rztCqe3k6fe4VapcWymAXoWeH3zelMUvdzZXqiwMujg9CyLk52lwEvx9avh238aOYO7GLYGTNXtz
sgjkgbBBW2J5Kl9RwkEaGKIOxXvUAMH2OJ73yVddI4N3Bpm8jdO55vpgH5rvAVuL/sjlAtWkE5FH
VlMe8UKP7MZ7+TsG/O8vfv3ZV7YwNGvLQx6Z2gpYCzgMFwd1MNoJvhQrxe95tg9hj+5D85E5Wkil
I3vNA28jVb2CVvDtqH8q8Ivg6maekcv1GYkPPqoWsvM0Aa+gQNnmynks35T2oVE+d1b/kpjeqVfs
QlN2zKw48qNPMxx0YTF1DD5r7hT+FsL79uvGsV7ZeOY5mD8CATtzOCy2wvKLyfO9JD+bWXQXdtpD
1ZS/FKv4owF+hlSy58BpzLKrtXgoBRTaSUQD2w8IXyU133uV7ojV9CxEB2rcG79tJehRDbBWFILg
wOKiX26aole9og9Cfjb0v4M3Pk1yZJvoU+ST6wufMuhYqhcd4c22C+zBO6pm6whUn4XubvIQ/KD+
ffsHzfYW/g1OBupkZMYz9Grxe6K0Uj2h99OzZ3qOpjIaqxrZKewj2S3819u2Vtf+wdbCXVddJure
pM6xgCu0BxqhTsnG14mbGlu81lvrWly+1Ee8lXImT4MS7BQGgeVXQWz2Wb+Rra49vRx/Bt6AB1JE
XQ72RNSMzNzCjVU98juxWgCkyNG7hFcnFp02Ft0gUfYTo3ZGujXnv/L+YRvVTQCStAuWnQLYE8Yo
7cL07LeVk4fGXTxWb9YmK9gVjGu+6aZIV5r6jQWH1sJVS3EnGLVXp2cFIHtVDzsx7B9b/7U1fiW+
5Ta6Pemq23vh0a/7n6r6lmxKC853dnlOYY4TZ+w3Y8nGIlko20qZJi/Dvelq4shmjuKhpf+9fUDX
HkQaxzODNNgeHTjK5e0EKBMHWsVCw+wfM/Hv0iDdaYP+Z8yGew2sqxEajuZnj1qvnUzRrdvBvf0L
1o4tDyKPInBA9YqKVi46TS2TMmXaDmsNWB0Elnxmhmp/3PDfa4eHMwtdwzwsTKvpcq1ypvCx+mYG
94iSbbaWAMeyJe8kb9wqxa+aen8ldCY0zatwmOkUnaHQ2VS2G3yFiLCuH0OKBhvudd3Q/AV1YJ1X
kE4y2bIJjZ7vp6gwJb+FPdjkeKNftmaEoR0AmwzgQ4W5ePcUpvfS3CKQEOAc3XWG/KevctHWG30L
vbV26Okmy5S5wUCDXr/8RF6aF2LhEUFUQk+x6CUPh40NW3kqtflWM4gvooWmLg681nWmNZR5dq6m
Lvfu06GhD+PRvDkUwth4d4GgkCsL3mhFrkAH8cBDJaa724d+ZUOpRNOuQOhqbgIufgQs1mMVNF0G
QuuTalLVbG1r2tR0WFuqBDEXFVqYvSkdXW5mmieBqdM+PIep+9XadfZfSLSd5/Pb1x2z//aXFt1y
feN1fQ81Fm4L9sn/N7qsrliFmapRitG4rlz48NEgGdBHGvN6V0V3jeUMHVxkO089FvGXKrwXICy+
vbkrcSGULDJZKPBiWVxubpcnDO0ocXYG0abvjTDwdhWjOpA+M4llKsW+0pFum5Riq/C+9moAkGKI
cx4IAma9cDBpOORywD/OvFzFz1Js+js9H1QHXYT+LmzM+URJ0aEYw4Ex6VJ3egskQShF6QsThoKT
KFm9//ebQZ8VLTcJz8cPuzwDA6qNSYGyyLkUYvOhyi1pVxMX3ctFKd77peXvqr4YXU0NxE+3La+d
cYaGlFm5iD6zPP/5h3qpGIwdLNRZcRa0ae8V3TGLnLEUD7etrERYdI1mzBUbTva4cE2iFUxDM+X5
ufV2ZflT7o5fe+2fzXLomhkmBUAR4mgpsiy+LF3boc7Fim0sYr5iEhE6DuJdPylPeTdpLkWIraH3
ldtLD4koZ05vcBWL2zulwZBmcV6gh6TcSxlj1BB7JcYpVyRXS47dQUTT5/Zmrl3ejzaXyMysUBqI
hujbNv2r6Z9C8UdnfmoT8S6lKpcoTyoi0rX8PAFMTbPPlZ8fiq06+8oLMLfO5rkh+NN5Ai6PjSV5
QsXccEFeNTnC8KPOt+JXmb9h4aEQCYG2gAY18cbyjRGB1MRZ2dOcjo9StBNB5Rckjbuu+9InX6Sx
tf3kcxLvtrRAVyIdoOPEAlSt8P3LKcpu1AfPU8ge20Sud6na/FSQSXFiIxTttDAL9/bHXDs/sNrM
I2dUmol6LjdSFOK8TccxJ7Bqp9LWQ7GwfTh7X6SO/k9n3ZWxjq5RF5UIIgviRqy14oQJWonrwMHD
FL6cP8spbBtRKNCEtACH14GDblKc7Cvl2AvZ7Io3RgxWjg2TzMRBTJSgN7rEdSjeGHdKUdGHbL9K
bWNHW8paKwuiuirNU/oMdwAEu9zOKAGM0oE2O0eKWh39EYL1XBvG51pJ4rOVy6CmBNmHkdw3Nlpc
K450rlQhhGjSibyaA+iVoa/NairOUOVRr7Kax64dj9H0H1q5+JqZLZTwi9HpRbIKmr6V+jGm7T8N
TuDrtq/sbh/JtWwDmARwVVpKc3d68RpBppHmsgVEw8+EexMn002NUxqu6VW23+WfAqOGtcfo3L40
ba9J9k26JVS/dlBksjuUwCWQR8u53VFXfSSyAWt4cUgb7XPd/r29yC0Di23sanNiBispz3X2MIhf
h9zb8tLzUVs4MADfM8SHfSTIWSSnWiEESurxobJknyFAewe5jerm9VHeM7Yllba51T9Zef4MQinC
KQpgIKcWFrOgTKNw9MtzOpNVB+LJgK1d3eUKRLYbAcva9jE2NQ9pcVDIOi7vWToVolnkdXnOjUra
5fUkOn4SbvRo1tZDbCIBKlBJ75eHQBdjOa8LtTyrReW0k+yKCFXodWRDUPVCRryRc6x4flJ44Oeq
bAB3W6Lc4bAczLHLK0SgaX75w73RqgcFD20HGwtb8xXsHYnTXGa+asNQVBbJauLqHEdmuVOt8qmP
2/yYhRuHfG0DZ7WxGbUzjwbNb+yH4G5CJGCoW7UiuEv2vRCcpeLA7CJt/uLTJpH5ypFA9YgUBoQV
wAJpcaP0ogriSE9qpPHyL5M1OFlUbjQ91kwQZQHZgVOJWvki2IrTfuzpEYIdqzvoSgwv2nVtstXq
WDkHJmENq6CwROSxcH+Wh/9LJIBVcmU+dEZkCxMUTXrqduHhthNasUSwClqGcbv3Zsfl9xHotyYK
M3RnKFFcNfzT5F9E6Ak3yUSv9w0s2qwEAlSMMtUSKiYLaZGpHSBofRLNp0Ez+x9+SXnz9mquQxms
0N4Ej0NRDr9wuRoxlKNe8gllsqB7VPssg0EEbUnFb6w7L4IBYRjMApXgWtiZzWjtblu/3ktcLTEp
AGUcBqDsS+sMlRc5L2Z+rvsCCZkk0l5Uz0hcLx+okQ1GsLHaFSDj7Nspr4L0oKK5DBQHGXL0QC2K
s9L7wIEnoZEeazEy7UQSjMehzqKnqSYUMKsUmLJee/o3vSuQcMqYIdvfXvz1Refj4vH5RRwkPsPl
4kM97QPdI4sLpfEL/ImPivgdraa2Lh3D2HLLKwk01mAqgmCYLgZh8qW1po6DHl2bGeEo56lb10X5
HQ+j9bbaJfLLkOfUtoWshIInE0L1GzRXqvzYMz8dOH1cwXCpdEKJWthkFBuv7topmCeWgbXiwik/
X/602upSIyzF4gzpz+i/NNFLFTpVvxHrrW034mfAzsBnk80utjuqfC3qUo9Yr6714+jn3kHzQmmX
xJHmCl74CiOVvGFzdWXUQ7nCQO/NZdLXjWIWqRHhRFMFe1EQ0lkt8d4oo8Ip9frn7fN0HUbPxVc6
9sRfBOrK4gtLaaPlmYyxOh/tuR9iQdCIVOzoxXYbWzsq3huP75rzIFyHPYXMC8e7+HA54TMxAE63
jl9l8Uch7QLjXvFhaKzVP5G+5eOvX2AW+MHc4gv2bW2JMF8BdYmaZ6SSjoP+HVTRlqTZ2kGBdGrm
6DWZmljWstXIL0ojI9/hjw994u/rYTwNHfmBnACr3+LAWDXHez9THTPduKyptYMQtsXI6Tdj6RAG
YMknq/07KeYvcfwdwCty+5SsukDSLbwAyBZq5YuAcyYcrFRVKs7VYxz/07ryvjLd+HfdomrlSG9v
t82tfTOaunObhaYuAOvLux3HrVB3tVqA9WSwugYdD7GGNW6R+K5dNAjYoNTiFePTLc5+4HulZbQj
qQfKklktFu6o+d+HSX0VVP3L7SWtoIIYLmZgnREHxmoY7blck1QbXiDEMsaow6KKdQz6fD/IDoOP
oeJMGilesZfHL4b1KsYqUmUEb/2TaJzGcH/7p6ydHbwKI9mzwORVsTtrhlxJSrM8l+NO1s91+FBX
nw3/qIkbhlafj4+WFqcm1hIv9wKjpPJr64bT7nI7+a2FNuPPdzls4Mhn1u60xaK20hBlq6GzoNZJ
XoaKwuVWh80UF4QP5XlCCVai6Auj411S9Xeip9mJJdELHd6iInmbiq2qxAo4euYeJ5icG3hUPxbu
pkrhpkuiqTx3APxILpjYqcpTU31PDdXOo1MifdLknyID5o33EOeQvKbCMwpfG3nHyjeep9WIzyh8
EywsfoYcJiU9InY+ZYZR2qeO3HNTFXcjNFq5qDhxkAQzo+CMwbjcaXQ4piTwhPLcysa5ATAYyg/o
tX6+fWDn73WZX+PkPlhZuIMxLyc5ZOztHCXJva47MIba1F52TbZxYFeXQxmCDaOlTcBzuZzez0NN
C8vqbHbtTjQTiDjku0YZ/txez6oZQxd1xu7haF2mHULrl4M3sZ5EUCxGdWXA7GXSHAJqCxuOe+Wx
nfOA/zc1n5MPeaEgolMLHWx1DjoOQHzSIt8JIuE1bCCpLa3Ijkv4k7ytpt76CulOGlBBUSNbbGTY
GV6laFF1tghSk2P429sC1K6eCfCGdFAgAwX4cLkwzcsJu8tgTngjmwmLXU70q0bWLs43rtKaJfq4
aMaRweM057V+2MK2rOtxjKrq7IOsCBPdVeJ7hqD3ZfP39rFY81uIFpBfMBgDJGYZ0lo1UtyD31dn
KZfalzgfq71UjNOvTJObQ1XkiMxI6kMXGtN+EuX7Jsy3FBTW3MYM33wHOAAPmvfiw1ojOFYrZhyr
MwR3rp6iszx89oV9KKj7sv0Pl+2jrcXR1IXUa9Om47IdOv2v+WR0v27v59qHo9+F9B5ZKvOFi+dd
yGE+9OKpOmfxm5+g9PIDbKYnvd22MjufpXN6f2QY2ySAXg6B+YlW9LUiVWdYafPioCjfb//9KwE6
s7EgtmQoZ2CWXnhy3aoFvYkJUqCQS58C1vk9FfJ7MeL/lWZo7pImEW3UU//9rDotStoj4AuYo2Nt
l2fB72ph0HsGwZJ2V1jfteDFrDeaEmve6aOJxdWquqTNAk0kPkjoemRwW4l0Y7Pxk2o1O1F8TsSd
XB5u7+faEZ9LceRyBkX8ZfGqram482flmRvUaZ3bqT9Ky5661lErf4PCYPVGw8NNEEu6AxxkcZ/E
zg+lztSrc1XIP4VQlPadYfpOpWqly0STtJcUmA3y1M/c2gfw1ia99fPfrxfNYwAc5Mk0nhc/wUo7
H0IkKoNNfV+E1iMJzKsfhgfJl54afaNsN3+w5WVg8pJ6JzpBHJ3FlYtollRdGDaI+yYIZGmwWSWe
tPGmrd3rj0YWrt+vM4CzctCcG8TX++gwWc9CbxfTf/D7CM/T+qS7BEJlYUZgsjPw2oKA3RrEkyyl
Tjoa93VkqW6QK5F7+zOtLcoCOavPGj0I3S+8oddkTH0g43zmGJRQk8Bb30hV7yZaefT0ptkwt/Kh
6HrOfbl3vMuyqi9GBr3sxKvPVdNw9nSzdGgFxSDogi3lrbUsgCa9xQw0hwLl7WXmo3ixFVRtczaC
omDw4p8sAtgd+qrijsNknRsmm/bmJKjHpBWVfS2n2VMfGNk+SAMTHGzRbXzZlcXTaIDgZubPARW9
cDtlaI61MUQ1rxywM9+0la51dWXD0axdfho0TH/PlRUykUWhw5KHsg2qoD3rB6u898xdWD40Rk1j
7S7P871shNz8u399jLAJRzV5OpnXkoGzNoyIQeGkPUM8ZtJjPif5z39/dKgriqSxiDqSZi0cSual
A26m7t5Dylb7VEiKHbWi8+8X8tHK4j7UiV8q1VR1536yi/FL27i59NzTKb9tZuUoaMSPM7SUrJyv
dPnIyUPkJU0W9mc9/9MH94HkKM3v2yZWbvY7nS7U+yD2UMS8NAEXSi7SW+jP6XSKwrcCWLUXyzsL
qubbht4v0sL7Ug4HfUNpfk7IFlF3PYoD9Ot1f24j4PdjUDxW5VcK4/ArKn3KdCRDN5SpFeuYp9Kn
yoDi4nvnO62MINGvXv8x6U95FtklH7RSqVM8J9mT3r3poe6EPSixJj7qUfly+1evbQ+wP9pIiAAi
nrH40WEKI8bkSf3ZCCM3s1wkauxaewv1cOPcrhvi0MLcPFdyF4HUOCZFohttf66L9AAbTlcqn/ww
fx79JN4wNZ+aqw9BOgztJBVcmLovP/kwicMQx0p/Hg9+dNfr2oEqaqT3drU5730dHqLJxz3UYCeh
obkMZ8IuGQYxgoNA78DJ8F40D5EbBr9L6Z9C+Of2p1KvlgWBBOIL86ei87wMdRUU1id6P+Th2mAP
+PBhi3zg+jqigwu+yqS0SRl1eRiqqdT9Op2r0UkluxTR7F5FvlRS/63YJWeNCT3o/GFyBF6xfG6j
etIJ/iLqI4ne2GJQAz82D2IIL2KcOlMinvunLk424sGVDaQqpM1NC2YDiQsvz4U3GEk9jSStklqe
YBL8IVnZhhNYqdQC55jlUZV5F6+4XAaxNvU4JORsoZFxk0kynNxIn/QmSFyrhEEWpbLKjSs6VXJg
1u4wpY4HZcbGFVhb6jugljEYnkBrca3bIinMXKSUggr6Lhayner9un0a57/h8pLRt2UmjiI4Zx8U
4OVm0jjxuqCmxFUUhZ2GSkq/oqPQVXmnQpUa1zfVfzwZTKdYbrxN19ebUJ7G2LwwihtLkR2h0zTq
fEZ1Dv3kqFFY0YOTP4PXYv9RUV9vL/PabYG9g7MFzlHanRRULpcpqyCiGZXtziPgxrtCQQlCNoPI
DZpmvDOUXNz4cCuLYzuBOIJxJHTRFtEaUgm5lHY59vLmCGbsa+FB+iOgLGSrY3evxur+9gKvPRgL
/GBwcVKqeEz9Qi67c2YZR5mZraB0DdBVEyc09uQD02SH2xYXW8pjDwaOhJaEGgqLqyxFUn2lH8w6
P5WRBA+pPmR3Wp+YjipF00PSaFsN64VXe7dHJZj5GInnn7mOy0+ITKSpeWJenAwm/FSapyEF/tL4
cXtVSzDXuxnYO5ndnEu+YP0uzRhqbSY0DjETMZuCDKN2DzMubO9RUTiT0Su/mzGJP3U93JTSOBoP
nqQOrpz1/f0YeulGKrg4R/OvASwEqhKxIaKeZWnYKuhXhrJcnwR1rPfSFL5lRvRZ1yBfsfxUvRM8
qL1u78DKPvPcggqgI8Y+LysWWVr7iD8q9UnhBDN8LARQ4wY9Yc4UbByh91LwB+/zvjxeQKrECAjw
jiw2W81TBZZmGaWmQIqNPXo+HtjblgFWKw4FgvxQj+E2ravqa5DHnbkTJMQ57FwR/N8e0qvf2roT
XuJ2rEw7bacKslgkrRWYz5O82lVwfzGlnWViYDNhXGzUXZbNqPdfj3aWMqvB8t5exaQ974ZRmvWp
kpKit2M/Ko++MaVunhuoEdZdL9Cf8LN93er5IRYG8SeQx0a2g7YU9kIZQX0nCu19FCIPrXrQVXeF
V218zmUC9f4r5z7KzIpGxWb5PeN4CsYgM+qTAa8HxBdR9VILPuCwIZkc30zKvVC3iaPpgUWbR0fq
D5HFjQ/9fmsuP/ScJFPPeJ+iJbW6vFX56MHmSTHsNHkxko2p7Gm+Kw/TPCDsGQN5Vh7WX7jfXrsP
ABu2+wpsaGNn4+D/6jtPAWDWNyWRmdSVT2Y6ak6ladE9pCyZT7/EHAty0AEaYDMI9OxXOA5d42QQ
0pMndL7yGR5dQi1R8aZplwytV8MXNoif/+3VkcANwcGnUMGc4cmXq6zCadTjfmxOuSzlu6yqJcaS
SR06zdosc8+B9nJHeVeIj/HAdD8WO9qWc5IqitiChdz1/ERG0aCOUAK0PNPNfc97G4wcCKUQjMdK
abkI8vQdLeZo44DNhpY/BG8BgctMIA4N1eWi/bwKC0HjfOXGYCGZE3729CQ+Zn1IqSdCOzaq/93j
yolmk4meqSchjYyI7KVFo1a1Klan5qRPBUzYBmFXM6mw+sOIvOOc9QegcM3d7W+7CJT+ZxScI8mB
DhPEsg4Rdj6qn5HUnFDmrF5oG4bQGmW5a5TtuCMarA+tFKiHYBwDx5v07L+YJ9zmHs/zqUtkhAiF
Utq2fG69QIVZ1dL+O2ILEpIZ6p84rdM7XRVqJ+4q2aE2u4U2WTZk59XTTiFW40Wc0eiLtE8TaXeb
ntCddLEOXxO9RhJJFeGrNQf9EMKouFOGcNwNbd46PtH7vm5KwSHM+aQA/HGaUi7dPOv9r0bXbHXn
FqHP+28jUweFCmRPpj57eRzEdmA0S+qLk+9TeTAbpjg61XDITiS7pHD3YtJIey4SS9mIYK9fSt5I
CsKM1TL3dsVcRy+p6GgNVqcOcb/BrvyaYU9L0Fvx4Klc/I0jcB1wMQ8EsSSFMIrafIrLdU5GG/QR
cySnHADES6Iy86Xq9eiYWsF0R1xo4dfbR37+Cxc3mzELPOO7vAaEopcGQz8Koim0qpMgR9NemA8e
te+tbtnqsubiEbUW6rbL4WeaNj0wNL8+tYOnp04jdUoVO5StCuE59JKJSE/wlH7ayCJXzNIMh659
Jp6CTWaxm3o4gQGcFyePPyQNGBrg71SAx8dvNlKslfNJGKXNpxO44ZVIslFIVkU2WZ9KROKaRHMM
vdnpiNi24LUKIz/U2RYbwEoUS1BChYEmDENqFE8uP13RV1nctW13wjNZX30t+TroSb4rklRzAw3B
OGtQEqcjbLVjdMwc6mE0RkNVQ4ay87aoF1cOEnooDCmTSuOvl9OTQ5QXXg0N9YlxXvVTMPjTPunq
rWr8ioemNAg3J4rJICSXQ98FDYYyDOXuFKvpU2t5+9gQ3VGAnWi6yysoxQzlc68GGxH6yjmiasSk
MghPdnvpmAdpyjKjr7pT5bedHQDIkZr0h1gHx1I93r6PK+EyoxEzbxm6ULy1Sw7ENCcLrz2tO4lS
E74qntDqx1SIOsuJGi960qM2+xR7ZmHZgYKfdsWiBjfaVGX6R/HVeN+LuWHHPGNPfhEOzxS/v5dx
LR2Jceu7Khak505BovX2r17bIDQ6KakizjOPJ1weRR98WDsUfn9qmIrpNasDddL9VIaycIoqOdw2
tnLXqHTO+hjE5HM579JYofdKWmXzOzVUnTNWk2EnSfKn8eUfQde4dQEoU2224r41q1BEMY7KHIlG
xn9pNWr11miLsD9VuvZap49T+btLDrFHHNLsNEQtbi9y5aDjs+aS2/vE3zIpNPuoEIYm7091px8H
34Ba9EsGL2sR7ywlO2R/PBTnbptctp/mR5ZGxft7RxOWst/lEs2RiZ9YTPqTMZlw36SjedclOrIn
kOUeGlXsDpDR5kc/HGM31cxvxJnNTqLWaadWcNBGc2sOfOVYzY8gbm7+zxV6XkL7wo/Suj8h/RQ9
wI/aHEYq0wcZx3AnJNPWBM+aPQhdAXVw/3gT5zPwAdQxtYMktDzzJ0md3ByUvM3N++kr+Tdi0ebf
3xnQjUQzlORm4NniQKWN1ejIIQ6n1o++l5RwrOmfQhvffL3cgEm/E1EtHnlqb2BSaUKR8S8JGCMe
oUi0wvY06vL4GT7Nt7aOvotlV7hiNE0PvpxYblApxmfmVHIn6evqCVGveGeIYYh8dKhFqT0W2V+9
1ceSmQWreK1Z2N6jgmsHkSfbUR4PB9hT5H1P1WHjxi/7NZxM3jiadPNkAVnIMn6oc8EwqzruT5Fq
RDAOCG1yR+pgvvq+so+7Ljr6aVO9JKHpHwMDgmZJBnXe6xmZbpga+yJQBugudcVt6JocqjKy9q2l
Nce8y0b006QGbTrds8XE/BSkkeAGVkuewySbk+KF3LhI7sOuA33aNVs8GCtfBw1yei0m0Rd4iyWG
d2Cey6rSpj+VMZpuAIvC16ir/c8hPbdd33dVage18sZo8eg0k9LvM2McdvJYRW7X9tOuHYGHDnXX
3EOh7d2bOCinosF1sDRfP2Sj5tmZGCJIp5TiLmpzdeMgX7/8/P6ZuHsm2cBnzSH0h1tTiXLceprW
n7yp8BhfFQpYmpAUve2dru8mVgggefRxi7DgX1oxmSkX4wxfoDZC42axND36ct7vE0PsXGNo5Y1V
Xft7yvEAXOYaIeHMcj5I0mulnqZgOOlpJzuxafSPEFhNthoo3c6I88BtGjNH5kDbomFcswzbFFUU
YOTgyxZxXdzBkewVeKF6KLxDKPtv0QRla99pMECL8vjYNMqhqIetevb1k0PDRZkHhKndyAx8X+6w
nra6YPbVdOqaAxGYC0PQ8KLp9b0kHMbCqbdY0OaiwaVXmu3BT/JeiNTM+c8/nBuDptKYReF06ov+
IIehrUhI9vkvpaQ6U7ZF77G6OjogyCgRovDKXVob23nDtXY6we7QupVVguOwBIWbrlm2NBpnAQCl
O5Zz1UnXp43TtHJ6KaQziDRn15QRF2sdqM0ARmRve3k/DndRcOqqH+Z/MkKWxag3BFNLGF9TKEme
jTBmVlLzo5ZSN0x+9PrfAHWz23dx5cuxGgsKMgjywTUsAgUG1wypF+vpxLhPUD2J0Vlr38R4dGAI
u21pJcmZcZ4sht2f8bny5WcLBk/QxcQaT35F7qKAN96FgRvFTk0RQnWar02T2JUMMFJzN0zP92xx
PmfZbyDhnJp5TvDStOflXSP703Si09o5lOma3uENMvecFu3BGoLSFrSQ4pwWpO5oQJAUlF24kXos
u5Tz0wc/EqUwnT0gtl74vURtq6E2+BWZ7Cpfvc9UPlzdll3TdkAo317y2nf9aGsRWft1G5iliq02
nFw1sSeqOtK9lgQOb8zGl13xcqTJlImobXIflhSPkzTIw5Cr4om6yyMNALMnrtP4bwXSv+abXFQb
EfV1JYe6Cr5thnizpUtwFbX3IY/LUTqFWnInkDV8Rng6tItM2AJrXm8jlpCYQaQVuAaf7vLg6EVQ
1HXvSacaKlv5xSz/dPq92NDNGv2NXVxbFM6amiFRHa2cRcQqV0plWEkon9A5bB6yygwQvxGUfVs0
wvfbh+P6mUdt5n9PIW2GK13mppQqw9dG5RR1WbGj29M6w2RuLejaUYIzo7ZOwDdf+uVUyGBkWSr2
onxqO/VVRntDrCw7RPO+SrYUTubPcHm/MYVLYU6LLAs48OVnIrPQ9TE05BMsas+K6EriIyIre38U
DxAtHCqqNky7b5Sk3mEmH63OfD+gGmbxO0q8oEQuraptPEnI2epnRpx2ZTY5SiJnB6C9hY3H/cVV
n0V9UUHTu+Qu9XydOCM+aAUMlOGdIqMCkVRJda9K3Xg/Vtqv2x/5qt81/zxKnXOhlafqiv7NbCV4
SZlEOvum9NAL+mPVeK+xXtq59UUOAf+Zk6vX7dGrk5n7K1UfNeW+lkzywCd50/vPn2C5WcTE9IIR
wKMounBIvTD0Fsh04yx/GUTbMENb/245U+DIaHK1v8LfUu9Yz0Z7vL0LywvMCM2M2mG/Gamjoba4
wK0ey3UVxdZ56rLdGHyjhekI+bMxfR62hnOvWncLW8ueQzlBxdhO2FJKt/3i/VM9DSjHu4jAzkQi
Gw5+6XTfjRGkc+TnlqayCPEGMBFpFjUYU/Rdnb82SHULNNcQiPDzb+qn29u4vMtLa/OffwjwFKnz
C1VurXOm/4PquE1Tjd7t97nae9vQ0gvOhihkMTAKggzIwuKYSJU+CgkY5HOijwD8fVsOfljtVtSz
thzIPWZRIHYOM5fL0Xs/shQp9M6G7MYWMHQnDR42yY9WDwT0FDOmi4wXIrhLMzC/qX1iYGYK7fJl
OjYQzKROdIztLnG2aF7Xdg5eYMo+FiNT+rLkI0YtMAgh8s5eVEE/7krZLyXd8CnLh4Ovo1ERVphQ
BVcPq/PlguSJwo1Y+MJZ09Pa7bVcsJVe3sLzLhnAzHcz8JRAQIAlivCXZpooUeM2SISz91Y9S59V
aW9qDpO+vj2O+3v9k9btYLCbtkqfa98LmjoK8fMU+oznv7TLGFQloG4nnMXqMQoCAA4aSuw/aHN0
iKeqnisXrppuQfuvXdTMOoqjJvMmLFwmFOQvQqgViv8EV4fdTX+sBmqs9pchfSMk3bhe116DejsR
0zzZL89Y5ssVllEXgUubgqc++zuE0mezPYlx62ZkhGBn3H6rBn5VEWEeVJrjbv5tSnnMZl4abKug
riaCsycV/5TWP1snFp+Ire2wRytgemy0332e2G37qTY0io+VHQrNQ9vIh7CDkOxbp5wM9LRTiwtT
UYtWN1hFVzZfIhKygETNwcoS2I3au+5ZYR8+md5jXPh7OdQAWPwtvG8Uptzbvm2pQsG5RuSQq8kJ
o7IOyONyMzoN5levUMKnrHuNsu9e/zaNj6PW2Z5e73qJE/2nZEhgsqfEybPfWfXEWISqfu0KxW40
hqbB+NhNrNilv9WVvb7Z9EQ496Do5/xsWfkRwSKMY6pET1IYw3nBnISdDJ618Wi9o74uogASZ7JA
jc7SjFfSFyHTNHoTc+dl/KTJXGYmPBIxvkvS0CkkfKPw3OTlXVuIrvHVgxZcj1wZ6nZdyd3UT20j
+SqmqSPorgdN/RjtmwqBQDBDbai5abh1L5dBJV+LGQaNh2hGciGedvm1gAx4RjCK8VMbOHX2qubV
viRO6vVfrdwfvdSylbvbB2TlMCIIQJYxy+twZxb+J8hkKZnQEXqqrPug+iy1z+H/kXZePW5jwbb+
RQSYwyup2Elq2+30QjiMmXPmr7/f9sM5LUoQ4XMxgxnABlTcqXbtqlVrBQ9t8zSuapFcPcYZHOLX
pPpo8GRwS2q8MMiqrJJ91E+KfgeqDXgeIjCMdFANtLnrE8AftqG/SabPip8/V2P/z4NlbknKCfYw
6POXzraLEqsc/Mp4kSTHi6ZpC61jyqtKUdO9/c+nHFAwiTjUQUCwEn5eLmVgTkmt2hH3Vm60uyiT
QncaDfXJLxRApXqjI0OoNSub/Xo1hVFRSRaVckKAS6M0ic9ZZCfSS0S3iDfp4WB7uRMoyMz0E6JJ
TeO1vNI+399D1x4ezjLBWgHLAW5tecKUwuyVUh2ll7mGr8/Ly8gwKWGbdo2HLxrfbSbfUdwykht5
K0tytpZtvbG1QOeDyKT/B1quK6QwGa1MV4aZL/CDsHDHVKWvXOnDp1zNBkQROKh9muUwydiOm2fJ
5ywz6wOhrLo32tJeufGuwyKoBAknqT6RmAdvcrkKgAYo+NpyegrlUdnmEhqr2MzQs+3W4ocbpsgv
Ue39W9EGiH5pKh/saKxDJzk1o6bR6gikZqzBEVfjZK3sraUKBFcJBGHUgOjegSwMo5e2ELwbtKiL
s1NJnqBNtY1dNa4f1l7/aBKr4DfU8Y1z/IQT6adNXlsHhGrINe8sRJDretxNWfWzyRHKWTlrV7VH
Po2tJxwYjBAQzS1mXNH6NAzbLDvJvkPRg6te2fdTtvHLVzX5rtSdZxk7bXYpAbbWY5pJ/7ziNAMJ
ch+cG+mNZd5BMOC1qoD/+/KDnkNy4gilg/39Y3Z1uKmM0/vssAyimrVEbAR6J5o5pJy4Rn8IddXr
mldnjL3OOOVjv7tv7DowXVhb+C9Dl7ougIjpNNv90a4GV/aP5bh5i5+jdCJ1+aJqa5HidRAubFL0
Ew8kFnHJNUo41vTOWBenRmA2Q6UvtrGav3Z9+aMW6GYuq+gx7qOOLvls2mhTEz+ABm8RZ3aKTenH
0o8wRxTl/lTcmncImyhQyTx78TCX+z7otamd+qk4gfljF0VWeJxbsuJDEn8Ph7TazvqUriVuVX70
ImphKniOkO2noZMgfWG0tmOzGRqzOOWD1XpGo6tH8GKlWw0ZnEd1ExzsIOD2kiRpYyaZ/0i18luh
WNVxQGX3z/0ZuM7riK8hjcLlQjx9xfQi28NgNaVanIyP1kF7jEvSSm7vjn80b0zc6FjQRbtTVjGF
Yo9dTQKDB09AQhQavMuZL+Ux0axKR1BqLg6VAjPraz0hFkl7oqOgmmY+dM4uDTeVsVLzvrnk4n0E
bpam8mUngRNNcOHOQXmSu/at6SZ42+Gu91Rj1vdxLluuOcz5z/uTfOXKmWOHC0MEDZTalz7MACGr
SfNcnKI60neSFkswFXUSTezWGiD3KvIWpsDACGA9L+tl0GfOUyNA1uXJ8r9r6pvpvN0fylVAsPj9
he9QpNAw4VYrTyq4489x69H+UVeArfdslPumxDlYbBFYswWCjVcmBR4x1HdZopSqGK2lVnlK/pTH
8pwkrr2pOhTuQv3/09Liqh2U2ghBiJYnwzlZ9rHo0ZvwxubD9FEyNkAA7o/rxg68GJd5Oa5Inc0h
FePS049wdCvGa/gjyD6tJiBuLBXs+NRQxI0u/n9pp4rnODHAxp9UypfQqA1/KiImOfiopkiSj9XK
e/TGzrswtzjRtiNNBIGYm+0fWvypU873p+3WdqCUAVENja4EYdrlcBzJtvOoYpFStaaZ6pM5PST+
H786KpVnUgeAKGJlW1zHHqQ1eM7zwiS9RxvFwmRSBH0boAZ0aiZ3Lp+jCgisOz6RbP7tfwIfUtjH
2HTpCb4/0lszCWsIiCsBmnSWZlWSljJt6OXJzh9DKdjq2hpacs2C+Pt3R6sJ5TLJbSz07SxtsyQo
QAaSxL8/jlsbkKuetg/aQ4neFr6CaElOQTpxrIKt8inVjxrd08khnvbdGhOO2MtLXwF+WKiQEj+R
krocEMLkE01DRXUKzF1oPyvpKxQI7mit3N235u29mcWG6H21LppGmGEjtPlDqB7uT9ktA8CgwDKB
NgPzI6b03cKMrTmVPHjocrEbT8me8/VYX0zFYqo4QSqlNF6R9Gws3EKaA/smT1WfrO7Bst1Od83j
sEkI8TVrJ0dnRT2AJxq348Fp3qJQ34LhStzBq7uNoewoq2Tdyn6/sXgXX7T0HLBQZc1oUeCQ2oOc
yGIvQnD3p5f/uR5AnkzwtAtKLU7WsmwUSPTm8CnNadzF9ls6PMGVfX8Bbzj3CwuLqyTOuhaEJha0
YfLk/o9pP0bEs0qMlOeabNmNsII2RZ7lQMQU0Z2y2CyymVZlVranTmslj1wj5fgmTg+0MK4BAG6Z
YlMCs4MND+LDRS5pMHsix7BpT/OgeDqV0ZjEw7S/P3c39gE8qiIS19j7VzVr7E4QzbftKfPZkBls
bknywyqmh4r+jvumrtMKImPqAHqkDRmg/NI3xUODi1W79hS24aPSwPTN5tc/atZHKxFkmfEuUUzP
h1EF8ijwi/7u/gdcjxVYEdl5oGuUmKECuVw7HWHoPDeq5sSHeLb/X6p+8qXNqDUrc3q9cLyb0auB
bYAcDpnSSztdF0ZxClbrpEipR8uSW4CJkYo1Nv1rV6/wSCaa50yh7LBsfmsh+VVzlA9OuR67g/Kp
iI9ApSbNcQs0Iyv9eH/2bpgjAyaEpijDQpC3eELRzq21Q6K1BNTmZwmNa7jNG0/uPtXeDKHxin+6
PtN0jf+vtatK7OiPc0j316n6E7w2OiQ8u7c+XSWIFUt+6ZgvzSyuS6WdijpQpvZk5r+muAc59FhX
3xTrufc3UUSo4es0Iv++P5M39iFIu7+XNPk1qtqX+2MomtGREG45wd6/sT50T/HbfQPXYRujemdg
4aQMEPtdEmNA3U8eXKIu7H/7YrPGyHpjn1+YWewIP0nrrA4wEwWFp/ePIhfllyuH6cZGAJaNY+LJ
TG1j+Y5T0qwsp8JvT2l5VKOG1mgSoD4MWtWrb5Wv9yfuxsoA/uV1jIe3SP8sJq7tyfPa0dCdpjj/
DfYXVFfj1jNKSegW3jd1I9AFsWyTBqS/3hHZictd0E6yOeiB2p3CY/BSHvtf8kP9Kdi3D8lT+8f/
2q/M440M1KW9hVeSM18aY1npTu2uPRJ5fNKP5VbbGkewUPeHdmNfXIxMzPK7gAo0Yly2mowl/c0J
qp+zk3wfg3/Ho5A9EgSrCEgIvMGSj7QzaLAijOlOQ/xMM46hBR9rYytJD2b9xxwgDwgoOToKEjeZ
52jFhzw43B/nVZMmcQupW5JrGvcn0PPFQGfZR5qIDsyTY6cunReDrLlh8KgihWucoTGZ09yroWoI
Udo6t+TgSudpDbF+wy1ffMPCmahq4SO003fcAqRq26dOS5/stjk0deXK1vxtlteSabeWF5QCyTRQ
OVwEC59ZdGoDmJ9Dok6HcPovR8KoXGv+uLlb3xsREfW7PdTnlhHaydid0gGJi9SrFW80ZteWP2jj
HoHR2vwSfby/nLcOP69OsacAhF0F6YUKBi1TMNnqkadVJz3fjfkX31grr9y0I5g8/mYjIbC/HNps
OiH0PVp3imLnx4Aeuh1KP7P4y6SvSTHd9DG0Ef2PqYWP6WYrHcJG707ljrCg3bS2W9Y7WNy6wYVY
B3KUut2M35q1gyFWZ3GtwjwrRCfAAoEGWmyRuY+VWS4ZohMXT1Hy3Hb5tioil1LOBjzNFk4Yt+Ub
lN7flcP4JufNCsD0+lHH0Xz3BYv9IzVjjXIqX5D29TlW2zcjXFvHm+fgnYnFOnax7Qw5kKoTrQ/b
RqE1B1WRNUGyq26bvz7mnZXFEmZdNUWJhBXtEH1vKrf8/TNU3AgKdE+vXLhu+8f+kJI+Jov6lZJ8
cyj/K36iswdBVBa7DTXg0Yv/W8WhrE3w4jrR/DBCEY6tNan5ple21rA2v7d3L4SHsA/QzUjrx+VB
UebZsQoNE7Hq6onruGO4qY+/1HFH42f8IzmqH/4PHuCdwYU/j7ROySNTjOkhPY472RvWOtivq37i
ynhnYuGuuyGSx5jwjCtD/5RWz1HgdrYXhV7ZwhGuHY3UfMgjT5+qYw4SLLGNpwBBemNsjnS+u6Xe
u7o0uYaG2/hHdjGh1nbxbYvoJ62I5wab4VfbsoXpNXg1X5XkrYksdzTPU62uvChuPAjpIOIhTaoK
wAoCQJcLHDZJ18As05+69oM8AYxxomc/Eggt9XkeP+Qk7mdygJnc7GtDPoxhqW3+fcWJH0SXP9h3
eUltZqalTBvePJykoabdZd+og6vVv/Q1TddbvgJoDi2GUDtT0VyMNG+gYU4cZSBKIc1Cav3nXK21
jN6KBGj5FvI6uD4W83I2tQQRc9WKx1M1V9tYfrLU7diex9HflON2rSHjxhODdl+cu3ikUVJb+NfM
6SRYyrLxJCW9N4Tx3oD/Co9etfljH1tulSR7eU3W+dZb4L3RhcetJcrwaZaMvNb+C5OdZYGp+moW
Rx5u97fF3zrH4gIjqIQ3XaAJgX4u1mvoK6coTCxZBbzHUePldn2ADeRTqbYbP/mp59/y1q2i5hQ1
xS7W7b2pfCujH3DDfDcjez9PkmvWaHYrqVdq/q4afjvdx7bKAM9la5H9jYACjDjJAJA4gqxr8bGK
EYYJ1fLxlMmHrtiYX2miCsatM6Velv5st9mvyNmF/+X2dvR/0SjTrzxlxO8vJ+u9/YWfhop2bACd
sRdi9VhZ0kd7LNYiCrF5r2xAFUnPIfoQV8GZVUcKnMLVeJq5BHy/+25rL6bRPmfFKYQyFvlMr+j+
AJffWrOxNsE3whnezKCM6XUkh3tVFeuMTkfSbzqlnTN4cB8d5BGwhiFp/icp6n/K2vQyBK0EMYta
bUMZosLOiuEoVIaVebhxxgV9IHBxoV8GJubyjPcSr542i/kSXf5WFf/JTnemedwbJM/pvsvOWoPE
Db8F2pEqPbUR0j7L13dj+4Y+tP1E6bH0lGA86CXC7YOHAr07h9sMlArQvqn8kelf6so51T+6wH+A
Fn2NJe7WHgfuDZuHqEqyGpcDt3NY4gJYKE9tforHl7kLXVV7tPq9bW2nFn5yZ18O0yNEBagpJ64c
7WTzpVX+y41gZbffurXoJgI3Qg3dxDcsXF9P13DQydN0aorHriS2KjdwLMwAL19UulGfZ/urFaxw
P980KvR3HEAxlNCXsF9fmlEWbLP5VFrldkSGPOwOVeXKqE7S7r3JbBKMKoxo0A5rsOFYzlpC7gZo
gQYMIGFUlgT3zjKPb0bFWMMqN5+q+EvRDU/ND6bokebtyquGyg390pNkr0SOq3XRqwq6xlWC332e
/w6Tn/fd87XDUaEdgXCcNC7NO8t3t61N3dyp8nzqRuC0ZjUfHfig3PtGrnfcpZHFjlOS3AgtY55P
afuAQkJWUuHaDv7m362AVRetcIIzbtlRiL6JodVtLZ+ExElhqW6auX/S/tN9K7cmzIa1AQg3cCcS
/ovTEw/WYEiVfDKn6XGAwtvVMvv1vo0bT3bYwbg1eW+ivkcb16URqQZCmbWtfAq7B388mMpDJD23
8Qt87VRytY3mIOKi1yvH8dbQHMHDiZMC7LFsHFPLWI0sH6uBWU/uME8QJQAU9+4P7tZmgKtVZoOT
GSBYuxxbmFhGimeSTwW/X0M0Anzvo+yYP8ow2t43dXNA70wtgpzZyVMZ0iL5BO/Ftp+ek2KNCHbN
gvj7d7kV2w8Drap0LMgT0MIKSjctXYntry8OoRgu4D5Urthzi1pLGEeqVRuZLDAxCTI6cvVcKGuN
3Ff9uEgvY0WIoNEAwBFaXIdR0WddaXF6cpiAPIc3UedqD+omf4A27nu5sgmu540GUognoaymHwJK
i8t5s8KmVxiUegr0adPW+7S3N/fX/nrW+GniDDKaoC2uNOURTZGauEm1kzyD1Uvr7UCHXwY+676Z
691MJCU4SCh4c4MtCxBjTYq2gMHvNJXoZMvHlu6m2XiIkjU87Q1D+ALBQEWiWwgaLmZMQux8SBT9
lLfVLjajc+nbf7SGXpI2+3J/TDcWh0ccTarw5f2lV740xfstz+Y8sU7clG6IQCOO9L6FG7sNABuY
aMqHgpRwKcDQTrqRz22B5g84veyprabXxlfw2oPjNlBB0QQi/TCiAcTF+OxkFCruf8D1bIJOwQPR
7iJ80bICF9EGicpf5JxCuNuQLqjqZ7MmhRet4H9X7Cxrb+MEOVzYh85JCmPPj2LkUGdXdeAf+nl/
QNfRrBgQ7EbMJuX0ZXQ5TrJaT33inErneVIfSBS4vmJ86PIfyLwco177cN/edb+v2B7iAU6TBj1i
S1GswjTypJZ06WSEre4m6qFRHuRiONe27HZZ7xWh7NXORvefnfkV+L/bSL/LQSOQaVwZCO2qUq3K
rrx81lx+kFiKd67YsVvVSmVbOqmvVepKX43WPfqtF3zKHyA4e5Z29yfgxoSD5oLUkCq8AdhpEQdo
gQ/Pla2GZ6uQNrP0I+m0Qy1V28ifaOcCgrcK5b7aSxiio5GQgNARIclFjdA2hsBXg8qkU+yjM2Ut
dH+knHtL+jMMwb+ej7+2hE/jacSGEpP9bjLbuquRXhnMl842poeoad5siHaBStbWLja0dGUyhfO6
WDvMAWmlzo/PpldDOPN35upSo4ZbG9YLnDdlZ7+U5r6v+4+66X82IeFfsXaVcMGpIX0jaqACzrpk
XQrKUm8bpbdfOuuraX3pq+DRqN3WQoAqJnWlwwPerU3o9QixSWzFCaW+xjpejjCt/YJ0TGK/1P1s
boqqPRNb7uveJ/Gcws1iODSZ3d+h10dUjJNDIRrMqC1doV6SXCm7pLVfqjpH46+CFsoym30RyMoB
bMej1vnxU5hI7T4p8m8FKQcvcmBRNMLZ/Fg41Xf4oc+gkfyTb87ppurjZiVAu7qkYVqBdpB0nshe
XkFmrEFyIoj97ZdYaukGnjUv6LIvZZZ9XJkKEeldbjAMCe5XkmzEN8upyCSl14M0cF7MZ8b7GaW2
OXehCTPaN1pi3Oij9gdK9IHLdC3jcXWZMkSNVkpBL4z61vLebmpHD/uudF6kOB12Sk3jIl1/9kqM
eN2ggBme0oSHvBuYzkXG0nAC6LdT3XmxZFQlpqDjroHT1/lqqXPzs2oznPQ0BM7XGW6myu38KAlc
CV9T7sZpiO1NF4VWegjnot9ntT2sqfncmgbD5tkLDxjo7mXexw4aGZLzwX+p5wCGKwvIZqhOw35l
nW+YgSNI9CUAGqbQsZgGs4CHolF9msyttnycCf4hQaoTcDWdX7rmLLjMrcne6slgvCgaUOncLAOv
HbJuK9mxtS07Nd06WTKsBLxXPkfQF9GpIbKLaFYsA56mGstEjpPslKlq+qpHobIPEB569QOl8cKI
Xkc6g3wXUd6JviyYMe5PzNVB+2se1Rs4mGFDvpr+sIvkrkQwULYylNp7Odomsw/LdVr9MxwSmUxB
1q5D9cV/LbFE73z5VEVpDNIqPDtzM/xOMwL8PlLqw9SkMu0zYffj/tCuH8sYFJMr2gbEs3VxEydm
bnRpFERns/mlj58GJd2MtHYhtKTOAAaqnS95kv6Pcm2IRtCjDskK9LsalJLLumwQ9nVUJXZ0zjW9
PqiVGuzqudW3idkgEjrlysoGuoo3FvYWN/JQsFF5tjNK67EaPlTSh4QmEIMcLVR+a70Lf5/6F/4S
a0Q1gJ7p7YDdQFxn7xaxaRGLachEn9Gg3vUHZwsR/EbZ0Fm3STeKK20TT/J2A0XRb+qv7NwpnpF7
wxos+urSJPoQ8Q7hLF25trEYs6TETdvRIH2GlXMv5QkSSvDFzrrxs/LTn0kY2CuRgbiFF8MmpLPo
OAa7IHbv5bDVTtelqkvTsxY9KTO8ifP5bWrGtYv5CirHuN6bWYQ7StXoPYrU6TkMgz1dYVYePCpB
tC+SLeT3Xkr1u9PsQ6msMaldeaGF4UUUAkF6OlqJlJzlPNkY42OcnqrxRVbO1KDcPH0x43Llhr+1
hO+HuthIg5S0OoczPdfTi+TAIX0giyyVuzpcq9ndWDsy2hCBktK3eLwuJtWSyrhXIzU76zUJ9T7a
Z9FnLRteZnWNw/+GxxFEdGg1QiREjLUkqbDr2GlnNUE5rLC8rDU85jEaPSfcxVl8UBQvp5vIiGmK
W3F1YsNf7k9QzOC0/hKPEDct1m+oi0gdrBnKnqb9Xo3eNLsNaXtnp4bbNjsqKcKR8l6J0oMp6Zv7
xq/n99L2YiWdtB2RNVOwPX4MLWQ980PWBd705b6Zm5PLA1acEDQ3ZHnhzvO4aO04qYozlM4N1JBF
E+xH/yl2HskYkxOFKeFsSL/uW/37EL+e2f+1Kk7OO4c3TREUXYgynnscXPJWfzR+Jq/xqX/UYaRD
pnEPqvqp2MmPtO6epqfyJd6m+/ksf1A/TPt2ZxzXjuq1vxfT/T8f9Hea3n1QJlIHbdcUZ6WVNhK8
PMaoe1l9VOTcbefa84fu2/05uHYOlxYXsVMdohIrz0x837wGMm4ebr5mV0WbaHgJgIl2a0RlV0EJ
URpYFA6RSNhDA3I5521W5j0RS3GGG8jrFQnBLvWQ5Sv1rltWuDz4hzuNTKB4GrybSKepbKcq5vKs
+S5RlvR9Fb9znc0S4Sb7FWZV0llAGC9N+Ii38FwPq7Pkw55EEaLfDA4KE5rWaNu24s+aMZE3xZhC
QqyN2Rf6fTKvCazyeH8Jb5xRKppC9g1uRfGouvyQfPIjohajPEf6wHst2OXVA70kQk12xdKNWSU7
QP0YOmnq5PZi7YqSQi1pufJcdBM0vOO5BocW0zhyf0DigxfHkrcTSGHuY1Ieyx4RR88SY+6z6mzn
ab+rQln24Dqtdvet3Nj5NJxSlIW3jpzg0koTzlVSR1N1pmy9M/zhAaqK1/hRiqZvimT/mNJ5XwXf
7tu8LkMSZLw3Kj7q3b4MEeHqCrupzpNUHJP4c1WTFasf0HFw83p0LXgI9f44ll4uSW9BHZ3v27+1
gEJUSeZlCuvwsh+xV60xzHqlOvutsevG1uv7bttKxcqtcdOMyLGQGqdotbyx/JmcllPq1TmUKOhW
4Oyk1t5Npfn7/nBuuEuQy/9rZ3E72WFkDOAdqrNhHdWqphn+k5LXbvdUpCf68lca6cSvLbelLajm
RHMq/W6LtQu6LktCo67PY5O3r3oRm5+7IkGDStWbp75Qy22sxGskd7fcDKAJHhyiU/CaPspKSbVW
elafjTg8yC2HG30x5Re51UT7ADsX76tuzvdSGv3z2wMWbJOyKgAlKp9LxIACRMEuYUU6z0ahbnP7
U1/ZxWbMk1eDhtaotS2kY6iE3l/S67MvigMqRnmHkEMRW+vdAUkAIWSp1DTnyapBTChp+Lkxzfj1
vpUb8QZZE97FtFIB9gITcGkmrzJZijKdwWVTcmjCyXwwKifaaJIRQMUjNx+Kahg/x1JH/7bZSbuE
9+9h5SPE3Xq5ofgI8kOQVAsNhiUDkZnYbZIqTnPW6kp14ewl51Y7P5RRD47zBLLR6gV/iG9kXpF2
xTYNoA+F7v2fGzhFConsJK9pajNAti4no2haWSRNmnNHJmILeKQ9zHFW7e8P99bKvreyiDR6u6Zo
FZFcRCFr2PJmgXRtatrtfSvXh1SMhYsXCUKKTcseOZ9u7ibKmFOlqx41REagcjJ/xWq4D4LA8EKz
W4H4XPs6DEKIgUnw0pyXy8lTqyjTJAeDhjw5eyVUfqlIP9OyXlsrXlX80mK7wBxGMVAFuCTQCJeW
yHBatDDW7bmpf/fjZ637UWVvtb/iU29M4IUV8Rp5dwBzMr+jVhXtmdQdksIwFLphZfmwHGaqm+sJ
bSG5tUZYs9wbhCMUhSktcR8jRrfM4E01HX9OZ9RncDODV5ZVTYI8XOP2v/KlSzOLsaltmc9jZQNo
txu4oCBDyjbp8J/fw6XRvFrhf9PUHOl0Kf5xjyztLqLReSjHlFRxfXbMz0O8b6e3Mf58f98vo5m/
JsQcEolSalg6tECnMpw2QXO2ku9qk7k1cNI+17a0syBVSHeNbrgzYPb7Vv+yP7/fk8IsngOwiuA4
IOV9uVuqOavL0p9w1/ouPkVv6jfzU/TcP/hP+R/LCx4KMka6a3nNMQ0e4nHFpSz3KrzXgiOCCjnJ
IlHWubQ+5Wbn+z5lFcSijV/5EB5j29xUirExdWcldLpCni+NLa7/Mg3VMAuU9uykJJF2MkwBldvk
E21nvU4DwSwl08M44p0Oej5a5lZS8yb02q6GI9SwDD/a+4rTi+71Uk0PftVYtpcmEd1xZpSigl72
jTwfVDMF56OVZpN61dzPf+6v2NKJMAoAoKwUqEaqIkvWLN6Vgdmmc3/Wpj7eS5R/9skUPtKEFB/8
qc7X7rgbSyQONlctyTwQDIsjF5UFAkdpOpzpDFSfo6yV3pops45mNIRb9Pka3Es5k1iUoaXXklLa
lKUGj68Z9x7PO9UrZvWAki25RklSjzHGCL2y1Y6bZXaOeRGEjCZd9kRZuPLLrRRIkz5CXTyc4853
XFMtHg2nbr4hpF0/pVqsuSNpwm1lFtGRph3lobaTeQWJdX2EBfpLlNeBf3HLLvx7PuRaWRTqcI4G
fXgg7fMiQaXwVa/LdhtJY3HqIv/NCrQXpez7lYP8txR5eZBFCQnPTzadV+0S/J6qU0odXRvPcaBW
pzr1x52hahPlo3D2iFHkXaLREtgpUv/kzFnxgpJIeADmXW7RcR5+xGmcvyStpnpopkDPmRoDCQw5
32gQ/rvJkGfbNKzws2VtPaCyXcHa1Ccv0B8OXuvovsuDCJLZwjc8U54+oHbn7Hq5Dw5Sb36si6r3
aPjcSsSH7pC1mmvkebHy7LxxPVCNhb4X6mYR4y8BeHmQ1GkoozMWOj+7Qt0Ek5R74We7SA52op5H
HzSWuiMQ/MgX3j+WN47JhenFDUGRONTBvA/nXDVejMT/WJvK19FJXpr+IZFIud83dxX/iu1O6V30
vVMR15chX1PCfTfK6XhW4tizC32DICVrnXiosrqF1HpaWxylEthKsCb8fVW1XNpe7HM97zurtvLx
3FuT4jYVjTmzukF/rJN+ZL7lqY6/QUslcfUm2Q/RDmkkD8i0lq5BH29N+t/XDWy0dJYsQzcnlue+
GmvWGxkmulBl4gC0Ut2p+QPiYuU5dR3iwIOJx4XpRTRG6Isg25qcRmv6mQMWS9QefUM5GLVT//s+
guZR5GiQPoU6erGP0JvIHDu2x7OZGa99uDNnnQbB37oD9cvbyh66MX0U4VBKIkVDSWxJbFxYQUsR
yZzOUVsdotBwa/tzNR11GnMmhKQVZ34wGueEkrMXUndmrJMTuoV1aKxfOcDvfFVMbxmL47t5qJJ0
EDprKLos5ngaa98oq2g+Bz56qk43NrDmAj+OJi7i+6O/Xk6BlxRiLrgL7lIxOe/CZKeOAy2fs/mc
+AZaGAT/W7/Q8s19KzeCDq4i3BHcNwDlSQJcmil6I5eCqFbOSdC32zSN2mMp64Vb2vqwHyZJfZ0o
3EMKHQS7oNKsDT3x1gZ2XXtj9HO/V1LfekqcIt8FYVY9t0Wq7C15sLyw7nIfTsNOe3Ug8l0JeG/E
hSRKcC1IE4FaYptcfndfppPd27F2noJsQ8ZC34abzvmjd65Z7gzo1yYvdtvMhQYj2kCwmH+dxbmr
3XItmXjD1V1+yiJEpS5uSUbGp5gPppfvws25/oH6zq5aC3VUxnR5hToUh3XyzZRPqfovdp/mDMmg
aLl25vpzs231oGzi3S/twX/MveTj/Y1xY6djixcfbhyq22U7w9wVcmAq2GqJ7/Pys2Jta2cNvnQd
KzIgil3As9h+gIMuFxGK1D5s4kw718kb/H27eGq26ZC64Zo04lWnKgdXSKHxqBV4KZCFl5YiTavs
1iy0c/rNlA7WttpP8T6vd+TUpIe58IaDobjZGtn0jTNMHhSKawoE5M2XpJbxELFJo9k414b5gFiW
7hlG4mz/eaXww0LXVqB00EG+HJqmDpE+JrV9Rie43lgJCk9TXT/NbRSv5Cdv7An2HckIwMJQES0x
9rrap+oYqPY5NqRoY1hRu9E7Pds4xaoC2I2Zo+NUBrAP1RvtZIutLmtNm4WxZZ+lSjeRMlHRkQrG
eP9/mDrhy6GgBEG3tGJJjdaWo2Sfs0arjz1RaMQt0sVfWiRNXv/RFnGv0GYBb0AahfLG5TJZUlCm
ZZQ650aVi9fEDwptJ6n2iKuiOW+VSvRqrdh0tAGBChKtYaBzLs1FtL/ZpWUhGM15cpDLcfzvlja4
vrEfuszVkvk8VTudPm2zrtyg9vf80baXKEsGK2jlq7XkUzh33Jd0BIEiXqylMjhG1PRp8DoV0F7M
Tf0nmYM1kYEbRmAdh5SYFyD9Bsu0nF3FErA/O3w9bVfc7tovC6/87iKWJUfh2ueXiTi8tWvsygMK
GMy7z15cY1bbFRl9jeHrFH3BkxwN/SR9TeDPbuCUS+edph+N5FMZvuTB5Kn1c6DKj6Pp1bazu789
b30IrQZsF14moI8X21NWsqaJccavrR4fwiiliaZu0SPWrNxNorUu+xvWyMPxLw9ByvHLpirJV6QU
Zob4tepnl4MJqLDfyCG07SvO8aYhpFqIwrlAwKhdLh4+t0y62o9fbVt6nOfh4GTzz9hOPCtYZUMQ
U3RxPWt/xW6oK2gwmPHSvbRlZKlu02Qbv0ZxeB7Lb9m8l/uPXbrvx58GgaJsurGC7BOtHDM5M9Ci
lAjcujjk8X+mlJ7vL+j1lSc+B8oA8rkk3QkkLz8nzzplauQ+eZ0I/vZRE+ea6zhD6ZZD+ODETv5h
HC06Ih2y1rFS0HtsJOFx6I3hkakMvcBoVhuhxXZeTJGpgFcW7YmC+1d4rXdniabHcKL6kLz6Q/qp
gFg2sbvtJPeu+qmo0ess9ihZ1kSPvS2HcK3Pbrr2TLoO1wSLHgkqmZoTpd+lVCmiBGnYogr2WpiP
PGFf4uS1SvahfiysY6OyDSVwLnKy8iC+4Y95A5Khoj+ZXObfuu27kcPEFdhkVZJX4mc3EkoB5Z8u
XMNF3fBV3NCEG9RBCAaWY+vDQK4NoJKvkWKPXpXLPDt7W9qsbK0bO90SlOVQ28rgApYPszK2dN+w
h/TVVzNPDXc1orla2B5zY69JOWRDk5f2MGYgCY0s+6a2H/v0N2jLTQ0gTJeeMz9ZOedXdW/uVnKN
xCbiioFhYfGOMUOjNPwWEGwaph8dHy3uov5lDDsjd35VJcLnvu9K02HS/qtziIyn3f0puTXxhLGC
yFqUpJedZ5I05GZfhNlrPoIDVkZElIz/x9l37UquI0F+kQB58ypT5rhuHtPuRejbRl4iKYmi9PUb
auzOPcXSltAXM8AM0MDJIpVMJjMjIjNo8N62shHNoE+xZswYAosionKky9JuJ6MZGtJguJXFivO8
vC5N+aI1/2k9wJ6AxA4ALCp3lwdVoHcpctvFdrbdodfOQyZ3nGjrQKAGCbkNNNPWuZ2XFgpjmSyM
sW0IB3Mg6if3RypH6I5r7R5nb+vEA3wJjhs2DzeBmrdWNeBHI6MtmY86hFwm91DNJ+mStHgezY/a
/Mr0vz/tkMMDiAXLAxpJFSsG+HVpGsDjSSVMJyxGoWEKt3XWzbfbDnFV0cUp1yHdijrBqmitOgQN
umzu7LIltvU6QEk40lFQDN4GKBbyZ26ynWVtnPsLc0pSmfLSW+q5bYnudFD3mC0Rj3T4VcwQxa9F
wO8sP9P+3udhE0UQ9GBAIrUVm67ojdRYYLM0fi1jfXBsGjkLKf4aCr1m55iMh3OFZAEjpJQMiKZp
o9l135KsiAZMPDfmRL6BbtaiiqDjEXz7y/3RRlKuQpjDfzG5Bu95X+n2pK1fYlxN05GyXrIHq7CL
JB0q8dHsWxnri98fp0yX8ZChi8gppsczbpqRp7mYNJJV8mCjeB11Dsalcc3qDxhdZYFobweRLKl7
ZlLq65SIPDYn1wnLvOzu9aY3TkE6QfIuw7yv1h3GA0e8OhSBnBNK5+rMS1o+9KxwQgH2wFttLF6U
YlOA/5wQxLO8fa6YUR95I7NQjGg2amyIM83M71Dapncmytsf+oVjIIs3jsfbW7aGcHXHLDTdfQ96
kzpqy5cRg5u4bfCPHZntpjlaqdEekPPLyPFQYpZNbRwE9/hbUI97fn9duIdv2DpaWkiQV7Ks4hv5
Elh9Y+PdNkK2wTYiYZhHfzlPBZHOscJoeaav1x09gO58vr3qjZiPGwXkFshe4il3dddq/uKzoezI
5PugT30SBSXeGpN3ztlWKHlvR7lATWc0OyfNO5Kyg1W9tR90Wwu99Iu/SoaLf4Y91fCtWPLenuL/
A/jtGcA3HeHFN188TxCqD+6qGpVHeM/tLdy4alD6AZhyHZqwQjYvHafzqgxooqAlzCzss/ALdF58
/2me6uHXbUubmwjFWNSYIKV9NX0uFU1Xtw0WZYuHTjqRj0a5i/Hlw/gDZe7PQI31e5VQc2t1KMeD
AYWcDzLpyofTAoHEU2gIkHls0HNW5KHPvxf262SOoVOXSdacfKc6+F3UpXk8IeEuQ+eEV2lYaXfZ
GCHLNot4CB5mvb5zBWa9OYCX+K+3t+ZKi3ONryizIP3Ht0AnUAnkQ+4HeRkg4NF4JetGAJB2PEKi
nSX6uf8Cfgsmv+U8BNH35bbpra/y3rJ5+f29cfGL1Kk60g5+RBf30NMqXtD70fzpQFOW6Cz/BBrc
zona8nBQ0lblWDQxwHe9NOuzxsitknbEBy2iF02Ut7+L4Idbv5bB8+0VboXGd6bU9HOkXcu5ib11
uMVxNUCfzqinR98F0NNaTJ5AHUPcBXWzpyS7s0a17CLRc8JE8A4xWbYvizuGs/FAGY1l8aWuft5e
5OZntBD411cbBAuU/aysdlxcwTuSpxhEzj50YIBXH3S/TMygeJrqR53vlWe2TAKkCETDCnDG7MrL
T4iXlkndsaJkMbwe0mns1DpNExoWs6M6l/N9IJwsRKdeO+Zykachz7sDCzAFY7IWqJO6xc9lCsa4
Z/Zw8g1Rn9qUipOJKz418ia+vUFbVwUkmNDGAUgB96R1+WtFoKcoKOKWSmUgQMJrmrNfgxecdVoG
aUa+B3DeijzrcwsaPyBgggar2PMXWi9aQ4k8nGX0t4JKa7x4/9eVU7vUtbSKFH/d8vuDMb1Uzdfa
OacphHigN3kcu+/Cz2Lqg6lCbu/jH0KWmmlgwAnG2QF5j1HayjtrpG0w4xBRMiw0Sat71C1eBiuI
7MJPmDm+jNVPyOW48k7yZ1aPYfBxqe9np47wVEa2P93n+lGrMA1uuoMkOiS377IybLQ9zZurU4+O
MuBYa9EfiJArDoK+lG6XlxolrjdDrp9FMn30xUOv6yfWla8orrc7N+nWMxtrQLkdfRQ0U1R9gtyW
fRDoEjsjMnHMucSjvwY1CWPLlqjkZn2X494LpSnZaXCc+cks5+ZYWGMQox1o7vnI6mFXHwrBAJyp
tbqugmrskRljpVFKbJolzDj1LEyzc+vdtVq0PFvejAmIT9WPHfdYP/+VVdAyTHQgIWhiKZ6JCtk8
LH5LiV4YBwDrO4hUZD/rnIZ+5vziVDYRk/63qj1UrQw1P3ucpima6ILbX/uSQZbNZtmJar97C+Ob
dsVjtoIWyOjAXOC1a4CzcXksKSZrubocKZno9A2ZahBpPeQjbL8ZziaFFIpV+YCHCc1OtLHrdyoh
f/INdXfwJdC7gfDXqv19aX7wx1bzW0ahTLpAMpTJBjXH0s/GrwHeOw8Tc9OVzbJgOiXO00kIBrG0
QFj9eShLk4azl9F73e6zz7Qd0eaHQ4kHadp0Wrtn0A9vrOrr7S+6md//AaEjeIKuoeoouKWeMWrr
8CNzvusceXZZGpYt0t4pS5oXy73P02jhdgT5qp0sYas6gccFVLmQAUJuXpX+MqCa11XSxH59qe7r
0Md/LPSu90oS/581/mtHuT6HSlZeGcCO2/z20sfcXyd5PNf068L9CPiFJHBDw++fgr1M//qawClZ
JdBXaRxsrxJNWd2z1mtwXArAEaG54+U/m10Ww54R5S7yZR2gfo3bwiTZ0oXitU8fs8kPBadxWZ6a
+s366jkPFfJNAMniDkmotpMtrMnApePjdQiYD/Ax4L9cfUjmsNQe5gnXoV0frEa8Cn1PtGvDWfAS
xNwD1ACBAcDhvjxcEBLXheQNI8acRxV4L3Vnh6CSnIvmIc8g8OfNEdM/denO2q7zvEu767+/K1/r
eTUBXwm7rnu/8DtpHO3gWHqRtQcc2/qOqAquIFILhFQVItd0lq+1WctI7wR4O+VjGmmOxcCHzXbR
2tdxHIvCNY9wiJIPxuldLopLbYRELmekxRDXYrAfKcbCeyubL8N1xeiJltq9mUK+Nmg/7kScNRdT
nQWSnetoCbxJUSW8tM3SZWYS5DASAC4LZQEkGp6eu8AelmEATqZkcxf3LoR6y76vk1YWPPLnqT93
PYc6MYZ471ztV8kE7jJMu3VttEeAqlFLHCminTNPOiNWa74AHfvsihb77/3onPnc2u3Jk3uRb72I
1D1YK3owCh1fHJ7LPXBMAa2KqWNE9GXi5RgC4dLzPBGU0U02xxNSazRiogqKvu2MUaDpsrPmLWcD
hWwt066cNVv5AdYIvgi6T3A2d0RmWbvQ3HeROWAw4N5ar3NzyEi8M7X+lHcHqByabqkMzEQR3fJN
yhKpwu9sqn9n1LhbPB5xa3oo3CDS7TmUVXPfCzvKcg/5i36cnZOke8ivrbWjUWSgF4bOy5Us41ix
gFVezQikU0K91kN0YgXdSxi3lg1N2LV6C3Qi3iSXy67sGiMiUOshbiqOPTXDXg9+UZueoFaQ7Byp
jeOMGh0gbOsHtUHKvbRlM90q5Bhw4qdawnQa6cIn9cBD2aA6twjttes0CEWz6tHND7eNb8R+YM8D
HccHHB0gpi5to+vQeRCG5MC6vXbuj9nbyVA29hE1HhC5TIABcYWu//7Ofaipt1JfRk7AoNZMIDqW
R7N+zPYASxtOcWFGiYi5PY7UMWCGf7Fi++P4enuXNv88MPBAMqAUh/705Sp4P1vjMi6c1CDh6HUy
Q5ocA77+gxGknqjmo8MMqNKlkV73ipoCdUsWm0csx4ggtOCnv6W0rSQYwGv+Z0VxNjZmvjGPsMJj
O9wJS5sf+9+/rXZ19EIMmHGAr1A24uDVWqRbv5n53c//i1O9s6PmTJlesHqCnWU4+ymEmzIeBuWR
VntxdgOLsO4WUH4YX4BYr5butXYsp7IzcTRroB8gnmMJ9A+asNAAQQoDKDVDV7c9IvvM34Twj7c9
Yns//7WuuF1dtNXEMCCVYA5PZFkoMboQQRZQBoAQ9W1T62dXrjRQLHCvgzKEkpH6+GmlXaRdX/dw
Plc/WEyrj5opoMoNuEk9GRRakKa+zq1vHl0A2pLb1rfOlwUtJiBQcJ1iKNel6wPv1RkdSEFk5s/g
2hxqUYbL3O1Y2SgCrDRLQLr+jFUCIvDSjGa0/Wi6tCesMEB/ZOLQWeYBc7vuHXM8BJn2QJsTJJLO
gTvG5WIdHEc73V7pn5f91UZD6xMTHkGURv/s8jeYHuSsDJ/3BPrhX6n/6ADXr2t6Mgd1iPGSIwou
tNViZzJD0+vbkBnsQVusU86zg3BejXyvGLO593jgIGWFUBiAN5c/KE9dv5PQ1Cagii1OEQoQqPNl
p+Cxrupq1e+MKDufdTO4oIboiaYtx9lloT8/Wfy7nz0bOnRadj703pLWHPbdpePnpanVwOwRbaCg
Z45VOLukMbu9Q7N1Pte34f/bOjUNq3WtRC7ekyEN7fY18JdwML+0u2Fovb2udw/UVozGgkqsmu8L
ndr5COo1wSsJ043MJMvPkHwKe8NOZmdn87YX9a8xxUGLpnMaJ4Ox1v0dBF8z/w1dawvF49sHYSvg
rM1q6HMAK+uqbidZh6RBzgNheB/p7Q/hfBGACk7yqFevZnZfdV9uG7w+/SvAEu9MYG1QaPbV53xh
icV0MDQWWTuLiqmNe4eFDMQLAOwD/VQ9lCM7OlUROkDa/C0ZGsrBKyBlZfsBPWaqFGV/zrKi6lDb
qoM3JHQlH8JemH+7p6irQrgeNDukkxC6VD5dNsyOvrguChbjszxn59E9eOnR0O6tWsT5HnL16pQp
1pRMoq60sZp1hwKnR4x0jCa7CJm5q8S9aQYvkJUzga8XKPHJa4O0TAOfEqahDuNNLotqj93JTNdC
vMHsj5NVgkSBh+ap8dvuaGqmlvj1aB34PNzjtmQhSjxTnK/d9tsutfnTgCZbX/3A46kZWwBB0CoX
KSV5ZFc/+fLq7inPXZ38dY/fWVD2eK5LTHkrYaEv8J6k7cFCvKydEHNmH61sZznXlbZLa2r+NjIn
42MPazUFBRXy3XY5RBhGFlWd/6h3IuSoLg5lHiI6MM843d7Nq6eIYl350NowLfWweJQ4Wgo5THdJ
o8Kje3CB9QxcxFJYAXQLzR+EHgeKUsrdgCTHFynW6DfHhZ5K5yQ0MCfPDVp/3s553NxQXPPgcLhI
O65I4BadyzGQFSMOZDRAPP/p8Rc2GQmtMP8z5p6R9PM0rD23BOIV5PZ+Xtfc1qVizBBuDSjfAoZx
udR2hqJWw7GhuY2ZJt1vcB7izh5ec6cjstQehWffQXfn2V325D2v7pA/lleeEzjDKCwq+dzSdY3h
VBkjA9OPA2SztO+8D44QpDvfXuPWCQSoxsCELYxyg+Tr5RLLnEONiKMQoteYaJ4x34pynwMmgW7i
zum4dk+cLZBhoHS3DitRuxNinIXtdwYj9VIvkfSYi6xi2JuFvGdFSV26VnPEULiMSDNOtZCx+PaG
bbgkypN/JAjxBESfUvF/ra5d3G8eI/lrP5ZhJ/1wqo+Qfp9zK3LTg2QHv3mqtU+37V5NG0TPCeMv
kXOvqmDQ6lAimRxsrzT6Am8ZbgIrkyPtdSQSpkKn2hFiLya60W4J2n81xRPkS8C1xTQkECOQHYj6
DcBdSDJmnD5bdi4T3uqvC+SpTzOmpEaTPjWHRmMHlurIimz9ubOz/LGaPQsiS/UEpRhbHAruQ6rT
0/iOY6y//DKirCvDAUfDFZpqKo9pWZjwrTpHCcXiScnzBOSWQwcp8o+o/42YbB2ao0hub+d1FHtv
01VJlhgZhRlcS8aJ9rl5q74Fn8awwZthJ35tOSMa8oELQVc0TtW3igOSQ+U3FGUPzEuMhA41gmHR
2c7b4EpddXUNqLiDYQS8Cd5F6894l65rLe8gbNRxYjr3WV5/lnMfAY29SuOjeHQcaBm7WgA5tSnW
MQ86y5anfAFJEqOp/OKH5TbwFZDguoii2lvVH+gEJQI0sin7cnvXr8Pa+kNBb8XECeTi6v1YWQ1F
a7/hpKleFnmfvaXg5Rk7ZPvrKx9GkJGsSrMQ01QJ6IAryCXwUZEz049sWB7KQkRjbt+h4hwH+Y6y
wnX8hLFVBRDSOYaLwR2XW9+mAXRfKo7ynAdgU8VOepkitdqbL7FpBm1C0K/X5o/aHMkHHFCz1zkZ
IHMUL51foOFj6SdoK+xJO29uH96x6K0Da4mC3eWKuAWhKGkbnPTmXRHokOU65WCS1dnnbNjZvK2D
j44PVENAXkcjRgmlRcFYVkKNi4yF9rNZ5zjg5TyFOge0w0ClXKefdbYHJt00iuYPSEhAToMxdrm+
bukyUBxQE/LGY5pCs1YUIcTdushCDtN4x2r8edvprxnLOJ64Wf+vRVd9N+mL3pla68Ihj8a51uLP
VmQf5kMVizCNu0hGGBaQ8KP14kfpTpjb+pjvTSvumU7uQJtFw8fUUu3FCdj33BhiylkTes3UQmDD
8ncaXJsmMcYCVSKEIqSKl/vLPZa15VqfYdXZTmqE8MEAJ+OYNbtUx6u6PzYWGqOQdIb0zeqsl6Yw
b8VA2xBFkVl+K5BsR6V9MCs3Npxz7jsHpj8HfG9uzrXGxGoUrTLkfogvSGkujdKsR8WzyHviGHH3
jb11b/Nb+SE9a5GXQEH3i6nF3p465tY9AvAkXr9IvDGTRbHp5+ZgGR3rCVAXANsMsfG3Yq3rFQJh
NMhIrKVzEKQuV9XwrGttQ/ZIdZ/L9pvsTzW4EUGegAme5Fkb2flekWnrCoaEI1BMsIrMZnWkd7eW
r1WlPXMLdbPMufO+lN14NJ5raDpDiOYTnow7WcaeufXf35nrs3r00tTuid7PYYrJMYJBaqlqv3Pr
0TDvKeoYt8/9pkG0VtH+A0njCjFVZ52njdTo0ZVylkPmV5jwjcHpx6ptm1MwySHpBvTFUkwG3Imr
W7cFMsS1UIPeKh7Xl0v1uVVC2dDFzvbjmpDm/SHzyibusqGOby9yyzNX0tUqO4JWrqqGK3ImZ54W
A6nnjiXDZLahl+HWuG1lK294b2X9Fe++nWUsRqUH5UDcOg2L0kns/DnL3mzGd77ZpiFcsiu2CzK0
arfNHYQTDOk4EK6zyNTy2BJvhfF5CPYMbewbRtgGK2EMWHgojF2uqKABrwYvF8RsyiXRq7F98tKs
2gFvbDgCkiy81jEodEUjKwFS1OmUZwJjIRDn34ABIkuO6ZtOfrz9eTbMoCi3kuAgwAM+vfLmauo2
4Bb1BiKKNkRbPcSuWcaekNTGxQIMMKitGMIGZ1AppEK30zkompHkLgbGa2NbRnTqfwvAKw8NSIgP
dHL7naCxuTIUzpC9reUplbtflY1pMC2HzeKfIf9gNU9asfOw23A5XCLo7UJWEmomvhIGIV3bSx+A
N9LraITVk2PGGgV+dMRgw7gHJG3HxTc8zwLIA899dGMhcav4BOBDwWzmzkjaPmCHeXAXqCRBhvW2
S2x9LJwhyB+jX4q+teISTrp4qVtNI6pEEPlK+UO3OJH1bDB68Ov2+baxrTc5SGIIaThIKA2rV0lP
hZ5nhTORoDHkUz40Thxo3CRgYzonDe/ZKGcBlEGZZh5qvTDvhOmKA6+gxHX7l2wtGz0pMJyR/Kza
T5fHmtkl+txeORFjcNujrQEXzw0Zu0P7arrVhxnuveOhG1V5QOxQiwPVG5wyiOpemgx62veBrQni
LgXuTiBUY24UxSGg1YBeJ+2exqHVY+QW2hPuG3rfZAFKFjpII7qn7U1T38iuL36NcvVoKCZJMbmC
yEGnsdWlQyLcQIsgHtXGsrKKu5Fa4PGN/XhniGwPWbRx5wJVhGQCWOVV8FMxH7Ch6JqmmUiLi9bj
/jevfxwaN1qG3wtbTnmq742p31zwO4tKIAcRM8CQbVisc4zCEl/ZW5Xy08qkgrCf9zDnn2972Ea4
QNkV7GtUBdHpVS/cDoyDNnU7SRbI+bZkCmSYzqj97A1034h8Nmp0oDWDtH/NubM84TiYSyFJCXn0
ERPw0JW7a40vt1ezYQWtXBvcJQe0I2h9XjqvD9wdr81pJtzxHiwNXOPMrhNt6Pe0cjaiHm5bjNcF
hhKEYLWgqk9DtkAdbiGlcLU7zNnoY0ZNtpN4XVtZgQ4BvA+3Lv5XOYvMnWYGsVlBtKIDQJOH9h6c
7HrDYAF4WjxeQU1BLeNyw1ieaVmWwt36mSUBAzPC88oI84P3wsr6Mrwsyq2GkAMBVoDcTlcMVUhL
hSGHiejzo2blD6yDMONSPq+NPjOky9c2/5VOP8ZpT6b72sHRpVrfIT7mjuFCVN46dlGbdlr3ksgf
RZAIoJ7G2LB2LsGtbVzZRC5K3/hgjnJqrUzkBmi1kvCZYUL3ABJzFw3+79veveEOAOKjSYKRTtBv
VkdX9ULDPHKMRid69oHSMhyXf24buA53cAUwVfDXMaIGz4xLbzCEKLnbZjrhXjcltNRt1FBc+RHo
vrht1uGHGASWyMlpdm7cLcM+qpp4vQF1h4vn0rDXO0ZdLYUOqL8f8vngSgxD0yKpR4UANqHe097e
+F7o/+JLgQ+LSqfKACv8tJpskS+EyTHUp5NbiVDOx9u7uZ5OxeXBZkLNEIFi5Zopp7dCiQoxoVlI
N5+a/p/csqMKc7nxgnK6HVMbTr7On0LaB+11vLuVusxMWzlZAV/A1PAPshbPy+TGE4YFetpyvr2q
DSe0MQgT5WdsILSwlZQE9WDuF7rQiWjqIPJGPY85Z3sDmDc+EPpzoEnjzOJRr9bwU6/GYJZA6iRr
pqityZKxyNtT7VrdWflAQMBD8Rc+DxEydXJ1VXBtSDVLJ6xJ5uWDVvkRRkFhcvnRsqDi2qSJqX+/
vXsbHwpCg9CvhygZ9IrUDwUseFpVjqaTUToYx9Q30BMupyWsXHYeqkDf+VgbLoiWKvTcoE2GeSiq
YEVqMNtmLjNI88QxAY153iE17n3gmWS7p/SxZQtiPKaDEIhagQqK6UYzoH3qGgSV+KKQcS+LqKjy
D9S8n15u7+Kfv6V+OYgdYBiBHaCZq+rhWbMxlrzuTUI1+5jKx1zLoPfHQxdCnVT/Z+5DaOhDIMY4
2G33WIs00fM2WSZ6HnPjiWbioKfB59s/aiOGgSL1v9+kSnqODsiznaQmqWiRLEUs04Pm3g32sfHf
RnvYu1Cvi5VreQ3VNRQN8XVVjqbM/QVt3UonmnuqsyZMrdeC1zG02LzmqdLe0OQFU/Nwe40bhx/X
A4aKrZNbr+diFx23p8FrDTI0cx5OnpCgzKbWTjTb8KQLK+shelee8RpbeEtfGmRdV+eAuWUMGDqz
RJk5h1a5oyq3ZQ0FdeyjiZcPuKKX1hqUvPKKCYP0BsToaWSmj6AFyyFu+h0P2Tj867sKk+xReEUW
tAa9d+synYrqaWYbpOBe4pSiwryCUkBlHRDWtt4rZ2/4I0onJqJNsIK91VYSc6Z2cubUIMHUx6mb
PUGvo3ReDfHN0DDjbiK3XWPj4Yj8EZwiyBKi54qM63J1E/equq2BmjBRUGPidel+W+0QtcZ8dpxE
dtrBTyFWXT0EVfAg0j2F/Y22yJq/opCLyxYZs3pllN5Qu37GcP6an3OZfZ4h9YjhKWdtcO+oZ4Uz
YEgVt47InA6loX/v5RxlrjizjkDe8K045A/0GYzz29tyrYuLsIs9WdW0MEsI3/9yW8Ya46GYh+JB
N/DYqmHT/sh9YkyH2v9alnmC0r+PRlX1awzCDNQJDph2/SagaN3rvyCw/lCCY5YGez9sA42y/jCA
fAEtDCDQpHyvGsiGDJAx7BceLzOmO5XZHJcFDT1vTLLRD2cbAi/1fOx3J6tthBEPqQrqvGjSA5Si
pCsGm2p78CeTjCMG4ApNMCDTtb0ux9ZxAyELolAQe1lJpJc7P02O0QK+ZBKbfZJTGTv9glKGdUjb
PbW0jRCy/n0Aw4ENu47FfVlYuW81JmkXK66aLAbaBVI/WVhAfIf6yW2X2raGLNk3kTLjsXu5riaT
FvRO8OGa0vcOzMGzJgMV9iAhQBpKlCx+a1Pe/n0mgWmyEPJCo+oP8v7SaOG6Ve55swlQxSen9WLA
o5NRe5yG8ei2e1Wfa4kPHBp8sjV9Xt87qhSJzfNxwAR7kxjaknQYIzlCQ8bNrGTR5xhCClHq0pNb
PGXF94CWd+P0kxqnyYIEyTztHOAtL0JhBNIEeH+DfKrstnQngy3mYhJ/Pgf950m8lt7LvDd9YtOK
jZKFBxI+bhwlShhiDjw5QCRbL+uPhpCPFm+6o+MP/6SBuwdWuca8Y3tXZhMk99CXuKJszW7ZdBUi
Fml6VL75MagOQIQfnL66k3r/khXPrfhBg2QY7XAJ9MSsh7huPPx/L/bYHlNzY+04oVCjBnEZpQF1
vN3STrIt29omXXMM5ASRoCZ05Ct0rG6fm2vyCHBi7w0pm5yljtXWsoIh+16bgFDJqngeMdo9kA9W
W73M/jN0Tbhxbk0Ms1rqT02v/a3y8QpVQw3bxr2M14368Cw9sVDIKdhkadMsKYZOnNKS61Fng05w
e7kbQfa9KRUcg7Hihc5KaZOm0x80Wb9WUFG8bWLry63cFOD9AN/Eu1MJChDQp01h20RvB+e5N9Hi
baZOO0vMbD/Y+12ALXv4hKgk4VUIfqlir8W8NWfC6SFibhPuDLHrvVHHjrNhp9G1tXfvDa0/5F2m
Zox6VSIeYO8YFGLaIpx8cnvr1p+qvGBQnIdUAIpTOIYqY9QfeS2k2TsEzSCGYeQeYNM7wKWtY35h
Q9kujIiint5wBwZkMtMo78+BVt0baX+Y9TM1gSVe6FNQx6P8GDjibuQf6Pg26QcO0svt5W59uffL
VTZUX+XLG6AncEPWSWf20bqpBUayBHu3/ubG4pJCIo/pCsDJXX662elnvBmxsXUNLbAWQlBvZrlT
l93KdVHIRlaHTvWqTaEYCVzGIADgOSRthroOK6NHnkkdlDY9LuIutbIH0xDPwm68Gmj34myloKR0
o0cffDvfoxlsbi4uZjBjoVB8JdDrBK3VtSJ1iByP7Xgv+gfnbddh94wo9yCU69KZQe6QdCbGZC33
af6xTsvov32/d4tRSoHFCIydLgKH8IqGTfnNhmKi0HaymU0neWdEKWKhktYUFUZwQMLiaEqMBHnG
hJ/bHr8VQtCC/d9HWf/9XQjpxqzNco51YK96+8fk/zUjGlcJvjimmQUQGjHUqyQNALHRA+6SPPjB
jQVw0K+LNeLV+vv2QjY+PBopf8I7hDOvJE1SiGWJwm5hJ4d0VY9pRgnmP/Kkqwr2COrY3rq2ijtr
tRS9KFA9geRTPMCj/cBLvXDJpH81ewzX8Z686b7t26c6zyIXYrjV7H4s3GPpho3jnfzhLN7sCnpJ
Sbsn8ry5eNSX1uwE03fVEuFod0vZQvONpHi9Nd2zxtPY40/BvMf12HAXTO/915ByvEY++hQAD7iL
m4XovELO++9TDzgKijbAEKHSrrbQKzTw9SVdv6MpQ1qirA7MWfr8H5zlnRHF650VT5pnzCXcfJi9
B6+5h3TK9NfscogJA1ODii264kCkKFagkDz4KR3d9fiiTR/i/EK7fOfK2kABwMr6CtHRcQGke32H
vTvBgg65M6PWQVhdzg+Tk75p0C+LBQPYy6tbHRr6AWQG8VqiZ0P4/rFaKoiNA5NVHW7v6ka4wrvS
BFwFV80KNL38JRbQunMnao8YwZvnYHC3e2C7jbJNI+v4O8jOALCnJldzMcmJeYOHkvsZek+WeZ/2
H2+vY+s0gXDwPxPqOsaMVkYHE4GFCltufB/pl7EG98XYgbDvGVI+XW7kEmQa5hGLf61yP17EWzYS
Me61gffsqHmAlrq6P46w05+XyXlpsvmJFsUvoe8kpHsfR3m6OK1fC552Hjwe1FYZ9rmP4Ta/b3+e
HSPqi6GYpjo1OuqRUkerGfRjUdw1aXzbyLoll4kvap9oAOMBhBYO3PnSl71xSN16DlCWxHzVBHHP
jNxqthLeLUFUgLWRF1l+yv1hrx56vbpVPQTAVAhkIXVX64OLNdQjxktZhKMYn5cfPPSdMTj571cH
KivkmPFIgVinklhYpbS81OYW8afvHvBxEzoRxUOVnocpEd0ejvG6EoSnIm5ICARgsg3y0Mu91HvO
hGdKi6B3CvJlWSTmWPeJXXgxxfSFZRA7Sc21v8Mg4i3+u76lVZXOQEqOdpVhkUkm5Ug4qB5tfZcF
exO9r2/D1Q6aSUAloHanivBbGRR9O/QFCQcAKsKDGVJmmbEH3d9ezb9WlENFi8kBmcO0oBMkQqc/
rm0GmUEKa94JR1uuhy4wevarNtLVttV9w8oS2mbE1vSogTpt0Tlh6u5Y2V7Ov1aUvCmTjDnNgOVA
Lf8wVU/cwkweg4fM3Xn+7C1HcXItR4Wjg6YDgfeFY/ucs0++9+32QdryAHedcoFSCW48VUhvmZfC
GSwcpB4Fm/uyKcSHVQNop4u2FYxQt4DGKYoKSBGUrKsLxqk2l8EmY/DiZx8ccGqfAwglUVO8ZJrF
wsKUcuftsXVoAStcX2qIRboKHbIYHUuBUTYESruJz39BO29poFkt5hgDtQ+3t3HLJ94bUyKEn8q+
LqkGnzAfafHVpuecR6mz4xBbSwJ9YX1vQ4ILNczLOKSJYVgwb9Ym5lR+cmSyBBif+mC4+WlA0+X2
irZs/WlXYPYa+GnqJ7NqVoyIQTb4koX45nZNmFk/m0EkJd3Zuw0XhOvhLYg8U8eEkvUYvMv/TDub
bV+WLsnShZ+nGhO2yrrif7+eNcqBtAQgGUKdcmo5SJB8zCqkXe0I3J1wiDB41LmQ/tXS8h+nyL7c
3sANlwAWHdJPa+8cvRHlYzmLXbkAInuE4vRBA6pxIo859zWACZEz66f/YA24wj+a4qh6Kg44VBNE
nXtYmwcHwmwiQ183xuQcOUbSXPx/XABI9oZCrStQUoxVRRgzByHFhoOmxPVxLKzZXnBLaQykfCta
mlBrz2XrP3Vp+YFne13xjXhoIooAdQ2aICRtlTWypoLEYO9YJDWm2O2+N7mMFrmHHd/8bu+sKN+t
tYaFsQ5xw1xOljDCdsygtyCgy7Nzj+wtR9m+UpeVU4KJRQx7GQ+N0X13pxptwZTtjSbdeOoDCYNP
BREOxHhDV3fOmvJuLDMbguryaC9Em4uPLBP3LYo+9f/h7Lp65NaZ5S8SoBxeJU3cOLJ3HV6EdViJ
EpUDJf36W9yL73iGIwxhP5wAGHAPqWaz2V1d1T96RqDPld/k5b51RxAjPxnQak4CyDouBQ2sppEB
+fjarlwHE0SYKuW81+Loa6kXrRrXsQE47EPvxe8z1QPymNq7JT7VHboDOUv+4YQATMFba+BbAnPi
ZZgB8QpmzIoaBUtD9x213I75p2L+nYJr6PZRXPmuKBOBzo6TDaOkw+PdWTyDALyj9goKRrPy6Con
9FdGW1JjWPHRCxP8J5yZyJa5zjqjR41hWcjOLe0DyqRjGGegyEC0qSQrWonQHEzMkU1QtcAtfmku
GRmYhdwY905FkjsPzQjfKGMZTdXavukamhwO2JgQT4Tz4EJojPRjbp2SPkM2n6FFD2IVqZDLysWG
xhCyao7V4LJml4vpbCTx81iiI2BuMjBR0BJMOEqF1ueLOrW7276w4ud8kgKD/wAsoQUo7FwB7DI1
KerxsTfuMMcVsDHs2x/l/NLRdKvqoHZ+/QeLH7ojXDsJdKWXy6s9loxmBYtzor8YaZofh8J46dre
CTCwgjuIkvQwzoqCcWTQbd82zpcjHGsMjxgY5cA9yws6l8bLOU9iklWo95pbK34zQmAshj0bjlm/
vW1p7QSAWQh9F3xKyKcJy2yQJsWq0uM0Q1u+0L9PQ+rTuAty73Tb0Kq7YOALMph4AILp4HJJNib+
bHNBZVLp6aZXf/fGm9NG/cC2jEk+3ZopxAwADgAK9sBKeWnK6zAhgxBlnzQ/fwDJ5xTYnuQDraBR
bASlPzaEL9S7Tka1HNVJd5y3GWteEruDhOrvqiwCFOKCTpl2XRI/A2ohCSJrXwwgCnT4dUzY4Bl9
uboB0Nmk8hYQktml5S9QptZZHFi99+Rq5P32R1uZ9rXhgn+MCe7RQyEbNBkzKpegAyZQEcN496aw
aH3vjJr3UwNud08MYj97+Xgci6V+ULoh/z5DT3Wbau4y+DF8PAm6XJfhF1f3gWtCAxoAuULxgGYp
09jkUqiZNdXPuf+uJwMIPorvRSxtxPNViscRwyCcLRkqLo44FpnFTfP/10Q1QxpoCRUtjEtn3/eg
zNX8tGx80Mn/7qdiq2tvt7/A2pUB1CggqgAx6oZYBTJJOds1idFcyDeYjtvc/tvX9vD8bxeSeSu2
FA0zpXgyJP487/KALjv6ctsGPwni5uEyUjEPYmPERZSE692lmwEYc05u9ZikOI368V9e39gaHHY8
TxEtRToTatEeBW6UG+PirsJaBhlVw9pGASSIWjA0ToHzEe4fCL0ljgZc3An0LBZEFaFioD2QQVKu
Wtsq3DQYVEXDANga/udn6chsx1XezRDoa+0dJlWbT9Ku6GrcOjfBF3puQisLdxphQlWSHQD/B+pB
f81VghxqMk0StJN6IC0LMtAz3/aDtS3ElCeeciDExCES8gXUalG44HGrijeYrAq1zvF78whuG0ls
Xrs8zwx9bMHZEj06KvkIns6TnYIAZgw0617RUJBTwH9aaL5n/MtXQ18dnU2EB+C7L7d0MNrZ1WrP
PtW15atehVn32M/bf6gHc7Lu/5kRB4O0fjFYtsBM2jruU9FpbD+x6SeI3SS51lrIgXoFpn3xSgQA
SYj5Cii9GhSfnVPvJH7RZwFr6fbvfQHT5RgAQQUGFGNC3JkXA2PzS4KYoADAzLoAeLVCByVPqfz9
bQl3w5HFMCo+joganespVfCKsE+O+sqQby/tXaz5SymTNVzJOS7sCE4Q99MyFBlWRNuD40YuSO4G
pwgd/TQ7g6QKuBIm/tjC4KCQAXhsgJYhdzi1N3zAARQ3C1xz/9efCCRFHByKOgHGnIQFLXMKWaUM
VwMCBWjfjBJaJunSBlqLaYVWd2Q0/CteBzyhBndD8x5DSEKE9XrNjV0dhZem/1lpNnDYn24vaHXX
zgwIC8qSZVFjAFwgEfwtp4+dkSJdONy2sRLjsAiAbFCuQt4uNotyiDV09Vw6J6s/aNZ7vdxDS6nL
Zdkn/6nClXphRgji5mhoSjtgKdQm8cZqq3znFegJlJVGgq6b34ZqsA6NXXmfUlpLwt1KnxlYNkwZ
8+FEDEaKBFOGN6TxUk7uycq6QB/nfTn65vKCF6fvGu0+TT/pxdtgAU0k0zNcwTFdmhZCk94ozUIc
mDZgUzP6Y9suOy3NQwyBsp+lSYMknjaJYe5LD5KDMZUUjtfXroNoWgNCnqtPXcZ6lmeq3oy5i4GS
ajtMyXGm6RFFkE2PjrsZ3+l2epfxWcfMraIq/3rbvdbOCC4ZZKEoxXP+gkvrDTVzqDvP7kkfO+JT
qucBUVVZurtyf6IV6HG9OehTAPh+aQVjOrQqGmD+OdvI1H7LKrploMXJQJRHtmx4v72otTcGGgtg
t0WOiEEdsZBgZXauTLGKGQMA0adPuRtWFeSQ9xg+2YNTO+ztNlzcz8o4vdSN30LadfRkjZW18I3n
HCcURhPnSpWk7gZ4a194p4ek38bqfoToiBJSGV3MmhlgnwDzQ0nBw1V+ubW5hewymVGiV5i9Yd64
T/CcGpJNbduHREbGsBaMgJvGox4WgWEQAp4zNHbeMeBB6FSzrVuiH0k7wzoUem1vdbeQXYFrARY1
BMCgUMPmQ9qXi5tnJVFyYuBh6gEPpFq14aOmD63eTJc021ZXBgoqPH85MsgSLkB3pJXljVjZPPb7
vnMw98EqzW+S+5TYkntwZSAGp+DMmHDkrR4gxg4Z7WnSiJX5bKb2vrYqN/cBrqrCRV1GcCmZXWgk
pNpoU7Gx9KzyjV7/XMWV6pcLoOrMAGcLix3t2e3qZjPRxjjiVVTulTnLIILcSZLttUjBtwadTRX8
iyLZaIqGrdoWNrBA1fyiGvoBuyW5B9ZNILHyQBTEZ+wuP3eeNuWMXr8N3nf7d60132d1ltEErZ0X
joLASAWnSBaHBvUk76a+t7D3FgsA9tgBvHI3uXGQaO2u11MJamXNr1DT5o8UNNDw3LtcEsgEC1KB
Veq0FEx7sAyKZt3ssZ2pp/MPOk3j6XboW7UHgkwLQDdcpZ4QDrxh7uzRQ3KaGrZvzcuWdJXfVQ+d
V25vW1r7WDgvmODFwpDSCU5cKCCsA9IdafDokC1QYmNg241M7mJ1PUjqDT4YAq4JIQLUnTVXds1T
rJLtcr069KMeLDVeYdSTZFqrCzozJaSLrkWINtloQ4L2eQwJKLh8t7BlnEtrIQ3JKN5dFhCllviU
1DncIkkJAGAxqMoUGzJZqbOMW9eLZU8imSnhCwHLNKKrypP6yt6xwnb9gUDPjU6LJA9eKwGACASD
z+hhgXtElOqI637KbTPD46t8zsZ3xcFcAt3RaUuc3Ie+/cYjz4kMRrXqGqjfo9+O9NgQX6+z5jWZ
l8GoVVfHYuAzhdWzmZp3lt1F/+DryCY4rzrXoxNcI21iNo8UtRrVpI9GipagWkkuhbXV4HWM5BdI
SwxRC1drTxO79YrJOY1Nf2Beu83i5LVO1Xto6f64vZq1EHhmSsy2KXPzZnFhKje7o2X/JsYXfWi2
HobMskJia21ZYMjng/4WYqA4Eo48YUSRxnVOrNok6t0AYbJxQ5Xd7RXJrAievmgqy1DSBTqUE6lE
9RSifl1X27+3AtpBSCbgrYwaJ/8VZ1UgrFGrtQIRTx+Ke0KOeoKR2qkJFGCz/toSmlJ8FA4ZM1Jm
wVICnXoow+BRUtdLGeDR9VXDRL3bQ/LC9RrZ43/FH5BBoj6IKh48UKw2AUZvzEabeqepI7ty8ZCB
4GsGswIm1Xz4XRgxlTj7Sqi1MMAEbzdQAjfFS7gEmq8Zpso7WTb93ZCCBMWkeMHtTVx50oKaCPkg
VoQxM3HEtsPYT8FY753aIYDMV3uAZ8TdZmn8+nslm39dibWY+0ZSge41EouPF8mZbxQasgqXDN5J
w0CRr2Z64nc2+VyblsTV1z4WCmlg4sJgBeh2hUQ19tJmSY3WO2Xa7648eq2ytWGMVnrgGF9u7+Dq
ojy0a/gjBv8W3BApeT177eydkiECyK3UHnJZfZr/FULdgb/T/jPBl3u2b3mWEvCfjNg3zwzQKNkm
aQnGnTIkTMYeurZzeAzx9wvqqkixL03pEyka1mA1o/NjzIxj9dLS1l/qNySJkvO75nrAqaC/DFUX
B+Pdl6ZoW9neiG4W6Bt94oAqb/OYHcGJxD6ho3T7G63VDzgZ5X+2hItjzt02mVsVO0iD4rj8AILT
i8iBjP5GyTfu3w882mfmgGK+XBpLZij/QZXg5JD7trvTm/vpi63+ur2o9f2DagxiKpBhYjEXA/tK
52KI7cTY9468auZL4YWsg7xZ8qSbOWjvJC+PVd+A1tj/DApp82gxy030xQMiDBr0Nt2oUBBenjE2
OjadJPitnSrwUuJRAAjxNaNhNarajDaZh078qWOfx+qZNTJulLVjhdScH1oVEzWefvmVFhuE9QXI
Sk+jzgKQ2lnVFMbmu66/3f5Qa2sBtQYHsXsoC4jtpZLQrtc6OHqc9nkIMGkNgmi1eCj1cnfb0uqK
QFGCpwbaZeiXXa4o6dH+WMwYfme8qqbmVyRCbSX9h84LDxDoIeD9jQajkEnUZl8xT23jE6accisA
IUXhfL69khWaDozSoG+Jii7ar9d3RdGbGlXVGOICVrbF7nYHV+u7oDVBwNo3aXmv0ewLiGHbDWpp
S8AcphzLyil3Q6EpT9msjaG5pMuuSA11Y4w5sFkGSOV0aMj7vaXZm9s/mEcrMUZzIAeKWSBcsES4
ZGM689Rj4O2EscSHuE2eS+W+jD/RcdxZaE3N3rfb9tYO47k9IaLFWZpUY6XEJ0DsvQ6qPxvgHt6S
f6D/ANbsz7rE3FRVsF+aFcen1NJ/ebHm+JzSuUXlBNAWn+Qani4xGKpyvzVldYG1gwMAGm/uofp6
dXDcheZzbrjeibA3ECD6Sv/DrWW1jrUzA2pfPmiCRxJADZdnxmHUNUifxadidigXFcp3Wm586xuz
99HAqiVX0cp3w4QgJ3qG+gCILvnPObvLNQYipD5F0LGsSCfvzTDyU2qnYM7LJC65ckHgNcYxGnBH
kCQLt5BXQxYwqalyAn1LaFbZLi3mQBvv5xFjgxmkryAxX8lu9ZVvhpqnDYg3fwfiar9cX4wJpJnW
Dj8HIGECdZGS+DKnXLMBGmvMs3BkN5Z3aaNpFcggzaZyypi+GzFcEpf61ssl23dthUMFUTTG/Q2C
JEfYvkRrrGmq4Rg6zleSmr7hjb5uSmqqfD8u48allatYGmsekDzxyS5ZEJtVmMpoPK4dnFtA2xdq
MDjI4jspVjkskZUxpInBffIV3Nyh0j8U4/PtgLS+XX/McMc/c+yBqUVskArnqFTaO+KZy1GLy31V
ggzktqXrI3S5ICFxJFNnkgHEGCenxDhOmIbWzttN0z9Y4WygqNdAZQVn9XI9BemQgIy6x0e0itgN
VHXrAFGVdZmfG5JsZyU/RQIMJhXorOCqQ3Ho0lhrTH2h1TW8oN8Ww5M6j4Fl3s+sCBS6tfNnqn9O
mLKlXiUpWK/cs9wyp7D+oJ8SQel4udRdbWEzq+6Hlr20hl86i18X29re6Ua0pNuuAcKOuE/xc9lu
VWWjOCBCeVLT/KsZu5/bQjatdh228IuwGSo0DLD9IuVFGo+WQVDjx1DX93KcfGIHY3XE5TO96EMa
JJLvvHIA0dT9UG7GvAhO+uXWo7jY9siw41NCERTbEez7YNIyJe/sldPB03RwewHLBMkQ/udnp4Mp
arIw1mGbZ4SrfIOU0G9kU4UrO4cxFNwtyO0s5GV8qWdGKofkTFEQ8Jdm2npdQMfXFChd3Jz1HM7z
z8L5dfskrtQ0IYqJ+raDzjSYI8WapmYwsy/7Vjk5VTe1m0bRNOorGJXJfXfppx/22Ga6j3mP4rOC
xtQQNIDvQkKz672/BzJwBwaHKm+9QXVSWLzVjY3ilpZy0goLzfmmeZvMUTZwuMINBCv8QsDTGH3T
q5fdPE7eXBlYsEt9XS8OplOGIF/wjdkNvH5Ly03XP7hG/oSRhe2gYF7r78GD+AkcyWtgzgtUyYLD
glXLTtDYVU5MP2btl3iAjHVgyXjy1hz23IqwnXU751bsOcpJqb927rMxlyga7m67z3XOjJXwShAS
FHSsxEMBSqVWa5M8iVA6IXS3c9hLVoXzp+rvRx5RnMFYpY0ODCQAxarGwgaNLVqRRFkCHRQ7zOsH
b8mCIf92e0Frm3ZuR7gznM4eut6mSZRmAL7NzbHhs3u15LZYuf8uViPctGRpusSysW1ZtqA5cuTk
UJbtl5CYHmWfaNXhHa7mgVsJVX2RQ6GZmnrQ3C6JluobNTbUDDPN3UMU+tkyD2lNw6x9tmjjTyfw
Oh2GqZHh71boiVCOOvsFQui0izSB+lGfRK/E9oFEMHybhcVpuIPuZ5oHNUHpKGjj4D4oZBJ3azuN
W5nXB8CZg1zwMqA2OnVxHY1JBNqQeN5k3a5XAxw4KQf0muOAJh5PHZRFoR4nPNwXRddcxTaSiIJb
qd64wy5lEt9cSQOtcxNC2GCKpVfxYiYRLyIqBkhwjUeHpjvp2O/aLQRVXaCOHQ5XEnMZryhdJyVt
GvXPMzl25PfU3vU1pJuTNzBHxSqRgYN4Ii6k0Igi/xkU3znlYrVmq/ZpVNq2Py6/GyXblHyBcRos
6n2lQUWVRDXNOslbbi1+8flcqEeiSIUH5KV78L6rMywwnLf1NnctpElfGNrIs4me3oMLmc7b4WXt
E57bE7yk6gvcm06XRt6g+d18WvLYj5Vwlg1yrMzbgXRORfLLb3X8j7CwxtKNqStZGun53pq/1N1d
av9kbuW3zj0gZ0iFq+RB7/hQt7Z8n8pPnQIO1XFHGskNsXYuzn+IsGKHpCoGWPQ0asc7mnzv9Nd0
krjPugkI33KlXSDNhfBCvWxaUt1Ioxp+0sd6oOaV34+ybtWar6AnBrYxPMQx5iqsZBp0I/NsUCb2
aahV36e6edWKfRb1Tv+Wu5//3lHOjQlnHeKrbc56N0X67iLNNO9y7RkUNHonI8hf88hzQ0KW0BQa
kEedk0aE5GE9/9ZAT2x2GgonMmUfcf8wgYb7m08ZoODj4XNdnjWnx2k24oydmnLjZeq208K62QK2
GKbLxoslV+zH0T2PKaI54Y4dNDPDmF3OTiZuPPT59DLU0h+L8zOxI93WQnf+NZOtRSRIGPHCAWYI
7D14JnzMKnqizoZeW8SyYkM9LW2zpYqZ+abLonZSiqDq8kNP1PfbnrJmEK8t1Ih4txajVZfbWmht
O9p5oQE56/lNCY5w9dXpcdtZJBhJIglga9bw2EKRjfP1I1O6tKazygErUq2dppyUgdU5P+JS3cat
+3UYZwjymbJHgXgXOTjWfJAVgjKoFKGJdmkQIrhVV2ME4rSoeQBtmfvSWF5VpTqirh1Amu/ZaOJN
38jEKLnbn3uPYFYED8zESew5h1kkFu8ekhRP7V5vfziZCSFEZ+C8wDMzRf03148F7bdoeG5umxAj
I4c/AIiOAjuOEbgAhK/V1klaDw5JIi8ptovjQe5A25P2y20r15/o0gr3mbNHK+SGyBhT5ObqBLUf
yH+XhhcU2idK80OKmkTvPaAR+em2UdnSeLQ5M0pJEetjD6PGgJnWBEjQCrI2muQ08w26dAMsjROr
AwYKaJtYQZxzc6knC1bMsvONFtIUHQswTUozGSxLZknwhtibSyWfyyTqlSOqC5MKIvVdLmurr+4a
NJNA8IxKOcZILneNWeUwdTWsWOCvLj3wujSh9D6+qinA7VCo5OgeHFtU/gUrjVKrrjkhF2aTA1h9
ovidg+Fj+txtyzz9mHnOMT0XgjPidNsrrs8ULMOJkbaiGgbS1cv1gVvf7MrBw/dK9QLJDbTKpsx0
tretrOwiqhTIGpFrgH1CrF7bpZlA/yJGFqeXB3Ao+L2WHHJbwuq64hEXVvifn3l4oqR6ngIIEWmu
u0nLl9o+pn29VRrJKP/VA5F/Lrzf8UBE6QllJ77cM0OTUWeGWSCxMeK3fCi2LnjUrPJUT+9N+1h0
3wdV82frwCaMZYw7AE42t7dTvFM+7KMgDBQLNhVjbpf2AaYHEDYpCW5JLUwtEpbTy/wJCH1Z9r32
3fgEAMfmg9NK1GTRk8LtvBQviSxeduXoPKijsnfM59vLWftuGER00dwA9gdvz8vlTMAOujSdSKRZ
BMwuDnQmnjoV+OdaUvldNeSqeLyATQCjxkIIhFBg6wzuTCLL3XXUPiBmpGodOFMc3F7R2qlykV+A
zwoodeBhhBUlTZKXo0qi2Ei/x0mR+5oKRu3bRq4SNq7LA/AcXBG7By8UIiBICkqlLOs8KoaXYj4N
Th0uWn+g5tbNqy3gH8ECRnI8YWRDQVdzFNwynp/oHqoAzeBEX65PH2bVTQwjixRn9i1QCS/uTrUx
lP40Kcu+ccjOqYOB3JlOt1X7Jmzp1zYzJeu/3mQACDGdAsoOxE2AIy9/REviuFZInEfVqYxkxDVX
JRgsEbPoqE6gF//hlpd/e2myWsmchEZJgVmGg1cd8jiahuGejPkexO858Hfk0cnrnZvuvHJ68tJ9
BUUFRByJM10fQq42iWoM5OFwRETG/9YkINcZ5yKa6U+j/gWcZMMkEW3NBDwJMD+gTKFVKvgr0Rdt
9IBBj9qvzfCkPfw1Og27Cf6fPwb4DziLmGlKrUpvqyKKLctXmrva1yANbT1kKNTfPhWrS/EQs4A8
AfhXVG2cs7gvBtYUERumA4v3dgVyXFPGknwdSaAwAfdHRdrlBD3CtdkufQvtD62I0tk+muhv6PSH
GjfPxfzr9nJWUgNYwhnjlQk8osWCi0NqNZljHZ+GdgGBOuTwtS9BtJIfq6ELtDkLbBNJZCxDxa0d
gAvDwut9SWx3VjIYtusoZY0/Vi/EPNaTuaNFHeSjEtb4Tx5AOsTAxTPM70hdbZQLvej2FojPYO47
oE5D8xvUBFwb5dJ3QEoFEPdiF1EzDn6SJX7CPlfsYCP0mA5olguJB63a+8j/AU4GpFdYuJNS10FR
BOdNm1/Mujdbn9Zli1LrZB+YoWXBopV0m1XmuL+90ut7nY9zIqCjvYQUQ4ST02pUJjDpgDbQHI42
xUvACV01JK75ZVImibG1IA4uMA8XIS95gW3qcl8barVNC61OnJQCyQpgJ09mVpNwqOMwU1gdFD3p
t1ZhQubWS5Vd5Tr0Pm5Ye9CqIt0n/ZyH7lRSCeRubfvRnOX6G0gJoIx5+bMYBh/LuakR0r3y3oyt
l8KmB4PGh7mOH5vyqc0AX7y976u+7mDGEqQ0eP6hI31p09K6dBqIXUaO9jh9TdluNBDep2aHxm+T
7MYm9avx2XaOutb5HCSTv9JjLWMkXLnQ0MbD8BEXpQOmSnD0Cto/bhKXVdQmGGhbjMbdaGM2S66T
tdAFIUSbi7RCrlwMKL1mFjreTlXk7tAOeqVOqEq+4FoIPrcgHCDDmlt9UWEhRQpC9F8QkzQlJj6c
8/Kdic/F534w6AG0uKhl0LFeZyjvlNGiej66M6byFZqE7Ke5c2cootWhGe/1VPUZ1DDsI6Vv4Ehj
dzHobYv3ufpaPoKeYZk2rN8xvLgsfTuo6LLcdquVfcAWQ4kPgGxM8JrCPvTKkJWThulcO5t3c9/9
qk1wjqatrM56NauMCIluNOZZ0TRywRgnHJmlsAatNMcST3uz8J3aDUmmBkCEbwbrqP6oyWuN7nht
BXkcKlLwwopDXVgX8jCvXBZWpqiLq+Crch8X9qhox5y8/cNm8teOh5ooVw69PKLE9vIZAEeEhVjB
Qyf3+yYPs1T24vkoqgqOhVI1f4SDMAKDyUJSrZZerCgpQkGy7Ls69ZXkaUTtv/Mg8ZNvWPbQ1rts
YXjBVoHnRiXZAoMIGrRAzwufuMfshZCnZNr2U6DVg0+9aVe699BlPypM8pxZiRd4GaE6DLobZIgi
tyjpGbindKeMaAUaKMvFTORQ5zJQ0NrnBRYMhEQeTpwjggxqb1qm0TbLqGFvyaTuCBibqwVc7u+3
P/B1UQw9cU7ziSknkP6JzEcqZG7dvKdV1DifPABeSfcOLdpgBhDN+8HoicW25HyuXLcXFoWon009
zVK0PiIXfHJNGTZZGdb5u94U4ajIxJZXDylonYDuBvAaQEjBgbXUKIzFZFU0z0FWMXyq18p59roO
IrF9kBD7NR8O7WiiZmGeGiKpjaw9FpFRcFIk3C8Az4sxggJxhzIMcrmq9qEr5askfYjdcds4yjOr
5+9lBVnQYfxcTJ0fL90iuXbWnBWnClVwEyiOKyLcdCbxmAImGZVqrGy7vim/zJ2iSkoJK1Y4Iy1A
2ngv4TIVTq9npzSjTV5HU9M5G+Yu06HIWk2SOq24KqoiSJ7wsudDbMJedordeM5o1tFgfqXJIymV
Xaxqe41oW692AgfCDsb4l6BJRHbA5IBqBMAUV57INNc2ld0OWtVERd67kPqojGAcTRnt6MqRgAF4
B5hyUKz7UJ87e6fRJS0TRemaCAQpn1W6Icm4dxIWEPu3FGmwcj1e2BLujdrM3KZCdSCyZrQfF/Mu
7eaj5TGJ519/LDi9ipIZEEQoFIigRgvq3KRryjZSze0wTMbe1Btz207ZMcvqR5203/te1beOm8pG
N68zWVgG6S1PtYDrFyE4FAdhhtZZG83FscrwRPIeUQlSsjw0vEiNZRM/1/vJzQGBwAduUXvnZ+Ps
27WjDuSZY7dRYYfdeKdUjwDNSELmymbiFwO8hoIEulni2HUL25pHyz7SWHMHANyT233PyR0IJLdo
8X2vyMaQpjfXZ9r7UIVFYo6HIKYCL9fFWqY3Tpf12LLa2s4sgzDfAIDm7etnZfcwhc/lMDEgz0sV
l1ZGuy2pRu0hap2fCsS4rAoSS19v21jbPYzeQBuL8y/jzr604bG8IU5tDVFmaKFKIK+H6v5x7Ghw
hOrve15DqtnsdreNrlSrgUuHti7mCVBAwD+XVitW2l2e931kFcZT1XtAKxoHb0x8NH+a1LpfCPHz
PPs65GloxyQcs8eMdpLAvFLH4L8CcANg0dB0FZOVYqEki4eqj6CMENrTBhelP9BNN38zjUdNUf2q
GoMGMwGS1a981wu7/JucnQoolzeMQfozGt6ZG7qmnytRDdKeJbQe01dnM6ebCd0pw/fKwJE9U1Zu
3YtViyJJRbJYuHRhXSXqWzv+YmyXJKY/ad0GUXzu9iDTAgdOaOLSvb3w60jO+0gQ5eQgQw2Vt8t1
TyhvOtnYwnL5y7IOOjvkNTqag7903ea2qY8K5GXOfGlLv7QFMtA8xwsAHsY5mXZ1/NSbryUDjQFE
MMAMPTeKX//4ZrCnsktQ0bgvvJ9oQrZsM0ncTLZq4Qltzujrd8nYR3o6HiwPbBDTjlpvhe7ezyaR
GFt5K/B1oxSOsIT9FB+hEGFwQHJY9FFtU/2XazD1iHqRN/tLpbbvwzKwNiBz3C+bHOQOg+/Gmaod
8rYtq605smGzxFlRPzc9WlRJYZk/ujKrqU8m6nyqilKvQcyQM2uz2Do5mVmrdyEo6nNlp6m0LnZp
ZQ3qYerszLhzlTJ9IgYrZYzxH0Hp6uNCswWSE8hB8BC4/Ljd4OWTbs34uL66qXbTPnsy9s4+Pqqb
+qBABsJnELq9+1T9gDyXdQgdSW16NX6hFvTfDxA8mbTG1Frl0kf9V+hTm35y0jdFfjdNPxd1nzWD
7xzaJsw1ScJ6/e7Bx4VIOEeBArnhik5dsywfUqx7IAMNajuO/UEvi/3kxOMXp4iTSHKK+EZebfSZ
QdF387JqPdAMRdnU+AVp9jpwOI5+yJ0q7FF1LKbXwlwCRTaetXK/osWBoQP8GxVWkbwJ55S6tab3
ESl0I8iTnPnWuMg0V9fiMBDzuADA5Y73nXALKVbf9qpDh6gp7nryLdZ/63+t6gnILIogf2wImYIT
J46aQMsosq2v6hg19Di2G7apmnsGyoLuDkCY7sX2hzu9e2ibtwQAbMk35L4ofsPzXyDcNqXOlmRg
+YAs/Zgmw0PbQfW6/Z3mmIne9Heu0d+1bPjc5zKuhrWPiPoP3JXPzIMn6fKU1mmne0rbDJGyuOqn
KkP6gsmA+OX2+latoKSASjyaRKiXXloBR03S1Ho7RJZVqQeqt83BwiSxBJ648lRGVQ8JLAgggMhE
e+XSTNyOWVznxhBhdm9rvrk7O6gC/VC/GkH/WJqSm1LnB0v8aOfmhL1LjbEfaqIPESMYubXIlIM1
dhq+m8xOw6XOhvu6VZYnjBJiZN/QyjvDjlEH0lyIahOHbJYl6UPUNNRHjG9n6GAX7oFO5bhV04Vt
OwVzuKYeN69N7tHHSl1Ar54Q2QjRdYIFoD/Hq6N7AGTAFRf/jKeP2RF3jAqlTn8ZDU2DkrXac8US
7X7p6hhz2AYFswG0GkDAUy/9UQOb7M/bHnJ1zPEr8Mz6GJUG05742hoMZ+zmjDLAx40DAS9JmyaH
vpexJV05IjcDN0SNzsAwttj6VtIZQC19YDjpFv2auL09gdeFYdbh9nKuLoEPOygvg++ZF6eEmGwo
ZZ6wuWVRgy50SI3ivRzBCGjSGSpVpApvW1vdPJDa/c8aX/VZrqpnrlUmSJgi2yvjwLOpslkoWN5b
FEq2/2IKbSY+ZYyRWeFSLfOmneKmYxFaDn6jx0dajKFDFsnlvf6d/pgRLtEGoJ/MAG9WlLrWZ4y2
x0d99FLJC39120AAACJhnV8BQlQi6sBqko7Ytqzdldq0sZv2yFxtc3vLVn3hjxkRpDV4Zu6OGCuN
ev13Px6ZNwdj9qnRJ4kdyXIM4dM4+VJbioVP42JS2UE3I+sG3+5l0sg8ql1EPdSRcIZQjgS6B8OH
QpCtvVwneTyxSM2a9FvlxGA0Tdt49JlqjxsTGPEwJvocQlpMVkVYWSHostDdAxUF4Evii57WUDFw
CjpFg9IFLsVD0G43Gqamb3+wtRWCQBWRAuoWYFbjP+PsOKUawa5p1YRi1qY2I72bfUInLWhTLG1w
ARMvZJM7Kz7CqfMxyQm4BnJWYVP1ugOHoL5MQI0Yhd+0Q+U7avabpBVmM6Z+3t9eocyccHO5rWGM
mc2miDG29Zyl83vwB/h1XEyhFbuSe3nlMGPAHQ6D6ghmdq/gU73elkaqTlFJi72pjjs0t/4WPgqn
PDchHGVz0Bn44vQpsukXs2Nhpzzk5lscy+RxVj3wz1I+LtMz1yjbAahs3ZiinH6BKMlGyyGd7M2S
wHTlgLhz0VP+P9K+azdyZNn2iwjQm9ekLa9SUfaFaHW36L3n199FHeDuqmSdInofCBhMTw8UTBcZ
GbFirVmIFzy++PfbDShWPJdIasNdxColwaWPbLbB+wVUMhCINrj0nzOAt/bobIM3iFHcSDV3AVCh
ViBU6gGZ9a96q4AMXA+Kps+C6FXojSEGxfea2YqYtol47Mvjjb0MASkr1MXB44aP+gpW2HP9C6UZ
+9n7Uzm/o2MZ6/+qzIwRoWgADwFWtbkRjfITaa8JrQfY4CWvKmmveR737IHU9CsYqsjwe01ayRss
Tu2PPRBGiCpKXQDfUtsiEtQmKGGvU+xR2g3gk2X4zBoZZcU9LGNCyhI1i2CsyauembiLn5tAUZQa
tNGyQ2SI5UednCKJ9EjSPF65eU/fXCuzSfhaAPLgJySamhePBm7Ikfe+FNnUb9iqSJ67KsssDWxf
ZtOy07MUVclIUlEcHH8Q1wSwlym3+QPUWT4DTCM44tRqgkQzaljgqC7pa/QHaeLBlY79e/rE7vF2
WGO9WvgRyti81Fd+hOmSRs5h7VKHxS5lKzNpULIc13qOfuoui1m9GhR1r6SakhdCDjt9JxtS4J/a
UjVAB7gFuW/RcHrcikRKJYbISXYqem0Dpe0t+ArsGFzP3NithMV3F/nqc6h7B/xCnB/0EobtT64v
brl8OoRwoSMn7MJE1OuMNZloLc9499xcWaXcaYQGGrnOYbVPWquRfctDtjoGD0rTjebjXbyyrvT9
MDB5pCk9NlHDhaQXp3elPk6istars8xt3e4fGozTdVGPmBZDYtPvVHnvqmSL1mMycbkJemBSJoyD
cjBh5cnKGRF4NxGS0GschSur+eOLrzaxVINVye+wuZi0IFD+3apDdRQjeSc1nSGV7QavRrMR1ub4
no/HSYVOwgznAJ6YOql+GYuMEjJwFR9DQ8BPB8VGfdvZQNLHpCfdx+M1/V88w3/sUYe1jDq5BKcm
FjVQnWJEnBQKZp52+gAkIw6xDj56kkqKPgisXmuhtWL/7qaaa3NoG/hpirx1FpoWS03Zqdwla3sE
9tGhB3qTFbrjVIPvA+TP4GXW21He1dNerOPLGIlkCh2ZmUi7liu7u+ZX30I9bNE40AxchI0ngHGf
jfRaJJyhoN+b9BME6OP/5spD6R+zC8pIECXdDp31mTKpZSz1OHyUgt5PFidCpnMlQOXnX7Nwk1dm
qFHV6NrPeiXnL1lSVxa0g4HkKKomICIbdQwgF8jz6lEPME9dR56eSkNB6qboTUHNNaNWp3jL14Nn
By0zmB0/fkABAnVOrfZAJJyK5gRFZKLE+WSEtdgd/bSINo83ySLGhkMASyKEP4Gsx2TN63Z1Fntf
A9ZG9PlL7JWnpspBDKmuCdXc24do0QKOCqk1YDGo+CNUo7ZTuAizJI8jNNV8ZaPWgDMpXr4KTZtn
nF4RVG9nWc25fECXSPJ+RG9sWPAXJRY+40i2wP/c80d0BhNJu8QhbyTsr6AM9SSuTWnIfT3LNfPx
nM6X4803zExQCkY6A7Xx2KXSKspQTF6o1LXLSqBg7RJdDD3DE74L2Td8/vmxsUXMDyo8FoXkuSkD
aTi6mYUJwdLFMV3tdnFxYUr+HA7gwiualhTstGGmAvue7dmVC3kZIMxmIR3AIcuHhA6dnPBLpp9S
dLC79TRaatPZRbKv4jMOGlNPVjO+V8m+YF2/MTuus/t6M4FrXmqMx4P/wWJTU42Ko4AmtjmnBNT6
7faNa2jljapWu1P4Mp1QjBogHtLZKDt6kDk1R9tnTCXbt98AG43FLpQhomu2Z/A/BNIWz2O2J+U+
4GxIGbbxHs8+LjXaYQeGnZY51Zd4JVj9SQ0tvhdVfw68ajNNEeWXAqUU6rj0arfYKF/pX+i+6qWe
mpPjGc2OfapMAfdR7VRWY/VOu6/M9NLvGmM6scfRWSOvWxBTzTSKAFb8/6+h3BeTizGjhpg93m7N
0qz11vQJoyNex8Xokd9/RyMi376x8ky4cz7AwjWTOkC6CmjC+e+vfE7aTqWvZWzjcqExyLne8m8K
6gdcDo8J3/l4iyxDHtDmsoBagJ9dQncUTSdU1mPvNQ12atQVjpJVbhZ/aABVxkFjN76/z2MObUxS
QOT+u2H+tupbn3Ar+3QZeswfIc4MgeinwQ/lEtAkwndMIddurEE1RK42QhmdfdChGpHI62Nj5MhG
lWi1Ad5dITFYX1dm4Y6bgJqIig4+AdRKgAPezrkXZiGrZmHjitGb14MBOP8b+fxGSDPSKiwwvKci
DjbDaw159eJQJL5TBY2OapLkv4ccKGB4cSVZsewHwJygfjCTtuJtCgTR7ScxPS+1ZSo0rgA2g0rY
55UO4b4B0egQkVyTjKH9Dgdbjp5KdoAEQmHGAr+S/5nnnTqPApAqIBYBbQT+QX2D3GdV5uF+cv28
5EikjQJRe37QV2Z//jULM8C4oT0IXZzI698OtauCEQwgXesCQFf7ehqbsfoaghwGDAS9C6kVNjfa
9s+K1dmZ3FoFuStQiT+wQThH2qoWtTEbBdJFnSDSbY3HcdDFoSOSBIFmgoiAyGQYnGn1NbM8cxqQ
IGDzwXMc/PTQzbkdLxMNSFWWvHoxGMfafIVmbCLg1nV5t+JKlhcAZYk6WAkPERuugqXRLvbVJjMG
8jcjqjER0HjrjTHqFmRMrcbp9MDpTChhG7IBqLQZGsE2tdidb01PkvF45n+0yW9mnvoq6qWRS0I7
s3Kpl1Yf9cGI/qjbbJPtAX4lHBF2nJNYiZHrf0lDKrM2evywhmwxNnCBNk9GktixVdjJCoB7EYRT
n0U9SKZEYGuwtKoXcDHDvGKCcIwwxhp55BKfQ9mhNh5X51oOaaTZTv6KxgAMOjNcn/x++1URj9R7
j7BkZbf/4EIWcw6EIFhLgTtewBE1lulTKZPUy2T1mHPBkZzJCXVuGx1HA3S6eqSfGNIZW8yr/Xi9
5/FQpkE4iPQPunlww9B0ihlfNmB17yBJl7sqfyiZhETVR1gckmgN1n1nCZENFQDAn2Ufkfa6PVm9
0MlBFRXMJRxJXuoDS3yZALjDpcjHGOwaDex8fKiRXZujWTYmLpiwlUvmovCArEdf6RpacDl1uBNR
rwNqde5epvkUpXIQZn6U0BWagghSTdQCEjSajgBC5/w11MI9ayDNQruTCo17BI23sycyfj0nQGBN
DYgn+CT/4JH336Gh8l93BArFs7NH3QIXCx3iJOLY5VkjhC6vlmRKzdRFk4xfOqs4++V+wJyBWXNu
VwSxAn2JQrwCxXEmjFzlkoCaKxATM/fAe8noSU5CljehC/J4aMtHLyC36ITCuxFIJRTEKZeLTF9e
RLEfuY01mu3hS9yO+jdDolOqJwTkf3pnfrBGYxf4CczVXvAFbGk2r+Fp9wMwxT1zu4aq2LDNICSR
K7+U+mR4VuHUlt6+rYxy8WilzFBXWM+VURUFaeSCS9SWiERGsySB/jURflOZvi2S4NgalREaiS6Q
j5cCrKlr98gS8Ed9BDXVCQIWpQ7xEcW77zCEIbzekRaueyIhEY3BfJpIqvdGQdAWTuBcE106QZdt
ZcnvHZvrKaeuMzlKOV9mMeUKGbmToOggTQqKXVxdHk/6IkjFcAFUnmXZZzlgemfV4ijLWdxEroTE
4NwkU+tolyUKd+43ydpb7OdteOvbbq1RoyrbNsx7r47c+hfIYvXOQsuV4emqyevQMLFSE1NtFSZH
BmMyvp4bZ7LBfaeHdr6X9EqvDZCsfgDdtWFJZbM23lD6d0UihzEiPQYHwmA0BrNRV9bih8Bp8dlz
Y80MtMVdR312EAFlG/Ni5HaWYHS7zUR8BxXt82TxJm/mZNTZbWMUm9KOLP/83Fq9JZN8w1pCgrv3
V2pk22Egl9BgngL7v1g/3E5znyT4NWiRuaFvcFuE86e1GolUp2knoyk5R0acAcRzyj4/tje7a3oq
QCEjowMHswFM4a0r4NVYS5mujN28ljfZlOi5t5EZZc+sJfqWqVzszGtLlDeo2hKPugGWWDCuW35p
la3lKbuktEWDQW7hnc03/7exUUc/qLQCaKACY2shhxU8tcOxCyGrsJLCXLYi40mKuiAaslWkraDU
dzuHYRpnXB4zkcsrRtXu0gQs2AYyRwGI5QXIxrQi4tFpBx4W6N5duIgUf+s1n75cR3zDrDKFe2wG
N1Nbmp36QOKYMHbl0amUkxfuvPLAc1+PZ/TuUCF3giwZmiJwcVFDHfgBL282jl0wN5+Ej9JMv4un
yADi1VTsxkExjbA5KVdS0StmFwmIHmx7fj7CbLNvbfGcn2ujtTRz2rYWaxVbxYDnOfErg126bASI
OIU/KR7oNlMbNkn8Pon5IXYDxvIO4rGOndGbWzDWGqOXPhtnD95obs+ZSc6pfcqG6O0qfDZxp319
fldISRDoh2ZkTWQgz/bTfv9m/336+9d770/xCWDibq2F9s5QkVsGkBn5a3QjLfj1Ui1CE0iZud5n
ZjG/ODNevYiXmTIkx2XwvsyyjJDRpcPuESKgXlcNmTtuxdf2Mzj5n8BX2JLDPI9/GrO/eG9wrIcY
bSWFEa2d0Xmxbv0crM9yxWgSBtCSTqBXvdCkZSBkbmEMe1QFdr79xukqyXDTJ4c1kM9P7vaROcqt
cmPcJdDzhblN6qQQh9VTnd1ox2onbxIjdgSjfJGOtdWYmt3Y4SV70VzPZJ32TQH9z5H5SF7WIqE7
GYXbKaD2M6uFEQNd+HkK0AdgyXppB5Zk9gZv5JZ3XFP5WYbVt+aoXV0UXViFULpxGTRNTRDlTg7S
eBJbXateBOi1RsZj3zR7uEdTTnnAgumUAbRHmct6R75LDKHcheIaP8D80ZQRgD0l0BSguIhsKLWu
oeyPglKxgVtXXyz3Vqylue4MAiRhCNsA1MYjmKYF6DIt79DKF7iS8mdonpgMvdtrkKM7hx1tZahm
Qs4McSKtaAaqP20Q5TxyT4Ihms88qf85LYm3xbUF6pZAWjJjvAIWOP85B1+iGj1xyYEd7Vz6o/JW
7or+TtxLv7Qu1VHDfbwP7qROrq0vLgtUpFKeH2Fd/PRLvX+N/0rWtEu+esM/EMEZI1PchMWmeAFF
d7Ri/M41jFkFDTiLTQIIGVVMEbNMaEGhiCdPSno8dpwKWhnk8QDpPYgQY257BGpWAaUzRJxuw416
6sNazv3c9UeGxNJRXW0pXvhq2gR1drPWUxo/hYls338zvzGc1/KV/5Vug0uIt5K0BaXz9J0c06fe
ZVfykYtE//8Yh9T6LLcHTh0qw9BVfZWrYwTjrrAr3gI9uMj7xGSecBgCsnYz0CeOtjaflqtKSpyD
On6YreVTYgzNPgmQ1uheHy8ZfcPPRhD7zpKSyDdBn/PWSNRpU9mKbA7Xq8pW+RKn+jCRcdev5OIX
6DHaEDV3ZQ9d0aKcclcAE7zu7/KXZMdti6PqrF1xq6aoiZMntlDBGZO7zM47FJvk5NtQWH+OSLJy
d99boevJmyf3aoVKLYbblWFIAdeg6P0p5U0U248X6O6mQ2lHRBUYARBY1W6NcDIjxB7H5W6/FU1s
ge6reNNeIid5UZ7QIJKuLRRdzsBCIdkJ2DESkUjc0XJHFSD+xRySuMIJgqb9c31WT4g0d8J3eFpz
Snd2340taqWaiWn9gElKN96F24Z4Tmm1b2ud8/Mvub4Z6QFRqxTI6gDAOowEm+RJcNgTv1/bcnfH
AXSgxMGzaih63a4R2ChiPi7K0p1+97+EY/AlVIR/83493gqL7kmMBFc8irogcIWqHF0Q56U44QQt
L93kPdCH3bNtWcOOIFI8euRNPztgBXAem7wzd7AIEAm83VzPpdxDii7z1mfr0k2f/ZLwp8bGtltp
67hzipDXR7fZrEGMlm6qTOeDebfMGaZyWe4QJRphU933/ZXr754RZGyBnp4lMcFscLtCMfgIuQ6N
bW7IbSKgw+LAVgEkeDxby/sPz6U5e49iIF5MdCuClGhVWZQZsCFKgYJjIjN63iaJ+X+zQg2FbZms
z1lYEYMLw+ckH8aVcSwAIJgmDAT0BRpKH3gQURe5lKthVHsw0XLbSfzFMpol87osIx31VIxktBpI
Sumav2UEcN1ssmxlS9ydSLQ+YsOB1QPqELerxcVyLAl+WrtDB1r1VClTva3GNXbHRZH6Z5jITczQ
YtRSaZyLFLTeOPqA11RgUJCIOur5pGedDmUGQCT5dzb+7KbPFhJpncFJKzuSDshm40DZzI59ZiT8
eRRdXR4TkwLa5wGfUYyVI7FvnhyZI/9aR2u7crn1bw3RkwkIG+DvSu02GarTIke64klau6YWVVF6
OPNXXA2HkbhcDnKAICSikC+rPgxf/t+s1pG7c4BSQk0wNArbUXoyWJVx5sk2IC2RjDn77iPRfmnx
x38/KOCI5kE9gwrKolAdTLmUplzRuDV0MCDbwmrGNAVrSruLksnPyIHon/ko0INEe2VlGqESoTIN
ignqltulz4bF6pnF7RRknoBBTRx5h5ovb+jaZuWy/gGA3d5tWNsr25TvbMsOpIcabOeEeTugGK0X
RrWRt92ptpARtvLNr9xKjVfWUK3EvPx5PME/zQyPzFOxSdIVAtf6fusCgmmpdnGSkCJi7WLjJQQ5
dktCh7+i9xaKGM/8fjhm27Wq9wIjQM8+5aqmPh16Fl2Brq/qefOlvA311lPem8BS3iJR5wI88mor
LknN2RkDOdtGMwUDPBajUAIos29jIiv5PowZI6+hX5frMmOkGv7r9Nz6dj78lUa0sfF6m4Op13o8
gXdCVaQigELHpYTeMtQ9b0+N1EdyELbAjviFHhb72jdlZsc49Vt20PZrl/k9r4qbD2XLWToCvufW
WNFybFUybOuy7a8OikxcHxqPx3PPpyEsQeECuBu0KVFBfhiFojKA6cAN6ijZDk2ebapMrXS21TQC
CPwqIcs8P/QGRGobPcocem1ACX87pHqMlYRJ0hbPF4kcoot0cC6AtH0/HtZPreGRGXqTKYmSMRHM
jHa057fSRfrN7SzrwBnyU+V4e1v6JDYhzx153mhm9MtkNuczS4LPcwu8x6XQR/K9MtXCPLRH3zSv
9pXDZat6krQW3ySPJFZ3kQJo2TMbWBqqGKgmIpN4Tl9Q1SrcSbLa9ywmOQo1pFeM0hkDQwSFwIsQ
7bjvhtvU/Jdm8BKp9t5oBGv5r0Wlcz6j16tE3Q0VZJeypk5al493dXcQCt3BhPhWpmuG3pN+hz+N
BC9oMzIrW+efjXPCrRy1HzTDo/mi9iY/dCzDe3nr9qk9xjaA6Tn7BbyWX+maw2jnWtpq6TntT2Ux
EaHfJcUmBN2lnOjoKUW9JE11gXmfVD0+KJWhycaoPXfAu8emiAezuO15K+11pv8uNlVPuIxwjF3F
pxxqElA2jE2uPQbFcfCeohpk9LXujTLB/5jUpPsbp3a7Vwtws1hodP8d+eEOndSgnPEHb+VS/Mlm
U/Og8ECyzITTs2wNlQiqtboLJujsue+fpy+AZhjSbEqSPTHkKyQ1Ss9z+RnZfcYciG9GxvwDwgvi
4z8yABUdj1tzy5Ltr8R5EUyWRLjaL4EZAHQ1ImX9Pz+9k+k4A4+P4aJQh30EgalZLgxhKchjKG/Z
VlWaDsqIsFDZQNv8dyi3B/Et+qUwjqxZWdW4avsaRWv07fPOWMyYyAPJglAY4Si1fYU8TDxk7Rq3
B5UJqafyU4y0dzbyD1o4/TP1wjxI8BUjFQPWwRn7cXuuhagKs1aecbtCsktHt4ZEb8GCvAWZafk9
Ek5pR+pyLTd5L5K4MUsdj1Io2Yqf4cLa6VUjxROkhJJLvPVfZKMHbk0wOR0UTBvW4JBmYzb1LrNL
J1hJqCwqAfPgkWFGgnnG12CD3g4e9LmFyHSAbPLsNiSaavGRbzTQowBp8iAAoGDigXgSC/vxzpp/
Lb3C6CgA/yLwQ6DppuY8HaNUrFjEMYx0yHmf1JAveWzh/siuTFDzywQlclKD17glZxdYyiAjHR/Y
nW/FzLbQwaPZkv6rs/3+9bHlO1kDzOmVZSo5IRcRr0EDsnXxiLGqDWuijZH87cjv38A3YDnRw45L
yjc0/KzhMBb10Z8FvTJOxRy86GdTGwQAxx7EbYc+TvgUfwuJYAN4eP4dvVmDXVqjsjLdC8AgbZd6
JPeKV/kqg+muzQpQjUCXdQ6QwXgvAQWPbvoMcIncys6xoQH4wq8UTu+9LK/nnH4TaGB06nIB5pld
sWeOylF7Ht6Uo3IY7PZLewoOa2m7/2WVkcIF3BqNIjQKufL5TvYHnBxvIOlr/FxcAmtyND3/HWDw
ATigCPMhuJfaZH2SGt5RNR/vszuJynmf/ecLqKWGrnIXpiKWuhBMJdE9qKIcUydmd2lEPJ54J7Y0
2f7PitV5IZdHV0PtdO62g4rlrcdQGdbLhBphEPd72MjoZwXx7CdrioIVQhVI99gnbtyreFxexMRt
ayBieb2JV9Z79g+PPoJ2W7WUsIGMyVeTtjcDDr66D4Vc7+Ti7fF473oq8KGDwwygFLQd3A5X8weN
zwsJ7RXTXz4/sGD7fWxgXqXFUK4MUK5QEyBZFils4w575l1yJDyEdtOLvDJh9x4+IK78zzgod8hN
VaYIPde48bfwm3mP/2ov6l68lKcsXxnQ/X15ZYryf9OYFVMowNTUEv5zwlE4gM4ILILdjt0PBw30
2x+P5/CH4p+eRMhbowwmzpSJdLZRYSGWXKY4/kVIqg/glj7SrSRte2N4jSNS7xQ3fYPQjbzG03j3
lrkyrFHBnVizzKz/iE4QPMKrvWxr79quPEAfhflOrfBpTTbontuZU1i4NBEXYVNS6xhl6ELNeLz4
mvKAR3UgV7YUvVTiS1VOTjOYOSpLJQFNaMmMZGAdUdTB+0ECNAbl2yr19CzOnDwDJ/rass8Hn1qD
my+jlh10iQLnjXh0iJHDlzsJ3SfdU8B/ZLEhTkfQRpcfzWECW+fX48VfOCQo1s0g5JmmA7Eq3Yhc
qUHftAinzuhH0wD0l3Vcgs/t+FR64KXpPXT0r+HGl/laYCpBFTOvgAptT5qrI/RrEYXzoj4HzMkf
z57GGIN4yhogdqrt+BbIuiDv89YSeoIkGAQE2Pbv41Evs2Azla8I6BVav6AevyCGLdQgCLWmPrcK
2o4J0+gj+5nwjRnkrMVJjC4reGsdw3GTlBslMMr0iWe+p3FE61Z50uys+gOlOkHVW2ZlQRYebf4y
dCBpUCfBJURXpSepaSv0jdZnoQ6MTtyXzHdTu/343siaI+C6fDwTi7tgNieLLKiIZsmRnxNz9S5v
8pQBO0hfn2Uf3F7BTgOdv1yv4c4Wu5uywt/eA7mkpskoD/W5T78VMKI1jWJokBOsWWSQ2Oc4tiLe
ybxUL1vQ074MYbhyvu4v+NU45y+8GifbBpLko/353JZ6FGS2wjRmBPVyhRk39ZQbXKiLcUEmlCjj
j4+h3IvxZ9O8gFLG9ALDy7fQ8yJa9ITeM87PnP9iEZCMxYZkQe1Gx185n7GhHE31eQIEofWdwav1
pNv8uxEku9D0BbA8C9aB2xkA6VNYNYpXnzuV+arrsHJiZUps1NTXqB2WWU4sN1Qj8VyfDxcg1Lem
aqENQCvINeeObT7l0DP94TCFQCmLNu/XOtgk5s4jwclSoxaeu/ZZGLZS64RP5S7y0D2VNvspuQS8
FaCN4DPUI7NHP2zqnbpyk0McUiE9eD9KvSzXSODv7pM5NJsBoCATpClU8iGW1UlTmnPMcLuZgJbp
OzIG43OI5hYxF/VUfWLqbw8LFYBiPFW+8A4ndfjUh0AWpwmJE4t/b/E+aQojEVkDlIgre3kZImB6
tZmKCk0+qMT8JLCu9rI4jlGZSn1zLnsj4ICCy7M9usg9s6tIeVH+AMI5Go83z51r4sYkdT2Bg9WX
5AomA71LDy3wRszwLIznDg+V7Fe/2i84b8ab63Ae4ozERS0EvZB0rSuEg0TGyW/P7XfToDkeAnvP
qfc8PvVDRRCnOqG00pB2xxGCPQGad2gnmdswqfcAFEj7JJP64YxszmSkRY9+EZ+HxherBCum5iiD
Gtzs3ZFDR+sxugyoqJjNtSrgxmk4A3NlFPxIOM3X89Jp/RXhhLtjujI0//3VRuHAvFwVDTucu8ZW
koI00bYd11iPFjE+Aojr0VAxlVrXuGNrjKaP3/zoq/BeH2+9ZR6NMkDtvdHj5DDyYUDiCKc4HahH
RwttESh7ykY5HbvXbiXeXy4QeAxmD8bOVP8Y3O28iXybxIoXDOc8D3M7kIp41/TsaKjTmAOZzvsr
p2t556O8gQYaJOzQ+wsdg1t7E6hTAcmohrMfKk5zSkSfeF5tpmNrTDE2vB+tdYEvFw0ABmAzQN0t
In1H92B3ImiqUIwbzomqIW0aouU7zpQ1K8uXBZgQfh4W0L3FiaYvgjGR2kANJUxkV4KqOklVCzgG
Xu/ZIjbaKi2cgWFiJ6nwtqjH7LtT29EMB6Ujfjr4JlicfIIWk84CRM831XhIbMGv1pLM8/Tenkd8
JaRMhDmTB60GageHnRRqpRCMZ63oiaaFOgvUITdT5vdWpK2xANyb+mtr1GLXmlZL/Ii4tytzw68l
ByrEK8DRewMC8/8spgbpRIVmWRuRlmx7MR7PAsBe3ksoYRsdZOGV5Z4fn01+GdjBO+OgiLMeL5r6
Ka8J0fNQEtN2PAdFbgXJJ1tZKoD1UaMPp+pJgRiUpr4Fam+UgG4H42cYPae+HWk7MB0U6D3ufksf
WagQdebkGFZC6aX7Aw/HTzUdUvDIxVPHuFeUVBvLfjyXsb8PJUBBtHIkZZAlKzfyvSUFGh56J+jp
mI/w7fmV81bhe6YZz5PaHH2xcvg0eHk803dNoH8S04x6AgzdmlAYsa3FHmMJuABPloyTMBh2Tano
TmiBKQMWFpfS3AhLQ8PGXObKSpbGc+5l4DaEX7B9hYMKopRDPw4Cwm9SWHdOxgQQhRwhUCUDBr1t
qqqGZGLEG48HfW8B8T6DgA1e7DiY1LMhSfq8qCJuPEu1coKyup206Qn0RvZjM3fcPV6+KieDjQuV
bRrSlSQK9obMjuewD54zsGLEE6Tzql/jGtvYvXMpg7QZl8tcRKfj/EmqZb4U4ulcd9HfKtaMDP8g
qBMZ/KS5ZVOvlWeWYRve9FcGqRPQNLwvqL0Pgy3U/kCkzxW/xcxNWAC3Ca/+Fjrz8VTe3UAyqk/g
VAHqHk7/dp9OIHhMUwCVzmm05VrB4LmtJydgNGuIj2e1L/4ZW9EaJ/8EcthNnfnO4w+4d07QjAhK
xTlzhCDy1n4fcaUALsvpDAzlpFeCX9gMLwQrw1wm7HGxQdgItT0EcHhRUcdxrAImhaANkhdK7HCF
0Y1GFRK+MbxUJtFFUGw0LYOFyy4YzS7a0hAmfgdmnxql2TD+7GUngqhU1QiXx8NfZirnD5tVzuaM
63ySb8ef8nVTZRI+bGBOUK9FGkYPGJMvT9yLUFih9Nmv5Xjn30jfnpgIAIoAzUbnE/Wu5EWUymNR
mHB6fJPxBAuYik2WrL1A7h3SH+kgvHg4pI2ogfF8pg0JO03nYegSNJdHYK9QS1ALByBQ6oM/j+fx
TkSG4BtcTshQYSPL8713FTk3QRFrQ+OzZy5vWDsP4xc1YSSd9YVmn2ZRaqcVp5idOKw1rtw5sTAM
BlGIoSIbS8ciwNSq4lgHMHzht5Xb23yvT9m2+ebaj8dDvLNuN5aoOCRlU4ErIgxRS7NNKYHyA9SS
wais5H7uDQjFjpkIbe6npB2CmCaT1mT5eFYPiY4zUr4+55IuBHrOkscDurdm15ao22LMVEH0cliq
YkuT/wJGqFfsOUb/Nqu6dWc9tnZvXEANYdMDeL5kVgMHP9tHWjWeFWjFKYEPIBZnCKoxqilh2ees
QIHUcx/bvDdCPEpmKCYocRZdU3w1gZI35TFCdCSI5xEt3WCOy0BQaXXRClhvzRZ1AhJfVb1Ew93L
6uwxB44fNBX8Ll+xcs+RolUAWGqoN8y9WtSxFptcSdVSHM+jBgBim5+g2WVIQ2R5kbyJk33EmBUQ
KP2TFPY2lHBeGWQcvD+afGQlPUR6/jyqf9rp9+OJvuNsbr5q/vur4z8wXM8wIcKgwUfHs9pt+AjE
OOAHi0Ec/NjU3Xm+mgDqGHoqDiHbIpXi8xAzrzNUfXj/D2pyRMPOjXoscbVi8k4YgpKrrIpoj4eT
oeOdMfPjKJlCeOyGPXs+RKtYUws2XfIlyebj0d1zMjPRIsRZcDOgN/Z2Ij1uirtKyKczwHXQ/vDU
0WJEPAUjYSo3j03dKSsAPosxQZ0S41LpPuN8lOE3p2I6x8ml4l/T+G+i/G5OamSE07GpXhPmLSt2
TWoAUwkmu8h+bP/eUBF4AKmI/ljgMqh7kFWZug+SEbMqDrGdZvVvNZx8c6rjZGX97rkeJFdxO8zP
VRRubieVB3WfNnK4cftBT5+FSz6ehN3EhyA4sPxgbYPeHdeVNWqDVsNU+EwuT2epRO2xA0hYDc2y
9VferEvY3ZyNwMWOlgq8KNHBcTuqBoIssi8yEMzujHTSWaTbi7OmfWRVQdIaQK/CjCSnYyq9j/5U
teEhOxI/eQKJ4m1Zb0o+ItHeTwqdn47S4IaFSuJeOcjZyqPk3oFF9hWINLSuogOEWmdvKMVBlbzp
DMQ2hLMr4akF9bzexRUH3emwM2qQYeu52vwXWSL0GCBjg7yohOZIatnLsS5qBdx5Z+U9BsE9FNFU
HxDxTVoORvr2z5sZURZK3rP08bJ3MEan04jHH3sOQCRocgEkw4sGEpf/j7Tr2pEcV7JfJEDevIqS
0melK9P1IlRXdcl7r6/fo8Lu7UwqbxKzgwGmH7qRIZLBYNhzyibOl49F/WQjKAcSZS5FhpVACRrg
D7cHH4ZG16laJxx1zbuoMZ9YmQvPGXQVIhmHkrcVYI1bfclhkH9UgVCpjILTlHyy9GDITmXQp9tI
DUpzbNRoA+onzdHatnOkIPDMMjaaXSjKqaXHQrnNo0y3QYEAqrlRdYU3qe0bG9lmyUYvRHKIB94/
9b6nm3zcZlaMeS+GlbrzsgDbYgpokXJC4Y3S8rypixCE4dIxa7ZJXe6S4aBXKBnoOkNN75nDa0m0
PUr8ICvGNpaOieagfwENpCM8odL20wx0vXstBjJYG5DINzPZc8L3wd006WBqPffr8QHLOD/qfCcU
WsSEvIFpW5pFu0HtrzQMfAgvpFYlI8HOaoib923hWlyLmGzY1Xtdc8nYG2kkHSNlo2Z7rcSAAXyJ
rhEXWr/tq72GTkAkVeNhW6sDEYFOFNoSun7C0/9nrQiH8KLj0aNnqoSoiqpaLaSjwnNbiWuJFgWs
EG8Koef7+VcGpUJh2fBCXefScSApiJnURUKymGiLch2VduFa8du/WhOtSGKL8ao4wZoCpN4VdGah
BfuxhDtRK9jOBANXAnA9GEWjlgSWw3zUU04+Vv2qV78r+bU25eFP4zrJZyHanPNY3vxJgziMjKH8
MlkdnrKkVS2OpQ+AviM00wnSpz5Z8nHFEDJXewllJMC7gPQVYzY0xIEh8pUKXhXp2PkYXR/SGqjc
qCoxrvm0M7fKAOgBGM+ploT/qVS+hasSzcs4VTnWjloARn7ccoQLjqXy9iyErP7IO/uGsUrMgGAC
G9lOmjcpjlqvigJPOapFsi3QOsZZqdT+465a8E5qSB6hLIG26VmWrOw1vpO0Ckty89KphLoEb0YN
FFh+iLZp7we2Ko+6U0SdsOxyDVBvjebvNanOFoXoZctOiULGWc49ZnzST0IJjz6eROqJKscQyERt
rhwrW9fewNhbyJ8d2s04hg85Kd7taWK+DpqhAo8YUHozFKl6VAFJXgnH0bcUXjKzT7V3lIE14jA/
R3BeIlSGVz7RkIvUcvwJ/mhIVAERZBEvAKeWmWIpGTbyaeXy8VW7E+BNsqZ7LaEOiFabW9Ns4Anl
lUoRjsL4GlTGq9SHtojSesRbXWW3WkAarTIxsljrI9quFoEqLiMZlMirgEOD1qWULZAzF+3X4++a
oVug8IUxXijytNNwoykbUKiAfQ9Quzp2ANGqgQTadIe8eKuK8XdbC6RAzjJuAVbr8UQKn8IsQOHv
qSxeM767FOgUUVPxSxp1RuA5v87oh5KxUbCGyPTTRkNou64E0KF4FLi1lmRmN2QmxhL10ney8aUH
l/DAsO53/IRJJKRNSjc9o7cH1HdeKoT4m2NyGtoEzfquFWZxaHp8RLgafgMf6ma7LwxTjaQnv7N5
JSRuq628smFcs59k0K3+A9YIbBjT0BewiWn914ssarvBl49d6Rq2qEWJU7hCv2yHojpmcs6beca5
6BaTW9PVM3XJoWMbc6hd+81QjykwnX0JuERBEwd4R54OJqOySlSPC+SjJvSm4tsa96vGBHalh6YA
BOF4XxN+U4ROrtmPJc81AFtwJXh6Vq5cGb6ONKmSsQWRkQNTcsgw8ZIgkiWJseaiQ8ViELyTsQcu
M6oeogIoblyIyVhcCXR1TkATVKke/W3mX5qhAwD4gjuGSEFynZnWqal0ZmVIDp8z+iDu2AaIhrkD
4cM00Ux3Q0dS4nJe26hHSQvMIAERufzeuWhigXHg/YAEMWAmnTK3pcr0PmEmstLO46Xh5stB3gXh
yvNi29B7xnfNrf30WageADlFx0QudQSiHtRpCAbUI6eIS6la5R4gsUfBSjPFcf95E6ygSKBIkzGK
L0PVaFzb1hfkTlIG7dhgBLbYlsBJnbKJ4eCE4XlA/+9T2e0yeeWHw0YTWM7k/MVRwPIMpOWphDuR
KNyefgPWbC83Wu1YS3YHmEvVPbfhNmzOcfsVFyftpQdcdtqHi3GaA3tF59bQM8bnp9eGumo3n0Dl
iHjMYZd90GlHNScC54jRC3pPkTzd6fUmBEb44/s1f/tuFyzdLljShTHluFE7IvxVSZeDsknLB/SS
6BkrYJ/3N+NoUSCCHwgvE4lbanO7tB79OpG1Y+9jqDJ/8VF6UzfCiF5uOatXyE6EaLzQrNjdRc3h
8TrvHuyVbGpXwe0TAp1W0o6GtgjyQ+aevHjbMZI2PzeUOjt0dki4JhMwwcx4oIVBSatYCk8yx0ND
itiVA8sDTThwENIqLCwjFFBIrguQ45pBDbzeXVEJ/WuQe3lhTvyo7rLnq+CjAGHNK2cYYJVBkSXd
h0kPNIc2G8BVZOAfe1bKx5jLaAM/dZd1FPI6ycd41EGWgV5eq/U67Q9Gk4OcAK03S0jQC+WzrnTJ
m+wP3Ec2TtkA3IJRW4RSgtdd6UZNXQMwhGscWc6RJhQC9AQSLpWnH625mHRRHX/UYwVuIiB+AKxU
ckGTFJdoRFL9qH/t+MbtrDRQW4xpSkJC0lDCtE5WF1pKIjXJ3kKtbxCRKRl3SADnBYwwFEgVMoBH
UD/0JXz3P4Aol6AEXY8MBjrAh99l0lWp2Seuku5H2LrXpmpigMhjbGMbCXFckLx0EwvIYx3gBRs9
7gGRVXPbkZc8kEchw1ZZKvYmsjpl7H6rql8lpEpaFF8aUcyMBTcqsveRGDksDt8oWeEEmQx8zSHJ
Wul5qOR4O7joUGPk+u/cPDCDCuD3mQAvkem5vXl4gSpfTMLgBATfQ4gkohd9cFrPcOwm40xpJKoI
+H0w0ajop6XuXKIkADryjPDEKcorRqr2eheoDBty526hmIV2FxWz47ja099fP5mS0HpyzyH3lISk
9TdJt9aN3irbyz++w4B5AE/YZKEBp0T56RxGsgC7GkenOkQCzPMdPdjILhrSA8bR3N20K0FU/N33
8AFdIGmf+Pq3mz6P5fPjhTB+X6Z8zDbIgcYyZNHJ0KLfgMc3DbVh9DrOh9jQS3m1WXRVI1eGDFj1
SXSKTH1XgmMB/wkb31E7IEaigVQhhYw538cLu5O5uJVKmVm3UGJO4rAy9b13hj/uQV5F22brvo6/
Hku6c3tulkfdHk/lWhU3Mzr1AIjgYwRLddA4vQE+kseC7jigEDS1wCI9CcxW6gJNbPE1AEajUxgD
fBr+rtiZ4HCVt+kC3fGPZd0JPqbt+yuM2r4WWZhwDCEs15+Sj26P57AqrBidMSZIkUi/SxeDabGg
Je7v5V+p9F4GMkIGrohOjZxvh7FY5olYmFHjrh4v745ng+oMPFxkS3C76ClHt8jRneBq+hEv12EU
I9PNFfDZqeuhPtbJL5DZMPbz3j1DUX+KIOFJCjTZCRAtUhdJa+ModWdBXw8dq7X/rgAsBAYJTb8S
HSyKfIsWJq8F/oCxlfWn0WNpxL0tm+grEIhOmGF0JrBR6j4uNdc9ZrVIXOGJG8FcXSVOI2HM/1ku
eFa26Y6zPxXrUFMB0qaGQPjWlgvgapXEwucm9zsZQCIqW03wUnYveTusQFPcF1bTnI3M0YcXHkl0
GSD8hqMUOQkzhpWcqyUSa1NpZwKxQnGJspJZ1kYZQBS5IxqciFT2aADGVHnIaG6+45Ui2kA/JFoX
MPOFPqTbFcdcoRVuGnqnze/hFL4p6npcKJh9A5SD7JIqx417fA3mFgV8tD/VMh3FPf7ng66eS00e
UtlX4uCk1kjmwJYU4yI9xN9+IDhe6gSsRpA7RhnTmqg2gwAFSQ2J9gE0ju/7NIKnAUYKUvnJQjZe
jU8FOTWBNEK8HjV/NyK2fLzMe2IBtolYFq4woEs1yi0INSnL1KYNThXaeCzMkSROgtDKdqWyO6Hf
K11pRtfDne38FViwhWcjSnXn8UfMdQi9hah9Y7JZmVCwKevNtQmSftUYnPJg0AEBouH61Bm3yhWX
BWczvzkT4R7crIm2HBCtlLpq7dC1Ah+mJ+3sVabTr8NTxQgN55pzK4JaDfhe3DhtJxGCqXPgUDaR
FzZT/TiO8QbEYACmsB/v3z2JUxCOOSzEwzDct5ej9YJED/g4PZUiyqvmaJiptPUMK2tIK8sAX2Io
DUve9PdXd0NSUkGKFMiTdSvhR3BZ2KJig4wTb4MeX8TT4+XdeXBBsPl3fT8pmSt5bozp4iiAPA6o
3fWHWppKs/HR71rnywQj4C5pg1VdZLA/MvGPdUBAdvb4G+6kfdCfqGD6VoGDjga7SYevviGpYr7F
fEV6mioWyrYc9i334Xo7obkk2abJP6v8twF4su9eQN8I6rWZQKogNqU+2EQZAjAvWY8lE93qjj7j
s3D0yMagyE63IjVlHAV4H/BZicV5W1XfJr+ED/RPaib/2ztXCbg1lF23qhxxO7KMxx09gHB4Qhrw
KzHzROldWMdCoalhdhIaw6xHq4HxX/QAnHCjbRHvWCiW8wgGR4DQBUEFSE4EOu2TNk2oliB1OPlo
B45Oog43KHn2chbQ3p0JEIRiwBjFcACGi5F0vz3rqirrIRTj7NTVH7KMpiZ3A/zoiYfo13dhG9+B
u4vRnadstSDDfNKmYEQ285FvkM6hHIsxlB8UHjqZNzQSZisrXj4Vdr7N9vFKPqpHcY3c4VpfjUfj
3T91F2XhOjJ4uYwVqwFqntKm5FPKruh9X6DUIp9A4G221TkoAtNrMfyg4Y+DFogAz34yBozXty7r
os1OmZJNPUhl7qX9xAt7Ekm6yp1onSzqTbqslyGQWPtlsPBWqhMuvSdlJR6lQ+RkjrgUwUnG4u6a
P43Tl2CacgKCxWgBTRvQYVTB5zzsgirs5PxDFtcImkyJX6GEJmWnWnGQ/2CY1nlmG0In+HdQiaAc
j47JW90r1Dzvi6BQToopfucopFjJztsmW+8ANJUnFvPa/KThaMCPhIMztTCh7Hsrjh90tWpETj29
AcP5XU5JE5rqU75DqDaGFs9w42bWCoO88BMnAFcVMLp0VT7C1ETkxZFxEg27aVcxtylkALdxEqv/
a36FJ0mYbcEcweS+0TeoaouqbLIY+GHLdtO+pmcQovxynW6rL6OncFHZ/jb9I7Py4nfXdyWVujfR
EKOjGB2op8H/do8AKuu90sQYo8/Cy5o/idT6qFuSNKVX9RV2Mi8x6P0Kml5lWQBs6FQCcEMmxvAi
+u++IkNdl02COTkWsuukGDcpK4TaGECZJvABHosGr1vFcXM+1Aapd0+NYgZLaRMBUXixV58fP7vT
hj2SIt5KEWI3T7qxc0+J6bz+4zQItQQqotabjON5sNuemv0ASNWnS3cA3wJmTHBkj5cxD18mUZhr
m4aUUFLmqXUUcSj2XCe5J/7Ilyb3CSi1s/uLX0Hxw4C4r8ZhPDBEzuwowL0wDA7eXGBLI31Mrc4d
eE9uFME7c0tvgw6/fmMYdg/OznOz5H+XO32fvQIb1mKInewTdWIoTiOLCaivqVWfWqnSFcroy75/
TmQH0UqFxkf0G4IJF0ydhVMxXso7WqjKKHyhGo7OmNlIS1HqRtGlgX8GR/VCA+0CplWeXDSzMxJ1
88388fwm0j4Qk8NC3+qhmkVpMHJRhKABcFpfWXseQGwy/HO2ZUyvoUsWzceyhAgFhvlWUJm5auFV
fnz2AKq6UP+UgLh89V85vAbbwPH/KF89qxxCHxglkTqwXnQ9jK548Vn4TMEu9DoOpNoCyrLtzMeq
MTOOlCBKIeWuLzzew9JQ00B5+oTSqCgtH8uY2QtKBuW5DWKrxQKemHN7MGw4oo9/fX6NqZ+n7Htf
y3oRSvh5/5LtKxB9a/tIXTZv4EdVUPJGmZ2FFTXPEFMiKUPfupLrVSNEdvbv7jkGRLilHG29Xrvk
6+hKDEM18+gpadMZXkU5Bt+OGubP4nMB9UNp9xA2Dry9cWccZM15vJv3ZAFJB34u6tVTE92tLEFs
jEKoRJwVANbBm44Uy+fQEH2JCr6WMo5ulgOENYIvMFXG0dCPls5bYX6PCcbOi7qzzvnhUwNQFUss
0GD5eElzFYdpQGllauhHLZ428z5fc0Xnp/I5SqxWsRUEhZs6O4zy8bGcuZpDDsK9aeQVLzANUSYr
QxyHXCOftWgr1CiRcSTQfz2WMXcN5Vsh1PkkySgXRdfL57foA+oQnHwnfk1f1M/2I3p9LGse8PzI
AiwlWtRxQj/uzpXepWg+BjvwKJ9rp4/e5fe0NRFYG9Jn4h6iaKXkvRlHmy4hmEU1hSOmTcxy4lo3
FFNFg8uWyQBw9yRRTP+/D6KuHYqQQjiAP/RcvCSDDcJWM5S3XSw6vLRirH1SvZsXc1q7gdlTBZnN
af79VjWlfGwqPlLk86Yjb8CjXb4DWNjMiG8FpCe/qsvHB6B7z43J4rOaPZ6U4OmCXm26V0xkob4k
n/XnSAXnd/jhrXyGQZ7HMzdCwI10K4SX01HTRhFCdvk5X/12V9ECTUErYxHaAcOizL1iShj1eqIC
gPQsvN5zWy55JIaetBPK1AuzXgdbFcQK7V51LRAqPD7B+zflPyc4u/ZxNhojH2IjoxfpIoI3PbCF
o7bjdkio2o9lTXr335UFIx2322nkRSyEsApnqziu2heOkbucN6VTO0g9oJrQo4vAhd6jtQ6gU6Ll
H4YEjUQE1X67wq1MLGmtfo6DLTND3+l0qLXhMUBDNZLg6GOiqTTB19mhpusr53LLmdrG3da2C9gy
RGubYfF4G+8d2bUsumwRGllSqIorn/lFvw0t8/MATlo72/YsN/zOJbsRRKlk5QejzAUaTPW5vDhS
bdYb/pd8SDdgsbR0UyLlM0B7QCN/qDyWXk7K8GBDf+7m1QVvQQ4+yIkhn0vf9jbu4WCOC+5dWYzf
EvHADswSyForpZyFb3hRVGJTFZB78Ha7NBalycJDvOMRTWME/1ETOjuX5NmA6SFOPncEM9uHYucV
pmuV2FCJtM/+unll8U/ceQxuJFIvIZr/y9QtoJj6IjO3vc240zPfBE1WCAkBnScjO4L25ts7LUfg
4+5DWT37GhgD8lf0PDG0ffbETBLQBI8OwQlchO7QDYw4mSJE7Zy/8d8aevRwmbkKJDMxXHHwffos
T3mmCQrmY9FzjqgMeIDAqLhdErgfMXMhCd6lQgfvpcyQKixxuUnqa6Gjg7CeAPxEPrWGzzLGMwM5
SYavp00TYAikKAPmS4HXjsDhuWjZSkekW8B1/X9Aff1IQWoY05sIc2l30nUxSh2GWJ9S+JjZsksd
EyZoeQ4XcjWuVC2y4oVQewyrdW9XxYnNQkMuAQh10zFf3WcJjTU1Rpa8CxqGyKiC4lcieRqamb8Q
wk8J/VaP9Wam9yiWI78z5T9/BmGp+1xLkl9Kg+iDtZUHpLS3EjCD+ljEPMk6yYD2IwGJngORrv0l
XB8YQSv7oA6T1xh7AkdqtZUdEPUsGZLuaMaNJGr3XKkYtEhW/EvpcEtuGW71dbEDoCDJbXcpHIOV
sA7XJas3YO4AUQukNjHiw6DpRojt1v4hWMokPQjHX+G+WOkOx/AlmbtJaX/qNyOHuVf/Eu0v6KuT
zyPBXu6KJYvxjbksyiYWIu+5kYtlcUt9oTne2v1CwLMWwGPr71izT3cV8UpJpqO9Uvwu0SU/TrGs
YP8kvKYg3GGtZ/J1b57Kn1PC/MIPEAlQUm4lpJIRKxEv+ReedLa6BpzlUlq4T8iDMLTwzh2ecIHQ
XjNFvjN9R9I/UyO1DC6ZDcZ5NMvHlrJpN6oVrUYiEVxmK3A6sMy9MATPEnMKsPdBOGZghh4Ffzrc
bjLMzbq5GP6ov3dSUEmJv7WFvGExDt5RwltJ1GnJaGL14haSaqtdAZDJye1Xya42GePdnHsC1JIm
tblSC7/LAnecliQhbNq/t4dPR7eU3eD4J+8XCmOsZ5S1hdSrlg/hyOU15A2wVBzR7MZpLGRU//lo
4bQwYGZgbgu4npgqu11YECdygVGzEBSsDcrrlrDXnwTbB1CmfHqsFnN+KUoUpfhZMGoxWm7CS2GX
29gpSGy9t05iJsvA7jGqZg4H8Ul/KlYAkllqq+HUf34VgPYn/+476ImCMMGrXtT4jm4drwTcjHqr
H1H/4slgpw4YDRbBqnOat2gVv4R7YyGRmkSOtmIq1fyZuNl7ejjR1wsdHiY+JAepAVrsK8Kd6tfP
X6FZ7spF4Li2a7N4aOflKpwCcJNhfybQN1Qdbw88SsSsVTpoVuugu0Ha+mTcjC7RLf6p2NYfaxIe
813xKuQMczQ3rLdyqRuUxOmUzIJc70NeCxtRQD2ZZ6jY3LTeyqCUuc/9AH1WP7eGA/PNb9Vyz4nD
eiKm9+bWgEMKYOaQR0RTNrzZ2x3kxKAeqlrGlVG2VXgYlC93YBnvOXLgdExXQqjnNXeFvGwGCOEX
8tpd8OvupyZfOQEaLJoF+BgW5RJ8jmClU50MzOrdkpUumgcLmPvD8CxQHzGcCEiU23UORu1JQVzF
FxVz773UmlHEuIrzF+pWAqUTcROGRSiW8aXVI3PI94meknawuciU2hMGVhkqOB9qxKairw8wJKD/
ARSheLuiUNTCplLk6FJJx74hNYdWO9vrTpy0lVPBVtCC4Cb8KsNcfKk4YQUKJLmxsvLY51vwIWK6
znlsi+6pEiIIAFrhu1Cso1SpFJMGV1HEFrs52FvqANC6cRzZQIX5eCxpnobA2lEGnwIz0BpCuW7X
3o06BgK7PLk039UexIZk662KT+E53AmsRMQ9xUH3qwpnHqYGg/63ovIorPM6KJILBlAGkQyZl/+R
uybgSONz2R+tBqqR5Wv1uJU0rXobxH5QSey53U4V6kxEK5sRItCpuPgT4LlNsWBsxbRU+gJffx+1
FcASHzyvqJNLlG36dNgaLmf6o7zy+MAS468Mb4KspObgAZfu2e/RiNEdH3/C3R1SAY+FFmEgadN9
wgofcF0yxskl10FU1rdnDjONDG2/IwPwbOh2BgwXSAnpDogcOIMe8sDJRedzNK2GokeMrDUYGnzP
M8J0oja1EOm6AsKA28PGXAYGWsYkvZRWa42WAHdWX6mWjBZ1Y42C95LJNnLn+FD0kMFPgKIz4Pyo
eCAVEpkThTS9YKAK+U/PNsjB/pjoSA8sB/PeHkrw06ccEHoejenvr9w+RWuLvHYz9ICRAyu/en/n
rn6cWofh9lo6lHl6cTFc/WRwpfiGWfbyyOUNMJynkzUFvlV1U+y1HDqZVwIwxtAYK5EePFDhotYT
ISZVHk+94L5R+YyznddKwNiL1guka9Cwix596gtrVxu8XNfaC58THf0lfhl0pBiPhfenDp0O7VDG
qWtXoRicOd8wi8a3huriNT4ZwH3lWhJnGxL6HDC22TMu8Y/63l5ifBuyWKiWoxfRoBvT+ZEvQMlc
dheuWBae4OTu74afSBFPnt8Rd1wOaWVHSgEMeifggpXbom9LMNOkMLmMJG+98YahMLStZLGjKraf
LGP/uwnMTn/SG9nGv27KXSibASa/DEDD+D1Rh9rMcptDRotHUS9/42SnUnZFXlm8+5nyme3vgz9J
C6bA32r4Bi6aCu3wjy3H/MkEhtYEGICh/Al6iLKtMKJ12ApKd0nQjWCmaqvafBPzjhwG35Vc9HYr
6l9tw0X2Y7k/rz2130iGgpJkSgchr0e91ULgqsBD09EM2L+6CnBIeCfzVll6GrITHxwkzQzcF6N/
CTj4y76ZG4KdP0m/1ZXIrZMtfw41K9R1Eu77geQeUYQnv0In50reyLqjqJawGwLNEvqjNti5HRxE
w9HC2sxLs99l6gJQPIX0bPwRDevxwubttnAH0BOOO64DkVWnW5pTpZr4xbjuwkdA70dbTik/GfKy
UokmL/xx1xRAMwgs7agQFcQzZ1XbFWVvauFC3ye+6UesXldpMpn0Vl9/ERUo9SUQ0gbf7S4tSBME
pyvAeHuIDFJ5NckNEF6q28GzUBXJtupK9T/aF9c3S+6g8EAZfuNaS8uIqy+hjLvBt0fNEpNdKuNZ
tQQ0LrvLKAZFpEqGegM6Pp/1+s9qK2ivn3DN4WgADQXzULc2M+qivB/FProoJkDI7KFH5GqfB1MB
Udrjo5vMz80+UZKogkckaoGcp110CV1OWfWAlCLl2OtWByQHxrWbRRaTKPRVYfwEiRvcgdtFFa7e
xsU4RpfItLTBaQnaZMrBZMXIs/dmEgOAA+R8UZsCTt+tmEpvwDPP8xBjoKMeHlJDRL1mvWpztlmI
genAMYGREk4I5QAJhpgnmlhll6rsuWXqyZlIcj5wo4VQqIAfzQYNszxxLZeLMW6aksRyHOiY9x2A
rNYWwJ8xuTHQc5ICiRswS+7QgxXO1zr0fuVBFS7CpmlBD8RxPpgeMbIDMFrJFc9FLhlQTfCrtSRR
hyo28waMXgRA9h2sLEAtkJDy1e4jNrjQdZox9SXAu3Lte5CFBUf4ctA4hmGbP8PYDAldqchToX8N
3HO3e87LZdolhhBfegfcqXvJqha+E6BEF+4/5CWmh1lM5vPeHkoidcpq27Rj68Hrr518uwukNahm
gxUM3OjUhLPcE7O/eOYyTU8lpn2B2ADbjT9v19gMZZRLaIhCnLGvna5y0F3cIfXnVK1dpy/ypvoC
ngTgJhjXZp6gg2CMMmOaQcazMYMlFnLdHYQgScDcqJnyegf2wlVtDxeGEZ8eH8oS3IihdjTW/CGp
G/jTDUmef52/WQ1lzHVQr19l5H7s5RDgLrRNbW73kh2a5J+3NFLbRSUweK0d87ya1mFj/B9mRjf3
PhoyyGPDeU8Db/aLemGUYHQrI8GxoAnGwZIcB0SLK930iLYOwR/KEHfnSZBRIEMkAocdne6U9WxL
Xi8DaRJndXa9Ev9Ultm+AJz69euxpJl3NO3flSDqLvv9GA5dHiSXt8IcNx44qBOHoWrzcsQkA0Eb
jDQS69Dq27sEHwnFnSGDDOcJ27baRtvzkZmXvXdjr6VQNzbUiwIzZZCCtINgOsIS851oLXl+zsn3
8Z9vGgZ30AKKQAfT9JQy9IIexULgpRfON9+yHlB5oWcul4+F3HlAkd3DiAs4YzDwQnMVZKUhFbLU
IJIy3XfpKV21Jl8vSMXAprl7Ua/lUE8bIC44jksh5210TWNnepc6NtdnnTUGfk/TruVQKp3FUi8Z
AeS4R5FURH1CQcVmqNrMD4SmXcugtFku/KbJ1Tq9bFwFfO/xV58yoqh5VogSQdk1rtKQEmgqbFe8
Ehc84WzuXSJnVul12g3aPl+vhLZrYy0pgYCVhCt17ZTbaUhxpZUnOQXb+DMreXrvNbiWRim0ILSC
MVRYFKYRPqLAJN+Mg5k2/sFyaK64GMlCtVQRudcr2QrXjF+/a52vvp+eBsqBsILEGn5eXbu5qdiq
uS/J8msgklm8Pr6WLAWgU6JaqXpt6RfpZSBwOM1kzZHCSrYCZmWYecFZUetW2Qzqbho937ZZW07n
AkcAbOBm5AQOZzG0jXE16aRN2Kk9V45Qttrqz4AYXZQEoDusQ2LpAHU5s7gfuiHCxhXfoSOv/hib
FYYyFTs6D0txIyK0enl8VKxlUT5OF3KKlw8QaAWnP8l2vWQtiXFtaJqtzI15V+Ih4E0Gvbb8GRNW
RYElgTIDXV5wzcjjYuq7zej0JoJt1t1nvDP0Y+bLHpB9FBx+B3SOYlHaa4ToJuPFvOsD/L2hmKC7
9QGGJuZErWonTR5Iuy3M4atz1kudcKuvx6fOMAYzwJ7SG+WklHBpQHseGset/czzZmfKr5VvpoQ1
5cJ4P+eRglR5As9Nps2xFB29wflHYsXgtGdt4T0H53oLKWPgiZ7gevmPMVDM1tIJ8F8tZVluZAz4
EsLioGIYOkzx3B6ZV+lyVkrT9YnMd2kTWqq1fY6eWJfo8ZuNsd5bMbVbhF09YP+QNpRX1Yo3lwyF
eGxFwXNxK4Hv+F4MSugeAtX6rB/8DbGJrrF8dpaY6S5fpb7TvKo7DvAfF/7bNCtnJMRHYMCyoo8t
gkYDQrepJKSDCjeqIyhz6gQdwE8+Adms2X6kiE+172bLLVKbFdDdlzv1KiJThSEAahMjr+w9ZCdg
ve3S2lUmYJtfHp/TfUP0VwK1fwkIOXg+i9OLcM5OHKnXEgq1LFIF1jIogyoUSlfywICAV/2OVLyz
lA6PV8ESQLlSvNoHyJpAQDKasZma+mf4/FjCf7E4/9kouh3DaDAuMwwQsQOloErGvS2l9poM/7hl
+Mf7+CuHittcv4VfBYJy5Aj4l9DSn55jm3E3GWdO03lA13S5qKFVHTFMUNK/9vY63zGE/BdL9nch
lOUM81YZSi2EiXH0RYL+Z86MFpUV7uMl63pOUebc0f0rijKacVcmUlIjNAy3m8ZWHF0yW/Jr3KVk
ycqK3Tecf0VRhlMo6rYLlQBVvfVbYKpnxlLm3UfU8VM3PjWqQCgbnI1QrTVTEC1BMYU9t0ftxkyc
0rTBmmWdTtGfgGi9KcK7YhiE+4oO2ghghqEBgZcoiyAqrZL7zVRMNEXSrwRTW6LZCOhhhDCu1N23
9UoSZRYw7QkeCgU1WfFP4ZESKR3fNKxNv8vJkuFs30ufTjNo/1kVZSG0JI2ToMWqBoy9eKTbfhA7
Xq6/XyR4KSJD9yclmOnjX2E0ZAFyYx3SwRDmr/wzKZzH+3bX2F39OmUh9MIArWOEwvLL++ibp+Tz
/Pj375oHpEInyIUp+U4dS4GuYCBAwP21estKlsNzmJjwrB4LmX5ktkVXQqjzyPOizIUefo6+wEO6
eMbMx7+TQJNPlxxGkHwPLrb/BthNqFa94JcM9/DuQf9dBU3RKuXN/3q9p8WRobF3T/nqp6nMmgj6
VzGssEHiS7dQ1qIpLxnnzJIg3bpOeZ0bEYZbYcrQW1fbZ/f0L5dAmWUXXW7okYGA+NCSzrKZIfR9
W3W1SZQ1BkIacMY1qCqAdk6/M3LoLH5bEsY6GLpKl7tiowQUE/h9L8Px7bfxAQ/z619dBtrk+gZX
C40IAf5lXEaLbeb8Y3LU6Vm52ijqTg9DnWQKSkiXeOU982bATDdPRufBfZao+6xnOUgIpjhJXryU
lrQBzxxsRmCxioJ339+/C6FNqyb/D2nf2Ry5kmP7h5YR9OZr0hTLypXUUn9hSC2J3nv++j3Ue7Ni
pbiVsd0xMX1joucWCCQSQMIc9FMUl7gW5QnLrs8A6GW8KFYOG+1GWCONpg0gztB1trT08KBosHK5
Q8stELRGh2Q+S6PWgqMLKpSbLzBSbuAPlDZtyXkTyDbeDijVjKzwfuWOX9CZ/37xPBLyMhuAH50j
b9ZtZ4GNLN1dORDspkeTC/oD5/271BXEztAsQItdjpe4I2IfE6AWGYb85xArZm6WJChhTWMBtBUO
JLzfrd0/3RRO/VjY2AX0ZMbvAWHc9hX3d0GNEplR5MLUFGp+fvaODl+aMhA0OkQ/1cf1S8+iQ13J
StT7JqlnOugxH4h0Mr0T6+HFokHdSvgQTlE7SG401Y13h0yjhd55QPOfr/Oy4geXMqMzzXGj9Vo8
0wF6Msk7ZjJhxbpgES4ewGgMRTsdT8nKaHpB4CbIKnzq7Zro23BLJMSL7Ou/lsi6IEWJzON64LeJ
IKVgClbDo8UJTABvdySwR8L/YiV8Vk/om7MvD7e4oAASb+No5gybwB3O7MxT7Hwy3Mu6tVkQoSJG
UfaHth1AJCbRdj/a0wl5kkdGLMSkQkUso9IYWsCDSmnLm2O8L03/Ufh8HH8xCLFERsUtQzHFaJP4
Eln7Krjqg539/ryuzz+7rQA7g85rHoOaQDvHTodLu5n3Ql/1mjw/kYHqfyq24y49eZuzZ4XH8IhW
iMPL8DQecgt9EPZ12l+/TbnSC9qURfXRrswPKmingZm8V1Zo1YXdWVWwSW1fdttqn5eY5K/6XWeh
FbwerE4yeXs0gRkyvOTpjBUS7jGmIX+mO80ud5KD1UB6RdKjfhR3WMvjf5QxqSKSvlUSNnSR6Lk/
ZL7le27rp6Z0TFKDCC7/6ukbLkEOV4/NYHhF12FYnZtp02V2lGwblXQ+oy664nyBaoHNOIC2RR8n
bUe6LAMAeCXg9StYxX5SyGNoWdfFyyJB3YUO22kx29bPOXHRdNTD6wNr8GItKr3ggroIEieqo9jw
2TmvyHNpi6bkk0yBHO9Ys71r1uqCFHUX2kbOdbUCN7UdbYvEfAYaYoW1R+Zcd9G2KcM3rtj5C3LU
tTACEZj5Kcjt+Q+0Qgkv189mzYRc/D6l+lgHmzQTOkbP0w2q/Bo6ugIzI+5T7or310mtBEYXlKiY
okTnguQLoDRuRPNYb/Q/7r8RoMIIOVaqSFKnuYjEm2/qbcVgYMUKXjBAucQBCyeyDGs55tTwVrar
hLy6n4zjZt2V+RsWzqnsQ7FvYyhyiJk7Z2ztUXJZ+abrB4GuwUsaVexVaq6BRvt5zDeyVTx5DIzF
65ICOPclhViaGt3jcRLeIzZgn3uDmLllMnwsiw3qznul2gl6CTb2HRL1j8wVLfhGyicsTvvHBE4i
1INU8qim5OQYksi6N2ys/PwXjcWL9lJOQNHP/KEekffhUZRMrNJiLQVceStccEFdb4/L1F5IZvMR
7tAn7IistnOGAVHpqtMQh7XoeaDA7fndca6aAEprcB59izX7ev1uqDx1v3nk6Kdaw4mUJdGJ6aMT
oXSZ9n2lvHUhMeqWFzlgoOMGZ/KMt5UIL6+Z5UF72jFCqut2XaWBZjCClkuZDGbO24awHiEMSdEh
Lty9bEQJfpzvLGci6Ud4bEpmMpkhqS/NWNiqPE1lbO6GPexNyfk9z1WqJLyNWM9dhjH5KrkvyHiy
FigettsjXncc/sF8z22G0V2lIGK3DpYZYEXDj7eOqgMfoZNwSTR0U+UTUe5I/86IgtZ6qzGX8U2F
Mu11Jk2hb4i4KK5GrDpxS2QfHCwJswCYnRMPxe1uw6OpOEdgEZ/UjdtgFL/99Wm/8jc7Vh511Xp+
fw2tIojFQ4njwXNM8t+l9YL+aoZUV5VwQYFyArmY537pgULTEMPkbvc9rut1+7lq3RYkKBeAYcgi
EzOQeMKxqaCSewwLzWKCivYiFIc4uYGOJ5XlhEQ/BCopTIZqMPTvq5Ky0PCkDUqx70FEwT5PguWe
lnHjYCwmP18XF4sO5QzkVq/DsoG4RvN3NTkGhiJMW3m8ToQlMSrMqwY9rLHjE5epOjjoTbSqp4qR
nmLpLuUIwq4f4rwHCe3G6faRy7JsLLWaWVycR61quYFta9DcnAxWA3Dhh+syYhGgTIGRTahrw/6f
p4dn5b51mH3Vq6b5+2J8PbYXHMjREMTpDFEP7P2tQZ7j00BQ1kx2vnOdE8ZRfA0KLgi1g4SBXg6E
sj85ucFND98Zd1xgaK1IXfKaa1u1FXDapd1YgsObCupKmcmh0BxiprSrTO3OrsjDO6sZnqHJX5P4
C94UOWjnGchZiIJVR+TXDsvv3q/Lj8WcfKlq2KFUjEUJGtG2t/WnP8JG20wf/2ZfvirgC0YGvTWK
TAOR3lRywG5ZgvlSnf6RCHXvJa8cE8Cu4N6XTzBgp3SLoSuT1Z6zVlVeelF62hAOthm7WeGswdhg
HLYzt825fI4d+W0vuyxyP9EW0P++cNp0ZTaqva7vaijfc3cQVDs8HM+YQryNB0wXDzvpyTSHwQKf
2G37ienRv8xsLG4yZSqi1k8UAAHMSnj0XX8nP+jkQbP0v3mxfZOhS7dyN2CJ6eysn/nNfvxqUsEk
Yf52XdvX8zQLMlRMMAVaVpQeTm+Aa0Af3PurZ2Ybxp1aq14sD+0rElvoOw9jMWoBZIZe0t7G+iJP
t5BGRGEpEI8RKWA9WNgxTM6oQCH0Qg3DcRCg1WQkj8gr8mih42L5yT+KkLIYQR+VoxxChHiVpo/h
5tdrZmq3rIwaw/bRNbmE5zwtFZSvlt+B+NvO5u//kRHKYGCcckiVASSOqes40XtWO2byfJ3IKhsY
ZJw7a7CkmR7h1UOjHKpcR6QAUOeXHOBxqhv+jeFb0KBuaBGHKickoIHNRzHQcoWd/DzuWUnUVUfx
TeWHRy8VBQVrdY7dohfpDn34c7OvxuBl/TW/IENdUFUH+oSG+O1sjWZwaxDZbIiwa07u9XP5sps/
sisLOpRTx+YG3W9y0ImLjWZrvz0yo44R0waG5nZ3qs/7aMs5+q4mGl5EBYB6MVHNeIKvp3IXH0Hd
2RxYoWoRzsyK+d6/wwIh9QE+5FdAuE1qsXzJuolYkKNu7hR4GHgdoSj7o4hpWUvo5iYZccNiazX4
W9Chwvwwzfs0r7X5aYfKBHnuLH83fX5eP0HGzaJXuVZpl4Q+DyIYQyuf9mJP8DLCMMp1KrMNuKYm
dKQ/GIEH8Ga05ABoiPRYRfNXsf5CWDOfC18xZmkwlt2siCqRLQw3v/8bB5R1CMUG4009fn/ALMgp
Y7Y1zBflioRox40h8HGMFUjoq0zrvPl2uDVfI5uFhrA22TAv2vqPKaUbr4JeRFaMAyNzX4No3kwE
Xb9Y98bs/2doFu29u0H1cs8HRykB8LPZkuDuqcWQMHcT3Bbbit90qApjbEc7Xz8phoWlZ985vc/m
MvT8CjceuJvuDLwARw0shkqvsgeQjrnXD03mtBwxf1bBvhowOu1Ts4+3j7HFtOKrFmBBg7KuYx/G
XN+Dxl7dZAd+J1gDGSXz9e/emTrmd7GsDNBRNPoBYLPi0A/DHGf1lJwBuPzkkxCYKXBN1w9n9Z25
IETZNLVL27rko5mQhn0umA5ktRmvK/iCBBWPYJPzJCRTPLchCYhOR7s2PwYTvtwKCCvLvKprC1qU
XRuaYcSOLciti80TUP3wgggtgxUzrHucBRnKuBmTPhVaBDLPkzUdbtWb9nCXM9J863LD1k5M8UOb
sa7g0oLW3TRiEUQ2tzp0Tv7avyIuNWtrzInsiBZT5eYI5IfB+yanzbq/MNh1hHVhHF/keMxOzvgE
lEJyO5nes2AzPNy69BaUqFioNDKjixRQ4rER+yawZFKQFAyxlGFVtxd0qNuKlastJ2F15NnC6gUO
fo5j1PhXOdHQoYGFIPOIOl3kb3u5i/u0groBTVI157hjTjezO9nX/PWSECWyzPMGNfWa+ZrGpxAb
s7rKag5vAykt8Q80oj6U58b8m4NaUqUEyHONJ08jBCiR6TnFu7IByHyHnBCL0PxDtO4tCVEB4yB0
3DCmbX7WkBdMXmSzJvcZmezqVOwYKcLVa7WkRUWLScT7WVPizBoHEdxoC/OtcmqrgLVgLa1YM0dL
WpR1VcYWSqji2LoZLdfFJEduAa7fum7DBZZ2zH+/uLpaLRlY7A0yBeqdM+owcE1vsKkCKt+ZjY0t
ZD7MIBMWjkWWMrbokRW0xqhnAzU51RYgh5b8KtvoXW7s5DT8Fp5U9n77tUu9FClleuME7csx8Axx
E6actE+jrTmaYzz3r4Hpo1Cm6Sav2Oktc9SIqTiUPQ47adCVCuxWkDIG2MxiDwgZYMcWGyYYxayE
//uF+LFZRUoTVUzkWXEccUZOPzjCQTVTxSbjA0t71oKab4kCbOlSe/DMjrgGYzJQ0uRdtH3yp7fa
rbe/Y2jp/DvXeKKsSd8XfaMmoAMUorfUDpyPxs5OIpZIMGNqFkuUPTGmuPD7HKQmR0b5HwuGUNjO
0PXIDG7mX7rGFGVNFE4W+aDEQWl6RJS+cyTpY5TvDBQfM96qEFdXltq5fbMx2tey6P7PsNXIo2Jh
qvyFowZwY0opEy0Mq6Ae56ZLDTUhCc7ULvDiz8zrp7d+7f6HzpcnXJgYRNwK57dfdOrfvSPY2eYv
+kcBmwmELACo6xhwoljhdJlrEm2Y9RCzj/OZcUfllb3FcE0PsfNVQ62eFzEWRlkQvze42gfWLdAK
eNPJoB23yuYxdt6vS2zVXizpUPwoQj0GnQY6wNH/g1W7JNyOjrERUHz2LVav/9cB0Iq4oEYf0BDK
cuqJoIalwuRt2P+ZnnYstCRxzSwtiVCmYvL6qgxms9RjRV1KpD94zlnqSIBlZN3cT5aD1+utv5Vl
e/iM3J2xZW1rWS1TLL+AMiJJyItpx+MLpm6n5PvH/Z1/aglPTv0WYZfO0Po1D7ekRtkRb2pjjZtA
TQHqABIZ7XPzel1L1u7VkgJlPwZ5HKCkcCr+K3rrusDUttcJfCWMrikGFYNo4sg3Sg0eKkucQW0m
K0MfuEaUbUqej/5daCakd25l3xoebet1l5mfLCu59jRfMknFJy2nGZOvzCEX8AZiJHJF8snCdmfR
oIIRLUyxy2UOtdqnbWE39qtvsdhYzWsu+aAsR1lnzagrX+qgYfvpGV3Etmd16DZ55PfG7fWDYzFE
mY8g4YU8nc2HdOPMZAZzROHjOo35N67oBp38bvzcq8cGfhKJIPFVJilWt2G3gnWdCkPH6Vq2OE5i
OISg0kPtAO48Bebp8zoJFiOUWcjkodY5DsKyQgS7JDYnM0bHFKuvcNUeAC9SVwFdKCv0k9yICiHP
Oz4//5acaRvfyu51Nn7uCoA7x17r/xCgH+EFh2XOYTmBjyywHXWnmgNAICIi5qSCVz9llclcl7Zq
1Bc0KaMeSYkfaSX8LhDhzZyoGNaeo1vV6kzeMcubf+WROiuxzIsqTiFExO+yyWEpoviYOLGpnjvz
NbC5LT8PuHYbhhaue0iA64si7rAk0cre9YUEsE0BaYdNZ0UvtRnwJD/vooFZ/1gLPwFt+z+UKIly
MozRKIGSIkLjG0chxyG3pk0rMseJWKQoYfaamg9CIM4eyoms+HjYAUKfXYWdf+aHoVhwRDlCwPmG
eirhzOrYRboYu59lIv8RbLOfHJZ+sGhRLhEBbVZECVianA6I41EASDnJrG/uQoyosHJEqzXt5VlR
7rHulSwFkiZGfYDAJNnpwaiQCGg286sELYP73EW5zAw21y/6qr1ayJPyiEBlHXK+A1VJ39T1U9He
6s1GeeSTR751Up5cp7ZafUS6Evu+gLmM5Dgl0rjQeI6PJbxSbrYO2u3642FA99jfVGyXZChZYgVe
AWhDeX6bG6SVibAvfqtvrHs8356fuvjNDCW7uAF0vOCDGfT0lSR4nodBDx7RnoBueF1u66f0TYmK
KVqs/J1qA48e3k7tj4Qc5ickK8ZkHs4cCCyeVpVRtH45H46VHI6ZBYR9eHrJZl2rdd/1zczM7IJM
4GkypwYgk91azmC1dv1YbvmH4bUnkVlZLSN9PX/1lVOi62dcgpUTuYdb/DxlpDgV6O7MmBhTXzb7
BxUZO8wBQjqvmZ7N44IpgQP4aFBC42YoPcF5Di3zqQ3N2JXcwBHP6MzfdveJ7bGUcFUzFnQpC4/2
B1ktEtCtUNH4XT7elrd313VvVX4LCpRhL9DFGCk1KOy9I4YPTdh1xgmxeKBs+oil9yiXgQK2rqSu
fxo8wMPd9LXr938zvYsU+fc5UQZIySp/LHnQwgCfJdzzJNvcsaYNZ+tyqQsA8cZ4NQDQFazHoJPx
suw3SW7I7dnastzs/HnXfvryuK8f7M9o+PIzqYNVpnYM/ElqgahSO+mxd0xWwZUlCOpge0BA974M
Qbzd37L6Ulm/TR2kOjSp2mr47dRk7glbeV9diob2H77BtQDTbs+SdV9bgOuxDz6c78P7w9P1M1iZ
GbikRPmQApaQ62YRxWQL1OKe7GEwHlSLOObDfbbZ/7Zw32zLxuihzegI/CpEX1Mmyqt4mKiMqw4K
cHR+94/ho26n5gfAp49Wd3MfWFj3vjXd8ME2W+vBPaWWZ/qOsX2/LgHWOVJOB1tjI76r8BHOPXKj
DL/509VcSpdyNW2nj/yo48cH8sG65StpteWP/5iy01tFqX1fac9Psc2d0k3xlhBguEePFsfaoHb9
2tPjdv8icOy7vPRUouBNlSLOAr9lHCXrK6nrXnK154UldPmff3mmvPCu3dRKhjebKmBHsxo7ryug
SsM2jhyfhv2Ir1YIIYys+Eqe8lJHqOudxWkTGrOOAP3+vjZsMX+8S+4bByll6/B+aIEbOu4P0lOj
mNoxeAsGEh0iFhT/VwP9/37Rf8zV9YI3avp8x7DM2pRIjK2LzmHOa9ckc0vn+XEkG9f+/Ed1oG72
qGlZx/EQ7EBMxk9LLFWjLvZQoPEzVvHbeJTFJYnv8s3OvjmM5N607lpycF/N94d2b26sGdttJ0VW
yYpjGZ9A5bmv38mf65b0Cz35Cs0XCh4GAsY5JvCz/90SVLgjyzl624qIxP7AFoDr1LDJ72oYoX6Z
tgW5XjQmrU+gliXZWgbZDhb3FpP3GCXT2uXItnIwVpiSvCSybMWnIxpklC1nbwNnvx2R3hZ9Ir3d
KKfnJjNbcX8eAOqPbbmpfVQI75PS9gvbndx281xvbnTelv6odwK2u21krPDdGAcJ+/RIoJMQyyeH
XQlkC6IfhXugghA/QFtqsm0T0tyqnwK6KLeAX8D/YbLC/YBNnVj9tUkOvz6lCCV6/VRZwkOdWdFt
52GFx312KBo7f9Kc3Gzwudwf/VWJvjoiooz0G8nBbtHazA8ekkvpRsC+j+NtPuOlfRz5beNsCufD
IAomXLeomJn8rrSPPYiGsTtYUYuaNlIayhtvT/vhpiTdw41uByYS2dhEppqBVTiRTp63JcGCaXiz
3Bxu0MPrcA3ZOsoGmmqkJp6jJmCDJfJ62LjAgrjXNqFtazYy0kfjzt8XGcoYd/outQHt2TsFSufJ
m4INehMZrUEwjQ9tL27lhigpKr6n28DKB7JVw7lvSt0jQXfXYL1m71nvCqYzdFL25uGVf0s3u1/l
/lRaytON2NkdecD6tMxKgfckbTnrztsVj9pZKQgQVwFpjKVBNofQeAPAYQF1DfXU9dbo8va23T3m
b2ltKpvAMvUWuDGho53g++zG1AogeWGuDS0a0BEsE4gnZO+8rV24Dz2RgImbfb73lnjjvj/2vxSJ
kGBnqbtxq99j4GKHblmXVB9qTzY7Fco/caQ5miRD5GHKMF1/sKLprEnEqbC6IvrQTGMbndDqckPs
h4okdmnFFpC+Ouw4/tWZHfY47WLrsxUAA+VWZLuTjuZ0dwodngj31WMAC3hG4Ivz6E6nLf5lpyfF
AKEhc9XhWyzfhPRd9f2koDPI1PGjkARnPgdW9jZtHKCzZ/ifgr1PiYNdS784FPvfPTt/6wFxnaA5
Vya9FRa2kdgn95eZfMibm3x/ak1wCkAJDSXhTYj9KOdiY9wKwj4hrRU/fsDLjdD8g3cAeGxxfMeg
KJEL8s67IqndSXN2m2SXk3vj3c9I8Bla47PnPGq3WFldPLaoue5yjBxbuGg8GWzk610ibXZbLrM8
H1oZ2K2ZHVHw3pjK+2tsAj1Wup9hf3atVdcmcRMC0f5BJpTbnpKGjDf1PrGrmBB3a5cAiTcszEz7
tnjLId6JbwrijqYH2XzCVgGPlDT7x/fn9OYpdYa74Bi9WtngTC6Py9Amx50K/q8btDU3qwDISNZk
ScaQL20+1SDSOC70OvTgSg6u/kB+h6e5ISOxmpToN6ozw8AbWxzVLkTfN8MdMelTMZUw1VKVyEYH
+EghNYV9eD47IfD0Wwe9Q7f5tkDkLN0aMKPZkfGC+OKNcu4XvFNRl5oGEZ/poF2O5PfZAIpBaHoE
WUr3upBXmnswgbAQ8uwQF06D530N4+Bcd362QvsI1BvpVD7jsihY56uxa1w/s2uX5Kg3mK83yaRW
ONOiIL9ehKeI7AUHF4DF1kr8B7YkrFSRREkFRN0lW2LRBWLn+f3ZIKj2Z7wDC4lR+vwWve4R8LDK
WyaC3EoFYObtmyYlyriM2tTXQRPI7lkAN4jdLqHz2TN4Y4Uol6xdP37Wb1GfPEi5GHUFIhTrnvGV
P9M/l7EPddCBXwsV1rnNAbhBYls5KQDu70nOICOy6FCxOCDIcq5OQOfZAaAaIccbzvx9PPs2XB1x
sWzpaW/z5OHJZeErrmjYIh+kftXaFhfHj+tSSOfXC4pZrNcLKxKmB6A0fSh6bn6+PO07xwmsc4Q+
koz8OiMAce6Ja2+Vze4pICag4t9Hc+dbrHaZrx5wygJd8EcF454sJmUzgL9nyzrev9/cuCV5QWjp
7HOS2miidBzoeW7uu71nYdUU8N98Yk0ojpqfm7vBtB/snbx/gGsgt6F1/wlnvd19uB8nHh7ql0SO
xwAhmKvb1zX6a5L0ynfTdTjO6GoANiAKFpwbzzpuj1aPT/3tKG6NZwOG1VJHIgdsMMxvWBV8xm36
eg8sVCKaBCyjntM+qWmz1E3+WYq7uFD0PLXaB9lQzo8J6+yT43aW9Ma0385oiQkIwrTMai3rPcRb
cEROZ47WFMtEaKUSPJ0Yud0vGP9rQr60Qf8lFWrCxSI+BnsXrO3z/S//Tt4+b47WtjT124bY7sYk
D/gnJmfQVqDaNj7Q3LgPWLIJmAyXpa2My0hXoLhA09VuPnQgKrJc8cwLzauB9L+EZakYmfjhSoLR
T5sUS3PxYKkEhEH9s+5iTJSz6j3rlNes2ZIWZY+VAH1lgLTrYDVDu3P/eORhPsvrV2QtuMCq6m+O
KNs8emEaD6oChCfzGN+/pWbyimkGJgL8CgQAvOGCDmWbjUSvc0MBHQ0Pvt7+Lb1VWAkCtNsMwOUc
WvKx5ZTYj5+Vc51BlhSpFGhbR6jwJl9S5G3/twbf86D1hNUUxyKjX8YYQWSMU1iAPSvxiJQS708K
pUhwA6+zs5rpwaAOdoiKxtfyxUtCSqDFuTfoiNGOAoa34A8ql8OLM0BzUIVXRGr5Tu9q2+RjRlgo
GZd9raKwpE7ddaGQijEsZ+rt/X29zez36+ytplyXBCilH5O6EmoJBITUSUcr12zRM1/8LV/bxtPo
WTg61uKi/4Um8CE1UROw65w6O37yYm40cKmPBuCJ1F2ExHhjT7aZPf4Vd9+UKD/KYVtrK0XgzvKe
osmqLTxeY6t1eRwYx8hMrqaA5lm//88W7fwAIZ5VXQi2CkshPXZOCsTb8phUAoS/BlQiwmBuzSkt
6V1Wrv4rlofJTwUwl7xMrnLamCIKscHOf7hOZ+0pBkvyzRf9FPOC2pNDPIeQSMld2ZI6h7OLPVop
xH2KBV3J0UNcgXf9LkINXT2VGmEZlbXw/uIbqHsQYPtLHcwHOSJhFNuNqx8E+6F8+2ehUvfBizgO
0+k4xBE7dDA/glU6zqN++otJ/tk8fwuVcgORKJZGN34xNKPYpQBa6B1s19owOZpv008X+k2JcgSh
qstjMoCjeV+oAeisDuPpmJ47zdNzHmKlCHmKEAOVTMosBaVcQcZzlWEI8z13AF15q1rcxgdF4fa6
gq67gm8GKXMSyUHGBT6efilmRuJNAszl15DZTSTOKnZNjpQtaSXdwMolnJh81yOjip2/JgCEUWAs
ENgapueEgBrddLCeu+TIbf2b2mX18zGOkm68SLg6FT0ZvnU068e2BWaM6heWGtid9/l/linwbVVZ
FBF4AeSWOrq0H4sq58Bs5zzXAAmrMHnwwPKt6/mPBRXq5NTWmCYf28DPTwYJzHggAxBbfVJbIppk
Ejt0/IfxjUl15SAveKMOUk4TSU5lqGXnfMWUeKsKNnKRzo65eWPlwBakfsz61J4Y+uV891LCYzZW
sUXrgdWCK7GIUH5AUNXS9wHyiOEKY5+9ZMiTNa5sl3fG/XSX6PMIM/rdzAKBSu5+Vneie4D1zsju
ETlSy8IIqgX0Got3DWaT/VoUeiEA2nfk6Zhl8wlD1rxulqaBXp4373D7Uex/FegAJKo7Em47eqii
XVfhNZ+hCGgGNWQMz2D9O0U7U3g/jiLYhdHELKB3OLwWzPDwa8KdsgoXRCjHlPZRj35QECnt9GSc
5Jv20d+p23Kj2OFdjJne2SeeMtvdD0iFf7ZoyPrM7jik0MmIQQtW8mLteXHxPZT/MmJlKGsN31M5
R9HmZbIZ7O7UoEGLNV7OlC/lwlJOK1q1BinLm+swMTCQHx+MF9aLacW8X3BE+S8e/baJEoDM8c3f
3epQmZ6o9nVdWb1CC1WhzJ3Ylnwpj6BR3HqHypadO7zhGaE8iw/K2MWqEPl8g+zrMboN7T/cpsIT
7G987oW0KOOGMR4xqnhwUtq1ndutjSZsuPeUvVB5LYxfkqIb2hNfGBQ43v6MGWWi7aW9j5LbKXea
x+LI4mst6XFBjDJyxoReaJmD9IQb4ZmHITluNVQ/BcvBsOFveTce/V1iqbAn1ku7NbNXxc1NzjzY
kkxg2jxilttdcJRQh0IRzPac087tXq5r0Vr66+IjaYsTdGKRzBLRBwwr/AolFL8w66z1Tt65gbpp
JZJLVlhtgBkfCTfhSCbFDCaz4s0ktb0IxSM0zo+FHQVWNO2q4q4uN3zxwPjM+TOu2CyNslkRJKk2
DcoOvOntlF/+fviqfG5sfg+AYDciJgT09l4CECV0nhjE16+aqkkYspCxvYY6yEFVRyUPcJCj2b8+
o1bZkwYF88wKd/0x0VHfm8xiInZ4lm/guVr8bUz6vWEVFuNLZko/xIAdsCrCHF38sS6TFznJ57BZ
EoFx1CFRLqAMjurtR7m9HdwQo0wvqL09RETeYwrOYg01rVvq7+IPT1nqTKo8I+jwrJJaM/7A4tF0
i0v6wOBy1eosqFBG2o8LVch8iJs3q3fOjF+QlWfh4q57ggURykQngIQS9QhEEEk8qRjSCfEa7M88
ubt+ZCvZkGW9jEazbvmSr+QCdIA5fC8+SHgButcprBu1BSuUlZ6qVE+bWT3h1Lqbj5fEzS1GbM0U
F2WjJQWjvVUGGiM2Zwhuse929bsZbVh7EFav2jcvX9+xSIn7QYea2ZeGQbuHLXevOh1yVNcltm70
FE2SVSTIZORocc0WVEKZD7O2iHukTYEt4j0ZsSnt0SuCsFp3Etd8md9jIrqzZGQJlKdq885Q8fUg
c/EFlI7LQeI3kxT05+chI4AS9Hfd3kDnwjxWFxF+nx31E3AosXk52zBfE6vGdEGc0v3RkGRuiEF8
aDGkvc2Id7BJZ9sMo73W1or+Z01VZCw+NQyZYjKMglYKlKrHHZPRqdCFOFOAaZhDhl1sx9CVdyVR
Jqv51UakPmOL4L4oYbb4CGCR6q/4AX+6BatrbNW6LD6KYh6lHm1Skw5xE3Y2JbEpnx8B+F//uq5i
6xdGFyQMuAiyJHztolmoGHbNZGGCBSLncTehkvRiPjILDbP4fjgDHW6A51VMG9Crzj0sRRgCb5g5
yZ7V33v5LrlRt8P9kJIMu3p/37EaadfyCQpG4iUcJ/JAskYdaI75dYXzkv4cfsZP897ZObMcmgfn
158Tqjg+0Y7C3YS+m4dgU0SEIdLZx9P8AlQUdQhdVBVJoiLeMefzIeLTHqZ0xHxFdY5tYFYeeCxv
HTYPrEllYTYC18hRZjXMhSLU47IH3Ax2Q5QnZwCEv4fuK5PbKCw4tK9a3w9qIvYqKJqG60KPC/hZ
1ZeZDn2prMGJzk1q+pqpglri2ubh5WVCMJi/8JiIfmeIdU2NxAVlKrppvMnLw67u/x8sPjqqDnNm
Aytw30VHJCUyfAyXuHYDlwSpkNMfJS/nWrAaeOQoHRKiJIR3GpaRX7NyUFVD0rRZa1RKXbp4mpIK
AOLoZtOJhHWAZWbW8l1aYIcx/zrojsoZJkbtTANYT/nJS15Szh211ygQSVfscgHtjVnXETV3hQDD
/DzjA1dm/RS0WH9/IKVgtZiHUjHfJlwlzYl3PvGPHx4gM158k3eTkg37uRaMLClSXlyNsk7SfUhe
AvJduUtqWOVamrsQOe9ZVben6WigIBSYHWJ84FEwUW3X4lcRNpE3VNVQVI36gCDkJG2M8AEK8CoP
9waGCgbzxDHzuOuW6puQPud5F+ZX76txamYdewKyO4ainmMi24aTPQjALt/J0ATr9CruC7PNSLQz
bpsjK8e1VoXD8f4Pr/SrQerELuZLfMJ+xjPvtv1HeSx+Zftpk25fMUWK9fauHdlutPFOrETSWhgl
yqqK6UpBE38A4k6JJyZJMeJJXc5ZM/T6MftZVobDob4LGtRZynqCHrwcNI7NbRabcy5lh8Bl84i8
JEELDWexUh7rN+abJF2u8oSy6Md+6lGIVvYpXmFzs6x9C8D24MhZwrZ8Yxb+Vp3OgiRlHT0vLkYv
gpO15rVm9R02dgNzDKPG0Bo2GMwqNUXCklRFlQ1Zp2TKT0mHLSUyXPrWCXkzswB/pN70h+Z3tBsZ
yZ3V1xxy5f8hRrscr02Bn1KD2JOGXAtqwwLWN4kAJkpYkeBq1nxJipKiGiYxsGrF/uxtmncASAUn
UdvWuYP/lHaActzwqGwmpB37llFpWStxYqvtN5eUtzHaZFT7FKQbRyM3kWg3DUGfRHLXoCcDXeGs
IGk18lsSnM94YXrSrExj7CuZc0yRgBQjDBxg1giH1sW/8dyKOi/0k3RNVKlQNsabbEwNZQ4AAWWC
dqr5DTGYf0TLDWx2X8HqQxOBgiziDYb/KpR2Sv9N2pX2to7k2l8kQPvyVbsX2XHsJE6+CMnNjWTt
+/br31GAmdgVjWteT1800I0LmKoqksUiDw9jmWHAQAOvMggAAqst0006W8XTXk4xA1nv2lxrzCJV
QELa+eWl1Juk4ioMQlRb2fJbvvkSGIX7c38bvicg/wqd0HKrztOLNf4b8ne14ewUMznXx8MpwZNN
NLj2PPLrRNCHtte1MLdVcMokbywIWDl01qiP0fSnjfVSOCQoESVn6V1LgGmXyo+EO/CZzo8vSN1Z
deXlwlfKl0YCWCb/ERd6zAIYrseZIVfOWK9A1aDIlIr8ouMG7xSibHBCaeRacililV6IhhNGDkby
3+6Y5aAlfY+PwtP9XVs+zB9JZGGuVLig4nlIilYa6L/RiRF8jMM6xiwsnN7bJXQiZLX6FUXsQoFV
QnXuXwv8bke8Oqw5WgtATjag1ZEDxg51OsFYN9RM/1KkM49NBlRDw3xWhYitokGYWAY15NMFg0yn
Xf1Ay4V9vzZIrbuWQBiDKjB5jPaZ4aTkwKsyvi6P1mhVGdpBLutpO2h6t8r2hWhIZz5cJaHjF+hr
wXCWi94OLujZaoMXTFbAaNHeY5FPi6CtkzEWKzVwmDWGQHbyLlHNtnA16lNqKTaGTxRYQeSAqJJI
pyj0bJwWuEgrM/3yOsaQVwXmrVhG8bfz6GHfklZfiyNc4pSJfcWI/eyD55ebd8pACaZYL3NdRLW+
jkiaUpMcSxpwLZPI8Yy+NNRAqveYm4484h5sYDnmu8irFOQd29jMTcR+rkSj5FkMPK/FEk/krGjT
yzRBbA4ua/BB7EGhAFekiz2ie9GcIyPW7QFoLDf5pjIjL7dQ5aSkl2bdI3VzTroAAyYrGB9O6GYu
tX6q1uwML/hITMWajPfEofVbLOawrqSQuboswiMuKIUeplzqH3tGRwnFwKi+Rm+O8TbaKCWtxWIx
ALwWScQRecMnoIjCwkZL/DudTPvN7LaiGTx0jujGf0KL4q2W4rFreYSdDEzGAskJeV6B+UqXwvg7
7WIM+kZBZn6ffdLSn0tvcQlMThwHw2QxmPs2dmiYuEjHDiGZ2PmJGSp4oQ6XJjGYCfSN99e2rCM/
oojncT/6LM+1KlLejnCuJb1UTAVNWgzIfHl7EinSFq8bCRSHogLyaBUQmtuVBY188UMRKzMR2taP
+do3cb08ypuIig9c3sQfUYTvb7uR4foIYdGIaZvDaix13wS6ACW0zDLrI7MCaICmKEsP2+vlERbH
ltNwAcB5ftiyRrsLrD+tOQE6kVHL9+KsA7+N+9/LIx9BVdnXAiNAVJJCLxqDE0MzkQ0OOKxpHbdm
kSVW8jmkXp5fjLY1G6ufzpE66T04yLK1IHpab/Y+MoTrS72SggCqbFSt7beG9tZqpyTf+LLVJX+a
8FwXnhZ+TiAwydwxtkNwjAVWjpdX5UvbXtyz9S4aXD/x7uvm4tsSSEuFUzRJFMASdKstSByragIW
5tN588bKRg5Ep2UcNPOrQPucSQUpfUcd5J5eyyOOz2eFvO4EfwA39wgUpAbukWeU9szV4+pRMR6s
l1dl1A3JSNx144CfBKOTgz16ET7vr/s76Pr1HcB+AGbHC5IiEt+Rxxh3m6n9eDqfkbOYQKAKXr/J
BVRhQNuIvtWt9whogs45FkbhfGGyOGqRm8P9r1i4wxRkDpA2w/Uh8ZhRerv7osrFVdJxPBy76Xkd
Glk/VqcVyL3R//i6kwzDRacozUH8DgxvhRIxAiNwBYalQmi4akxUVquvtbuh7O9v07mVId4ubFBl
MZpR0yfz7cW9v2kLDu72t2evdBXYco1yif0Ev217w2ofrCJ9bbi+RRGzkCe+FUPcEB3D+7WG59np
GV3WmMWHpl/nz8NWN3bu0TUp+7WQw7qVRnht5IarSpkPZWOeOfvN6x/3q8c/jsU4wOcMjmvQ1OB7
SN2tBdxKJCx/VGM5LudtND0OLN6T+RYaq9VKL1wLmazOEoynSD9+URlIFrIht4IJ05tEdozZahYM
dvSXCUreu9TV/b4mroWgcHOrJL78r9Vtkm2qm/ZJH9wVhk4//HkZbcNgXmmFxuUTFGHMwKxzMual
3UpU66GdKpnhT+fGBKZVnzldHp0/My0zhw7R9cF8pg0VW9bRK5mEKbdjjwkBkc+fshU7Obtx+6rq
Oys36/0aD73jEclBajHsd7iPnb2SSZj2JekHQWsh0wxXXtEZE6bOcev8E8oC1pwDepoo9r7or64E
Evbu9y02fdJ45CIDUedN0/WNT9or5ncoc7sqwtqjQOjxlIYQ0WAf/Mdnyhpom0aYt4LJXJEK/48E
ErQxniz0Tn+M0dZNHPfJqMBSYtBEzvb7y76vto2wb6FPmUsjQCTIPdHoPp3/GGjvUVYHd21UhX2g
aiNtjYRdx1pbhYC0CidT/nS/nqnc+JQjIiFlyjRWgBNA8TYeeCjR4JgbzitvonvVNWnqsDBP7UYf
FOL9U8UBK3UTrBn4IsNDg9l+vz+tHuXV34cH9PS9v0MssuHmJ613iWbTCuFHQiZE1MlB8uY8mF5o
2KvVg75V51qVYXxStOQ7hr2jJSTci6vbegAWVjiF24359lYDnwNedPnkNAjD3MNnQIVYUxdIOJCq
EmYuXRkL3CBTsO+OmFsBbgs+0rkv5KU3bnycMVWRQ70UaBpEeJJKzYVEg+dGduQZXa4PXoxBiYG+
ehRNZ6s4WwPPTXTXu5+UOI9iGQrhXII4lvM4hSl+gDo6AMfGfe9CPUTCu4iXpkqy+erxgLSwMaD+
0XnQLctaH7+okcpy+PXjV8iEn6KmlyDroTGbt/qACeEPCI1dWji0eH2LiBI1dNYBhkec1HSJuEjg
YgEregOrxDwWYPWAuxQEAYVxcA8HWh1vAYQwG/yPROKMuLoZuHGWuElWb90KhUsEXp03AhBHy+f8
h1DhRxZxXtWlDQaugSxM+TLfOBNkbPAsfxzdSKyn4+HwSdnOhRTq7eKIu8AXAfMr5Qiu2fxoH0HW
n7YoeIFbZNAnfaXzKzx4Buv9cl67xyDUv0DVcpifHu70EIOfxKHUU5avpp/1EzeF1hciF9dYvxm7
Yw/28fRo0iaV/gc9/bcQ8vXelJmfdg3WnMdu8SJVtu4+rd1nass1ZTHf7u7qOaLyrdJMORYjfcQn
YPZbtHfft++FytrN8X3r05WIQqyCNEhD4fRs7uXI6s31jIx1OyqzynJs/mMF3w/WK0lpkoVTkWHT
BF3Cn3Nv4Y3F9aZJuXeop0NcAl2WNVFYQNCGOYZHv7V8PPSPhwurbyii/sNV/qMIhC8phoSPL9Gs
/B7A4TOkCcsCeytrvaVPySY4HQoEy4aR7F6NY0TzzfNCfl+wP9IJv9K3auqz9WU2vTPIDlagBZhf
krpu4dkKJrgef2j6snzP/cgk/EunBDWGzkJmazzL61o0d2uEK8zD5tOlhivL0fmPLMK15GNbRnEB
3dxgzLVng2zCXjmd7lh4QK7xUL5vCjRjIzxHX/blGGmQZgLSxB2aZ/eLtiKaapL1OmA8Wj5g5xWh
U3ft9ejNOhWbpNIzkVpYnoO5O9pBFumknJ0G8LjDsj1bNqrIgP+1mRPtDfUfYq5/n9I3gPTKrsfG
lwv5+5TOoyE73tuHftIfXl5fe/MdD3DKKVG3kHiXavMUWDmelX6e/KjibQjO8QRcgfe1YQFefOMY
SXhxq4VJxn5fJGfUDd4+wKUX4WJbgUHWAcQYKTywjhXGqCNkoNxhizGdBECAAtZhVWGJJUoC/LEg
5gIeCLU1HcwN5fdnTf6lGVe/P/uVqxOThUFI6zFBYK7hBSLpWaOzn+OKdlKL5nslhnCOInywL83L
eEYwrHg7a35c3z+lhVoSTulKBuECO/Xi17GGpaSYiQAn4YGJvtuoFzM+RR7wq+bw8D9KJBzgEAd+
kKXZfDi808xjILVYHwy8aFza9bIcOF6tjnCAl7bB0FYtFdBUV4HRRtKHbZWYT0f38EXLqi6ge253
knB/Knr6e1HETraQg+4mU95aMN8DbVEU5SMLjjyG7U6ijDVFhVmfjl8oqX5QjoiieN+RyJV+S0Wm
9EUKEc+eaJRPnZ6MRqnaVG8+28kdO/p2VVdyeOCK1SiAnNHZnGXnLV0zIGzauW5J27Tl4OlHE77D
uCtRmlqluS/hdDwvAoAFQzJwt5e4cql5P9rmEc4h8ZkybVVIKq2zubfBfviYbf4koGxZu8bmmcrl
tfgcu1oZ4SWm2p+4rsAmCiBZPCO9uXqcqzWN/rB9RYVdBUkART0WL8YriYTPiFHma/wEEi/PMuOA
tMp1D9opfYmpXZHLd+OVKMJZ5EkQRLWAzYzniBegCWRcnEcwRpq6ZazhMSi31jeFyT2VJDxGmfsX
DP6GQNZBM4G3twF3B3Lmj+F+HQ7/YCdVbsaPaqgHA+pEvoM6X/OlSmwQzqSxC/yzLh7C0uz4dZOa
6gvl2H47jlthsyJdmUBfdWLHxSWsenNG+gqJnZXjaAfUTPAP5YZcqF3eCpt16EqYxnQlZvDOwub5
RdO2AkUGZgBYu7qdS0I0cbPK3R7brTjixgeAs+qmHuLqatuYKHmjqSYHPafibS8Gf5IGvGEMyv1M
k0kYeiBmYxxdKuGkcds0s3Jww/bssaRBqKlbSRh4mF3SZOCwNhPl0LdeMy5WPdrrzDq6LlhhaVv5
23/dbiVh3VzEaFzfYlmbs8fKevbObmFo93WRpoqEWc90O0GftfCRvWmfQ0N8AParMYz7Uhau/9ul
EMY8VkOO/h0spTc2rBHjjAIUkMe92Both4CDtnWzlt3TQiIEAKKvkZka8kxh76Ezh9EnD/kwqpei
aB75ChonSWIr/vuI0r/VE0WvF3zgzbaRD58CIcYklzideNTPUAIYMCKnP5jMLFpp+EjjCZgP+86u
ke8fBiy2UzHvmvd8eQ/t/iGjOXXKuXxzQVw5ow60k1zRYkHj4byJTmJvyoydPIPH2NhQNHshoL7d
PMIroC9ZSScVsp49E2AwMEl1GC5qHHudljL/jvTubRzhGJSQb2TVx8Yxmh41egtKQ+NIywYt5Cdv
F0T4gzDNMVwUlPlY0Ll9fhtBRTQVoEeu5PnhiJEYsv6a6PqOed14G2bvbUzMp0PdGJWf//W+/P7W
q4OUL3mvXIZZ8S8Y/On8jVcCAiuXjsOgaQzhOWI2UdtpxMXcg4fd7KMV+LUVI5N10zAp5kbxhd/A
7qs1tWCXqJugQ45S35hFp6vb8U98pLkmipGJs9e/kjLV6M/s+1ktMfjOVB1Nf3vbn3THiWSwWTxT
HO+seXc0UyRCjazyw5hlcU7nIbAkvdqCKCAAe6ElHbrQo9c9ZqO6J4+INtBEVvFhjj30zH1Yrreo
piqGyYFmuqUl8BYKBDf2IM6qc7WTbMnXbDLvJC4V/w0hd67b+xXKOgHo37fABlFvS9o9JhI+RWn9
Jih7LM+EO957OojaVwY19KWpCOFOgrpU/WaClNbo1+moI+nVpLrOoCkFnhKFBppbpkQa3xi/q52s
x1FLOgFaMu2f1UOJUlVLTQUtPPxuj4sINaowb/weYEEE9GdzQsZrAEGAF9NAsrTNIxzGlPFB02uz
l0z1aZNZFIOibRURWaRFWLFdh1Wkz7msq2uAcGt1JV703NZeNdodRpFGTnDL6nrUpOp7zzqTfdZs
/hNjMnm3pvfPUSxXIjxFpCaKJggQZXoIbsEKw3q1XYLAw6AlBRfoEG80gYT7t2N1kVQJomRgBs5y
hT58Td+jylXrq2DNHqvMGpwS5vtFfQ7RnIZEOI0yk2thLHCfCChzeDaPSRmrC15EqadYmtN2OrDU
T8bM9UVlxafcLxLhPPgsbuN0vsqSxhIn48QY6KeQJtpriOakJMJ9cD5C0raCnHE2NEziMMrERs4S
IRbteqHEvxIRknD1NKbCUAhA7Dx7GtgDH6Xd9IZk2wwEpSbcFkp8t4pDuBC+G/CanR9gAEV4xYeq
z8Hchlrlpq2KcCGqIqYpK0FMbzyflb1t8lbfWihGTZblYioSxaXMP3fnziT72Co+H2N5fjI/Sxzi
+81U6KzTGxirYsWVawBg67oKnVhuNug7YmUiEAkSMe1Gft5MjAotfMNgdcwlCWxadLzskCU4D15F
HYAEGcZgSaj6eERw3BoJJpUcxNqgBVXLa/mRQTivTuMwN7DpZ+e1GV4spDj0L1odZaHBZNa+HyFE
bFOqaTWAHQyx1IwCrY1VagB0tAPiCKwo7j98v/yIIzyVEvcCW4+IAjbe2Us9tIgbR6QRKVu3HCD+
SCGckixngjyVWNRzweqYxELzEL9TlLebRjijruHVmKvw+7H+7AkmtwNVN7BDFDH8ssn+LGP++6sI
psy7wR+GbwWo3zV72ng2/gHItPnUjGxXXvR+C2Iu3GaqbXxFTxQTXr6nf8QTjmlUUl+sWoi39zbq
1lZrUrPLtIMinNIlK+VQlOYVnnFBA4i8P50AegscCyB4wErXX+hHoCjHssOVeZUFdYCAjl7CRzCx
2DeNMuFJFGIIXLxLXtm/IGgEi3ac6/4xcqn4xYWdFLl55IkmCwqLbsnbgxykVAPX1sSeRr+eLOS2
g9cgbgqIL1jU+KYLv81VbXQvGg9GMZnjd4iRKsoUyoW9FsHghnZNCYGIRKKUgRPjJIbh2VNRH6Jk
Jt6w1Pzlvs4sxFszhERRZFZjRbC53S5UufgjGJlL/jTEJ5mT9UsrUi4WYWkZqqyieZf9JmgjHJYq
ocOALyseYX2snxPQ/XlvQWXsE9QYg91+xW0eGcPJ3O2LjJFQhY6V8na7rbc76wk9HRRlWlywAuoh
lQVnnfSNQLky0TjnLxJorgAeDpEyEDDRphb1+3u6UPrDlGORZTmMuJXB8ERoT5Ji9m3QBIjuGgP9
KlGogy0V9MJxryNRuwaGfohMeUfjDF3YaLR6i2jtBQ2QIpA3eKDygdhWPMSKYOfp3A7j3Foa2nbJ
GCVM7wXUj8f8XnTk3GpMM3RJUOYaPMC+fOte/C2zXs8T56QHk7KN8y8RocGNJOJSiKU+mIoQkip7
o+jRSbNiDqzv7qYFPwGNmXzpOTA38GPYEYceP/RY3a4rT0oRAQI8W4wZB16ZWR34JQMkRjA2a/XY
GSI6Leppx3iDjFajJ5S4TIpqLmX2gVhhVVWS5xEZ5AGOwTBUos8gZF7zu4/BbS76xUWArrBgR8EU
pMwwpz1tEtICAESFVBH8VfA0M4vB7cIjiW2mkU3Fk1CtIs1te9lgt3FtRI+gFZa37Wi0is7/A9Yb
NDxCf1joqsZy33HOlSGyfQziWZ/TTjNlVYexfeUq1PmXA82XLww3giAOa+QQ9iFwIm7FlIlkDH0R
IMgcwSBcvrMzvqB6TnQQgwUAVTJ6+t7hvwSPC42X6II6kbBmdcBJVZAcP9Du0KV8+s0HEe4h4rSs
SRheO9VWsPMS0DzXxluA4ZIYFZjo3S6yQG9woCET518lrOlGKqHffh/6UsBiG9Brrz3G6PZGb9R9
i12Isa9E/Br7y7XiwCaipJ3GzsxC85Jsho24ukiUMGvJv97IITRWbbW65gLI2USr1ho1o+ttUDaD
Ls+wksw0hBIjDHLKPbbwbr4RSlxjUSOmQcuJGqgh2snSWvBlmbn/3gzAkUqn+xtJURGZRCxlQSyJ
ZSHPOsuv+3fB7Gs9slNDwlzFtWBY8nlmT6Hs630NkVnC34Z9wkRTim01K0w0BUNLhnmm9xe2YIwa
C3IvmQNPnoDeYGIXmbpmkrz3NYwPB4Wvk23TwZycyQiemH2z6l4kp36K8PKUdEXygtiQMzuOjQAF
utX0WLwletXocXIKJMf/e//Tfq9eYwWWRTQEN4HFE0rFNkOQ5mHon6bSlOtto6SrXASZLAYBtEli
KzJlK37rE+QJoirKIrraVZl4KwwZyzd5GfunM2udMAQZlYsz7bKW5yO7NfpbIYTvkwH51IoKQp7P
+7+2vVENzOM825zJdXrq5o5nmxsPbQj7FXpaAzfcP7yu11a4e9/tdsI6fcBr/AA2IH29vtjGen00
3mnJmwU+zNtPnM/l6h4ILlMg+xI+0QTC/uMDk2T2nYk+394r9ZOzWwM0Na3XHKiMMVtpHRg0coqF
+w8fIKkq+FckQATJW3eec8ZXle+jGjjZoLaTMJ63fy1GHZSxe+aVhu9cPJIfceRjJlU1MZ4qzT+J
Kmjs5bNUUp4NC+7xZkEyoclgn2jyvoOEys5Wl1p/KzG0oFyDs98Id8FroQ/PGPlC8f0Lb1+N1RB2
IvAU8ZhQCcu+lIU6ZHkmzl2xObgvRGN/mcfsOcAdbaFOT0DM0JRnoZsGMQRiUTSfANuJeJ5Qnjrx
o/rSi2C/9DgTgFLAc0rT3+/eMSURpOkKYrnj+31H8Y1UJYzqRihhuXIW+pzYQGhlwmowSxA8yaAo
XNneefOpmZ+fuWv2nVvmMJt1ZhgHOdW1Qj9Q3PXSOd98B2HcKsN1TFPiO0QkguwctOmXQ3DwH1b6
eM4s+UX8YE73l77gI28kErbKs6o0RmUrnrKL/gbKSHlVBTYtCp4V5d72EoFKEPF1ArIW8WRq+zf5
7+OUgMkURbTD/bX8DlZuVIfEWoV1pgwV34knjLjePz4Ia+bzvgCacpLdJuOlUHxWg4Rpz741SAQJ
JjoK0E8gmtth3Z8xF/qJNsxhoYMCy5IFXuFVjWdBm3prEfGY5syUjNg9tIqjhyGwTrV3wihmNAtu
Hh3FwGRj48iCCv2S6V8HGjXgAsz7Vj5hkYw48GEqDbNxpAAgzlUcuzROCF68VWw8vMw91runYwj6
RWTNKWe6kBy9lU6YJiK07BLFWH13vrzLa1jm4AJwCaduPbxs89UORA0hDYaw5Ppu9pwwRLz18dfz
ns8NqKa9l9zTSmbQO/KoWBhIY6y/xo95xwPTpFaxFq3l6rwJkxTGWkY6A7IBxwhQCnxOjit9OlhW
+vAubiOkoDEShpZMX0gC3O4zYaNgJ+mUScEp15admSc4P0cEBPNVoenzwpsYkpCCA/8HMioYyXar
z7J2ibJA5XCiMJ8PbrPCXKgtiAjmueWY7k2lg13g+bgVSOQ38kugNNwEgRvTe0MpEDr0qJqPsukA
YgoiSBCvIwFBrfYsutardRJ2mwOuAHA/xAJf4hU2J66SHb/9VE6bQ/I2Nz3RznAp8LrZWcJSlSnN
FQ0jJFDf35h27JZO5w4vYP59/Av0kNOg0vT+9FR5MXZZWx2kvbJSwYIp7igOf9l8rpZOGC3fhBIX
pviQGIgXD6Swg4/O25Vz2W63whrj6HITyCL2v6jDLl+hV6IJyy0jOeWkGKJL6xl4NvRV5E41IuDF
BClq/9VCxH+z4YSpir7QDV3NzuuMHrrs1OaGBMZu1orlvRxTnqvLJnq1NMJEMRSDyYtiljYZXQY/
yB5f1zVgjoe5Kmrev+toG0lSC0uhxAS+P8FqPDwvVL1DhQ0dPXM/DxhDKG5+AQZ+Y6Mqd+sU1Eqt
JqGC01O9cg2WF1130E2EZja0HRsZJgRQec9/FwRuJRJuKA/j+BI3kCihgPRmO/HKpezgYjzyc14q
4XfqqUnVpIeEwgQFZKBzO8varfHcQeRDS3Yu35NXwghvcxGkSpAyHFdnqusaHL7zPGTEBw+q6TBO
4qY2gyms1EktFCenEi4n1NKI52KITfWN56GZBPGQvVJNXf+jb3sTT721G9ifLq0Zh+ZiVMLFJIKi
JmMOwc/nDUIS2+bgYfInxtKdP1sLr8o1mJkzY6aHpenqfG6/wtmrrSZcTNQkdS/2EA0y0Qcwkuno
WMBlsgVM0nq3MBQAUZD6D56A165GJVxNOqoRctkQys4tVThbTNN+XDm+7ex4oKooqktbIuFqojBO
NLGFq9ls5N6oUCCeK9H/pD3ixghJbuZGqtQ4VHnxFL6GR/5TRg2VeZ2pvmiK+g1/vHNoGuFgBo1j
ZDYWoC/hVtrHO/RWe+1zteXMDwznxpilx0fcj9sdj1b8nawjnN9aivPq69VlZv6IP/63HSbTZhh+
x03tbK+8xek4TjAoOxiJZYSW+Hhf1AI06XaTCT/UZJheMrTYZFgoo7Pv9mrQdQwCgro+DQ56NA9f
NBOhOFeN8EYd8F4Jm0l4sxR2speaHbsCnsHFdGvN7DdH8O4EpvbKbGtaEeIbKXnvnAmHhKmCUpU0
WGxc6aYClsKGMR9tJCdbp/R14HuBW57rQUDJwo425uboHo3X1xeEJpPxugPE6P7uL8DFb3efcFSh
WFZhweIWkL3S+mDwcllhFqllIHvS6p/3hdEiQLIyorJFHY419j3+yvXWQsLNBhfW6uJwoHX/8zq3
KypbJDNM13hHPhiO8v4HzLt7b/cJLyWHcZuNkYhL9eNPnOn3f3wB6Xm7lYRXqoVc6IMeZxvBbHXw
s1m7d+u+DMpjgSNRRcPUXAZ2gueTgo2N0YmTnjyEBtpKGJQNGRC3O3iENY+RbpWay+rZE8V05h36
tYMai+o9CuwqSpe3gRDrt8ElwpCh0ybbSh/iH7BGUSQshiVXEojApxqFBpgASIjDA59uu9YcGUNi
9Of7O7kcQF7JIdwO0/lKKEzQRdZA/dFyHl5eOEzgdb8Qq9Ie7MuqcSWMcDhpk+f8/Nw6NZpeFXv1
q0ufuAlBcmbVp3HTAlDLUtRxNtx7J0V4Gk0du6zmsI+Xr3OdPOfMulUpR7X8Vr5aFuE8qjCqfS5V
UcnVzzMN1sxf8fj0NJMkUY6LpndEUMMOTSDXIzZwc8nMaSOak2qa1CiVpnuEf8j4OEpCTpnDxTN6
jQZWTz4GC/QYF/Orx5TbwHymDipYlqkgoyILKAaRXPNspOEqEkMJPVtmsocjxEX01W/wiHE/qQX/
2Xh+K8W/hZGNW5XUMXkfRxJeFaZnzkMTwYVtgLuCKmnxitV+JBGOolRHjg+Ci4TXBRqRND0/U3kc
l1+cVzIIVzFWmgjmVP87hfHWYZiLozm8vgY5UeJQ9G+paMOh3PCvYyJbuPKp4dTRhyzN9UwBuCyb
Xw1W+rpraa3iwrLl/oginAUgIVmJGZPwgDikuTT1tvdaq1iBhdY+PT4+OppRWFtn+9pud2CxWH99
gSGQ2mey0N2F6+xqxYQDGTQ/DPwKiomBPXMXub+y2xW/oYEIF7hGb+UQTiS+iG0b+QEMYNOZJS4y
5JDB0pFtkA9C7WhtHDPjcDBpRFvLkc/V+giXwvVd4gsj1vd89s6K3XrTYfc0q49BfR0tea8Z5iOr
qPPyPElF0rVdKfh9Ip3qNcqhOYYUID3CPF9W4hmBFoLNz415/3qbdYQ0dF5BW7fGIzcqfqvzdZGT
LYuqSgXpJMq5zksXjDdw70tYSi4JmgyUIOpvILcn1EPCbNBcYec16QWnV7rxzv2l3WGL4c61EEI3
ujZMMEs+l9Cfrptv9Xu8Y43zBsMSzhfgpJDqMcftf0F/u+Qmr8USqiGKuewX0yzWa8zwMjf+1+h6
9k8NRsw7IIOyGmMNpfy8v6WLWZJrucT9I+btxPRjOjtNBev9JksCp+TWegKvHS0oWVLKa2FEuMrm
atNUaSGdptZQy13qr6f3MMFgdxojxaKl/Uj6FbQ2tdT5PD9v5xlYaOEl3q67J7AP0la0mKa7FkRc
Ol0aS2E7C4pRCQKDsI18Oth9nQd0MfC2ROcymn+QNLNrgcQNFIlqI7bzgcU6mAiB8ja+PuksFNQN
JGLVSiu6pMaDFWIq86w680wLBTCuYhM+BpFumrSdXJjmo2Fq5r+smyOhOVMUtJLAQyJy9WdPQqr6
zLhsqU+aKf8xTPd55qod1/jXOaDT9ulpjfEWLxh4iTcq6G1o37N41V9/D+FtBKEculHA96DqZKdW
7gyPneUKPfVZsHSiIhrMpbkCBIABcaIV+ODaIe0hiMl0TzvzoJO1A9QHjjRjXwr8riURhyp2jKpF
LSRNR4TPTGIoumZ38DSAgcKdzolsHcpEcTFLVn8tdb44ri4GjR9TZSgH6RRp+hibqcM2SJ1ND6j3
zGxYPLK/n7R6y9JlJMqAfAJVDl53EunUtegfrUZJAp8+B7olDEQodU4PbQmzud2yMn3dkpCJPWAU
TOqDL3R0KIumfQBxqJ3oI0zkRekEPKb/nhY2f+pcNjSC9F1kDeBrc3QSjKUjXCiSFy+w66UThxxV
A8MMCZae1Wb5jAot+6oZ222L1DNCDV1xXgwWuMjwMFGnCy2FkdeiiZNGQjaQkxCiiz+8NVQnkV/J
gLq3PnBwvcm/qq+aZrD+BnN3tWSdo6eMsutLCq7MqGIcOochEsTaWS3DwqdQQSIapF577zl/DA5h
oj899S8h6pqf9+UtIgGu5RELTlP0c7QK5G2iAvF5yBkyxun5aAQsXgBnRv57tLfgZda2EphLcyvE
DAmAUoV/0NmGkWECL4oYkKvNUditjQUY6zST9ymnBH1LrKiHyqG3JczXQm1ldPuPw0GcdAB3aHa2
YNs3conwIa2U0Ed3m4LnOHipQZpxLtHSevqYYGuP4ko8/cnA/Lue3taN5zKrL4XaK0b7AiKmKBse
9H48viBwpRe0IX+gp/XwfBbX5029/gzs0aUc+lIaZ+4MUCSgsZCWItsrxgK8GilgYifMVbmceBMF
nXGT2nMa51BvQkd6va9l3w894sq/EUgscUyyS4ChKNAyYLu51AiN/WBeXLazmCeMFF0f/d1xbenh
83d9CaABQAYaEFZjUp9B+ZT50iM+ZR4vhZ4h9GZiTAjxKXWuqIPW18xJDewY86ZF5aR+VIxTXR4k
9ClxxboXXvNJ0aX+K83tuD1EvXnRBv3CFnrBv5eFJ0WVHsEFJmACdeNoi4FnabbvVKPD2PekNXj1
VDG7cLJK0P7+TWl40aVn9fUSvusiV9fRWORjU8gVc+KO9ZfQrHgtBOVvq3k+ZxUHZlX6Rtee7u/b
Uph4I5QIE8dJ5no1LZkTw5oVYic7+mQ4S9pMCGdsQ1f3BuexpycWWJYDDY259Ky+EU7cRUmYKmGi
YcVZC7DxMU5YDM6ShcexMPOy0gvmkc8oae8FdDdM5EdRSMqIUlBLcVAL5iTxRlnbvmpwvK61f7vN
ByiDhb9ltWoxjfOPIumTCJ9YYmTm/T1fCmFvPoFwzlPCoPONx54LvBHxxt/H/VyaLKyBsdBGinkU
7n2Bv8tKsAr0JakcOobQfUXC7dRWZRm2GvxToBq2l++Ko2hFtqLoCeqFO8voLCB6jHRPMcpvjb0x
SkIuoVxVoUZSyENuza2al2qDedIgka8NwUUixTx5LApqia07te2cMtN2AidC+ByFq2NiaTLAm5mT
GMLD/d34nYD+/ip022AjQM5EukkJQ9tl2ef9U/msXXS1jvXuA8WnjzI1K+3IsK0uF5TY57emEzIJ
96R2jZ+FogCgtfJH2GgHyVg/0SivfpeUboX8ymjm4A5F551/QpIsdXHpKfp5U5hdaMkPsYNmG/VB
8S1p1FnQAtm4gVHk+wKNBD/9vzV8/hJA63mZkwQO/3N762vl2CX8/3H2XUuuG0mUX4QIePOKgqVt
kmC7F0T3vU147/H1e9CzMSJBLrEaSSMpRhFMVFVWVpqTJ1MRy+VcFPz33/uJUDqstNRFh83K7xc0
7T77PhM421+6EEo/aQXX6UurrgG2bv82W2k76uVulzgw2UaA7CBrLci997Nu5c5nbaRtnmJUF/Dr
6+iyfo92mZrofqpGn67xFgUTWA4ogyl6UV4Op/hwOizo8mQh727YPxstzW6YHGcxw1Wy62QY81ap
NY2RmdQheYFXA4P9XNh9/8i0WPSrYkKnMk0wnWWgGq9Rapr3KWfNm+4hfEk3ro45mTowTYRfgSYc
OFMMxfDMEf1AH0k71efRy3W6PP+Oez9n9h0zn5JBR12WMZQLOgEzKtRM0tkNibRAC4xLqNeFelkv
Dfq+b6SdyZxptOxTDMPKHuVocQZG2X5jxH8cI4hUx96q3SfPqV+iYbHr1fB2sKxYl76+Bu3rDC93
ybOdVHl+5JLAA17MMVM8MXs9FK/wKneAp4PekVcPScDRaff+e7LjSbSSzW7bMeoq1iuEkrylrKZB
3SVZFYy6PBz8rrCBTbn+lFkmYuD6knIbfEoVW0L91tNE4NbdyWNUTCLuNpS9cPDT0mZLxzRldA8L
09rR6HBrVnK5qzF+CLccfkqzgx3Vewy6QE3KR4Ho73NhdxGbgjFDeC0lScTUY3buUCa0lGSKCCUT
ajKAny5dUzJ6oXaK81zOfaLzVxA6JDHajsOpzhZVB2FTFlIIh0TVkmPz2UZIr4p74fLFarHeni2k
/KVFMoH7LNKt2DlosI2kDCnPiEJ+VYuwl3yobgpDNOC0L41YemQ4FFbAWCgOf2PhgNyeW9R3ShZm
kNVO2I5Daxmc1Z2jT2eyFyrAPBj9pZ/4t2yPehVgNd+4Nt26IZK2sNeTObxToKsP4W4/JJMLqclS
fEghqvwuVFaiq2Mip3xopD81SRo17xbmGtxnD6d9vhI56fSVVx/lA92PEUS+rre9lv81jM/P7Xq9
tnKw2VX7FLdYJPvhx6kKtTnricNMWYHiA89zupyknaTdbQDKabzAcSg1/Zq5q69hmCxCAUagnNjT
mxz8VWva2+e16itGo5hyTMR+F3woPelas1KMhe2/C4mnvcATgnQpQBPoP77dC8xT5P2m6WBEJdXd
puhRCogXap3BgtP3bzbNBFmiOH+4YIjFAFuwIHDMbPsxEjiKskainIzZt9haOkuXfIAHVlARFCQ5
YAwVkA7MrCCTu14/NI1/ZuUdQAYkCW0uOuTUu8iD/DY1KJLoIugAXO815T7kNTcSbPCQrwR2LYT6
qLgL3ubD+4Z+colDZzkoCX5NztUpswpTZgEwHeeROvi13RcHvjv3/VuF7F5O5IywxSs71CpXvbes
Fo6S3o7q+Bp2X5JEWvQoS16mcaOaxz9URwIlIGNmdOJW4rQWGMOgXvIX7/Jz0wlh7DdmDPMSC/KG
W8XwpNzl46D1zpwhuZiFEL/zEhzGOlXHRuUzInN6WpqFRwaEaMlL7C24FL8O6fxegFBBEHmBBUHE
HHMo1V1SxYXgn5MUNbwXGQz8Gvy41O6+al7rvkYwT2vV65hvmeKjzkGUIYJZXvrOMgLoSliEmmAk
YCkw5Jo003Rtmtcz6ms8FudEIYyn0uKRx7xmvR10WtATyaA5wpjuRpGJYvSRLb7lIxl3gd24KjrQ
GUXLVr5ouOhQ/+siEeHUW5dg5FCYqBylNoHmf3WY/eX+fX5FH5orhVN4GZCmSatnvpVfNa5Au6J/
pkLi7ws1fGeJvPJJrBlghCe4QJoOPGKqvux5LbYiTc+Pq8j4kr4syRa02lCszltM7zx4JCXUysBi
MsVs4DKZGe6E9XnJG3jcsXHL5GqASc0vjUSrQulZRbFttwFGD8dqdpIzLaUswT2Vvdoea5E0/NLt
ujcp+BaYMQVuMLL4czd4QJUrHYcwONfoTM7tgdHiL5xw8SOExhD1ah45pUdYRqOE1eQHdWoVtuqA
koIX6GxsYNyzQNJIZ9q3jlryDu+NERLM+AN3CX4LqtG3NynJwyLKuiQ4+zb17huZ+1KFFn2pEHrv
3ELN0VSdqRH1Z/xJos+Q3iohmgVoi/3XIGgF34GxwSARkTGWjJv5y1nfi2XdlcE5Hl6UE66PsEnO
KDM0w4FqArD4GOWPiAz8qNGyWZykduHdfRCZgWgGFRZmeuYwGW22EQGVjCXjU+G5AMCgJdVIMolk
P5X7lunUsO4KMIpsWrXEaGxGpcpjnxmFp3eymn17+0jYuhTcPqMK9+GxLomwkIS4d+Jvv272LJW9
X43c9HU12nV9EgZ4mGCCx62SHV1abWvt+b1+ECBLeBFQgeCmyRhoJL3Vi6Icm6Ee/eQcspsc8zC+
aFdvQq2g19nWdQ2YmMChS4vhVP+chWQsVG8JwXCf4FRANsIBGy/QqIAxczfQTcuQbrkoPTdmimk3
L+4HIF6wrlr31tjxmfYWnpUHF/VG3kwFEjGvezeEvJS+KHjugJx8vqv3/sy0IB6+OzwpUZi3jfRJ
ykiekqZnsFd6GAh86b7/P7rTJq/o9m26lTLTFcZFV6Xolem5le3m0K85o14rKySrvdLKNH5NNQt3
5y6XjnPiFFnCEAQgWth5UgF4j5riOD87u+Wl9o2+fm2zzfOde5AQu5UxLfrKRcmCaTZuARm5/V6z
Kh2uRYcy6XU5oCr1XNajU+IRXMFcS7wgzRHurpJ4bN3W2Rm+RDPoyHal4B2vdOaVWuwkfHRW17Jm
1yxvizAWxio7S3+6EnZHpde+v4nCV6rei+9VQ6rWiDP9+QIf5FnheMK/FdH5j1fpl4niajPDpuBS
JZDys9+SdoQDIb1Hqd1SBsYO+9ymrbQk0ukX7lLEo4p8dh05XmNRB0/ZUMJnwIQqy6iFZ8mAY3Wq
EGpsQuLUkqT3mnptKnusdLmy2wDZltUAzwQtegP8xJBkzcldypXeax9ylHi8pmsFd3oeD+cp1/pB
1xVnP9AE4TNLt3yzEIjcW1+IQA4BGQSRRcQ9uaNX+xWnlUu5ylicwfat9v2pBMwgONKdYA12ehCP
z4/nvuSgyCB440SwS8FvQObiVhzQcNxA01VxRjK0bVSJIa3tl6bf7ES70sojcxTQmK1EEfzNv2Jh
UkuXbTJ0txYEH4DbrCB7B39lTnsRhkmXMEGP9fYA24ESzUP6H8jhTm23bkWUl8bK+YUX557Ta1r1
ldCZTy/1HQ30JoRue4c9fxvf4SketXjNgHFmVaOxw9CJZILk5CTYJGyt55v+6IiVKZrAvcfcsfml
z6vW5ZiuLs7CqOWu2vWyGfVAFSuKln4FNREqmjyX+MvEfLfLIotFg9GEAW/g7THHCle7RTNgRpPG
9UaGumKaMirD6vKleG1AVVSoip5SxKW1ONWZwGgytePJeATORg3Wg0hSVN6+ihA5XHbQ4JnFaDUq
MTTIJ2VMRo9UL/1PmpMekJHGzsF+G5Bm3Pa+VSaW+M1WpKWsItdzxCaLzFn3swcQSE6kc1iYBJK2
uRIxPRvIYyuUZ59T6TomcfkWJsQrjDIaCNd9BplJu6+Kb0Qfg3DseY3vTtwPikyCANJ+kipgcDM4
WVcSK0R5pwLgurRbwKhYjUYoilKYZCm95kvrhtEyxcD/KSCf/fyQfpvvZod0s4qZVjJFnIu0IJZn
tLQHiiYBcCRtObByjZvqMn4DLYESkGumP5gF7n2Msh2GBiOZ7kAk2apCEo0rljYHbRC1sLa61FTG
l5je8JSe5UbpEv8ocPvsRfoMjlyuB9yb12GiJArLg+7t+T+1q0vZBjMS3beeWpcmJ65E5SAhqPsp
QrNMNCp4jRSzivYRY4yU5UYGK5BylyHmzndDmOtRWxDeV0cTjRI+fsVfUYIaioSD+E1V6HRpMC0Z
uhf/u/G1QmGRysFfLx2wr76wsJ33vZ0zpZjewytLGtQVJ5YyX57ZVWhvqfd9YyaFGiOXZtIayDt9
VYRrq44/OUb2InrVU7M0A2Op/C/cJ/ZkRkTTALxLEKEwv9HA1XcULeWDmEwuz9y+u0h/sl2xq23f
YEAC4TnJxkgxa2Y/kNGIdp4qbQUz3GGCKtLz51h9I2C7xEgiGjPI0GtIk1fM8j1bgskawT5ciB4f
VB9vv3QWGA1lxkUVJZVnWqpIWl2mdm3xlB4FE6caGf6SvHvv51beLL1c5D3HlR52htmXRoV6zTSx
dgQtiKz5hmu7BrPj9zFmFzcLFvhBmeZG8rwcyaW0mMBmQDcO0au3boXj+MFvO5lUlSo2H+Ngw+/I
tDBaZQJUgz09v+rsg1fvWie42VXvItGF+mOnFYslgUd6JJ2BBnr3cBPUwEBNTuPsbJ0S4cMl1SrT
szVnT+CU59/x/9BNEWSyaAYDMd/sBARUQrskmb5jXXyJh4r061QrR4MVEX2ucV3oad5jbOep2lzo
t/ylL7QCiZZd/ZcOifJHspIkUYVVYWatHkaqq1KVqhSEArNRY0xaE+07h2LMbty4pNYSrd15rNp8
h4cWRmQVaa60sKYH7jvOVuKAKQCagpV+S9FX943phlhJpKA6D53m93AeL2KmEDmNrYbd0HRBwoLa
ldK/jpohFT4UcgqyguTL7ERluk2EQHChy7zuxmrz2ve+Kn36a689iUuMrr+p4flTgZQu0tQygmbp
1/ZdrbHgWUByqLA6+8juVD9+zRpivS2zNwCD+Nwawz9CG6g1ZwaYWNCQNGYXPIqHV/fqA2a5uNBv
/I7OourMR3YMkCjcbruObLla9wtW4kHab9rZf9Y6s0rimJY+J2Ot9GpL7UNnNOivPaiDRJJY9dTK
hoxfPbXtk7cGVD6JjVhNjUlKav0rVwvjEtsWJifgqSKesRRVPYgIbj5udoHQMcgNCT99XGQzuZWE
vCr2x+e39BcDMz9tCelFBAToTbm7pWIqIu1Ze78aHVYfheDEgiXskwj8q9JZHNZFY1K5IYFJiAJi
YlvUyNPqdf/RgxdxMOlg//yDHmRs4EQCxgdKYRkJz9+g71r9ZC8eWhGnL+EJb/xdb3Tw++A11ZgB
Sm1GjPARaCIrAPGolPsSE+FvvEqXAJyPdBChJVgZRdw7MCvfPvBAK4t5IdTQQXD2N4Xh+q9j9set
ADBw+4U45ZEs9NFKkjSNC+bnucsij6KuE/36DDx2/QeODIUMN5KFqD8g872wvSw+fH7e8oRMBUhF
glM7iwF9qWr7bCzqM9etZeZdvlDgHJYkkP+okWdyQkVkTy+qaMVGC+mVR/Egcy16dq8ZMU/yIM3r
c/mH+Y44jnCDxgskq2WQRwWkUhtey06iYPa7ig9ICpRBVq7lpUD7QQkYiLCrLZhd+iztMgw1ruoz
JgvbTngSYOY+JPMkI1m8lzR24Yo9NKjX8mb3uOVzL6cZyHPpFYYNRuy2wIzZPETF5VB3ttwQJlJp
hkitJTlKu2BNH3pe6OSYcPe/D8jsxBVudDOqbupzk6Cgkq9zXucL4vbbvBb0UglJxaANoFBd0VnQ
temX57p2LXl24EPaiEyFFqNzWHVqk8IplhKSjLpHoxL4E1XaWH+lxZ9kOFXNmlVsb3hLatJ/PP+M
e3q6qRQID5mDTaFp7tdhurIoEeP3QixhAwY4wS9gQec1NiXFdghV5Zx/XuTdQUANJzAYchbsZC3r
od6olSXY7NIVmFZ8tyMos/HIBE+sldPtvPoUPwoarshg0tvoc9i2hY40ozxlRoYOwzTHLypbR7wt
+SR4Z/Zyp2W59Xwzfr2/uy8A6ygSBDJed2l2Juw0dp2tkurMvGe68NIhIVizscrTOh2sEacA4lSZ
wAtXvTGswS1iujFK8uFPjWhrVZaogwXvGLi79T0i9EQKTMAH2+7w/CsfWUTk9P77kbMbmrsFq4QC
tqnM1KEgAV7XZF3kKNN6BF7jc2H3uNRJP1CgR3MKDXWd530FJsF806rEE0hAkCWq9oh+AQSa2vAe
OYPt60j9LdSrHt6MK5EzPWikNAJ7VVWd6wjZRASuvrtLQy2UFoKBBwXE27VNwcKVwpVNmGH2+O/a
FFCN5JsGbXGchqy9jr4IG8ylGw5EZ7GeglL6+b4+PMQJ0fvb0g5iyFvRcRq3Ut601VleMfvOi0k5
QkrY7GNp4QGdHuM7nb6SNPOPmbHLldiHpDoFkXyXUoLhVcXb8+U8KONMW/nPemZn5nEh0/IgUzsj
pXamvsVLWFgpMBzcRkxVOrP9beUuJBMfeIDgqucZRmQUgcVcjtstbLrA46VWAD117eshbGOUfwjc
go78BqSz7buRMjMJjdvLAUiyqnO3GgivNz/FxIWda41V6LUWv3hr7rtHUo4htNGSAH/nSGe3Om33
6IPtd9FpCSH/QHWgNSD0naplMnrwbtetlAIytyFVnePuLZAwars9tGhLDQwOMXTX9v/LNl+Jm+lP
F/hxMVJudS7SnybDcBX5O4+Chevw8Cx5NARNxynKc3oseODhWGM077lRSOReEg7dFNESIPiREEaW
8bLQDBL8wuwoc6ZvqCEMm7Pn6h6Pibk1yM6X2soeKgxgP2jnQvmFledvCFWKPAVPsTmXWmz3GqPx
Pz44SEe0pZZok9RlOyCJLe8jGyGjfwTLOOgNCbcHtELnLVYr1cvzu/kA+QOIP/L8NFINqPLO82BK
58pKkWXNmUnVwizOzDfdaJ6ukMqokeOSCJLSaDjmadB4aMJmjcYryeDJukVjWK8W63jpoX+kwdcf
NHvBpGhUmpRPm7PEHAORZPGa6lZBFGhyqHq8pwKOhnSGkcgqy3Wr8Z01RQzbeBWHBdP46AHAACNF
mXDLQKDNA5me6Uu5bcvmvE5QaAd3mN3uR0s6DvsB3dBIrsd6orYbLV8x23LhGX9gl29kT9p69fi4
XCG3EY1T6VFUH5lt3WcLb/ekz3PThZFJE4wK00skaWaTh5Gv8mRsmjOXAGjWb+t87TZWXL3wrrGg
YpMRuBalTDgc9DCixgEUH/7ldjFBy8hSw3vd2eu0+h1wJkCyTAArUpA/btHIOWw8sNHIpNMsFBaf
C7/LO6H+wKNvA8ikaZyRNEetjn3Gj3lctE4W2u8jrlj97e5B9t1tsoXXYK64v5JEVAkxlAV5EX4e
rMSNm8Uh2zhNrLJdsso7euuHmCTm14dwsIGcXdjYuZL8RyDICifYDJr3ZiZLDGg2rEu5cSgW+WD0
DbZ8tWDfH4qYcOMo7wOTMwflYJR4nEZK0Dpxgkov66P55V8a999FoPkQ8CNBQSF8tmui4lNpEpSt
w4yiQSkvBRepnlcsrOOu7DCJAYQERzP1OdIKd6uDjdgw7TiJKTXRLDeyKa/kVfcqrzyL0VKN0iU9
wEybwmaIYmZ2vmts32LVDvZuQSHnD830JUDL8TSPshhYv2cLZka5GuEstQ4KLYGFiEoGHYGaUBiX
tPZpi96wmd18Z+sK1Y9/L1pWkJfBEAskZvAds02g41Aulah3RFQSAn3YZpgOH+6aY8SfhMrhG7tl
tyL7IqR6uAPT3oL8ucnByqchQkiPcnjEMbtoJl7J/SLMit4JAp8UFHCP8hnVqIq3K2khcuWm87y1
OZMsDo0dwHEAHzo7b7njqc7zGsiSaBVPqxIe+HbLo1hHoacZ9hzVL6lNtBARnCiZCe+Ttv7rVrrI
lepQvvnVKspfu2odo9edW0eMmaW6G6p5TURmBRjuialXYqYzEdCOBb/09tybzNvPn52UULodVUrY
qlqyWfTAMioqft4xUi5xpCqcGisk/vxftIMBqJYHmAIKOlPMwOfdyPfb3olkra6sSueadb5uVyyv
528ZcxrAk6TYbbQTPhqgA/8X6Zgyg+Aanogyd1zR619L9Fj3TlMe+b4hJfqPB1fFdVZdwB45RmVz
K5VL5GFsKtSZjGTdKyP3C98xbeyt3ijohcaTCCsBb5Of6agIxAwCy5526DyiSM7yCXzNIV0wAlP0
cSMFCA4ArcH4T6NPBFXI25tQZCw19GjJdmI5Url4OwxGR78wof58U+96dXHbIAc1+F85sOK3cqBG
bhTgPzv9XjllpVqtersiKAc77kam1NJT21Wy2Xx09rD2VwGzYNvvXsRf8RIeXgCpppTprfhWajFZ
L4N4YeP126DT8+CjZVBOZCZA7riw2rvy4e9qeXixsK8CDwTnrbihEXtEIxDH5E7BWFJhVamecJjD
FKpBJZF6zC0fQ5SrJN+GTfMVFNUX5l+RcDCLJTP/8ISBmxRFKBIC+dnOc2OUZsz0LX0J8uI+Nsdw
W1IvEbe46mkT57oEeCQnsuizg3mfbfIoFDwKpwHjCJXOD4fU4VMiU8fkyE71fR8xTDloXrPvKUYF
iEmLomTBZX90zGhEAnaGRa4CdAK3+y7Kbi51ecw4cXcZFbOOD2wDkTTY52NHKOgFt+cuKzmdM/ZV
RlMI5gyId89YNqRR70o0iAbBh6K+rjHB5nO/tx27BTX15q3RAPZWTz6aKK3D6/Mr9ehcr2XPdjvh
Klbx/Onm9rumei3XBUD/9Wg+l3KHz/tdIsZSchycu6nGdLulTZgEXS2ljLPF2sAOyZuIczDeTjUy
YoLs3zQjMETbDqNG+qiCze7M6fjra+q6H9TLIoXQXeD6nw+CDwVWHxz1HB3VSm4YF6JLO1oLSuWM
OJ/bz/f3bURG0hidWWjxrjTX1um02x3AtvX2fD/uCg+TeNgwTCVVZIw+vOua7QBG7qOKcaRKr84J
6BpisSQc8u9hWmDcIaey8CAP7fiRSOlKWagi3+U5/yP+13MDWdsdB1cytB5cy5JxOKQ0Y8C7S6v0
Y+CVDkr72XcJGpXPPSvotYBhhZHGdU6RTJPQnu/CZDPmN33ijmVh3TgewIBbpZDQlhT5fM84rGhk
sV50qGp/5a9sZLTdOYAz81zcb0l+Lg9QfBgxtFCimjezYWUjyFUeMYwjZruIwRRUc+wVvMY7zIev
O3QAjILFxVrvGoqrVfk5fOUx8U6MzF50uEQVvY0okB7Dh8JRp1uC+XBJ+Q1sV2xn/XasUnVI9Hxp
8N9dzWg6KziXOCxYJMTv7O0uDX0NZo8SVwe+gv8+rgMUxXiLAcPW6QImxOd79MD4SqgEAvuMHDhz
R6AC3FsUU5hJ63DvQKaDg/rn+e8/OPKb358dwSh6RcoFNTjU/yL9IaBX127XsmBaz8XceeZTDfWf
Zcz9EQWllbAdsIxPxCDaoDUL93dhm+bAmkQavKKg8PuM5mrKlvl4/vl3hTqc+c33z868FoaWFlv8
/sQPKeF/3Y5ftbbqByRbkPXgAbgRNQssFK7LpVyBKHf7HejCNjw8X8vSVk0O6lXmJw9cgRum32cv
voFa/WKfzZKA6b9fCQiGqGmESaUiFf1o6riR0W6kNRv03V8m3oFlVrgFJf6lbL2SOLp+2gG7xmP8
UIUpb4q6Z1REYACH/AGWTh+MfmddlkBUD5ySm3OaVP5KKFoUuTJJsEwMrxAJ9WXJx7/PT+rRowQb
g/QS0oOImOYxZkSJVdRPw7O29DY9MSRbtWrzEmKI3LpbqHo9uKA3omZaEQZBL/HpgFFuH9Fa0vlA
ZddLRKtLMmaKobTIVvgcZNAFqYjq75qlDZseqNmDIiO6QkCAzhfE5LO748cSXVMxM6keEHUEoAET
FLWDuiTnLnqeWsiu5Mx2C5MgWJ7CM+p4KFvzX7Znc2b0AgjtbonlYfqlZyua7RkV5W6ZBlgR2Pjd
hVD04XlcrWLmAyJAErIoxG8nlQpsbLdZzAct7dPsjvCZUObVNE/JwVzXI6DjvMGhryA9Ll3GBxbg
5kCmy3p1GUXA2svRh6C1dzS+I8LpnbbgHD247zcipk+4EuEJ6FYIKXD7i6utt3a1Vu9seuGZfGD7
r2XMAVYh2FHFEFSITnBszPhV0ZbGcj4UABcbVEPwsaW5myuFHusCWAV3QmU0D8Dn5xZr6ednATJm
FuUZn+Dnq0v4kpnjgNHozyU88r6APftnBbOXWHYZtnZhAKaG/UyFVh179WelmCcrXjjwpcXMjIk0
ZGnbI9PpaAKyJw3JnIWlPLwdGDCLyiP6Qe6SNHGU+G3DgM8eHK6ZGqg/lcYuznV78BpPye//Cpkd
SZ0ORRt3EOJrua786zTiZAivfn12GrRUCMXQ4NczRMosMUC3I2BI1ZIXfFfgh/91I2d2Fl4YtFGV
gt9dw1Tgw2tqCwZjMd0iGfJDO3K1nplh70aug9HCeibfJcFEeCc3tYVjf2h2r2TMTDrOg86CEGt5
fUVaHsgP+CuY5V17Krs5HA5LUNU7bN987yY9vzJcihjUbo/X3QkseysdyfmEGUnr9522OV+eL+2h
ibxa2czcZ2NedkGkwLU8xAZvb0ZwuC0tZ2n3Zpae96MslGusJrQrNdisLofna3jk6t+o2szOD2hL
xhhdHM927e1S23GONfge1AUxjxVNAfkZqCFZ4PBvD2WM5LSsBWGaTJqiO/IHjTHnbIll75EQRkBZ
DY88WOXm6LoWLCOhnPkg1iWyOegMIiOwAKjlgh/xyFBei5lfmhwdZkODiQiyGViI1U1vAXj8SK+u
BcxujFt5ElWPEAAUzKU4s+9/wtWwdC0fWeNrIbNr4mZdPfQ0hNAx5jFWKnfIbHHPrDytsrL/4Z2/
ljW7KGEBriOxhyzWZDauldlL7vzjI0ENUEItDMiLmdUH7xFYnXvM9xgV9JGqvB2O8IkWbsoj9QLx
hYAMIjI4ym973pVhqcU2jEqX4xABvXNa+ZaukY0hOUFOFFZsjbGor/+LRORcZGDPkX6f5/tH2hvq
DGMVnEDNtqq3ynqzX7U7YgF5eBC0v5TRkH6/dFp3MzAmCwqmnv+KnanGkLmhS4Uyh1kUmkCr4SlF
6xvY7bTLAfxulws6D/FnZcnApgrgNFvybn+zsfMo4PoDZvpCYyZqK2X4AOz0aOAJfH2ttWgr6erL
y/HI7E4XX/f1i/X3+X6z0/N9J3eCqKBrdurEmN3stHW7hM7D6TmEZPRWJmcRnLk5qJlXO6IzOG7X
CVGvA4ZYXVz1o2juF6Tyf6XPrr3QskFYs5D++grpa4OJiGuLtmd+rNAmdwLnbaCl5hLA7aGvcS12
dtqYasHUYgWxLmjB5L/pCgNLpwkuz/f24eW52trZkfZBztNeCSm0qO0nFtJeRRjJ+AtO7MMcwvVq
Zu+lVNUNFbeQU63AiZip2+7YbIVYA7bq8HfBhvKPHudrYbNXLaqjmhJiCOO3U6Ksi1XOcl+U4zcY
xj47PXxzNbjrU8d3jxW360R8yZiJgzknQY4hTrVKvaQ/oAD1tNNldf46o9Sw8PAKk6t4p9Oov6IM
jAKPIM5MY+12ohDJ3X9cvPf32JaQpJJU2Zz4QHtrOgrHtvmXgQEEnSZRoqt//kQgK8cY4NLK9Rpw
y0oLdRnqv7L+XqaElmek5JKbl8vfRZv32Pgg+Q9IgwBExxyEw7FenA0JkkCVzh7yTY9hOE5m+ob/
VtpGZVaqZ7t/UpMjq2APfkUt09CybT9X1kf1CfSc/fMRMy0K+ySLxhgfwe3jDYdm1viUbKOzsi0g
zTP8dfGyRK042Za7cwJIATVHdLshRLr1kIpOKrm8GJHSzducTMRQBI5UvnANH7p7HMPR8MEwjgp0
gLdi8k7O0MRXYHLUO5pf7dHueMAzNICr9AXNe+iIX4uaGRa2ozgxkTLeAURttIW31PYJU5jK50UK
AcJkVdDsXGTD08QF6qNH/tO14JmtaWUQsnJjzjvlJtBx+4iIhoElg3YPhMM8KjxSLMBpCg0s1CxG
K6swAPZIGp28KlRheAvr0xCaBS+Yb30MaDJTqny6VLJ6sDS0C6H+DQAe/jmH7qY9P4Rt3dLOWhH0
ynT/gDYo2y8xdD94iW6kzOxazNd5yyJuc0Lh4n1RDWkx5WU04v7v8LcGXYXkL1aZ7p9e3PapFwWs
xYLASrMbFyVtLHEIR50c40bcmDOU8bXyUWtHu52XkrwtTwBbVzxxhbPPGgv3/X7Bt9JnC87roumL
lukcutVGdD8UNWe4WaDmvJ3XPBElq4zYNSiZFuTePyCQKwugMuPAxkjzM4eji4dGHuQMsKTBiNsV
JVXqmI1AbeY6H+384VIqRuiBPqxfCwJmdijSEVBes86I2/6tm4X37IErgM8BCeDUUQwc6+9bcuXh
8p7HSpFS9o70p+IPY3koRiujPtuL2IJ24YQ3tLGW6CEfmIlbobM9CHj4vQwPaBZF17rMVHrZqG2/
KSQMpwytYXinatAE2XLWfWfaEO47BrSEVKCO6dfAb+v0vHAm04N4a4hvv2dmIemi7QJof++MhTak
aynCw5jpYopmz4PHvAwqG2baIk7q17e8FwuSGtAnIMU0b70c4y4rmLbrHXrFekTij1LVmx4rmFX+
GcofnGQUYrILY3DynxT0I/bZNq/saLS5dsvFJCleeqZTa9/hBlPk93JQLLhW07qffeDsnFofLW0V
DQRg2HHvuUL5ZtD4ayplx4XbeNcIDGQs1PCfrZidgBQNPgU6z97xytfIPUnge0YWFH34UW5QoiOh
eXDQOMCesAXJqiwI626p6hgyhzI+MaxBex8LOvF/SLuOJceRJflFMIMW14SiLJLFQqkLrEQXtNb4
+nXU2rwmk1jC3uxcpm3GmoFUkZERHu5z3kkBjA8NEyiGo2Ht+taUgjFXBY/rn7Q4UHszTfJI98RI
/NAGdbRSqfhTAxt+KKXCNVmu3zIhUJIoY390sZosJCFvoSPwGJghFi0PqLuAYPT6Y+IiSLK+dkdH
OoBPy3VNdTNmJD7Hu3Y1vjKFXT2ra9ngtomqy/tqH4p23xtQU3A9W0XbMLQ/cvPZtxL00Z2a1f2p
urmgpo9DMx9gooICuhrKj3tZzyrgEWUdtwCgpGuLHE1lkUzy3GcIhAhyqAQ36H3omcK8b/nWkUye
FIs0kdsBYPH7urvwXmCTitKO61gH1wZ/GtXHvuLJx/CpbMrI1jgrEPX+p7e7XBd8vX4InvxgIfC4
OSLTF6CRUQBBNvw5XZgV+aKMIgBknViKO2NsEziLgkPLh9v6SyHqdNyujiNsCUij418A5AJCdL0L
WKlo/L7KWMcAWAvKOq+N+V69ovy31KR8Cw+jLFGbv2rQjCawCeugO8OQ8O4FxT7+1Ji94a1kWyOi
zuoFWvmsoCUb8JJKNlrGm6fB+PkXK3w5ZiqiDGIllWsJXwIQ1/QRe46s7SMBAtHYbUBwpC9UiW9a
ViZ20UuDVCSZ115Rp8L/GqxRgTHalhiFPo2vNT1o3YM5cSkmmNtElzapExRWHi94DRZ2u7c+P7UH
Gyk5HRxdSzT2t09lanBU0BN0CnxsMRlqLagY50hh6+ig3RtLD4G5rTplzJA844GnpKljpTDJ1RYJ
FycjXqC/+6VZvoyPERogwPkzEL8xvsM/97fKnBsC4TQLNwA6iRsS3Th0M76setaxJEbnHhkQnp34
JZGNJSPUSsl8i1MYw0i81ki/03AqdDYFqc39sdzwUEy78HIw1ELFClP1PAefWohW9hK/iWv1OdRO
EzlwoZjxNgNGJ9BjCC+opq8QcekU3KQQJvvgN4R2q6ChdEc5gC7TSiEZOs5BNap2SYQuSDwaY0t9
fXD0SFjwbHO7BSBUBfl7iNQiFr12bHJRqGrnioPDZNw6q7Zcsgh4nTtilyaoARWKnEgjIwzOeHYj
8hx9vFtAgq7LbUtGlD9iooHxEHwrD+ZqdQIp6vf9Bb3NM2JCL+1Tfgw8/GicDDFE1ZFKNL0Z708B
VCRVA/yO3UaGZTgXEPF3BGIxyLHcN780wZRTQ3zSJbEqDU4OzK0qZ6uGqeIFG9MI6NvpcoTU0ahy
HMuuVAaHR7akqk2WXat5YVVu8XR/MLOGkKmV0ZesoEGZOhsQnZHEUQhHh/OdUCBa/ZONligu7Mlb
6CZWDDVlZBUAJYBOBLViQRwgJaS6g/MsENwD3Ougv5avxiuQV089mM3AT/TYvQW6CbgHSAqG7dmp
jvqSy57bt5dfQa1cESlJWIbM4Cj5yZf2jLwFrd9/P5+XJqiFiwMuKZIUCyeyYKlWJl7BgZTNbuSF
BUu3qahpTiURfSFTKuqmJliD/SEDmnV0wrX0mqy4bVmT8DNZJ+B2F0nweX9gs2HzhTkaCyIVnepD
BWJwWpDQ6pCC8I3esFJjDQS4ou+AoDGdN/fw8oWAzTQ/zhBbW1QauckzXA+Z7twEK7iXiKM/Ovyw
L5SW+PmJVQ0P/VNdw+HB8BE0JrPY733byAFvg2QVQlI8qzT0jF67VDQpe1HEqaOTPMjPXqFzVrNR
ym1mhePaBTANDOSdru0idGot9SHdvmthG5D7SfRsaoOiobBKHMdyWDSs03ofPX/O4hdgJXFOiTh+
JEFtj+BJBMePj5a5OmjXIagfCzUlymsjkQo8A2qwKlwjqT9AVWxI3o80joRdaNWac8gTDS1Cdrzu
0NJIeZFxlMEAKvajI+73r6Bnf9/iXui/egvvlRixSlYa6cNUS9bPnnF6vr8zbzOJmKIL67///+Lh
MnhQpqnSYXT6atM8dkBJKC8sY/XCKagMnL4l0uzbPA8M4nKVJTQt4hWpUN4szdCH3XLy6Lg9GZRQ
7z3NdANISUHRnCGt6O/Rwb1BPwhv8gCeLwx3xovJaMNAhy1kWURsx+vdGMosEgc1MzrNpjJfe8vI
BjtmTB0CeGcQuEAL9b7B2dW9NEi5zRFiAb0qeazTFyCTEDxSozLUgv88MvrPJoIqGxhBUvQitl8e
EJT5A8MdGMGQ8b6R7U6EgqWpQQSj10CCteAEJ9PUPQlZQLRXsWCjB4sBFYnIWcrUTFLj0zjyrqJ1
8qOKFvIFsyYAfpvWHFxmdJdoWbuhVrY4gAlhUB1faU7/HDsLUzwTCsu4fP9jhFrTKPabWuZhRIIm
OI9+lmCT2HCs8kTGYOU7IJh20C/RPd7AhqptuIDi7G/YbboHC+/q/tfM72801iCFxOPCpt2sgBIK
D0UT1vEU8Qv8ZSZfrcsuMpn4R3Sf5M4KmT9NYClImKWSsWB8JloGdnlqrEFfCZgZqSVVsrQPhbFg
na5nSN+8gn21YXVWJlG8afqRIDVA/JSzMn8kTP4ch8eFD5hb8InZA8l0dFZBhOb6fDXxmKipj7Vw
w3Mjv+b5SbabZ9XTfd9CqfIs9AMRQb48oJoGGtvUqJuDwCw5/sll0jsboEtBUdBYAxIQ/vor8KbJ
5SCWWQckmwJ7LJ5LzQjWlW+IpQGK+ftjnub01hjyTcLUBYoC2rUxBS3gYhd7nMOh/zPAORJE0lQL
76BpD98zQl0SQ1HwfdjCiFbZvfwM+n+oGSXt6/2hzN4GcAf/jIW+MMEuXAFtzWD/DFDg0d7q9jkJ
wWF/UqV93JstaIS5hfB2dvp4NAkL4O8VQRZyPX1Zr3BMDDyxI/Cm9tB6Cz//W7u8mbm/v08PqY6K
tm/YjHcEz5MHUrFicEISPOctj5XjlATemA7QBEjHD64rkzMDUUuReK2XFkaIp2JPRK3FzSR6QaBZ
3ZDHZii5oH3sNLy/zbSJtF0vZBVusJCrwCZVN3jRjBxiecKq6PghuQvpDTPpmOi7T+Lm3YdcVUf6
csSNgJTSCMGcPlE/6mEA4VjqDdHU4dpxqc1JbVfrOR4ZGRkZPIT1NE+kA9siNkEvbCw+Z1yqisYA
0reKgBy1zux8GH0rlEcpJq5UMK9lV/a99W+2ycWcUnX9qs0SLQF2w0FvOdIPoKi1kRdvRx0yN6l9
39htUR6XB3Kr/2yQ3+fRRYQCGvmhYNqQc8odZ1hgOUfP2WgFK/WPxev1YXzkSf0w7FSLNfxt8wTe
9IWW2NuaAPUFk9e9+IKGFQdZKqYtyh5VxmSg0FIdJGFXxGY+Hj3W7POVmqpGXFps8Yq2S6OVU0N0
TwPo0OvWTNWjhlb/+/Myd+tdTsv00r74KD+T+CKT4RFiyDOAOHHUY/eFB4n1fTNzDv3SDHWjDBUa
rYccZjxofQo7xTdbzRaQaUqqhZM6G62jHDk1HoPC5obWQxvlNo05LLREJBBsIau7DZ7bNTjF4VBD
ULSBaH3lE34Vb8JT9wlO8WLKOC8mQW+KcL/L/fc7qJmNcj/NWDfhnKQ16mMNesytuktHYupq+XJ/
dm/BHpMtBP7Y4Qj9b1pxWT/uG4DfOYcdTNn24hVI8DKAR0/e68b9qg6QBUuWoKqzIcqlUWpN3bFI
hkHOuEklCrz8JJWnKS7B/2moh9YpcyuOzPsDnb2/BDByKRykZRB/X+9W3vNdSa1zDlkvfpOlRgOE
zVILzOyJuLBBxR6el4MMgIMNRtDZk5yabOpkk1zJMCyEtbN3FipxuK3wXgP9yvVosGapVIHLx1Fj
EEN+StBRzBaiiunau7m2frGXU7oOSiXXJups7IQez0Uny0zQgaOsFHq7XCbsUerXwRLoaMkaNXWD
7zWxkMFa6do9KI+BbkIaJKr1c/4vHh1oGAOm9H/HNS3ihdsCK0jk8S0sqTH6jknqH4vQbNvPcAnf
MLcbQNutTNhVgHNlakh8OXh+jbDJCX4ij4C7OyBc+JaxPeHkf3MfXtqiBpUhM9alTck744FFMAFd
cYb7EjpF18Bscig3+X/LoocIFuH138FN63kxi3ITSMqgwWAktuiaXwnSa/zn/omd2xIXJuiUlTpy
bSa4MNHoYmKOu/d2mz6rnOEv5D9mvdGlISqYyLu+HSQPhqRiXDPQqPfHZ5fvSAnZxQC6RA+9eG6A
QIU6aCCv7w9yNuC9NE69FNQ+89o4S3nH1zaja2Dx0MrOIQt+SgGTXDjTi0OlAglX66uq5THUqrSg
kpHFay8/MtUm3wXZ48iCR7K2gmZV5Qved/aaQRVFBnUbMnBog7jeL2IlFgkfV7yT+Po4ZXcMVTE8
cVXmh/4ptqR03dcgLMyNGCUAa+yW3qXTlUl7M+iRgiBHxtsCjJbX9vkqY1ycUSTiar2sz1CxGYxe
l0wh23Chzco78EZBM0Y7asHCw2kuew6pgr+mqaPC8ENZ13iwOtKXFa0ka1zjeJY7BoqesQV1Vhcc
yCAUBdxZOYkriG/GYITiWYhE8ISxGVuEinvjI21wf+fNXYh/P+uGhSKUqqSbZHYc1A0I0q8Qeb5v
YO78QuxPE0GlPonBUlGMx0D7w+1KzumQWbUh+tflpPd17wlJ14UAea6aC5QvC3E1ZGGAH6KWd8ik
OvbEHrGowX26xkMNtC5jnNxFMt25QeHyQHUOrGvQd6QOUD+UceR1HOcAedJF7crVMqPnK7NrI6Ms
CxLUxzhfIsG/7YOEt1Uxi4A84lKH0Nr17s1BT9MOuYrH9yoho/+gDWZ1lJ5dkhzN6LwFWfVCbD9X
npCRugb1PqqeqPhQFltBaMch0jgnIttyt+/sWIHMgu4Z4uP9XTLrGTA6UGxMAhASnaEr+hI8YYXL
OcHw3jF/GGXded9ytU7N3C5DnfcNljXLUg/ewm5bcAsDnV3PC+vUOBmxGjQ3m6zL2yazxY/Ce4nU
dekdJGSFl+Sf5l4YYK5EWmiSBUOwTcVtPYijFHkIeGewo1GHwAf6AYvxVYAelwuq8wh5IrPcp9Eq
+YKW0lmMzQwJM7CPS2uOMXrvJ/UA9Bjf7q/BjHMEZGfCyKMYAo1q6gKsRghXZyo3OBpe8WMRWFq8
VHadO6FXNqh7rhmSVuZT2ABxh9UxiSUy4k4G1zFAleU+9PY9pNchNpZnnZUVBw44yPuDXPwC6uim
5cA3Y4S6dzaYQdXa5YiXeiWaPaIzjtnWLjSCCoFkbk2qrrdELVkX1QJGanamIQ8FKR5FxFuE2m6g
Wa76pmcHZxBA9eMqOhOGC4t5ozuE0Aw8O39tUHGnqmS5UoyY6cEe7HDnr/11Zb7/tp14IHvqH5Fc
WosHmbxtzlML0/1pnqs3wDxYMVEy/j3X174qbCSuj3sU2F/3758eFFugP27Xq0i3Udh3cO+ihaJa
+fZpSYRrmjvqir80TNf5hho4DVkDrqAZ7Up+UJqPLn2N5YWX15IV6qyo2Zh1bYldVCfQfNaK5lgl
KsR4kHJjmyVO1v9jMkE2y2lAhACWfj2Zuf/PZDYQVtrvDymaQAJwdD0SzOabSpp1YZ1P3/nCIs5t
UzyQgEoCeyIIiyeveRHdg7EQHDgSanKcvIm8Rx7E6vd3yS0lGTbphQU6uOeEPiyR1UJRlnRoWN3L
dgso3+EJmxMdmc/aXtv3ek2+En1qHgpIavBmjxaKJ5RV/rwQZlPbks6ht0HQoaIKye/733dDZD0d
osvvo5aZiWvJSwN8H8B2yC8i6xdboZXZUCs+uutEt80HJzQjq7QTK4aqWap3hEFjEIKO+18ydxNf
fQm1BRK10wB7GEcHeENRh1Tge2pk+xFifNZ9S7Ob7XLMlIOUlZKrCg114IkJD/3WkJMPLXXtGyDC
w27zUKM8I0rstqm9RL/wGwzSh/fS9rQjL3ZcBG+SaPKv7XfoPeHZBYSjv04Iwg6CRe/J8auxJrGE
evVn95KjrxmUfKke79Gyu11ECc1eFijgoNsVhXsBLS7X3wO1IUFw/XHAXJRPWbTKTqrRlQ+icE44
DhIlaaMS6E4q6/trMPccBFHfX7vUOymVpUatY9jl7QRAm+qPqxE9sVYLB3zRDnURtUEndF4EOxG0
39iNIY1Ed7olrNcc9gKAcYhtoxSIOj5NJwkR1IAv5I6FGenrcHgq7LUHsWVjfM5S3AMr92HhtTV7
XC4tUgMbPaTxuQ4Wi/yYStDVEPUuRjoRwjLtzt9r0oO7hBqanUxEdICjg0ISIrfUjQueGLkQe0Ah
962B1N97ENneWpNJE+nq0kN6ihDpg3Jpi3rpBMgLq3w04NnWkP1rp0IiRRn3him1C5aEycXdWMKI
eBWnAEq2lDtQQZirFR0HjDWr6o1dKDsNp5DbJGubPHpg3LIqS/9J96pHYvu0RcO0+AAWm6yCK1xa
1bkLCRSdaI+CACwUyai4OazGMeVEjHofvnonRec2em1PlJw/OPzf98/gjdLs5PsvjVG+v1Nit/PK
aTm3o/X5br03dgeGbwtb9/FR0yF/tj0+/TFfzI9Cfynt3on1FRRlDe+8/N6cA2GjFxSBDVrepp5M
yiF0vRrFGoNaQN2K6XaIEqPUYhVrPspmBWT9RuJBJ6GBmf7AMpCW1NxB2UapnD0HcsquJZTm7JAd
lYc2C2L8tbyzhVFUDhX+IUHjaQsebPYWAR83IB0CKC3w2deekxkDP4eIx5RXMFwbnSBiN0kOhysD
d6O2PmWfP4yx2krrBm2QS2iX6aTRexYs6IKCCg7QHjTYukhz1e8yZOCr0Ry5T4F7GhjLR//+oN/f
JEuGqPtBDaEb4iLZ77SK8y42aGluTzkmNF9iPZ4N5y+HRM1nKAsZhoQ0ipIS43Vip4UiQGeWb9Bj
lEzkVCR0JRzVLfT4GPK9er4/zrnUA2iAebzNUTe5Xc6kbDUvTmA+L6FRoewl4Y8IEdAmCHSR+XGZ
UmcZXWwLVBxJBfEKz4zE8en+R8zuKeQHOF5A1RrgWcqp12nugtu65pzUs6PtSLSPl8qya6iI2abp
vT1sNicFtARbMEHftzx3gWnT2UMBG3zz2FPXu1lNGEEZS4AHm01E9ki7dCaIrkD/hgTTSTg2ZCHc
m1tuDUkXpF2mSQcd4LXBPlJjMZjmeyv4JOvJS/mToscjJw8EpZBU14wCkrHC+nm1uj/UaSTU0QGZ
xvTQQGYfKkeUuy96+B+h5FkHWkpa+l54X3W3i1kClXBFCA00BS7M7TSSewapIyTxqaT2SLQ54ReX
7RUOWgpgEb8/qJljioc2B5IzPK1lOKTr2Ux4lpGzAjaSdj+0YG0NRiOtFxhr5loUrqxQ21OUsyr3
A1gZK93bHIJTtGJNkK59gd0ZTfryCnfiKume2XyxzXyapJtJFBWk6MAMzuOauB5gIPtioLXwtiqY
cT31rHG7LDGTyASwpOgbo2QK0v9RZDIwelw52ef9+Z0ZOpwDB6TXxNXNIadF2c9FLmnHmgd2lD8p
XxMUIzJtTnlgX9GcvQIKoTJdczzeNzsDiLg2S63rKELnQ81gNi1P8uBBRxCgur1mqd2qbIkaoFFU
sTQDn5D4H9IjizyHZIi79lmLjKJciE6m5b1eA3wM2KQhnSKhkK5SJ6f1uirCW5ZH+LeGztJ2qWgz
/f17v0/NMVLoQhc3IwbL1JCXWIsQvEBqUZfGbVqeRZnR2WqvoW97WGfjvm4XXNJMhvZ6fNRkIwnR
t8k0PmhHZC/9sZKeXIg6J4+R+zF+RPJB6XTlGwqBBPjV+ws9E1pf26aOVq4MrVBIGHsMzp3Saquc
MNmxfymqVQmctClWS6WEKYC+mW1xigHRCI5OXCqYb/h6iKQCuXYhqmOgNSH6DMqQJkYDpdLJ4jly
efbcVEFrFO04SpC58yVIaJSRLBOxYAEtbBOQ7lp9oQbbMYnynAx+139GYzd8ZGwyfmeKVyTm/Ym6
dXSYp4uvpp4F4xDEkOUCQqiEIDdbySsBuO3I30p9pYdqvGBtWnFqjtC0MOF2J6wnJD3x/y9e6xxX
52qGZiknkF7EYq2GT0lj3R/Q7XUEsXKQoAC6LEN/km6EamK1E9KhnTAwCdCMsT4U1ZrxI0PJn0ET
3sWJnmVLKZBbb4p0F8CrkKWV0JZBVwkVrQGVligCJBKVoe0n8Uff+sxC6DgTU8AKKEhA8A1/wdJU
WmknJp4b+LwjV4D3x5uqJIG4b3weIFnXatsiJFU5GmpjBclrGdtNckrASy+FX0vYqrmjjYedIEGz
CxlpdBFdL6RXRY0ctQnvuHuoXOiFIZnrYJNvK8OEGDBUSInwdH9dZ0rQGP2E+EbXEi4NOiXA+OrQ
sBJKdcMpIxVyw4kuGtxDrz9EhvQv4jdkodGQjQokxEuwsNcDxKNJUYIuBoggxk0EGGP+zX7wegL5
RBUKFj5pXmX8x8fuJbQXBjq3g/FoAwiYAwEr2oSvTQeDzLgMgg/HzwjqWAMBX9663ioPEFxIt7W5
+VOsAbt38HRc3zc948LgCv5j+ff2vDieaMtMYo/PBYdrI53JbbYjSQfopjnGhusv+IKZFyqqrhfW
qBCE4ccuYxiMk/3JjeJBMNbeJtHRDeoeSlNEexjoc1G9jnxSLNXTZo/SpW3+eo5rdRQTN4Lt/NjX
pLFTAyKZ6LnTWd/UGRCVbTG/evLyL1I+14Om7vwaEXwTKTCs5Eb0IerxQep3ks4+IcCIw4UAY+4W
RF5JUOBxp2YxhdpKaY3kmqr1QKj0277VW418e5KVawaw0Z3/MVZLkJg5B39hkNa540dOG/22xbUL
AP9Aep7wiGN3aHGXNt3uw33ZxHiDLL3el6xSOwmJ7r4ueljtkx2b6lVjN/K/GhloI+RJPkxCLul6
xzAd30CSSQDehn+uGXEtcKNRQyhQ4p1CICqzTlj1nUt/KteKeYsPV4y76pZk6mZcA4RBJ6gpblEO
FErXHxGD1zRng1RwOr1fx5/N2rMwn0ux07T5qVv60gq9iHnWx+g/hJWJoE18743G5t6L12yNMv5S
An/m3Yr7Hg/Xqc0dmlv0E32occ3E8u+QjGQl1pO0d/+oPn11X+qXwxONI/KW348HNPz6lpAT8TFd
eu3N+L2rb6BCt74apSiT8A0R2m80PQiOwsYFM93nMmPTTKRwZYraRkHMhkozDfcwEvnb9mzyQoTN
T2Zqq0U1s5ljgQ4SgKamqZ3Ssde7hSkHN+wnW3vJ/F7cJfO/jjccNFkAVPyFLFxcFg0ve5kmZIJT
WukTWJ2T1WNgVwZrmdkbtolx/2riZh4zEzvtf8xNn3NhrowUFUDcaY1IaVU/nQ1gNa5D9tDszs2q
XVTsnD0EUJFSkJqXWABmr+1BRbTIo7QRHDcJSbdpBZNX9+FncAKFCxGPbfnIjrsqzZbGObsXIRuD
tsqJ5f2XPfFinE2IZFoXdbxjvPKbEU+VUH/wSe9054licgmvMwMym3JUuAVEFv9w4rRfL8zVatQM
fp0DWAIVHNaINN1tICcO1SxeiEwvVo3UjTEHuzwPSJdnxBdOnIIAzO/MdnC4eOuPmzjj9Spb1QCB
5LuINxT/3HG6WOryu+DjeWmw7XeMOkq8FCrNTRaHKoM2lbmR5aYOrp8DNd1JDe88G5DGbVfrSIdQ
IpwjXngFuk8f+a1RgbZRB6HO/f04w++CibswTR3ksCukKPFw5wwn/oRin1EboAI1NCIFRHhhS9N8
Q+5Nh0bG25v90O5X6WJj+1xIPD0EIBEI6R8eT4Prxes9NHVpPK53gYTI4oDfjCO1jn7QU/cv3vJX
pqiZlt0AOOERpp4N41XcFFBAZgi3ZxGgrVbiAtrlV9CVvoHATAC1V15GJxz9lkb2TfHKCFer9Fp9
sM/KtjfaJ+EhMp8U3d5xoJDxiX8qnfNZcJySEPMlXe0I8rnnk2ctnMiZLI10+S3UQiv9IKQCowKO
jUZTUDJZkojlFpcyFnNbGfRx6OwHdg5CetTTuJUKMHipo+DU0mOokSS1PbNHaJiaQeTc37tzkTdY
MP/aoi6Ggel5d8hYuG4DzTHaWdTHz8BhoIGzSz9Ustmscv1HX7A6l3u7skp51BbVjirseMGZSgAD
Aaf1Rt60T0Q2juZuVxLe+hhH3V9JevV9f8BzVxX4bJAVgEYW0tHU3AZunY5NJOOloept65HuHHZv
903M7RIIASKhCZVJiD/S19MYcAFfYXDxAFCuVhKh2YXJxl+I6Gd6yqZnC8g0kJeeskzUbuRrT1US
BkPp0E42PHsvaB0+ViBkaFeEJLsvbFA8ib9a8ocxP4WK+IPNLcymPDedl99ARaGVJPoeF6iCk0kZ
g7amqIolOxVG7UUr/MKpo2x48jhJ+SO7mtwYWeOiW1xkfGXfeyN6AbWirROz7oaUQ4dIMYCTLkKI
QeQ8Yj/5BNr0JGtRVCKTWpekCx7j47iHboq+Wy6MkafypPQrlsUktmQ3UcySaT5HtJw8DH6Tt6QD
O/8b8PjNeuT6pjASjZEcha/kpyxP4yOflS1SFjWfF3o6gMtJF1JZ8MwKiCYPf/aHtzBTSuRKuTxf
MWKCwKxWNADO/VDdR5IQr/JYGVd+LnvfvISar96IUqbHaZ1CUipp642a8sw6zlMlIDGXKy0kXOMm
Rbt8zHZmWqINk4BKANDp1C8/2LgrWSJ3XePqaNSNPhNMVUWQl2Bbcn+Xzt4Yf5cO5JnXNwY4GtHY
qWD7hE+FCpCzdNYG0K1lhFn7W9fUPMvzFxJyM5XAyy2LYPHa5qDK1ZCi5Or4O1n3z4fQ8E6czYEX
IjZjW1o4iDM1P5hDBRkN1DjtNx0DahenWpi62J2mvzNaa7+PVgWASVCwlA5gQPvIcl0sDDnWdSaz
jYXbYn60EFuFE0cGEi2B16OVxMAd5D4RHbE1WuY0ZqfoWUSjUEnYNfaUIoCwqNo3/cOwhI2bfpm+
NKG/+o9l+gbxMj7JRykQHe2Vz3Uo+pY2n+2y1q7a40I4MOsBEFuA7R4+VaIhHugJTUqvT0U8uF+1
Yd+0AA0sVC/mPd2FDfF6IpN84AOJhY3S2m9BLgLOIN94/ONa3q7ViblZnX9WyvpZXXz/zg4OkElQ
qKI2BumCa8OMMDID542isw1g5v4BnMKkmzW6+G0qYmuQOlaE6bcHxwQ/PQCA939//oBfGKDiNEXq
Q1nLYUANV67tA1j4mrUo6Yko5yk5BMdPWSODmnXX1QtB22+0eW9s1NVUKAk2ILi4cfD2+/eDBbQW
6QrgfcA2uNsV64eHDU+MM2isPWPpWpyLniaY6z9rRp263gvz0PNZcWo72A8/73iPENFEg9D6Md7a
+c/LW/L0sHGAIDmtkEP4V4f+r3kalcpwOSt0IYbevnK7w/QAAIe9og+Hcw30ox0u7KJZJ4MHG+J+
PE8Bsqemuh+ziuMCuNRJcmE/6Ilk1ObwtAHPzre7xOc4N7eXxqi51fou9MZBQhpBNKONosePq/9e
OnPitAJGQ4NMODT5JOpcpG3k1W4Ti0hVWPmWtSAP8r1qlt5sczkEPOlxBYEbWQId+PXJbnEuVEmB
hwxK3f2xPgsyyeqQT217WL+1pv+olsaDLkTEaZ3ION8/mnMRIoB+6GhiwUOPL7g2HitNIhQtLzqh
/FkMH0P2lDAfA2/etzIDiMVMXpihxsgIQhrLlQDv9Tp5TV9vjyEQUwX5fPKIj/MgErJjTirpdnqt
y1DDBSp1IIyhGeDualBxuP9Bs7sH2BCgU6FShhrZ9bBzny9YflBEh31nDnFny8064w10UMjHf2NI
nlTO8WzE8l4bUviC0zLVl5zaUGVL+GTdVZqabbTKtZ/7ln4VImlPB1oHRZrovtHhTEVRjOcxeZLA
VAYpUYUw59EaBT1ev+8tsJ+f0bT7x5uSUzHhTvGPmZLoCVSayRFdyYEBaj/n/vfMVTNQbwYPkiIg
0Qde2euhuwmjcZ6PrWXsO31f7iDgoYV6+RJvk5208WW90ZdO7K+cOj0Hlzap61mVXJ+pY9hEoIHs
xyRSBkLd/mxhmxH7i+zMutDN1UTBejKeFwY8d5DRdAT4CtBOgM9S7qKqxYnpAP6WOeexZgnxq+o/
CqAJ6lMTvGdhn+tqYSP8YrC7l5Lws3fspXXqjhWDdsxEdZiGvjfKo/aisGj9JWqo/4D9brUw1mkz
3Uw00oETTniS2KEmelTdnmMCWXQStMPU68L2Sj31FSMKW/SFq0YfGrX/dd/o7F2OUOQ/RqkYqAmG
tMoR3iJmf351ITyokP2hIus/3fF4fMl2O0GHoNJKf15yFzMBEjgDgA9A/A6eNZk6xVERuqFcJZLD
/4CkpEOa1wBXTc/Y9wc4fT81qVdmqBOTiV4c1X0OZyGNuT2GKuaUCUJ9cFGBuG9qLtsCaDciWdAI
glyXfrJ7cpRLY1tIDnKRZGJMfbSPtg5ZcHIGnnXhaEy74WpguNxgDeeCnfBVvzD3i3xuNLJFF0te
56Rq7Bl+g4E1nd8s3DK3rOGTGYUFoBzVfzh26gB2yMRLpae2Tn+IHjhDWCV7pMX/gK7LDnRp/1Kb
olEZWntaGJ52cxoow9TZkwIpBHG83zme/OCWW+Zcr4VkHUDpRiVt/aHw38mg+7q8Q9NNZkW+9al9
xKKZ4HmuvfFVRWojeSyMYF84Q7OOghfwU8S8Hu98u3RJ1aI7ozIqhM2m95Qdslhvd5rDhS9qovtG
4pEyPvS5LUGbGIJp1So/y8Wx5GpSokGNIeEq/SjAgVJplsfjnSuucrT5bgKAQMNdwhkdbyR6hBol
SYHwk1SzEwBH4WsSPfRT9/6+kBKCxiAU22vmBWwmyAuIpr8XP8NqsbV9Oko3W+ViDakgUnMDFKNV
pXUkNPQ/V4Uu1KBD3nEg88PHKCeJMSvfVB/vH4ebeOB3AVGT4lAIh7Qh5c7UyB9aZVpAzvIPCnJV
rgd9jP+fDcp7tZCXdcscNraije63fMsvnen5bfh3FNT+7/t8UAsPxwxk9UZ6qAFVeI6wRUixdT/u
D+YWa0PNGLXlu6FIpZabbBE0C0rZSohN6fTgkpxwemF1W04/a0t6CbPLBAgM3sAI3kDnjs1z4UeS
QS6q+n+Y+7LluHFl21/p6Hf2AUGCw42zd8SpKhYlWbYlz/YLw4NMgjMxkAS//q5Sd59WwS7zbj7d
R0sWACaABJC5ci1SoVMl9VFndb0zbjUn3XQtGiCOZjW/awuyxlj1Iy709LFIZqDWGW4MWCqr365s
wnbE1JXlJ7KgXo2iGuYFxK1PeGJJdh4YJ+c0+Mbpbf9AXoroAFmBna/vfm30H2Ip1jAsmwM3aVrS
ltMp298eHaTBBT45SzjyOcPLJvSOv+7vMVv6w2Z88t3WZixZt/izgr394aiKHYuhGMDLa+Ef1NeO
7cIFAgKQ/833wV3Ek+a6Cq+6r+7DOB0KPLET8s0FirB7/+tRrc6GdXmXBdddyOvT0uvqq0q/Yu6+
+JL3b+J900EwUn+Y+G0Fk7Q7GRwq5xk3K+7ixzwbZiIEOwOuehDuQHL1fEG0tJG66dn0VgbPeIAY
8V17F3t71cHlfmRZCzU21u7q64FBWwElI+UufuXy97N3NBE8ezKj+IUhljvtvDL1pueBf81WcTY/
c6Wnc/BEYIlLuB39N8iO+bQNMEixC27KGRMY3Lf+daDSfE5rflOxTzK+Y97rlQn62XEPCoQTU4YX
Erx8zq3j4VUpnUDNUO+4dfkrucz7ZQb99MDvSu/THBBQ+twIenSzMnE4Bhd/EnoF+Wo/BVDkCH2C
CLV60PUieN5aa7dyslAyjSKrD376ASskglDZRzws0y5tIHezB1LNXFVHlIE8z14BWXUInreAkpxE
MNmKYz65hyfb6IehWPZwACkDmn8hbwlg7V417SryAmDurFn5ZvsNYHfkWv7RAwXDWDnoSIDhkLvf
5uwuGvoduO0SJthRQQXzmacVyHI+Gd2ueAvLO/3QuRVKyPky+p0k5K3q3nSfs+b1Qm74eMXdg6uO
gbMSXLOOgh96Oy3+J0eBS5xIOQbTWyGZE7zh0wTZHH1oxMumWqvtWLWrtd2zOiZzx1CG2V6TJJfH
gVy1kGsF4U65V/D+VyyZV+k1HmfLXjbAW4BYwQ3AlfL44H/6iVyYcKGYTaRDodoGeZZjCTptqEUA
fel+WWO4+elXniiN4CogvAOY57lJdUlAigoo/tvST1i9Z+qqvI69q8Hc4RJZ1N9lnAqcuG72dcVf
/GwucbwShA3BRgP87nnHSzWEZWZQfubpInsXaDOlM0VGrWtzuvOawnwyfGzeOZFXXrskNFeNY1CG
V3cfm0V8r9xmSmXod/c1sHAvl44Ct0TY596Ua3K6P9vISISjksmjgf+DbPDckKKrMwyUy6PGaVi4
aXfwonb/a4PY4bLHxX26aQBBEpywUtZ1dBwzOSGdAUJQcUCeaF/egaXzrrkPkvLblCrQ3DsJS27D
I79m6XRorslxQKoM5Kb31SG+hmgB7uv86Kz4scd3mr0in47LXiGdSyGajHGF9CFo6qvxqCRkGRHW
yfNPISTLDl67/8t7/tfX+f/kD93dn+3Lf/83/v21643gIJKz/vnv/9FSic81/9z+ttPi4bP+rfv+
22v1WXGp+Ff536fG/veP/33+T7T1V1+Hz+rz2T+SVnFl7vWDMK8epK7V4ygwqtP//H/95W8Pj628
Mf3Dv37/2ulWnVrLedf+/tevrr/96/eTjvV/PW3+r9+9+Nzgz1Lx0H7+hjv4n239/QcPn6X61++g
yP0DAlx49eBJe1KsCOHspoe/fwWojY/YKujryIlr+Pff2k6o4l+/u/QPKFgh14d621Pt3Yk8Wnb6
8VfuH6c4CjhNUJJwApN7v/89tLP5+Gd+fmt1c9fxVsl//X6a9X9WBSQGaeAh5oghAtdDIYtwvn0N
cOotSFrKg1c65R7caEHiuKO8YrNa81HWxevPvjBcQNApVNPwxed9uV1TgJBFojyIxc7zWo8OVNP8
4BBL84lWgEpT8JcnxUyPZgIZXM1RXQEO4P4QmXnc+Swv95Ua0kkvxTNatX4SNIs8mtxBVXTTHZux
Kw99JeKdoU5/aKMK6LHFB1NF3U+7oOgbvNhRltTWyrt/MuF/WfWpFc+d4OOXoYYAkD4UbHgALlqX
hLDNg7jK0P3iuPVRgcVh70IULKFMgLrV8UElolGFv+iGrRzc59e1v3uGWMJpiQHZZHkb8FSMKs4g
lem6bY7S+6Y9LKgA2/36+6wL2WM3iLYDpIzYKKJoNvCzm2KX6zjmh4mVI4jDGQoIKw3FKBK3Ici/
hAe6+TLK6r3r5tlXcN3nH02/vB+mEuzZbuUEr0NnuQlNRVMEupUA/XrnfS+miN/P8aIQqvAnoQ98
7PJ4V2pdPpsjt/xUijk8QKW0E7sG97Bn3lCpaz2x+c93yX/kp57zr6KT3Xd17oLOndu/X44PQsGN
/fb8cy9/O+r2GxxZ19p/c+bU/v/wYsjtPZn1k5c8c2PX7Td+5sQe//+fXiwO/ziBwwGC8LDOQZ6I
Bf6nEwuiP041ybgAgDYNtfYn7oa/fJjH/sCawSF4UtGEtzr96i8fFvyBtw1+CJA2MjigoKL/iQ87
3wMOBSME6ngQnzz3JzKbs67icXBVgCWYvZTjSlL05+0CfXXebkz5GMh6DhPFCtxklsWY9wUN5pX0
9qXmT87kydWwDJ3KTHMbJoUYhHg1BQvJ3+TIwH5/Mn0/cUrnF56/zUJtqGPcLBUqQrIggeyHXO57
t4kJQLYlc3fEJw3d+d6gsv/ID/3T2WkQTz5GAjJTTnkbJLNE0fYONWa52HUmiD79+mNO4ZF/zql/
2rfOjDAeSF/GJki02/vPXRcVa68nUoIm00SqnVMnXAL4BjP0r37d4aXZOf38yQf1EenH8NThWMfh
fNMVOtN7X+qCJ7/u4PzJ9c8XWRfmiC8TUdoDYUIlQ1CMGi+j+76StLhlVVHS566uQNcyyKE14Y7U
vjscSVuM4urX/VtPlH8GYL2++rCRFZOGJTrPAVuDikOKV8X3vvKGqQLJ7HQqczShc9tNuVslmnYd
Xi5Av9G1kOAlG8MxPLVxnYOCr2YTTICw3d4T3feQTXzl+y41bnmFDjt1ioxiiTEy/EA60+2yUZcr
lfYXWo8s31BHJUcuXLCk8jh/IDhPbpHmqdaABZeat3xD50ysHwrGklqF4zt3GvzdnIEy5ddTf6n1
0yZ7srZFPZV9TweWqM5ZEOKbHZzlQd914coj6FIHljegc+5Gpi7hDTpfI/cVBPMJc4mtdPj1F1zw
bTZMrIlHXEB0HqZNLYfsVdg0g37nDUtMbpRTxOG9yTtvjRn50tdYvoeWxmnBp+CkbWfC4E5yWah3
jVLO919/zKX2Tz9/Mh0yIppMM4vSpXObxOS+g5Awr6RYmY3TOH/iO202gLir/FpTk6WdEy3NEdX7
/ZjUk3H5YeCFH2/sxvInnt9l0dQ7IXLJKFm/AuFPSxKQJCHL2nM1zdv2tX0FHbpxyDyIg6Q9rZY3
lTDFS+BO16ThLtnK8hpThevmhDtOSp2ZJ7UUoXeb+6Yb3lcsquYVU12YcbvarojyvorCPkIsxjfX
TrOQl3HuijXVx0vN294j44bAOJAZCqGRA3az2f8YLN0ahfal5i33ocewC/FcBUFijRkAzXGT+NoB
BnDTdrAzwJqjyr42ZZT6cqwwByaCcJMkhq/pxV4av7WfK4C2QSoI68cQV2yve5e1YC8qw2W62/YF
p46fbOiQGk+6zoxgH/Ic76CGJO9mng9rr7FL47c2WmgEHpaEhWnv+YpfqcWbEcaqmols22KhdS7P
3AyBoiJMK5n3/rVsKLLXpfbF2tl8Wog/8Ug2qtHkZU6aCVM8IGQoDmUOfuK7xlnG4AZoPXDFoADJ
gCq1ibxPus2n9vrXE3PpzmOTJ9VznoWQkYArrKO6vykcmYW42VcxrnWRmkpf7VpVLpBaKYK+OVbz
koeHwJ+87vVIVLCWTr4wg4G1QU0WOGGE7EbahI4+eJB+TqOwXi2kPM3TT8xrs/+xUc18oMNJlGYR
HWjHslElLFsW1BcgIGpe5rLpvveOP6EudgHg4sXsebR9jgd2VH6IKgoCr18b/MKH2mQ8Xj+yXlVm
SVVGQXvoofpANu6a9MOl1r3zfYZaiCVCyn9JHUULKB/rcRdUob9t7DbheNSWDNTP3E/7MJPePlji
h36ep2HbGWCDwWvhBa6ZyzAVDhjwcuX69S73ovzbJssHJ5s98UHaFUFUlrmf5v0cfWQ4mV9I4qyR
vFywvJ07Hby8LR0njFOo55Fyr92oWcDAJoxccUEXPISN1pJ8MIzOIkqVmTJ6HflCkC8zijLFoaAF
tHBbrvtmR5egz7/2iP/RjdNi+T5vasHrRkWQBlHW6F0/UNnsjPadjaePDfFcfKRKdCDCRA/MTQIz
5ocl6NbC/BcmhlnvEtRFAVwwzOCb1jnEXFtg4gPRlyv+81Lrlt8KXFI4M67ZaUlBNU3BUnBAud8a
0vhS69a9Ai82UL7zbkkp3rw7Urjv2xylvpv2g40Dd4O+9ec6X9I8NOq5BggDVwsImK3BDC8N3rpU
FKVWvSfg6Zysia/pOIOPChildNvorSO/JI4gUyaXdHB5fZQxSPdHaOAdf936hUuvDSBvM1Ysi+tM
6eSwBzw7q/Hoq6oHg9kEnrZf93HJPtbF2hvDsS2rDFyfWPyvYtWViet31bbnuB14Bx2j509LMKWd
z4Jr0GzoQwmZ2W1jt7U8XNXUWbSUOs1l7T/jdRM+7+d649CtVY+DOoMYtKfSoSszdy8YlfuwmKvi
sMnwNu6JZaBUclBlkfQtn28qlatbnWVrBfMXptUmh0R81BldXaqj0CCde+1NJALxjIiCNSWzSx2c
fv7kHKtcPg4ohgdSN9cLRGnYRxObNdjDpcatCwQrncqPomxEsWjh7jypIRYYQ1t4m+WtTev1pU+z
MhpheeejoLjftfGcHbY1bp1TVb8Ix5HBX0P36UB3bAy2Dt3erSzKdFS4YxJPCBrTU+tys2E865Cq
yAj2VInWAVUo9hpMEah/p2tEGxcm9ZEC4MmKKXwWdUjIo3WfPgzcr485zzdGtmymtApqpRHP0XiM
JB4kaFCPXVTBvO189ay42ay8MKtNNSZMZZBDdUe6cyGVuu0ItImbm6KnbecRnbQj6D+mgj/oclmT
r7lk9dPPn1hdLkL1oAXWYPosfGCL2UdnlHTbTrJRNCRj0LdAVUgSDgT8nTP/LPUiNzZubdNBxnOJ
26ROUN9Y7IISbAzQrQs3tm7tUxDVOjl3Ygw91u5zifTIXRbm9bYUlQ2mnTXAgSDS0+niIqcJ8Wio
ah4gYR6tlaZcmFa7yIoOM1Rt+3xMjd+0Yud4PUv7iaqvm7yYLRTt8oyKbm5wsmayvolL6R5kVZpk
W+vW0apFBnV5w3SqYu+TW9J76a9l/C/Zxd6p0pQQDHVUygvnBdzjR0PDjeE7G8MVc96EbhuqtJyK
6KALBrmHrNvmBB7hwk/2aVtJR8SR1qnDFQcqP7xFfdsaC94lq1jnKdLCUy9n6AG39fyNG/c9Zc0K
ZvBS09YujfiUOzivTYpmpdotVBagEJbeqjg2/NRPYibU2qdjznRR+UKlMWTsP/gKfmAn+eKuXLEv
Dd86UPVQU1JnHYR7OxBpQuH7S8H7bJuPsXkds4gP4ciFTpkRKNltQKgkq7XM64WR2xXBcRv4vHca
lQKxFD+PZO4+r52sf79piz7ixJ8sR6qoEkpwLMcC1JdeM30II77tNH0sbnzS9uJ3cZkVlU4FG8F9
Hc0f6yHaFuK1cdn+5M8T99C2U8o3vjbP2Srv7yWDn37+ZNjdlGW58nKVkMxxIMeV3fKFbHxjP5Kh
PWncBfFIuDjUSVDE9rIx4cdImDXmvUsDt7aoU+CeLjrYpC7a+y7vjlmzRu15qWlrd/r9ZLwZMfWk
W8YrMdFnPtt2gtpw694wFXQ93nZBk99G3Zy2ItuWZiXWNZfXai60xqD75u0y6n0Zvtu0aWxYfA35
pX6pMIl+UX0Rc3wfLWv6vRcMTewjcxir2UyoLjCydN8sRtG01J48bBu4dWp6bTa3JY9VKh1ACShU
BeMs/rCtbSsAU9VcshCQ8oRx3G4dEnwG+HfjwWaLL2FhD0NNcCQXPJh3TPqoao/BvrNt6NaxGckx
VD4bnWQIXovuECESvK1ha0cWeQF6jsKoVEcAc0yeRGHXELzZ1ri1Jyfk341pM5m4RX811cjtD165
VuN6aR1a56XQmlROjcajmt15uv/KfSM2WcX9AdflM0OGKJaJaLw7hrZnDRKdLUYBHu7cebsTRwXt
7CL0Ch2JWx3l5Q2EmIJN+wfcceetF9Ifa9xnsVDYAhgpKd/WwRoR2M8t/oMc/Rxrf6pi7PzZM6rc
Ez8LugPFDYhvugL9IMPTT42fId+BwiW//+xM43sE8N9us/rpm56catCGJSLwYBetc3YYNArHAM9d
k0K7ZBlre4piDBHTnU8VV/Od7sjNPEJ+ftvIrR2KmkTih4Un06jyntcAHCbgDqcbLW7tUJ0LYC71
qFLS1/e+U+9LsaZzfMkm9v5kTmtyr5EpwOR0PzWu2Lt++X2TUWxwlUFUXkYoDwXAIPiYS5Q5h+z1
tqat/TkLlVURdURqXMjY1l04HNum3IaMAPfw+TpEeVEbj4DvpEjDQNZl6V6EntyW9kcFy3njuqey
KtxJpB3gL/VOauE8c0ayVhd5YUbtCoDJ8eAVfY0ZHc03iRvcLKMv24xubU+FgweUdp1MqyB/Nff9
NWnWyuYujdram2MWVUFZ+yIFD0KRjFNOD07dft02bmtz8sXPpJgrmcYFaM9886KJ1q6dP0+5QI7w
fDInB/HgsQ8FJB1GpnciDMrnQ9DPu6mkek0a7JJxrE3KqnZuQT8tUCfqfaoL/73TV282mcZGMM1A
PNZBmIEIjqJKZJTC3bmjvy3dBQ7oc+vktGBceBQD9933zei0IHns320bubVHixnsy4IUMmWU+9DO
8rTxd+C0gJDHtg6sfQoKSxBERjWW5Ozc84a+4cO2t7gbWnfcmjOQSyo0nZn4XhH+MvOCTWkoFEaf
m7yOTNYMoxGplzU0BSutugczAF/RKr6wEm28Jg1HwkaOlZgRiJUZMaTQ/9gGGAPX1/nQmzlz1CwL
kbZjT3ZkDI/DlG+LDkN+/rxxJXzor8QwOdzjs9HQZzWbN+4ha3vGU17rcshFGmY5aDEW8ywWfFve
DOf8+bhjrBIy00qkbjfeee5wK4jaNm4bvSQ4shPB5AzQtI7ec1fc19Ww6REHIpjzUWez31R5XwqQ
eZWg1gQIfTeYZk2X+8IqtBE9yisHp+ziAXmbYtgLWt1rJ952BbXhPITgndUyAhIl7p143RGoSDS0
3jYa5vRJT264ZRkDlVYa7JvYNPtIB8GrmpM1WcNLhrFP0ZKB7TbyhnSJBd270n+Bk3Rb9hw67OdD
1yddNDZ3WC4dCpMr+FpTyWIXxWO1KYbzAwFeWDUUgEXRp6GvXvNc3k+V2nZfZNYezTMzeXWdD2nY
xp/abnJ3he+vAfUumd3yLYAVkxhkp1gzeTGF+xZBvxSVkMO2/IdrQ41MpcHS1GR9GjmyGvbj1Dff
dRxOGx+7NtjIhZihP8WQ8xGFkeAwCkpwHBX/WWnj3/UpLrMuAWE4zxEZSZ/qOqB7EgAP7+HVvtt0
StsE/6oG+k56bZ+CnDlXO3eh1efKzO2abvuFubXxRjMXgZhm2KYrStCrqObtXLvbzmpbQ7Km3dQ4
oYbd26i/MpLI41R3xdU2y1iuZvRGz/T11Kdlxpb3pMug8h5G/ZpAxCXDWL7Gg39n1GBa4zYb5DHU
oBPYsawL1hgfLnVg+RskEauu7UdY3pPgFBLR22Kot+UUoA9x7swGhMwjB7QxqSfK6BN4BuYrXTXj
NtPbQCNFnNksHutSrPh4FwD6snOMEyabJtYWABHGQY6+RutsNJCfdPubql1DMT1Ct3/Mn0FKzTIM
nwH1jWiXjkGVZztki0ts2pDP1T5v4ry6Au3y9Fo3sr72pOcEqSqKgb1BiVs43EHNS4rXcdgEVxXy
kt1VibLuYBfWHMH4HLqFZNotfjmIt9NAHb0nYK6qPndF4Qz7ABdLenAZYu1J2GsojNYuomT7AFnq
+VoPTlSmNJwL/xqF2ZPZuwTRhA8O0LHm6HqlDA9eOKPNqeZqOeZDXEhU29FFHxtK5+Ugx8ZrP80o
uc7uFKQtyy/SZcOQRguNx1TM+N5DrxaWlGRk0b4NqVvtAxPm+ip3UcV8G0Qt6sLIsNDX0CmadiMN
xHXPIaiXki6OzHFq6tE/jMLPWTKGk48Qdl2M/j6ve3AhkTGOzT4S3AMTZseF+2xqszK+rj1X+ekC
a0975lXj9bI4zQvRjsQ/+GQcl12ZiWx5XbvgnN92C7GhNQKyJOPYj11aRbl+J6JhQQy1jdQ2n2yD
a4aWK6Dz4y6NEcuD/lV5Wyz5tpobMDCcL1ACy4Hetu9S0/VZc+jIVKbzQPjGy6WNrnHBJLY4Xtmn
Qd6wOaESqia70GHVcNi0fR8JR55cAVUzTJlTqC5FfuD71Ps3zAG13ra2Lafc6wnKBSbs0oLEgO8o
Gc6Q/4pL+n1b+5ZPhgbJ4o2a9mk9xEu0CyFCiNRmROm2FDg4mM9nt5l9yEZqr0sDBmktHI87mnvx
tnVpkyt4fmbwxKn7tAiah8yvXmch37ajfMvwI3KEc00xbqazVMb1TcbcTelviHqcm4SNwEy5iG2m
qGyfd5kTV7u4druNNrHuroLkXlAhnZyCjhLEedXwPSjFm02rxbcu3SUKr8c2JF2qje5foHSQX3We
arYdsjb6sAg40S0NJOhuK//Wx8sKdR1afdw09hPZwdOH2gQdEJfMOS4I0MTa6XAqE85BobWtdcsy
fThl5ZLjCEeORuyBKAv2vTORdFPrNthrIiiVZrztUOha1zeBNzKoOw8i2IaRd220lyzbHECmDou9
1eFN0XrkE960ZoVB7cK975G75Il/DOdmWBqJex9CWfN15mc6Dckqe82l1q3jg3pgbuEnH1DyJt/L
CTpVWjXNtt1kQ75cATmZGe/k1DGt91AAbf6wNLrZhvwEh/n5omQU5JZFWYFeNghH57qKW3dPsmli
K+CsC3V1EGA+7wDlplkW1FGbLrXriTd9BQKXfRa2tD9MsnPeoODshePEdXnALQ5ScHmMR92xcBjr
ts3+o7DBk9mfQpCztI1oUy5m50tTTt5X4WDzbdsZli9FFXBAdInbLThTi2jvNCXoLZqi7evjtg4s
txEQb0EQ43QAZ8rNnjU8R2WYGYwi2054W4F3IVqgnhaq9J7n8moH6YXJ35WVD+XWTV9gg9ACucD6
FB0YTQGKXvR71AZ83dZ2dL68atUYFeulTXvRyv2ce98XBeq2bY1bMcd8WFwpq7BJcXOGwmp1Q6nc
9lC3EWiN45B8Aj9JqvxR7ivHRyJjWl5tG7d15VFFLXJ3Gts00yJKINad7xrGN94IbaCYLP2281u3
SXHpfxGOy7N6yFe4XC640kcOwydbNZ+RZwxE16ZypsWNW4toBya2adsh9sh/96T1qQp4NFZek3pV
1OW7MoqGmyLUbbFtI9mAMT+eOy9oSZOGrC33QxxdVb5rtq1FGzIm+jbPs5i3aewX060Ujb8PVTne
/3rFnFbGT97oNm4sniozTi7O93rxB1ysiMzjpCZu1yUB7s7ttsu+jSGLTJBFkD3rUqI91e8KpsrT
4ifxmqTphQVErLO4cbgcxphjbTL6WivyKnezbY7e5qYDuYSKiMDYEaViBy4Qyl+0uyaodWng1jnc
YjE6UAcoEjcU2avROP3rtmDbqplcEAKeXT1r3rqaUFmfvGR03zceSxVn0eHXi+fS2Ol56z2iCyRr
2hrJcEQluiG6d/ycb1z31vGnjWqNNrwGQgAUTnsUHw4fF7D0rcnUXRq8dW8GIU2W9UrU6SLCL4gd
PW/C4v0Wu/xAlOyPBNlqVAii8LPLyt0g9fgweWDs3da8dfRB+rFti+xk9j7KEHCU0XUTsDXZhZ/b
hdiAso6Wel4EBp/lBcJOLu13YDnZdoZAzuZ8ycTBEhomEX9zJ+WaQ8uBR9iXbVuOm564UD867yAa
p6zHzbZO3SIwhygn5K5DPd+rbaY/Ge3JSWICjjjCNDiH3M3n7qYES/cLSnumV0b/GBr60R8TW10n
8D06B4HG0gk0a14O4G7UV7waB3HEQ0zTI8g/AwmazHrubh2DV8FtH5ZD8xF82f5RB3S5Dn3HsF28
ZBoMBcapqpdNy2a6b4bB8P2SF9nypcsM18e2x5m716ycv3qN7z8b+1LdGF6MRy/TE5oABwYEMBvu
L28KF/Ut99WJp+JNy6NeHvBg8xf8Vkz7ggD5+aLsC2c54H9L/tyjWTduuuoRMAKeGR24xoGeCpKT
PHPLF2NcxbeUU7Anb5tTy9F0TsU6REerlM7kIaDDPfSN7rY1bfkYvDUN9FOnKvUW4GwhYHRNO7lG
pHHaMj9ZKjYkTmunyRc5V+nQg6vjWsilng6xAerhMOEOn1+D3LUuNsUwSGT5HHeIWeCPrEqd3gkS
v5rq49LX+dtNdrJBcoXJNN6IXpVCTaM4ONnyXpV0zU4/v+IQGyTnkpzrSugqDWrNXwNV7b+Minz+
PJeusxKDudSF5XRIFoc57YcqkbNXBYdCDWLgu1Eg2H7NJ1S0rTyqL0255X4AT8j1GNR5knNVVeCq
nl2gw5w64c0S0T0Q3duiSsQmCMsLxE4yUcNoUJcF0C14D0e08QCLrA3tgLQDgYC2Sl1k0JU3gRbX
XXHQl2bC2syhByznghrcQ5UPobqOa8mOXRQjfx7kY002oQuIrfHM0HbAeeiA6gJEgqh1zz/EQ7it
tBXCY+f+Tpp44NyIMg1Dpo7AXEe7rHC3PVYemaWfHmEjRyjS026Rcj/yj/1omkMU803vOOgznA+d
BL1b12GdHdyR35DMg0zImlbrhXuJzQFmPFLLTqFpEDcnWTwcG043vQ9BSns+agMiNC7B0nyoOH0W
MufZEGyL4kFq7LxpwAphpIBnh76chptSSpU6zHu9yW3aELqMhcVoPAeL3c1l0vfC35m49o/bWrd2
KYkrkTHi8DTksn8G1Ov7ITfbyGGJjaHLgzB3Rqp5WhtaH3Ws2isy1NugqMQmE3PMjMReI3jKy3I4
9EV064RCJpvsYsPo5pIMWnpdfFCNz+cjpdPbXlTVtrAfKN7PV0zRxWqo/TY+tOPwoqq7tBTdtkPc
htKZYp7zJsdFqlaa71rdkv1SsxXPe2F/2ki6Eej8BRV+2ERyhExJLPZ9AEbhbTa3dugCwjA5qp6j
agmSa23ed8MuE228DZBGbGqsuDGouahYjEKrDipQUQ25t26u+LY6SGiFn0+qDtqsDQcvPjQTdCOr
e6AAVixjyfT+jYn6QcTQDxYXBE95kbrG8cZnhDcMBUY5uDzfgG2oSzmLF28XDmPDkgDRtQlq9BUb
wZDZB+Y46JgMydK7Of3chIyOaRZ5PNwUgSfMOo0XVkyD0qNM2hYS6ODCBceEn23jUYBKwrlR61h5
CzTDZcLDWRxZBg1QxFK2pY+JDevxJuot0G2UiTc1BTAc6g0KNueVWbuwWWxUj54GkPCERiYmdBfo
BlViH1YbvZ8N6mGVDhyo/8pkaUAAMSnznYhiW3USCawpnZ3BBZWKOr2AhcqvuUcinRSyku1h21a3
ZrXlXAWRC83RWRQBzhxT6nZfsMD1tj0nbYiiUJVexqzXie6KPmkifzr0sb8pvA+lqvM1iVs483qv
0Yl7okOb2IDiez/cBJkHned54304+jJTaHzUoOOuIckBpTS6Df74gyy2X2gQHOhWJ7R0ewhTu+UO
QaYvm2bVxid2VRQR4mUqGWnR7CLHQU3e7JNtVxWbUzIHfJj4jqeSDmCpXVeJ/EUdeurdtrFbztuf
+t5zg0ElToxUk18tecIN22gYej6nXExuh9y6SkA7Su/aZq6+BGQJt91sbQies/TNkNWeTnJUzxzi
qSj22LzbkvfERtgsKIPI+IiLVdjTL7LxXkOscVt59Q9aSUWDkHLX+zrhRJDd3NMsyTLA6H49pRee
iTbGpnargVadFx2DrGbjXaEb3hxNQGtx9EWPU/DX3Vxy89bkZqOX+W6Jj2A0cg4jZfm+naEtua11
yxX3RRYqFaD1PG85dMhLwD86821b45Ybrkoc3sAziqSH/OieN9ABkk22zUvaeJu494lqGBNQTNfj
sSkiugOB8bLNTdqQRNN4QbCISSSqWOqjK6u3i1uybVNqAxKXovEhRdYPSR8V4b6p53IPSOo2+Dyx
EYltaEIVRlmfOI0j9uXStzuvN/+Xui/bjhvHsv2VWvnOao4g0KuzHkAGY1IoNFmW9cIl2zJHkCAB
EgS//u5wZt+yVZV2t9d9uelctkIRwQnAwRn22fvXmJvct3jEPAzb0auJ3FR6KJM1Em1CwVz/axv3
WzDi5FmknKHTnNV1tz6srlwea7f7GZX8Xyylt3xfeWCMNwGsDMVDD/0ol91JQpP615ZS8GahQuEG
6WrLWBY6SJ3Pzqe+7R5+aSG9RX81UObLoZ8RZ+D5yls+r4DJ6nJRT792+Dfr1INWUr+6I8siKTrA
HOuFlFfEazv6a2v1LQJMKjrB5ZMsY8rjNfMPrfuL2/Zb8BeIuAZtfRxahHBWL4iF7teQse5b5Bf0
Gaq8jAeWrRfqo8Z4YRKW1PzadPmqaP9NGah221Kvtg9TsHDtulHeuOTX2ATdt7AvRDkIaoQIUwL4
Q905V2FX3f7SVPkXyBdohMox6MLUJ5PwtqFs0XddGjG9+7Xjv/GTOukNdQsN3yzsPajSrqEKD5dW
vZ/xCV7c3H9T8PDfLNLKaWRITU4yIR210/k8i2sVu0WxQZ9qnO8LsZrypNf8p8H1XxidtwgpYsNO
9J1qNy57qsMHMv+av/oWGBW1wbwoheMG1R0Ud3kFXc5fGoO31Fw9kMPQWo/jjHSLO2eSze5Jjaz5
GQn3X8D6IJf8vb8KQL6vsW7jDI0pBR/KvtJHYZweeFw1Skjw+XON5mmoM/k3i/J1l4D01HGT3ln6
n1GRen8Ief27ufDG94mtn3dzPbQIPRfTLYnXVq0P4bkGxrDNynxpWj70AipCvAsGuFxLbccu3vet
JKXIkO+oG8HbtZntvsytk78EgQEasnMBeW8g32xXYzh8TzlcNcSj8jSr3HhkvzhhPDR8XNvCqbgb
sCoo+KhjCf+0J1hRkNMe+uJFjqWYPB42cSX2wdqAyTq1yLPERWqH2YxJY4N6uQezn5krHjVQXgKD
ua0WBcE7Njkk5MyCsb/ZebIhUCQQSCVrSGNXYzvhAlXcd++kLxCM1HFNvwgp8OtxGsI5JWgHCPiE
J9Qk82z8arvaaYEYVuMGqnvpkUuPJ76MkJg2PKKkKD90VdiwT6KYoL+E/tq1HwUHCVttny7oxp1c
hV14By4vlRhTKa9JY/Sz5psVlTR/4/j5opKcwgCwZCbGRiL15zVyjx6dCcuqaFqh0FwOvd1BvKFL
YiJncqrdqaKpWwUmSMqYDHCOqaApFeAl5stQkKEDrLbuyyLVDDF7nCBxtRQ9rmzoxphTn8Ro55mr
bR7G8OZh4omYDhitvqz4SOFwc+Y5rUgn0fnPgxYkNXZd4k9Ttdogk2MfNdfr6FPyWA5+HF8HGkKo
V2te0qlI2xWtQ2HGzOSBqGIl8dSe0DhDMV6yqiQurnBXVkyZC7JpOMnC7ddmZ0mwmI8DFVVfJP2M
HP0+RmMYe/CWeFE2absQAm8FdS7snO3UdsZBc9EKLB2IjeJpnjYWY9n3ez9CftPfk6ajJW9IwzLS
lF3Sk8WIERkR66j54vDP6uhOqtmYEVvHNemLqX5YFr/oKKZD709ZHURqSfqiDH2Q95a2TZEcKukH
qoOuP7JlRfasjNxpGbmRGjUWzmgU+3BstQ6CIGFRENS3XkNHkoH3plmOnW88FBtcDcq7FdV/PRfo
gnWtIhoQWCj9ntx2+ui3DlqZxjkO5X0cCY+mZa6i+iNCUtpi0Yiwn1MFNXp13UxuQR6AmhtEBllI
dG+x3u2jwxo5fnPllaZZP1dd209oZBqdPrwesGjLTSdL6++l8OrhfekISKpi12kKAg17ETJ57Wrd
eB/DOs+p5XnBRLE1Zp6jgztWYf9UG2KjBHT+LkgCChN4DIzbEWk/5doUTcGboaEfo4AM8j2a/tcy
QdEPLgWaHHp7ArxYUXy5d8JPfT3O61740tqHZnU9L5ElVtKnOsQ03xWNv15r5haZ6w+0PtNxisnG
pZUs74amXNYbg+4G3wFAAHQONL0QRJO9MrrrvjQoqJXHmgyB3fZ93ebbAUKj43EaWOwnNWRg/Q+U
QHb0s2ea/Bqd/c4B1b31E/o6BK9NVKQFeJucdKlWag6Q9pjXHTidgqeWVSFLZYtGztvYlm13DXnO
ytubvprsxhnKetkxO7pkG5Olcd+7JG/yu3JghUyk1Q6oKmuXKXSQCAJ9xXlV0XhS7qrdfSCJbN9B
TyXvzxME5cvMLZs+TvVSz7CdJqJjmQHW7o2ngc3kUwuqhi7JkfYz53JxR5iSsl/MhkS9HovURRFx
PjY1eKezvJgkekuceC4eSqpYuBdSSsJ17ozkY1myWiZFpxoNWfjOy11IQoXBsletUDrVxnedVKvO
93jXrkZ+CDTDFaSRW3hgmVxwFZVTqJHXi6O6TXdhSuLgGVyb68GgX3ATydE8+641BKp3BQSEE6hc
kBO82OI1xxKOk7otfZEQYaL+vR0gmwneKSHARAeF+HWt9kajCfjBQjZwzHk56HiBvV+l6Xtea3hP
hqMQMatPZpqD6BHqIiM2hAYkQuyuxVEuAykhQrqJGEEBetMZX0Qcra1dtG2hO91s5rkIWssLT9P1
aBZVIPW7QPCL7dzcwnVHg2FZ7hXE7xy+jlXl3JOoGf20DMnkpMqdPZbGdl3rx9Fdg3o369Ww7SR6
J08H4+f2KoCm2o3rqbq6R/rdtw2v2lazDGT+hT6wBoHltUVai2ZhU2G/03keDQDIh+VyJQq3bpJ+
HT2dhHKMHbSTjCqvDJoaV+XdabcR6JHpQq1vqgXS4rselfz6ugcBYTXw2YbQNQLdOx/MyLy9FzCl
z5EanO7FrxbaXpE2UJhjXSna8nPQ0hUzQYBJT236glZzhjtb6k0kmlC9I81c5gdVVHWwR48waU/T
6EMKDfq1bktSKFgF+esKBmtQzauyjnaqr4oCoHC0H2GOUNBbHcpaW7mTtQgAtvYBvnY3SkKMks/a
dv49zkkfZ6/Uy3MLLn+03DO/7MNkACtmkTiwT3my5HK5r32igx1lEr1wUdcBQyzmkTqJlZOG0t/Y
mwV9PXPsJajz0PIGlxtF58XYoto5nR+ioFfljTM9CLH23QGI6nKFV9StyyfsGqprQF3rut7tpYAW
uElQDvF6Wl0WCgVLvNp8T2sMPfh/CXTgrgwM8nCGsIca964umd4tmrDosnMvJagaCjxGpbhmWOUu
aASLdSqSoTLW3gZsaRmHvhwlWRwK2DfeBKYez6726PCyjkqGNW/1vER7Gwbuch1i9pdPtVqgroOb
DPr83CBLae5og4d4WH1o/aZdMEG6Hvu/Iws8XF/MG7PGsSngPOl+xWCOxZzNpnHEu9izWtzMeGbz
YaiB1j3Xc1VWSViXvXpaZOxHH4QfWyo4iNvcTuJJBW3xuQOVrXsDMYGQvfQhhJufh3ZofIS94KkM
ElH7dbwTsVYW/lsJqFHPB2ey2ArbBdsHvD0w+RInmuNUgTujt4BOxs5HkP3bMHGxqdf7dRqah3jC
/N40rmlJUi0rClci7sL3kQ+4ShJYmtcJUgRhDKHKPp62fhtHZObB4orhWpZDiU5wD6yqcO/rtj8F
Qhqn5QQdmi91P+gli7wqnM9e546gRUb5mz2EtDNlNrcQAboZ/DJ4ogoCNqkKc2RoaOVocm07mcOt
H2vjn1EWDLq7tonVevTqbuhhMEOsDfQTAD9Itw24bcdTLloml4SGYXFjAUhykoVUYr5TqxnQp452
ZN8kYJfMmySGSrQ8NwqpP16Koh02gUW7c5uhhdXb0DzounR0cx8jUZWtdwoneRHYJeri/FAgXssi
YXSO/FRMg+tNvFkX+76mLcis+CrQsvcg0fwaPBaK9FdjN8HjSsqidhKvBlmfTWDdZx4bEuj3/gRW
h11BjMR+Hy8u3HTogAupuQ1CR+8rXIJ7O/WdjhM/IkPa2HLqts2Cpf4hckczZ37ctB7Eq0Yw0Xlh
FdA0aIHa5irw1oxhMzKaj1Feq+sJiDbWJYKIuL1qVG7P1F50addxDY6K0sbdUIjzLNhG4XKk4xrC
7Jt2dop9Q7pIP0xt7s133Th5Ceocg/9s29zMSW7KcAd3DWKmDdqPepQr+bjU5a7UErwhIdrdsdkG
ybpqJnkPnSeS6tH1dwX8gfdGxMGxAMOV4ITVg0pKzycFqHSlz/s+rMmBmsJ+DtGUVZ98LB2xXWu1
stPg+OONa8C8ixAo0FcFof4K38kLx5vZkUBT6yVOCLr7T6jJoIcemrIBSOLRg3uyI/Xf9cYpNo1f
k4YLsejj3LTsXBgIG6QNpnESLZNJ/DKvdmEYsquJFPZQQBv+2RZzfc+Cdkwql9y20SjeRTXrGC9c
qYAGmtqmGfjiVswoXsDbtZmFqJ/dkdkvHom3yIOuLWUppjNJxDqtS9aNdXSwQJWG74xD4/uiNQHY
8hG1xs4uF/FsWp5j5lKwF9jS/Vzp3Op3UUSI5XMlFgqErTcbm1YXmoZ9a5cVbDZ09KyE4PEwKB9x
TBVA/b0gs+ccZi9EKzLazo17GEsvZ9fKWZTOZtAvuI8raX2SMBvO+jiFMiqe4bmKYRNp3/F3spJV
eFUvcwsN3qKbW248OdLHYGqlex6CKZAbEN7YDkwRipT73plZ+8EpIfFcJ5Gtoip1VV1qPkUVXFGm
p7hKxhY+iuF54ARBy21kp+rTQqNguJqXfl4/Qm/LwB0qNY0wu1usrUjyGp1W9QbkRrm/HWlb1beL
h5TMpu/CQGQ6ht1JEdEU8X64oCI3Qyz84IxupDo6AtYceKnHlojtPfSbLV8qYOTFeVKaSjexrJjL
gxpU4BIOvhSKEuda+629RWgc+4iCgaRdj0idKNiFsouNd5ICS/K+QbBqPjRRw/ZhD5xBoISJP3gq
aJxngSIpwuSlj6BNidpAmWB2wFni+TTDuqtxWtJZFCN9T0C1oB+pgW1/Umpgfp1G8eBgv8q7yJnv
iVlrpD0c348DrnU+ioTlQetfq5Uu9ksIFob281ihDXBDawg83tm2XBh4IKJ+vIH0dtQsm24G6e6W
VY7f3xCsMlhENxgHCvNULjFyuGWHLMuuDtzS7IKmbFyRhusIF4C3hJAC7Pw94g94fPWQ2FlefBGo
62hzW+txLMyWNUUzPrbK6eesrx3N9kqxKcKIrcyM6eC3y/zcsAhNkaRsmHrWphmQKypc4SSsmbxj
NRQ5SQYUs/WVreuwwJDEFXo0FYofySjnAU7pQMCW8zitIaMgUBjyq77wkf/JF3o3BL7V8A6idZVn
27YtH6GiytFNV0wBpNNo3WfW0MgmBYRnp/0aKARoJZtirrTpHcn1pI26jT0Tl19mKM7Qzdq4bpkS
c9lXeaEg/bFbiYg+WugXVjUPeoflB6hkhyRMVLvWDvxR6zrbZcUM3mLH9+KDhrGvX9halSn2+DA/
974aN5UzrBOAKU7u7OHfBjpxkd5V3KF6yBOwXgXvglkDFjibspB7Vl52DDwt7YF0t++rBDuSFI8R
KituVpdlp1PpRJXZzAv6SxD0OUjxrXHpVde0Ni4C5so214DnT/s2r0iHFZlPh95FouPE/EL7+ynX
7TOFs2Kuu8aogx7iri1Tau2SRBEMB1IxRf4MNpK6SgsB21nVY3PS2oUDt4IexuzbmJaJXC3kYtCU
4+6qeAza06AD1Z7GfFLHScq+fvHHhTabnjbjA4LOYCOcAK08uB5C93aNobXWLqF5jMAR8zr6xIVc
PFhRKkxi+Bm8NbHIAoiBT8kA975PKOrNM1T/6IKkO+ymSoZhXJJ2QsQIx0ayJUEjki24V2LyDrbx
20QCvwTkNGhf/FPPOo30inZWJg6xmaPyaTHzsF6t4WLrd2Bf6f0rQaqpUokOZlkdewp0E5jtliWF
3jxSjPkcnn2oM6ZzHy81eCVyiBp32OfjW68MELzmCqERJ1D1O6x17ixAfQ7tmjaoBEcFzzV6uz7l
HRRT9n4D15nn4O6gr71GEgJ7Fnx+qA4uLmA7q4Z5OzmU9foeNSN/vDLoxm/Po4GS53U4gWwooXSU
5ixQ0vsYrp0DwrAi0uX7si/Q8tVoKVug2UT4IHymKw5d25KbBkofiJihCgjbN8v3ZYUYERk5lTVq
sh6HjVjyiq/I3EVpE5OybI/WxAgzObqkvGc42F2Q9AhE57OVxWpuXTk48ZPJh246T3PFqgMtWSGq
jZjyptrPRbl4JeytH31pDLzJ58YWBg72yiS4npt+WN8hzyqA95kRkIuFL9jLx91SK4OV7Q+PflAG
GSoV3hEUAdhIaASibt4ZMsXvsB5Mu2GlLsFfQ71uuTJ06poPRiCA5eOIHNvJc3zSvcqasSZt+nz0
Hxx/FfO1dRGVXOc9dMpuKRJQ/tewe7qWKgi6L1GnWLxbvKJ1kzAE3fMVNrICm3WxRL5JcxIvVCZQ
egJ4NVk9AK7uZ3DzuAcCniH3iIkVN4eJBKGE8Jy7dCcmkY7iRAYGbN2yHF/dKKjKa3/NO2DYcrfp
dqBNd/wbdO3FpE+gQbQaVB86KzMomZoxAyhHigTJ42j62BmhHMjzrZrunRZR45PbigGuO4F/l3oj
kzVaIeFniusJaZImAbpfq4mDksbzj0D6RfChI+10uwpV/vmj8S1TuCuS660pKmrSMZKy2bRBQIfU
hx6KbvgwCltmcHpbdsxDkGgB+tdexKmg1dWndVmx5ZBrwMITdCkULErBA+AqsHrnAtVUFOL64kDm
JVhhmrUMd7CTPWrFA7YwjnST13C0K651OohuarNwmbzhNa6ipnXgInmhDqBYCi6XL7IRLbqJGtRn
tEpmge0wTJx2ZFviS98u+8ajAX0EY7HQV5c5t0jceBXWYVJ7S9Cfo7hql/cO7oY5vPR00E/ZhUsZ
fvdM1zm8ni6BwjF3+mbBHgO0JuiNbF4UZys8BZ9snALizojJEJrHCVLKEZxyVwnWfaosTDZgSDYW
7uuoZ2fIJlCrwi/EMkfaHFop/XhQrJ/oOSrrucCOSOv1c1Mi6fpc16ZvsrAIO8fg6cqggxIwGavb
EF4NtgafxWGUSZj24bWUYWQo1x4DV7CJw4k+eEhDVBAfQZpTf2QgE20epTP1zk1fIK99O1/8cXS0
W9r6STwPYNVF05Yc230pkN7HJAllkI0x/DuygYrfNBzRf1ZEJlmRKu/h0FdjXMUpAF6aHo1EwvwK
TgQlV80Uhuq+a+tmPMRFYPq9M0Gp+xlVl9xNUDAiaCnphTPxNvaNc9W7YKC5dSY1VU/OClW8hMEB
6DZ2EnS8rpRGm4WI3Hh+WFugrxLqKuSyq6DtQHAyFo7+RImS+UNgVJn4Hdj163k9OCvEo0fES33Z
7o0sAsvhZtRIVsSLnna271iwG5FMNNu2Iav7iORJFB2qBgWPRLoC5ecNulndkV728BUh/CVx4GTD
6PtTEhBROxxr7kSksiFKKhHoEzLXA7B3yCrHQ1qbdMhkW95C4ItyOywySscyjsKdXia27mS4OG4H
QjHfTAypiwJKXf3EvPoq8kalHiMFTu/XuAgnceUiBRhnbVRO7N4YZKDTtqB1gd44wKFuqq5ryTEv
2q65NxQP5mh92qiDO0HQ5TTjWn3oads1uqmnWBSHpUal7h382SqfE3cithrSuqcC2bkQDGGVm0xY
zNJJwA1BrExR7ogpyxpARy8EuvEHUF66yksYA42h2AhkvNW0j4UZ8WB1XMvxZhnx0FAawkyApLYf
M3sf4LGjtYdFZbO+Q5I4X7IZKzlj6xpfIVYgztF3cobKFnHBneZfqhXU37o1IXLb1PEQXa1tj75f
z7e9/mCqiYHUoJlALZFpSA3bknuGRDFKOT4gP+6g6JwQxG/qWcwh9W96NP0rP7sQjXoI3ZYI0uJ0
XNlcJ0wY06RWjBc9M63IdTTmYbcP0UdqdkMnpyAtZiu7K1+BJQWZIBdlpd6O8ZRVyFV63FGe52Qo
xegqbWnB4F3LQcmYk0BUwcsSQ8P8mK9FvdyBECDUSDGW+bh+DrooKD7KpnfbvRug0W7vIrk1nNCz
PuqHFoTI5bu+i8LlygsdZb/YIarllbWFo5DHWHyawINBchxptAkp5EopQM0GHZ4mVyiTaAvZyv2I
S6jTafX9JgEym6A0GIYXJOBMMwYQ5nU7QyP7nWuaQp1GvXrdIYboGvwC3GEOpD3TFrrkKg7rj8hm
OEFaR9SRCpSbcMQS1WG2iw1y7w2SAzCkl2jGXPwR5oxzkFjH8UYsFjqMAOvL6PIEmURUXnB3jNhZ
xXProNm9iqvP02V//BxPaN5HJ3NU7IeewRVxYe/a+2AcfY21V0Ri0FxShZ5eRNKQKYpLt3LTwI8c
gDuCYsiv/TLWJoMZBRPf3HbV/KrrRS5X/RqL6D2cARIuvB7q6WBtvC7vaSzkfMauXQQ7BXeFC5Ch
DBxSNMUlJyiXGXsu6jQ3cI5ZfFAlcO7XyAcLtFuDfH9FBD80CM4jyCaGkX5B2+RAOdpafLNZiGyQ
nBiH8g7VYK9I5xny5Hc1cHXYF6HwAOZANtOcPcbSZQDFdi7S9vO2y8eh17xCt1nIe4pyaZCgxDdO
r4iXC+SoEJe6+gVB2Vo5nGgUjGsewcpqpEraHr0GHBTp0hTZguZESNN0S0jKD+jvtdPIJwMJlWEr
EHJUdWIGsFebA+LhJfLSMShRsf4JYIv8ezzFWyqSAonHpXLGOOshndim0LdfTkAqDQm2ZyTVkWGm
P2lr/gvkxltprHFQVoVBQDJ0Hw/xvbZ9PqWygFuDVlV4/omLXvMWTshiu5+0ZP4FdOMt+U8NMAqM
hx9lhEIAQIPjYjMgg/KTG/qro7+BukjIh6m4ZBHqoeJjM3qPhsr8FyEcb2Au8MoGIYs8yiw0Bng5
2n01tcEvHvwNbkJ7nu76iUQZMisblAcqnnuIp38NfPIGi5Yvc6UjVpGscB0FEz7niPNg7H/p6G+J
UPxGBqh547kgMgARqGaQtFv7+x8f/C9m6FseFDJ6wsilxnQpY+Z/Vl0lTOIS60PEhPpCcjkB+rkD
/D6Sv6QFhj7A75E0JS1MDIKIKIP2YvQ+HEZ1XXvIBvz4hr6urX+DkHnLiBLXNiCzLcJMUFYir8I6
a5AyxJ9X62nyGMLRwm+60OvItpL1Q71WDx5mWrTLVTWVcE2LcgMpuM/LHEAnlusYO/AfV/cfn5b/
LF77mz+uQ/3jv/D6Uy/tWBWlfvPyHw+9wP//dfnO//3M99/4x/a1v34Rr+rth777Do7753nTF/3y
3YsN3DBtb6fX0d69qqnVX4+PK7x88n/65t9evx7lwcrX33/7hByivhwNNETdb3++tf/8+2/+xdL8
x7fH//PNyw38/tv9S/e308sIxrx/+dLri9K//+b5f4+g/UEZKl9+gJI3rLV5/fOd0A2xTWCqgOs3
uFBbdFBYLH//LQz+zljIPEr9wA99/Pvb31Q//fkWZTgUcnUMCJYATJX/fXHfDc8/h+tv3SRu+qrT
Cge+9K/8czaBqDakDK3+HtR6wziI37KD6DoCT6IJAbBAjZh3ZKm24KuF/lmnaNpbxbYoLm2QUZ/P
zhxtvaHah7WWSII1D23tA+Fp7sEnOHOQ80KAoI8e4YdFKJHbaQOJWuC5wPCfwjsZ9wR1Dt6GeZuC
2qfPyqamCRbMa+uDpsyfgxoNhp5Exj/+EgPjWc1MoH7avYeUrkznhS6cTN79TNydExcShTp/5LPA
ZyL1QRbTvhuep74wHItBpE6YP4jZ/wMz+/96ep+qTwD79F/02/n93ZL4/2gRXPDTf70G+PiyVu23
8//y+T+mv+PTv9MwJiFAKy5xIxRZ/3v+OzFmOcVUDgEZgQ4Eu7z15wKI/u6j+hwzpF0C5oLJF8b0
zwWAysXf48jzvMuyYW6I6Pt/swK+7xjBzGdglMf5w9gPEDSyNxso8ktgsS5GABAijV15LbUetxNC
h/5QrBFU7795Mn8uwG8X3L+eDtoB1MOp/AAo9Lc4ZunE+dQAZsU9BIrR56VtvLXlXV454X0RsnH9
9OPzfe/QXG4PFgaQH9xhRENwP36/KblV18DkDwuWi9vdaZAcPgwVqbc/OctXdcR/2hGgxzC8cRAh
YYRhBn4SQ/ktCwF+5Tle6d0e9+fsvEuzjPPseMqyNM1OCV6fUvydpgnf4af0dMz2fI/PnE54eUhT
vLdLD3hvc8CP+HS235/THd494ct7fDRJ9jhatuU4JA5/+UjW4/v7h+y83+NoHIfjm8vb2T5LnvER
XAJPLr/Bz3ix4TzZJTucF5/FEW+2Zxz+mKY41DN+s9/wzQZHfEpPfL9/4PtNgu9sNptkkyTJ5WMb
fB/HuxwsucIPJ9wJrujucvrtLjk8bg6Xj24Oe75JrpMUP+Oud9seN5/g6rLN7ipJsv0pu1worm2L
b94lLzjqDh89XN/vdveXx4QHdfl2ejoJfjntfYJf/3jIvqLDfzBi7I1zJ+pRhW7t3Z6y8/M+e8BN
bZKXZHdI7n9ypq9xx4/O9GaJaTW2vsbcyNLbp4/ngp/55sN14vKfnOerEvqPzgMj9O0cRJVRlqjK
3GYYoqf93R3GOcHzxpDsjqf0mCQ/YW3xLhf+oxMG358w9zTAKDjhKX1+wGzBOP14jGDnfnKGy/L+
pjFB+TLO5wpnuD1mx8uEzk5f/+Df83OGtXHGXD09n7Ln03ngWDin52eMJb/aYmLt77b77Xa72W6v
+DVm2CE57jCdP1xdfZ2OVzy53mG8sfKwLNLk9phwrM/N4TY5HjH7DrufhG4/nQgX4/jN3YSgrM9r
PK/0KX3AusET+9ms/tp3+qMhuTzQb06xwpIjQwg7lD2fiw2WJZb7+bLg8dju8N+eb/HTZVUXHHd4
+LKTieFf0t1u98Xw2/ufTZGvPbw/uqA3BlhoGtTiMinP+4dzlnzZ7SuebbPLQz9lsHHp/eliJjEw
GIgNhw1MLi/Tc/aQPuzvTulTD9u25U/HjxkOgFs5b/n24WbG40thRe72W8y7zQHzXPLN9UvND/cY
6jT1eXqLCfHM+LvNNSxJlvJdurmFHTqcLgbmx1M1usz1H93nxdH85sE36AcA6yzG9rQ78SfY3Jnj
uj9sM373h2XG7cGIHpP0mOEiNrC7P76C4GuXxY8u4c0etMbWWHN51E8w7yc8hdPFrp3u03OaHPd7
WOvdM1YLjDUsPnaJ7WYzwLxmGZ45tp7dZRdInzA42XO6P59hsDFvzncF5+8xizKMCXaJzQGr8AlW
+8C/2rL99v9wdl7LcSPL1n4iRMCbWwDt6CQaUeYGIY00KHhvn/7/oH3iP2x0HyK4LzSihqKyy2Vl
Za5c6/Tp9PTnFLp/npZ/9NfLpx+R+zK7v0L3hLPDD3164o9//rAb8flH7+EZH8vvj8fn3fPxXw+X
f3x2X7hFRtcN3QNH9evdw8PXh5vj7svp5vj7+ZGbwnvkOvB2u2ff/XnHRXR8vPWfOaLu7ubmDp99
c2TqfWb17zQz8n+Zbi5XLHK3HO+5l+9vvePugaP+9y++PvO/F6fw7N8+fvvGRvR+b6zI+95LlVdX
jB0GhWRxxXBL3vKLvXu497nyOPqu59/855LzNvbBf8R9/+99oMqr+ybpLasvMItNpuP+E+efo7ZY
XW7vyuUUub+Wux53ybk4ufxFvMP+abmVWWgWnq+e+IGT+0BAsOer5WdPp8MDvx+fmTT/xnv8G9gw
rfvl1uREPXByT3/DhePNDQdy2er7ZQ9+2i/uVLhHthDTj7fe+/jj22UZ/eO3eyId//jJ52feX4Dl
dvjfiTA1m3jWVhXLNGmcsOQ1WVE/080AET6pG1Xq/akte48HZbt738r5Kv+PFY3wTyfsU9V1118R
UBOy0YkFUhM7u6Cj47LOAXiRj6z8KHGkD+VXFnsGNIwyLF08XnUeCOeeJlVmy3BGm8Rq7eh7yqbj
XqT9VlPa5dzRmWdYlsXbncrsOoGkdDYQDDkAFqwL9ascVdmpLdGK+ejcYcUxDItHCOH5OmyuKeUK
ym41HDI67ccC5mGgkLWBXij5eBpKlGoQL+/bPH+C/J0/RTYM1ZZt3lGqvAqTHPqnygwZSAhec/VG
lirD75skvpcB+G4M74opXn68c2gpWZ4Iq0tBpfRV0MaEKZRQ3d7J530ZdaXXxFm6Qd12uQsNU3d0
XaUWi37y8pZ8e/8YJVVACXZ4cHxNfOqi2DyaPN/u9EJzPg11YW0EM1f2x1t7a0qqCYgyXQzYq3Pg
/sdMCUDMxb0Zbdi5NoWGqjiKQdMHr+fVFKLZN09RAXLASSvRe3E8x5PfRt38Qwv7asPYtUk0LNN2
IAiUbfAm55PoIARhN0gQuuGkJj6S6eqDAJ7goaoz+eZo6xsO6urgbI30F+cMlOXqKPd6F9htpFau
knYohCFGQyu7asEVPm/xKV0zZcq6ZnGaFd6rq0tBQYeAspFcUWqTU79VU/OhiaGGAqZbbxywJaQ7
d7sM5Y2p1QHrZ6usG4VRGXPxSQgrRPl7ql4tGF3vBj2pXmu7+/b+mb62G9+avJjISBrBGTGRQs48
HaK3PfX8cOM4X7WC7hc4JLKZxnovAvYW9SyJmnY5p/ucFGWMwE+ufagx/a9/4sLSSYAC7TOsNRlj
YCCPKByrcosmo9lmLMw9UhPmRsri2lY30Z0jKaU4lrN+/taOFdVRZaK+Vjua6dlOmtykZhbQeNmI
Fwd/1W4crqs70AbiSsSimfqF5I0Em39kapXbki87pH333dD1Xyp9iruPbwZL1mXyxrhcdU1/aBqy
CAcDlyECyUIoiUyunipbCl6r1++yTiR1HN3WHNNcLpKVxxWSTR3LyGu3gurVbXINkbJZxDv6t8JD
PhSaW5oGYpcJdLlGC5Kk6vPOnWX9Y8yX//kgmm7KKpjP5U/Ltn3z9IAlnodlzy2j5Gg+PuaNLpqT
0BCi21jBv4oI5ycbWiqTWEelEQqA6eqY0XxlC2UsAFBHIrlBQq7fV+CFXoq+vg9NabwBqlfs6oT2
Cg37gH4S4bEGrQJot5ukaiMUuvQ0DpcrJ9Ihiwp2bfV5hon4SOrHyi1le9DcgY5I01VpdtT8QQbM
CASwN5+argXi99E9hmX6aEEJOZT71+HRpCJQD0MIAH2tsL26oAls1iD2et/K1fG9sbLaYoChnTms
cNo863q/C0FQDVUgHTI9hBnzO2J/H+OXWHYP42KBmTjTUi64qW1ryDUiysqla6f2JAeQW6+3W0W8
S+eDFRMcFiIJaLaulUPzQg2SxgKckoSO+VTQBrLTkiY+yF0a/2qjet5/fB7ZssB5sQV5xuKa3pyQ
gC76KDW4kUwg+hRTKhsMUCCHnm1nzb0KU0rrjyFR4MYuubZ+b+2u4gmzQ9ixKsD8p1le3wKzK040
0s73cSfR8mobNFElsbLh/q5N7hJtytoSwNNecz7YsbSzKq1zJjdSjG+tRNP3Dh3H+ADaUKYADxT4
6/vTu/yL527BWQoSmsYTiGtxHQsChBlyownBGgXQ5plApH0EontXysePh52E0kQwpkbhkI7A1YlI
9HlOBlMv3WnooLFI0LAcW+PjwbRj6AihU3ux1aVocz6F+dTQNKROpStZ5YDKip65AMMe5SoxXETH
N3bnZVhxbm3ZRW925xCqZjOCInXliN4oD7rKxPQCtZ6njZ1hX64TFMuWvOwOnbLS8v03hjjHUSrE
DHN7Lzc3wpbgMMgz+abIDHtXWmb/Mg6SBCicNNIWtcyVo+DIS7WK+JoH+ZpnyqJfYk5abv+ZBo7n
tDLUT4oMwLEEFXwqanOG/0gExsaIr+xMh7wLN4Rqmeyb1QXBm4QuVGUgFFWCzi01J3VLsMQQYfTS
x3218/etrBD9QiiwfJQ3k4uCAJigsCSgEkV/a3ZVd8q0FqCn7qiQu1itcFOUMzY8zJUlJcVB3oFA
hN7kv1WON1ZraB7mtsWqhlZCCAYUAoohKpobo9C6h1EvYjdHUZpWVtoQ3j/1F9t2uXQXAQd0F7ky
/mZ+35g2giEvqwqPEsZ26apyru3JxfQbVKsXK4gVrldneZMRbq19Sx2MWj3QdgNsr0XZseni2eeJ
mx610so/RLDG5bfYIjTlBYissbPWPUr0SI+MEkgg6nHAt6tOmn+Ajk+3uJCujgl8GEtGZsBcO7Fo
jkt7kMGoGkoy+U056bfwS2SnauyaDd9yzZTF/gdAu1y0a+71dghyMNTgfYwqbFzSHpJPE813UcjT
RnB4bTsQC3EEFAPwoLVyLlVm09ehgqqtdTna1RKxrhhEtfvwpluuGa5GJg+q8dUztglBqcEmjwsz
6DGVTVq3ocXZEri9MmsE1Es+Dxs2BBTnZ3lSwlKNG3oNBoO+3xJHtStGO34MqnD+/v6ArprCXaD/
jJMihj03ZalZJaQwoVmg6oJ9m9BckGgghUmJbNRiriyQRj70/1tavv/mvObFVAXzRIuGY/avtpVr
u1wNyo39ttyMZ6GAQ9DBixL/h9+lxH9uRGnHKisUqaAppJDvqnisnrMFme+Ehj67NLCPh/fn76+U
2oVFRQVApOsKVlcRwVylcYqCTeHS3MsEVorwR7QYvAAKkhRlrkAc87EPd3SMOtAhVeq/6I3fNEZe
7gUUSU/vf5xrk8xCmgYIBxmRyNX4wzzNOjtYulScfvalUoqBAeV/Pm6EDnlVtwxen+QizifZrIYZ
CnsDEihanCJvGmKzhenCKc2NO+3aaloOKC1NdfAfa/EhdIBzWQPa7eYxnFSx0ExXHqS9YvTHvJWm
DWvX5s4GKeHYlm5aHPPzYXVjY45ZX5RgIY3gFlxwdSrxov7HJ88m4UGHAfeWuX65WSmNg1OIR4yb
rL4rOpHtRrqiNtKxV8bCtPGIwiMuyZzl2L85bEmODI8TgXelkU08pIOjQwRgiI+misD/yGQgcBu8
bew1vSZtQ7T1LXs/ibTsHkor1S+D3N69P2OXmY7FDPggw6KWwsttGeybwWToSRhyZsHo0gURKk22
tleq9KYY6AOlJenBHoynUpIDOnKt4JZ8941Je8XG/XIRQPIhFEPRKBOQbbHXgcBcyagqAIVzZ7NX
lR0Sc03+mQ4lub8zugHGrXFw0uhU9466laa9cgx4DYDFAsBoEGatFlMqFjapzCncKYu1BH4olLiG
MrrT6Jnyuibgv+/P+LXdsyCkWFIN5NL61u5U1GpmGS+iCxG5Q6PVeyubt07C8rHPPafCkpIhYwcZ
JmjL82Ul5xyOtcWymiIKvdS2itOUz9ZJDxyxsYUuZxBTtkaYyPtDldcPKnylubRgIKqXGJHkT0W6
NC2AHflCa4/xWwzZEGyc88Xvr0fHyVsyjbgvfY3sFElljGGlFW6ZZ5KvO5XxWnXD/KvqrNRHhkz9
RRpkvC2FVhzpSGo2FGMut6uikUBReekQSeLVzic3yys57AeI+mQ0TP3UtH6ntfXDyElQVU4O5YG+
FVVebprFIo9WqmlkWdd8tc0QxZG6gN9zSeXRWnUdDeV9vrGSy6ZYTSs8FTAOG+xP7p7VplHjFhRc
0RZuHUv17Nnw23+r5gmCz7oM9M9V0s+0StuCnJGVpvDDvX8yruxZAzkLnrA69TtedefTWs+lleSU
t10pDaq9ESb0YTuBIl5gawRB+76xK46PUglPZctUyKPwJji3pqlSog+tzME3m8/4xeQFjovE7/U6
VXy9EcYzKqw8lcdggPUCgWi0ICR4Fr6IWs+31KWuzDz1WDCaNuH1Aho9/zBw6bT1XA04+wryGPLn
7S/43iQ/l0fHTacguW/sV6UKxYevMiaBMjqZM/CaVBnP7cqZkxpVyU42Jj0tvDYMtPng9Aot6+9P
97W15eEFBlXjOams6dczVBMDkKcLG0IXfOmnWIMwSHGC2zbSuy0G+WvGQH5TIiDJw6/VbLa6qkK5
AEflTGb9plSK7mGAJcXv4al9eX9cV5yfuZhAPYGwhjzE+QQqtC1PyIMRE8ZW8DtGJ/KL3Vr9IcnT
9EhBc0um88rQyNGDOjbICNhABc7t0bsaZd1U4Nchd/QlQQETHg0q6vzMx5fMpuTMlcjQyBav9kZk
0tnTtHEBt6dehy7t03S0GXOunRQVki7//Ym84lPhXmJgeDlIB9eCzfGI6krYSRDMZVnsBYVoYleq
KPxB1dmov9up7uVDxV2z8XK6ZnfpU8DiXzDJaq9A3aGkqmZhd8jJ4IxdpD+oE4XGOo/El6HQizu7
F9JGcHdlGQEoEAJYBF98sXz/TdTVW72etRLsoGzTyQ9yTnmZVIVnWY25kcq5skPp7wc4ACOtJgNK
Pzc1a0MHNxBEGUEzz7BbzOphMnv7CKdf7A95KG0kWq4NjWf1Uj4hX8xj8dxeNVhhNdLbQIlTN0+q
NEODFRrF02x/UKFoyenQPaJp1Bos4PRckOemdLQ24fcNcpfOxPRBr0kfxboh9u/vzGWfr25F4kIA
4Co8hYRSKytyBj0AtIPQp8VQgVWBbN8KSQwfzoUxFpOMBKZkQ7XU87E0gtIbfdJYSQ1YqUCip9NR
hxu88ifDlqvD+4O6tivIUC3vGIIK3V4PSobXq6Pzhw3YPkOb+JgV1QCbBNGLVUF38nFr5PgWCBVp
Yt5154Mr8yY2tZLDXU9VeJNHtbZvEjiX5HEsb+dh7jZGd2XJ8Mhkoh0UCSmdrrxkYqlwNNAU4A59
WVKXFbLa+2GhwFX3/sCubHZMLIkxcrQ6DITnAxtLnY7/iHM89nRXoifrdL6VFDYtPlFQP79v7Mqa
MYmUJgEpOFA+rYwFozLmbWjn0KDB3+bzcap/8hreDDdYJLfI/Ovi496RG5tsKTEJ1eH1tT3T0D+K
Uc1dOAkDRNBDmvuhc2k6Q9rpQQ25yqgM/vvDvDanBNXGkoJe8kzLNLzxjaKNpTKTaMu3mvRGpZq4
SzMNgltd3Uqwb1la7oY3lqBA6mBXYELhrYz6E666TXf5lPQQsSQlS/n+wK5cNY61FEaX2IQ7ZTWw
rIWATDSosbd0M0NzbUifZzNw/ApO0J00OtONVUXB1//CKNQKfyFIvJZWRuvMGeA20qD7g/jSjYCC
fMkm84sw83ovm5W2h/BC37B55XmG4yeqBp8KbGEt6tXYc9HEWp27vJQUNxT5DdSL6dcpEPE/RaZl
P4xMrn0DeoKTOozZxpm8jKWXqhAulIiavqv14YeB1xo11OTdzhrhEFVz6DNEHf6Ugqq7n20pgLSg
au7hHti4+Zbzd35RLNuVk0IcTUJhfR3lre5ELflJN1ABDlHSgMdNi9XH9xf00gvw6oThA9Qrdx/h
2fmm7a28iyJ4WV0CavEjnEUv/JaOvXyvB2Pxo+2M8Of7Fi8ndHnnklKzTO5ARLvPLYo2k4RcE0Fk
LZ3GbhXlxmenmyGdrimr7A34J+B5CuGvCcoADcuPW/8bxSODaS1x9rn1XirkCCIrHtslNJu+JXEw
yd0XiAM60HspbpQH8+CXo1wmR5LFyp/37V86CVpH2cjckuQayJSe2zepSBAm4yTUMdFO/PqZlPpA
66ht7z9siRQpmSFKOX8T7OeWeDuozpxyS+ZoNOd+Dr/J5DoJNf292RuT2JjYy1OqsY9s/DpxGo5h
NbFNLCXxCMG0a6pp9ZsLxE+GOPGVJCADR+f9Icym6ns5WOWB/mz99f3BXh4WrJNKB/AsWwoJsdVg
O9OEdgXrIMfiW6U0ZdeIc/XDR3KxQqsxgS+3s7kKBDghNijtgQhxkJybeNIfenuUTv/FUOhZ5tQv
zc7OaigNWD8JVBoTOczlZ0DpwUQRWu63sGBXTj7JbZVUJb3MBNerKIr6qZENKKHCIqobvlPR6ugo
WXgC7zfe2HYrfTgkBTIkL8UOi07SC0RYE8KRA71T7kpSrO3S3k4fDPJeuywc9c/vT+G1vQjycmn9
JmEJLv18N2RxJPPemrjzraE5yXGleyQTEGaYhvRUNrV8U1FvfzTquPxOH1y5cRSueDjCOKaUrBOA
+DU22EiTHugHwXcwhpAGVWQUP+soHJDHHK36RYUVkS5wPape9Cic6o3BX8YFRFi0sFLsIQNurhFT
Bcp3qkH6BW71Qv7OYkQmnIkcRq8TYdoAdUySp1Aajf/C4WAYfAGLjNtZ5/7bKGqqsOcRMCnQ6kp8
whN0ZeKbYnXJRuy6Ou6cPAdEj2LxAMCHE9mdL3DQizyDVgxe16ExfMVOmwP8//GGB10n9f7HDDI0
ZBE59Ou3GqQIEFJpWuTH1ChaJ+38Ppxhe5UhV67MRn6gnpjfJJr0ORjhjqqodj4GkJZvrOhqO198
jJVH0Et5aAluIx+1NWi7DQtST00eDgUEwzAhzbsCbmeX00ziDTDj7v3DtLqx/loH4AdiRSGTSgbn
fK7rIiqi2OqQ2QvD7gamuGkHsxP8qlG/VWa4tqxvTS0T8TaCnjUL/ZQ+8jvHiXYtHPa+OjbFxrKu
HN/fATlLYtgmmuPhs3z/jRWpF4kholj4QVTDLySDgg28ZiqT+qRNsSM/W2UbfDCaW4yCpOc00mMu
E84up/aNUW2C5cQonNBHiSq8N4A3+UvmaiNYvTI0i3yeShsE/TjWOlTuaBYJJBJMvgOJXnYLQ5WW
HFstQ0yAdv2GHiCrxOO/v0FWDufv0ChdLkgtbPMYOR9aEVgBtK565GejHMPPGpdozHjW3KCU4iZI
vzhea4t+OIRdRbX9feMXW4Z6PnsftAJge3zt6kqu+9aCvTbXPaNqw6NcB5NnAnzdsLLy6LpJFl1W
CaMo06Irsob7dGlEA0uhwkMeQcbtTVD4fYor6I0lc5R2zcRtneVlvtfUOdw4/BfHD9NQoSx4OJVy
CiQmZxvHiQs5SNBY8BS5EMpn1YCC+DVqIcbWXTAuTbtRjbpmj3PBnU8sB1x9dQbFrKdqIJWqNyV6
D83tbPvQPqQeOka1//7aXTFF7t4hhQ/AiXO4GlpJRxcUqo6C5kkvdlC0zv7IvYxLq+qNBbxwoQoB
FUQZhNyOZXA5nc9inJiVAr06o2rk4haiy/IgBXPmqRCkPLU9Nf5g6GIvzkbtbtCMYWMRL87lYp7S
CEEdyB126rl5VXIcYmChIkAe2gdpblVXN2sS07KkER8U8uP7M3t5KjQiLKaVzUO8uFZZK8MxCeIA
t6amiX5M0ryHAky0G5N6OaozK+rq7CUQ9UhVogUIV8gWBLfQwqYjyDtFOI/wyW0pVF4zR3Z2AWfT
SMH4zifRyMmdRkh2+TgxOY/3pV5PkUAOCgGLDs0bfVJh6GzTSN9/fDY1g+rIwjJE4nt9JEg1guFX
JQ9RefO7SChjFs0H4UAsEmwngKLJ6FAB+kt+9PaCgBsvFaYt697EcL47cpH7VDHKjQzc5cagAQLp
8qUtwyIWX81hDK1AOMRO7KswqbuGHRU7KUL66KMThpUlR0RJlMTUOjXVFNogSluK/VJXicxoed1H
crO1Hy7dh4lL5IlLiyYVV3P5/psrlVQ9jOWQ0/pSPxWuEDLX26DExzGgWP/+gC6uuAXRREyl8Xih
WWh9xdXF0mUbRYlf0Sr2z5x02QuM2dW+io3Rb+xCuglJom7cq9fGBxJCo34LLIDW1/Px1TMTHFbM
YhyJipIxUPZGzS13lJRh4yRfM8WJ4n7hvUJeZLUtjFRAjW2xLQaULT6VosjQb7OV7zoAww8fpqV7
DwwSGfUlrbec8jerJs9VhLCPnfjlMBcHp0n/rTVzC3pwuV7sB8oR4P6Xa3Ptb9EigTmIzlY2oDV9
6Yp59mdJF3f0vTb3sijT+3xGNWtjwS4P17nVlZ8IzKmgZSuIfE1BagyK9vZQQAV7fH8vXsYiFDXJ
oHFt0oJOffN8Ao1xipJK4lEi2V30OUu62Z2Q0vIyvVRvIZcPMjcaAu2oizb4+b7pawPkEuNlqxID
AbQ+Nz3OTSlJ48h7yDRH3+wQqEtapAn+Cysktanuk+2ljezcihF3wG0DRDsste/3WgnjtFIpW3nd
yy3PmwZHqC3MWdTiVo+qwpKzXGlF7Msd4s2HYigXIl60BLJjlaltu+ESLy8vzNGQAoEWryhek+eD
6sNcr6pZj/1grvRDmFTzY25EqR/XS64KtTVnY5tcOQJk/ZwFjULEcbFWotV1NLOG2Lctoo22VahZ
WVJhH3moILsCrvyut5om272/eFemFX8M6AarJnfmavFaaQm+qh7ZFy6fvZHH8ymIOlK6BY/5rab5
K5NK8G9SkuPg8apaTaqzSJY6aKT5TduGBe1nhH4e6AMbbSnTacQx0Yso2zjlV0bIM440FhccNGEL
4eBbB6Zbw9A0XZf5yGgoHrml4MUcEDCbtaL/5/3JvHLeKFxxzEkUU85dI6jazqIKAK2vD47e8nql
N7x0dn7/N0bIRJPnoBVs/RyWlTIEz9dmPgDoYSdyWfbzwZk3btCLWSN9wjVG3Y+czQJ0PZ+1kccb
xcW48Oktrx5T0u5o8kB0LibF/Pr+gC4cJPvdWApiRIm086zRbXmd1wu4eiEQN7SXAGRWcEL0lCZX
H30F2fG5uQckQvShrJIfMVTn2sYWoYR6sXS8n4BKEiAvSBCa6c/Hy3MuoekzqXaTISf0gUszWjnp
5z6dmzBBJFFvshm++mxGMI7+ySZOXdnOZDPxFEp3QbVzIlnJlOc50ybxM0rAYuinIbVL6VVYORmK
r8GUxHl8tKS+kX7ncL8HtidFcgBvdZT0eRLv5CGU0W4TE5Ilst/2lHvjQ+vEtfbSj6UjFR4CGsPy
98Vcad8rS2Ttv0orl8PXWZ1N7aHOrDr7XSU6FNdqN0XKLkbuuIrdWGnj7AY9yuhGtmIzpjgW99M3
VCRbCuR5F9axtVf1KO+8SUn6AeUH8Ec12qgLW0KsidR+Jb2j6rcmvZTyb6eh9+lLwoNQi92Ctigl
95iZzPIXHu4u58Mj/HFT1nGGeKK6UGmiBWjSLlm0SJz6GUXyxIun1qm/jLpWx5/g15S0Y+o46K76
jKUwvlfp1Gmzr1XDaBnHupqRt9m1PYKXrZfKqaNbx1o00nBoM6BWCJqNVKt3yhQtcgQZapmZO01l
IPuFCLTpqehgJf+dlrmJynALU+DXquE52/tpXZTSA3jZInhoIwep4KpTmoiHCkLKfmaCLPmmdIjo
0Io15/n8XJolmFYnhDoCtUW5ar3OMtL4sVl4aCDo1KTO+WoEk9X8KLs6FZ1HkinvnpsiJunq9nmc
1sgMwFSvHIWmtuOTGY1twisiRHOPemUsLzpOqVp381dztNLwS2TYfSXtYRAY+vSUdn0nHi3Rlf0i
xUTU9jgMVpEOyMuEwxR7S1WWGDuazLH4Wlt07PPuykunfZ0nDdp8KEiNWXq0Gy1M/9G5sdXQyyTJ
Dht/HupYtan4I6nwXJhCNv6o86yHCFWqTSVkT4S9FQsvsvtaaTxEHSB+9aGrHyAobTnIzkscTBmY
9a407fkwhWhEfrfhu48TF7yEgN+8SDtr+IGv7FXZbTs9mT9XnQ0M8iA1DlJNrhrntREiINFqXe1G
9qwGf5o6Vw22cmA2tC1I06TI32x9mht61vVxrnsPDb1q+l4KZ1ZuBrXU5y86YnThs+YEbf5Cd+uY
+oaD4p1HW8SMKLPcBjniO9Ek32dQOtHwTzJ+fk0l0COtD/k0xuuhsmDLj039tY3tbt4jFYsH8oDd
NUL2aSVSQulYTSmVVzev9Gn6nusZB3WfyRM0Da6VyDMQkTyW8lq+1Woomh1vKYE7si9aSTQ9vPc2
aUB3VhNqAbedRCen4yl91s2/DSFRxfID0YACQkpxkgt9D0Qot+mYUxDVUNC2nfPhOwhLKQ5dusoD
NAbUUAKlCs8PsGR3Kuww+Wkgb1RGnoUStPxkihLyBLp2psCBN78FIoOay1Aa3T9ZPKEMhXBY6NSd
t+AhmubGUtJKbx8QGTDS+lS3qSi7Qz3SGoxiCo8Cy/RLzQyMu1yLzQxJAzsSuTihjNmhMZEqTlu6
CD3UhqfqklQmXtTBQ64ip5Xhvr4gaDR13VMOp3vi7JrcsQblSw3jNGec9jNDi5eapGTdj+08jrc2
oKFG3SEYpEMU7UydsmsaBCtk35GQ7/ycxdVUHSv4PJDbUrK2gNTeQWfH+W1nKjWPPfJ65r9tGQ3W
rSInjfwDHeemeMksOvJB/QFWAnhII2nxW9XwyS4K4VrhoaXa97eyCXPhy8QDuXuV26JOD2kamupt
g1QQcsCNIf+y2gyCI8SJy1MdzOlhMAIFkoihChXXDIfw3gxU8cmh82Cvpk7yibpaSb0ns5zGeLEj
JF93pJvqUXUpehfik1n2A827pVbp0jdVI/f9D2OKtG+tGTekBTpJQqwGrdDIV0TSTR44hFQ7ALeW
01vkJgLDNwfCdC+JHbX6pnWqLcmulKE8cCehQ5c+qUmUVncKN3DwudIht7/D35XfZl2ZxGuYO1Xw
jzVHdvYYJ6gPPrYVcuLfwAJVxb4pJDRchFL204FYdWrdfoSvW9+hbBD8KZxGqT8DW42y/RhGo/OL
LVuw5wIFuMtjbap5/tsJ0HGksRBZ1BJlx77W/qAKSnbalYpaZVezR+Tx0dAyylNSPrXmcz7N1Xwj
pBhSfsCpQZq8BqHdyvlRHxqzQZXKqMNROY48FAIklQY7rv/t7WmQ//SJXuUDSoGK3kle00q6+kut
xxG9N5EjLTP7dGj0aNnAhBSGyF06AklCdyjEgkqthVahIG9OSN/9sbpMltNFWKGhW1aEauv8rJDd
Kl+tSM8iIgYkqge0ALlWTNVL0LNHnLBTuqzNcaT2WB9se5FJTKh7VPeRZAyIzgUCyiC7GPHnQA+a
7nsGLrR26aGKOlyjkiheAg4EjKVSoEpsjEUErEhOIt1+HUMKp68BAi+/w7yMbbKVaZ+QDS6VV0Ui
Y+Zp7EXNs6qwzv5BTcF+AuDFje1kshgfzXxAb5TzFaDEoyEyjfepvtkKhV8u2D753gDqeUqnIv5t
RkabHcti1B7LYTAfaTwN27/Xwne0s5CxUpXGvMmHSnTPRAo2KWlhONmhmiG3OEBoErQ72Qr00dMK
pzaOcyMDawHum70WisViTbN0qutJVpAZD4TsihLGAw8gHnQERpWm8T42jeCO182UuWWWzj8Rh42c
U9mqlb4rRTMAwW7bbFdXSoK4wqIUo8t5eODxAWtIOSXIOCbggoRfZnkhez2gcb+metEdBq637xpY
zNSrAu4Yz0h6FiWaUpiBelCtrTfVQ5ecmqi3JlfvbbBjsMU5IQxC6MD5Eboh400I7cXkxnFuHZOs
bkcoawZb8WVk9hAcWEx56N4nYD4UhG68WilMyddGdVQA2YXiCXenfm20AhbyRVHrix5b4RcjHIN/
BZWdR6WG/oQZkSR5L6KCOpJs1ch60hvuDK4DSbnjQhxTmnclCiHJY1HMeXNQ9SYuT2NBj86+01p1
/ILqe1v5emVJkRsbzUAZqGBrmo2T6btgsuXCi/mZT8s6kAmfkqL3kMpWVY8YBbV0HcnADlzilHGJ
xFbWu2beqT+dwchuQ62YRx9kc8QY5LHVDpE0V3SVz1H8o2BpIi8aUmmv0flt8GlzIEWGUebA/rJE
9XjsZPtYT/mSNCwxeJjYuXA1RFVe6ySOg6MeBoPqoi0H4NNES7fwHCVFwDc1bbG31BhOG6fpzHav
FY1MSd+ZE8ctZmTFPdGD7HUlQxFI/UKXYOzmLiufBqvJjOcsCWOEc00pbt1stBatGlGN470BRTut
1qHmhAjiDZbiF6xn+VDNSNYWYZwZp0JLR+RfRkknurTQuHc1OoN6dAlanFkzR3q6z7Ne+qQCrSp+
IZA8IeGIz0SpcuxCX4QV/6yWWItIutMT8ZkIl4UgxXPr1kljSz8Q49qL/JWTJ3+SWRuHP2gXN9+y
tOQ+QTst0nwk55x6386hzFiUJveIlnQYuQfgHjfBWBuvqjE19k0e0AfgCa0Pn2YrzGW3BHl/O/YB
wWU/DAR5/Vw6qm8WeoiEMp3I0C6KMfqMxK/6o9EdcRelBVrorayFLc7QiSMvD3oc4zAr+pcaFfof
aJ8Fjiv1eqQ8qd2inGgAcci+JXXVkxtLmrbLHziWUPWDh+fmMwOUaj8L4tqXuZOgdpELFQ1Fxegc
r4D5m4A/QZjcD0Nha0eWyuj3cyeGhq2aO0897SbxLhjRwXUR++nFMRqkytwnQHUSt6eNydoHbUA6
eJaCDIHWYlS+6YO0AKLo5oyRF5ubnaP1oEGDUQSHWe1leIiMMMwOEvE0YoexNrilbSWR14QdvovK
hpVk7kCLZHas6Xf9TO5NTX3qR71yqqxWoUNM4s3C+TIjqT9AcD7Gx1xHefGWWIVXW8KyxND7Ofw7
ctwZjd+MOu3wNLCIr5T1sz+qMoe/RVkMv6F/ET+HMEnvcgNs3l7jlf55jrvkJQ+kFJFJNtS3TkMJ
6CAnWv5SowiFz8yUWdtbo5kSFMiBI/n/j6/zaI6bx9bwL0IVA5i2ZHcrR8uSpQ1LkmXmDIIAf/19
ela3ZjHrGX92d5PAOW8MGCj8i9A1bnPlt93yAs8eFHvGvs/2tqvef57x2NkjDqTxUOZ1yF0guLUy
ZLzkY+WtjCuGwZ4FVbd++AgrTzjFjpkpOaHRd+aTiObI/K7pim+ulGwYh5V2ouPeau4h6t57Xx1H
8uqqNBSifK8LnPMpojWne6lXuy103k65f8FRPNwhosix+Po7lebRmoSppO+ZLkqnSP45s2f+OUok
/xYZsNnqOp9stjprAGkZL9xnCOzaij2k8455wHqO7uUcGEkt8PS5bRtOl6L0Oyrok93/hixhB1IJ
VYK7EvPvOI+GLyoUhX/t406/cJ0wpqo9jOeJLA5Q4BPOlWbM6iBHe1KWk/uqh1zzugx78RH243Yf
7jL/pAxLPK2+tz4lItmai5GJB/mkCnAVRx2k07Gq6+m00XhfHRPX0BNZrpW926bWOKdWbuYrIpK0
SQNh1XdNzWxH0kvvh4ecorSL1pm1A3BT7J+LIym5hNzpzaVuFv9r2yTVtQlt7Z8jh8d+jKi4vfNq
z/nnrd12rwU4+MmflvBTF239UgakZGBpbJdrCq4ZkQLIFJ1aND76krL3yB6mrer+mckRX/1iakqK
d2t/VYMilmUZ9rZ8qKtJQpt2uv9x22W22WaTpjlaIdsW5Wa73ojOjDMLgp3+FaHMP6w/Fk/0qi+P
YVuqd2r1KM/TfGvf0aTmG9NNLrN+z2+eksFi3KxtBHNg25Zn265ckC040rZ0EZTlep/MrOFpbRrF
VmXL85oQB9Wj63WmP41OFYDIuyQanfRi9UqlVxVEFzCX7nuomiAkn2QRD3IOeN09bJcRQBU7/MFg
a59TGdHMxuPoQbxPi7DJcfMNFo7GmOF6h/OVp81jsT96k4L2VFKpi6jmu04T1SlqHFdvLdJ1iXjI
KISVD/kUl68oL9qXzVvBgVj81iX1x2RyKHgdOEO6MDbPTVsEP3pI2rttqRYa+UrhyyPF86o5zaaL
VdasZ0bFyd3iyp2iVp2MSZIX7vShOmiaTW5qHN7qah7a8GPQvrgztdiDkxuX5VvBwLpSvTgnz2WS
05rC14vHAIwlyDNbTtMxdk3UXE6u7OuMnkf5N558gwioz9sbOqD3V7mto8rmYAl7Io8sBZSWX+ai
g4rcTlqX+5+8MNbccloE3SnxGu/YyVht2YRkgnF2LFjucj48345N7B+Wbv8loOSQAm2MvmmlpsBL
C8EMcPAa6/yj3ru7we53PsJBr8LTrCsK5nHRqMeI+jnCe8l24AvYtzDbsWU9kOvmG2r2drqMdCzC
6VgwtgeUf0rnKtAbHzPBBEEWJA3dUcr7LL9h+PLfziiXN4mc/gOawN4U7VqbTFFk+hZvevgLEtg+
zuvYfdXB7l8NfMz53ITI+mtgiUjLQPOPDm5L8iu/X9qYv3e1PFEiV5S0Or6mC1nmE98sZwY4iBcs
zy3hHiz7HqoITs9oetRsqVtKkG/t3oxWBB/aLsFdFNbzZ1s18s2PoNDSRbbqq1lInkpNC/6ZLd0Q
dhx7deul87rEnzDMDMkrNbu3ezCZObV8iXeUeTgV1iqz3o5rwZDiuKt7sHnUDti6JhGmlr3jXSDN
eo+pR+Pf7Y1YQhBuDBdyrHOq//RsWIGwlbL879UwXeSd2O7y+FwMEkLFqnQqvajIlnKI1yNTk+0z
uez1H2T6+aO3hptOO/ajPaPWkKltknq47EMyCVM9htGQFZTN2et4tvOnp618CfdEcnaLvX8aehW/
BYXv2qtzy/jLqOrhWyGxviM+YrCnKqRfNh1IwfjjGIDU1OMGxvxfTe5zq3uugLwkOpMjNoyeTO9E
b6s/ssqhIpavpdZcHdtAK+shpDC8vVZO7d+0C0sys68/rJTVuuJPFQ9E07Ez5CyksSTMaWFque12
Ko3SUbbnBurJCb+E2NriWE4b4Uc1G3HWFk3z0PvsE+BAcMoX7ZTXt/NOUMJFLhL3Kl6a6KfoZH+N
fp0pptWMGK6KzQvIcjQdkCHnW2ZiEVPGHYwI6FsAMeIy8c3fVZBN31urkvCk1OCdglAz0fdUm1aZ
N8/LuzNtyWOIuA+tfU8kSdoEXTtnCfmPN1CZAwW7c1P9Kjp6obNR9V5LKKtm9ooJjqLk2i+6X2tC
uXdGVxkFvUq65lbGhU24ClX1HJPEG6XdeK4k9ePVPfEbjzuTG1bnzlvEO+Ii7O6Y3r3lQKP3ctvi
jtsuG1iil0hsc3lNciSXY8lYXaacReKSsnOjL5xijKLDHMS41IOCQ0YCll3nbrs/LKqdkuNuyubG
9namZnEOLD2Swi4P1RZyq/VRAY3ZrjM9xhFEEU3u1HoH+bh/TolxpgO/YXO7GuW5h2RbeLjbJu/e
lGjGr6RrZZGFTCjfkAz2ro42VR7Ymft7ZaxoHx2iGFTxTJUyBZ9m8BXNPPlaze+ubzvGjmqV673M
vSI8xD1NjV/NLhyaqRvFW0DBO7+Cw6jOZrj4jX9xFgBgca7m5DsMqpnOwHnZt/ctX91fMcThpdVO
yYuz6/XP0G3Jd7fSs32i1bp/JTxdvtHjW8/Z5ovu3am4dVOHjfv3LuqE4KUwGU7uHPKUJuFKJ7ZY
VortzZqP1eUM1r2kHnVs+23Rnpv/dtbiX6FcgBddClJt5gNgU9M4NlRbEVc6mGMc10MDzOF3vxpD
cALx6ZSMp2YuzbuSNWOoF1EmfqQ0tyoOg574q008RcvB2a25Y3imjrq3rZ2yDkSvOuLOp0V8ghP6
FFZTnfjd7mdIwTrT9BTXIo6PHnE9DBvbZGkcroIeZIpaUCcT1uwDl8o4j9kAp/3Ps5FD9C+/Q+Vd
Bsk2fkz5StJpHq2Tn4Exs9bYyF9BekQ4jNeL9ATV4VxIoEOE64ESz2PZZf1OQe5ab82tdsTWH4za
WIWKHdleVhpqZNNyVuN28jxmDBQwBTLgbuzmBoLG9M/1vHoO/3c93Lt+fS4nr3enO+2gvpIq4Cp8
6lpUA1SaryOIW9NF98TS+VGqxnD9iyHerClgiDMeKGvrx0M3ixLAakyKR03fKxuF7RrnQqPa3Q6B
IaETHDqJZx4dT961eb48Q6p07PZUG7vn47v9rIykFXYiX40/XjFNpyJ39Yu3y+Rh7IwytOtO9ePS
F653CMiIeFJ09a1keitS3/tw86Cr3HJlEnAWj4LbNQEyeu3KukDjURfazQY60/e7RjasavSK1rRd
qzUwx3EXhHeKlmLUm2qO3ct5HJVOqTfMX0qeKoWypo1LsAo5FBzGFS9UhVamSA1yLxbRMCgu1sKP
9wPhxCNUZl6rIo0JHs+zcM3Np+xb5VyUbKlXYKr+wxBt4b/ST+TKuVUomy08QFEatO3unJq9aPbD
nHv6ZQtEJ1LXrSwVuhzjESRMFXXZ2I0Ivi3ZWCZGdOHvGzAvetjmfiNDLcjgabeJaX+L7yCJ5t85
EjkHwh8ohDzbbQf1cxVEQLVNu8hsvqAfdSvuptaV7Zcoqx1QUibNSw5DPx67SCQ2E+wHj4mpmZxw
F81l6jjLDs5s2+Yq9z18vcpAy6QByQz9IWJynbMVjq/jl9wHFgAjgzmjE1j+SmaXvdrFdPkM5eMC
YUzuyiC0rk2qmhhOykZqfFwrRt4DmdzNVdeUzBi6EHo66K3UX15unZZ5bxtvKapt3StP5eJl3qX/
hPZ379JA5QkIq9PP87GD7bvbhwAArCwC9fs/JEOa6GT88dbZPIg+V68UT07tMZmn+ifwG67TUZv9
a7NifvBtX/5MAxEeLAd+/jDaPuQIygfvVbeSzF4N+nQZeYP3na8ceXxUnjF40X09rKafP6JeAMzv
uyZxa41p+XagAT/Ia6uDI/ecfIBBW55ZVffx3Bls/yCSFh89zAQXWVKaJW1XV9R3JJbCJxVq0r9G
G5cWvT8d0enoRfPP7JDZwrQe/giCHJ2MZTS+97ytBumdzfJbmI7JulSrc9fW55PGlGX+1HN9qmxT
rr6BHMF9i5A5EmleLW54Z4JdhlAzXftkXMu8y1/ZP3hGhEQbau67ONIcVnMUOs9T3NfTzZJHnoFg
6nRwKKIWmJIY7di7XCdJVFZAwkpwUG5v//ENnQ8rRs0mG4FTX92tBCxtVratNJDAHgXRJMEll6AL
rt3lEOHe3g1PzTlp4JT0nr3l2PN71g/G+zSMxfAvF52UWU+PIquw9ofn2iRUS8OXV8uJCm5CXzxT
uU8zIwj17qh8HhfG/5njIC4hn7CPrDjjjTMzZBeGBPicquW04azDnqSryF5JHIE/cVDXMu3cVXYZ
D4n9o9davBRuPVdQwfP82Tc5aK2mTI6+a6PHx5B40u+Zm+cBpNl9JLN38B4ntPA5kF3XUL9xZohN
3bvzWw7y51zUvl0fO8ddups8VPueTrxe4QkzIvxfLc6hx+e84WO3LMzyflxR/qrUIqoMiW351Tdg
s5goZxZaMTcNNNHYlI8ebtj1OCs9H4t8geI3SPn4fq3HUDG3TvjUuE0z8VUXzAoDatAvp4GYPvYL
R3Fmawphj/FAwaTyHfss7aqXmzEOuXIsnhs3i3RgPsHBI5ktiJAvQqJvy6tKIo8/X3NkYo7j4DP+
DQW4HTE0Xp4B6+5/aqPdd9u0sZtqrxE3mN6HnzDaAJ4JeiZwtYYCflvbSEdp63Rw+EERTVfdIvgv
d7OeGGll1AYZzdfBP3iPALYDFcGZLO7wXPVyYc0iON75BjsBFu851HTWQB96t3bunN+tkJN3FHQW
VtlWtfEZR84h4yN6NusDWXLDc7P59sug5HrnA9HSwrLR9scId0iYyUkv6mIjP/0awMfZ0oFH6BfT
Ut8eCj8XTjbEu/AvqJr1352gr15RqZYfK9jsO3GebnkBT929TnUV/Mz7UBqKsRMHzB9u7mscJnln
knja5mOgE/cb4fi4p15eEwJAG4Vsrpym3d566ruCa6+kj/ugUIPwIGPs/Mf7aCbQwwmeuNKtZcRD
eTMdw0aU43GZK3mzkDYB3WR6+ZP7HUiAO8T5oZy3cDtF1Y6asFoDR7AxDGIp7oqg7vjMMAMiMzyv
9jSsq99mHb/dde8ODlwyhsyfZtzU09jvDLUiX/Igs8DV/jHoA0NbqdP6zs2et3OeEkwUvAvPwAj1
ReypU80C+xw1gpLxJBCCzue59F6Qw5IM4Lgls0E0kOEyKBd0pjjPAWmR5+NDSwV6y+G+9b9o8q4k
tzSNH+nujtGTs4S6OG1CdR/RyHSUVT1gddqKIuA+89rxRU0m+IvnAnymb9YhSmfVY774I0kydO98
a739tpklJeZ+k4M26SKIHtDqjs0h5h7eodrjiUNJBCv2Ok06xKmgwKW9yNspqm88jg+Q53JS7pGu
yuqlbgoqh71gE9VxQJckgfM8YOVRhTut4yvqYbfZm1d8XWGXduRZFPzxeT+EvberlCsSjmPlpvlZ
CNGVBxgf9zrcurwhwzIJr8MmFgZAfzO/Sr7K13HfMRmbOqmGTDScfZkuvZLI4X6YxhOQUPG4lOd8
jnYL3VfhlOsbfg9ev37NEaDYbjTLoZTxIrNCjEgxZB57V0vN+/eJToADUkY9RJfnc9g2jFm8nL03
j6lbATEQboLVndzEhSW2CidFN1Dn+hetIveN2yDKj9KwRKSyscmp10rUt4Hd8jCNjWOqtNAkE2Vt
D6B6Gdsw+BmDqXzrOVJKvoRovRpcRqJDjAZKPu9Nu95a6QzVLdNZeLuNTtRfBLrXVRYEHaIaJgfQ
GtfV7nyg6lYAwOwFD08ZBMO7tisfZPKr4qlj6Xoz7ARYfMRAwMFOt/nvJi5Gi5tyj6IM4B8aAKp3
vhlHxpRTB6beZC0F0Cv2WX++d9dt+BatCKob44XBJe7r9TvUbXB0vHKd7oHu4bwUpkjLoTSF/xLd
VX8t3OpPC/r6KscQ6UQ+kuiT+U3B9KYmRvNDpUf5oJB7oBCDgyVHSVsD5aBlk1mPGHJCN7f5M6oH
DsG1BC3nJlHRnNVNtfBTbBGPvorHXqZ9ucjXBOnRZ9m65tWZonhNO683nz0h0e6hLrV4Yp7YUahM
/OOjuPst5Tq/NmZwkpSz2q3xQKE7QTkmZ4YWW1BD7G5hv7O77YtKKwJggBpIkAfmGqM5Tt3VyM/A
VfK370TrkxQsqOkS6+Xbc4qeeYQlaDzk0JpXHR+QkS5f/ZuKkTTM2kovA5oVcqsJ+/QJptUjIgte
/W684C4svyK5BYp4abv75DxNVXiQIoiqQ84X6GbIciPe1ZznIKs8v0K2TGYY/PmIYCs9n8mYVviB
ZTpTK3Xbx8CdMHLN+ErAVPu3MXoeUOHv7UPfMnkerS5GaC3o3e6Q1Fqak6mhtScTdlNmo0byyXJc
osc954KBG4/Nx9g4zScLAT7uqhP7i+daB9eKmLYXWdj62bPaBTRyN1g4ro9hzNBrwEy3sRoetMqn
+056/u+5Z9N/AnbyZTahvPqwOOvei8F2v5awYcRGAV6jCaty/7UM7IAD31b+vYDmLi+Hvpg+Sz2c
FYjsIE26EeOmLlanb0Sq14T7Qti1hk6CTHwJQ0QtdUnMZbpNvfrRGC4+QlbQgnnD5/30GRKYJuC4
kuMQbpXKpmUvfrvKRUw0wuicWzVK6Ipg2Pieq4746XRdPffJ+Jt56ignG4EuZf2Joo4lxCr916As
7tJyOT/FyyKr4XIfm/7PACHMA520psoEwICTwh2USQroBBS1h015V6qxj7JZejP38MYfOk2lXEvq
PUrA8dYRtr2UXY5waCmMeiqWHIlFfRbap1JupUWPtoo/7Obtgx8AdfPN1+JhnFXxiJ2G8Nzc7eWV
5yow4PksUeKFCwICIpthjQ8RoNoroOL47hSbFxwjpwWX1XPl3qOZ7MMMXwnAFftaCCtdu5HNOGcR
bzB69U92pSLmICafH7xUUMkHXgFcHgWKvT+i9Edz8EvrXG4C+p0zvDCf8RjkLwFTDN9TKNYv199h
+THEV9TMuIFlURdb+ermVZBfE8m6PfQTiTEnXgUONqR53JVDQBcyDKyeCiZ3fwZv6saQq8IO862Q
nC1ppArVHFQrpz0Voc0f8FvoZ+3F6ktLJedLl8yQm76FimdyG3JoSRl8guNtHH/RXFwOPg57sNhq
uHC2CWWPkWK84aMuSBsirywzi+Xqp+L54W8gw/20OF34b5RlGx7FrPvP8/HAlgbnQZY3k8RVlJuO
WEP40vcp3lz8DqVf9NxQIgaeAaO4b2fMBchjwvx+j1oa/XaAOLQI5T7oQ5IPxchIJKvrPehBsMcc
nToABuqP0yRsc98kA5dnN3Wbx+Mz+9dNAOdE5o0ztOxQYfPsKFN/b8MefZTowRFklr7ztuwTS1HQ
krojTYnapvAcPIbF6uSM5aH233gK61uk+N8mX9op8/uRaS+qmM+jPfZIhOxb57L2RvRMZofk5MCu
p/JYx4zsqRZsomkNXYfYKNm8K0Q5ZXwk6Y5uprAX/mePGI7TyucarnvtXJbLxCsB8J88Lt7oP44g
0P0h3/ztffK4NXn45Pbl9dQNpXVThzd6QfuV9slQvW4WugxMagvu8GBvPOGIK8vjirBvJhtqlGzz
UQOLEc6uc80PN6PVaIx4aRJTIGQ7CxCHgMahCz3pigM3799nTKR/Nn8Z7nunMv5l3Y7OqRdGyQsO
16nJIjWoUqKaABKkDgg8odXXTQ//6Z6ZRDR1cRrhKNWXJgk6+IauChdOIA+wl6IUjA5k5UNva7/h
feJHyGd0TCoIIT50fNdsFY1miw88foepDPSgN00Y0S0zo88FlgCt4N4o1VGPUeufaAoC0q5Xf/4z
1N72s/XcQSRywTgfamWnX1HiivYWoW91U3NadFm0nbcqOGb+EchlqiKNmL3+kEMqbnAtQmNH+1Z/
ylJuP3B8/K1zszTJAdyqjR9m2QEI03C4sw+Qfwvr2sfB/IYPbgxuymCofiM6UIqBS48rkplKoBkx
WFmabB5RYF0WQGrLLXba5U4jNF+zGLhrv6QhcazKB7hW472gsNi/GLw0engTyXx5VUWDFeQ4E8EV
XQmo/E9Svrc/pvDNegEnHw+HhK0YjcUqSIdkvwbcLqJdvCdEohHbFYfJfbk2SYkarIwZrofh1wKN
j7DKqZwvgTyiP+xVE+RHxCEJ0ihW0+4gFzRCMN3nF0CulrBCr4/1lMXcKSETdoTSDKYveVHDFD/t
q785kJU7HxOH8nSB0na72/WyA7/tnAwHiJH1uUA0vcIPuc0Ephk3rxXxCP5hHYaZ1B9UgAyZTWfB
ipeAI2d2G5b+GGGIi2RMKYUuRZQNFIPgsYG/JcaxGfcov5zAlitCihhws8HxoAyh4PrwROzYSDYT
UWrxCeS+4W7yPag5iYyczLh5Z13uZ+1BWvmi+MXwuOljSYLqNWEyLgiL0wvBcrzw+G7GIVVhqjub
p43leIdHBPC5IhWcZRrBSYS2a6/dz6DxGvzDPTGapK3qxhw6X8u/5d5zBoqKNppU+B0YbVKjAU5X
DuvnuZ3a3wgT/fHIVm9edVF25ZVg8IbbqEb/KSo8EraMO/JEqrBXLqyh695tDDefU63jX8QFJ4iP
aCvKj22yY+ncfU/dz3HlfZSDFwWHujbO1R4Uw/gwJ8P8tNk+cNBuxCjYh/No3+V+M2fSWVGFMZEL
nNd9uLz1ZcueWxMLyiGPiDM/gIzLJ44DOCQ8Zkhy/b4VAvGbWB85pnad+XWDxnGsSTTapv/cA1Il
Oh2cQd1xNMIToyPK/+DEaC8tyarmgOABehCZz/Ru8ccthwnB23RNb4rzrzB97F84AowvAyZwuUqc
kAZJDhcRH93NZ/0keFz97Qpv2Riom+KVjF39ZMtZc8OMYfE5KWv/FREyu1MzJ81XwiU9H0NeLJiI
qY4nImjqCF2oZeTMeOIhu2UpeG9wMTD4sXo332D0/ecwRtWWukTDv8LigtFsi7J3w7Aln2S/oOaB
MQ4mWIC9RrLsi/hvW3f7V8VuxadyWzRtaxdpmdVVHagznRfozKmi9qMi25XiHnfHbi9B6mA9q7On
Y9EJYtF+2DvEJ47Dj19A210vm/VU6kTeFvAeSFGiMqqL+RiPCbJr7hYqleJC7kUGITvd0zzm2EPk
hM5tUPSUDVTu1g4XzI/N2zRwKjPEIT1avZGjH8Fj943ctH7E16rQGVZeJ44owvNHxflUZoz5Lmta
Nay/PLTiv0e4m5cghEeQ3I633dD6z3Xry/5pqreVqJ2k0vbSi7X5tZTLQgzqPvvEAI2tyi/s4NfP
6+gvIE+bxbRinR20kdmF0NTdi5v4yJYkwmMlB9ZFs0zhfPAUb82xUJXhfEy2ub/qpfFW7LibjBOw
1YDzIfAV/3OJned7rPZRZGStDSQa1K6tv+IB4cQFERk6v9PsOAi6aKp/NujmfiSrAT+1ew5z6Quw
9lyWyMksChjkDcppv7bZ5C85k/5fQqHOMKs1m+QgYAY8YsXx3/GDoPTosAe9T5XhIp+Vm1xM7dbA
suIQ6i4N+s5ndpWRYuPaW5DPB5iDNnef3GxpcSKmjee1LQoTQJJDnmOTYY6MokewaabNAFfATT0j
vztUVEzGkAcr1xPiGv/Vs1P1ZWKUvVnbRky5uP/mKZucOH/sa4nOiMmfIRfatWxOg9+Fv0TnIeRZ
CQ15XISr9myK83VLsb+hZhojZ3hposp+xGvo/gohtJyjm++OOJRJAjlBN1RRZc3cMZq2wu+f3FjF
z7Q3Du+OWAIES8NQeBnnIfAh7XD9LZY00eNrnv1P8uQRfCLH7a5mjFf66JL7rjL+Pc5Ljuf5et+3
AY0IAOrfpamKdw80DUXtZLoKJpZHLPX8TliUgvqsu0TghjgACfxb3ttSHlAk7dDwUTxeoLDnT/po
6wbuPdg3hmMk+enqk5N2LGYV3as6EIajunUDsL+6/jOPTfWS5E3yCG0I4rLl+S7OAJcZ0jgUWFtM
JRn3LSfbJ0MDq4aHyjJVA2aHFGNV/hWWQBWnJZlqebBoIRJ0Xspeyz3syLpwzjdM7UxtdZS6BJZt
UXT4R7eLo4fz3hlwqKz71TIsxZzlqwbbI7/Ju130Ln8XDadYSsBlRQMRa8kpnkfGGcKb538bhr/b
auqUd9CzA19exbgK+KZ5ILNATUWb6t2KPxgQ+Y2NJRI9rnb3xTcRUS0TuksPaIwRLd2awcN40/TJ
k2ryPUhZ1kuGhtx1eSEcT/zeKn//nVd6dRGEn3FmwuDWT1kv/pTtGzhMttNAkZ9zBS2EG5jRY2fH
QiCfZa1OrR+5d9jF5vs4KRAcR27HZF/ISFEWlYyb4aSHnvcWC9W7m2bLTwhFZXHZukvyJPqSFI0k
gbG/8fUGmwEdvhxyjv0FiwV3/ZVXy0Ski6JLWfWzYBdV0O5HltW+xoZYD8OTZ11kAWjGFkw0uQPf
hUduPU6mtONhdowrs3jHAp0ZZ10/tb+J7bits1ufkjJpeKfKJGTSQoC6I58rivrgAglWf00BMHNc
d+HqrBswwDOY2QbJRTJ51TX5Y0l3t+kqfgyqpp0Ovt5bbFoDGrsHLD+Q2is+Bb6Mye/+uk3vLidb
7rk5WANkdSpKBuODy7c4H3YOcWaLGpaKL7YdhQsq5OXP1RQxS0xUXwiEnpohxPKu/rS9oVC9wvfx
PChLwstEDcAdhQjqD5pZCQk5LOHdFMA7Z/5uR6TF8ViTxShzF+UtJ1cqIFLu3dxF8mJAUlHibciy
Dy3+ob9DPtrfQ+vWDxJVunMWDIIdg8ZGLKLD+C/ONcsfuC5YIeghE1cdQNioqHU+mPg2lbGi9Iyg
eo4f3NGf3ItcxvtHITbnDoupdm4wk/l/t8D1z+BMizyTLqHiCmC43OFHnf4Bc4HvouH31xKanYKD
DBEQb1RkaueppPSgyQbp8INpxwle1mWGVp7WEHq3cZbkyopCbRcbv/evnRvcXErQjKsa9ORJ+RoM
iYyz9RZBBLfkgPrknumA66J1lkGn+wKIcRFX0wyA5eEm+AUm2TKCDNpDL9U38VPYDYhhuW6Kh6lF
SZxqvuU3FOr64bzoIcVxWvxgQgzLIz7J/LsZQZAz7Rs2DGniFpkIlSrvSWl5mYuxtBH6rBa4oqsJ
1j2Shie/W8A2kmG9sXwpZa/YfJ1keidnKGwB2fr2u3CnGRVE3gAp4eZuRzTp/fjiDigAOGTRX8iA
zOO0WiglP/AW24/EhrtmjvfRgmxAtQEqHMZGdNKyfZYVXoYMFir8CuI5euIOWvzTkBfw3Dy689FR
xcyIP4/+mJ1PZ3vyasCdY20UMHYQ7wgjy7h7OGtQ7aE0k7ljcumX8LKA0bbHUrrxRLTcJO4Wza15
2QyDfxWDiXhpTMA8K/xgRvdhwQz4d86d/SHELarSDWHFeql28LdHvGc52aYiGvhuShkMR1q8VHS7
q7AdX9kLxKtIAEahgUYHfX5YM+WqbXTf236XDjMg69F3UtRapKxfaBRzF9PUxTihGn+LaA1NoFyS
PuCQ8IHG0NkWgPAIgCr7G3Wppm8jwbp08ke8POmwWrpo/7fj+pz78P+iaulYY7QnPt11CDkDhfwv
c3fr2iCZEP5ACEvvQ6xDnq7NtF5EzWYehWgJe/0/zs6ruXErW9t/Zcr3mIMcTp2ZCzBIolpNqXP3
DUrdlpFzxq//HsgztrhJEZ9Ynpoqu21s7rB2WOsNkuczdU27TuJWuTrfvEj4npvHqxU6vo2MLVWw
Q641HNaqAbaSulCveA4lQJnbaxmUoAa7s9hTo3DcydD922pIgAWfb1x0FXvuPHV2maqjZs76KYet
4xNmGpTuMjf2OHI3leIRSCm2gJuYV0UIrIksmg8zm/p5yIsKjugmzkCbcIkh4V2azbeFXyRyz5/H
48UvEiRWADx7ZZUyHX6usw9TwlxHvqOuuCp9KbkKs/FQC69go22SpjfQ97LHqywjA6D2PtDwkZQD
eBJnYaRECYDnn4WJ4ax6q2hHymLlwA7d6jyJs9Qn3Qp3zgfYkZCNjOvczNfnR0HUhphbmxU+rFnd
FEyMIJNS9HqGzTtIEODA9k89tDTgcdCluBYOxvATo191QUTn1DJEck8xjXkNKoYgfQFAss7jmjo8
dED13gRmwjVXAYvbyMMN6Dnnqsjgbuea+Tb7B1agboI0NucVSPuKsALtHAYi+BfKfQjhQbki/RsW
n1Ods+CGTBCl7fNDe9zRw/aE9TWaEsSUooB4mMk9L9p+vBtp9xY8hgZWvGzWpV2WHxwj8bfnWz5e
2bSM+IyBqLGFH9X8y16IB9WjkSuhzsrGIUne+WBbOXiL/I1aLc/jiUkgywZGBkmcw1ZoOtSckojW
eqXZGTP0zU6VHUX5/qMF3nph3RzHBerbbB9UjykIMpuHzdm64zmpxEqtGk6zhtTwiozjV8g1yvX5
4TuOCR2dDQs3cso96PvOw/ti+KByVdUQcjZ4pVrecIOBiwV9OFwB8ISVXJHOXbBdP9mihhATDHio
CaJ6ocILu0xbYr4IpP6XN5LocppoziRWQXyPWqO9oDNyaoVgnWBDhLCRfxLVxXscIXQqt+zGVct7
xZmKulgXVt1lFyxFLIjQhFd0nVkTxjIETM6NgrGcSqsE69w4YI6GcqGVU+OHXLkCeAoXFDDxhzPW
W+B044BWGhACJtRCZ7qOArXaDORYqeCTCzu/RE4tRkd2QA9wLWM3EyLMzCvDH+15iSid89BnCIOs
Bt+3pE2bcKlZ2ElEkaI50hzNkhlFHdUI0aYkd9qEOzDM40rx08eQgh740BjoylS8s+tstiSWmu7L
+S6e2L44GBAhU9grcXpWD8d08uxJMwCJumgKwOhULO+qHsm3amm0LRPPJguh6Ve6BuBxobsnZhMR
WKrNaDKxuejCRaVTwzywSyK99lr7uwrxOuIsVrprzMrarQ8/enO+qyeiYb6QYc2iKRxJ4tZS904D
xi6hlgU8dG2gbLltJW3JlfzELFoqim6mgkoR0s9Ct5Cr8aNsjjlPjZUB1HtcR1daXSvyVslk0Mhh
JI97BfxvsLChnWyZgwAKG2aB6KUfTqUH7n9ocANzI7vlHQ0Zxlt7NbFBkqRWfrK3A3btoXJ6Cw2f
CBPak7ldIHYNvm3+YS920grKuwXDlIGNi2FXZ3K3QQlWenDIoCzsaCf6iPyfhoEJoTLbhR82VSay
OvVGCjsf7t9aqoCWDUYF8TakgPRQAFP+FivOkl7xiQ46szY8/kEGGRRZmFMI02gwdwRJqCCgI1fA
kaC2eFe+DEvhzYvUAfPh4LKB7Q0imIcdjCCdk0+igx6CQGunAcfUl8aS3ttxKMyOCzImqwaKb6Yo
CSh3Ni4eJT4wEgIC+7iPwfMFUbdwFTvRyqyNx1/snkjoC9tnC18lzQyHYrQFRrRQMgO0TmC+Oay5
RRNyKhqKqoz62eGIDXLQDVzfAVkAGkn3FeI6+TqvpGYpvk50h41ZQc1e5pBjJRw2REVJ9zPyp+7U
o0wapmq1ArC4oDh8vCs+W4qil4VFPNcfoTcqF5Z+yEhy0t14x+YZjpuwBv9RDLD+NzCsi/H7W5cc
YryYNQJRN2ZrFWHfCIF1kz/gxqxpBU+2wC62xTgM6/OtnOiYZbMv6jKHm8k773D0evRb/SoueYo7
JSXDJLDeYSZTb22rDVbF4C+Z85xujycARqbc70RV/E6VW8sirwMEQaqp/2EnSnXV82HaRHKUP7RD
pf0638UTC4QuYmPGKYPm/9HTG318WCsM5BhkIczdnOpC3kxvX+9o8pAYM7R513UEoWGnNuG4Qzpw
20T27u0BwlMdxeOCe+XxvYBUlMFRYnFWQokXYtczA+SmZvlMDWs7kNqossCa6T8C2XeunN6Ggxv7
AyW8ukmvzg/jiZnjuoVeoIFXoUIu5XCldKEcliWGJW5u6v43KEDGN6h5er1NcmQ7XDMGUrQ93+Tx
sYIxBUM5V3I4PcVDO+jVzOlx0XY9LZuuDFBZPxKJiuQ7SeV5fu/B4FXcvAzI555v+MSSsZH1tAlA
m/gTtWbxveQCi96g26FW9T4y9NSti6J/8z2W7jnoXqoQrpD8Fs6vvBjg8tsAv5zEzq7gNXqIvEmZ
RSgkSWosLNBTS4ejmWzgPKKA5g7nr9WwxAKnyrvUHsIrtL3A1iWhhCq9Z0V36BGOdwZJuyuNy/Wn
tw+nxTDiNmKzfIx5ab24iVghuWvfNED/A2a6V9B82uRoKi68UU8tUEvlTcwd0uCpKtyZ0XwqNBTn
QSabseXWABZ+aAOqnuBvy2t4IvX1Bb3iKY3QLc8eturDXk3IqeRQBFmdel6Ea1juhQnMC5GshdV4
smO88ufLB/9vC299lKmAhaLQgIKLB4cAZ2AKJnXuDMl1nBpy/WGC+bOUCTvR6GySwruHweQIFw6G
SQWmXEzwbEYc26hRQeEawcHn6Nr4abo+P5THNzkWBy9Ug3cqp4Im7C1pH8OyRVYHSlQDuWgVTkOZ
fIP7ZZUDDPGxV5dedc++KIf54NkyhZeVzbhyexBmb0idwDcpTbgOYZduwq6R7/oBBTEnbLJrz6Z0
pIRlfRWAjMQDUKI85fqjRUEwRSNvYeme2G8chE/Y0jWTvV28XgY9yEzcoXKwNZW/wUgXCJ+PUvz5
UT7d5xfNzNPwIg4js0k62cP9xpumwXSrdhbXwipSN1ap5jR7Iw2kG7mnvmYnKNYWCaVohMttXHki
ecGn6tT6Ysb/NFZgZxCiNUdMzrN0uuyDHV/poFWftKqMgYTJ/q6reaOd7/ypISb5zVnCyTmbuh32
XTcnvCmQZXQtQyvRXYNBZI1pv9CrUwvZwkhcQRxfYy7nXr8YYZDBejK0vBOQ0Cu/e5FPHbFU/UeM
t5euAic7xJtrVigH2ysLA4g6MgABhQtHhYn42qtABFKoCRYuHCdbgVTCxkPug/37sEPwmrxCxTYV
m2A/tLfIFOntmpcWDOjz83Nq5LDv4Wgl8U7yQbjGV1zubUitNCQ18lYCmb628s56KGAMf7ykKYSf
nflijQf4YZ/SeqgbR2KSiqEp9rbXBFQ4bWC8oIn66PMFjeF2RQqOK7YivsKRswlQh+bC21GA2bZt
g/ElCPF11yTp9nxTp+aKKxoHIHLMnPBCv8Aw6WadkrrRNCN9QMrCfm/anb2wV81fETdORJKtOT3E
CSFqMWdJZ47hxLrLanCTbgtW9IbNsf8SkKHaFi1sn/PdOrUySPYBUQStRA1LOP60BtJ4alI6Q08r
W0UT9LgqwiSMe32wMFnHfSNborMoOPjIZIh963XFSWow1TOburoKvPIht6sdUDnzWq7CbqFjJ1qz
0V3GPgHPlxludrgO+1aTcBunvG70krnzU0f6hLUT1B2lne6R6PMW7pvH64PMuoJxDvcIFaarEMuh
bALYl3JI7dTYvxfKNJJzU/sP56frZCu4HBLGpDKoeR72SpI6c5hQZwLRhgKr3vnVeyCcS55KJ8Zu
vgtRaOFxQNJ5/vMXGy3pethRNrj6rBu7e0XxZsgErN+dnvbmV7X0kj/e3C2WIEkmFbV6KjxCtzQz
qUI/4EmAwhiX9VT9PcysN3pUk1jgPaCzLbGhc3iIV0pVQmwimzqed7mGim6NdgzZZT1bAcWAoCYz
ZwvRfDxb7OsG9pu8KbliigXBsitg4HQOeL6kbN9ZU+TdyW2v9W/e3aFUyBbO5Ra7u2oLu7udgvcB
ABKjjNHkmzROn6YZalaZ0ZIN1lGHTE3hBW7JPJFV3MuFoELpt5JaGSKiUo7h9zSXik3cBG/Oz9MK
T1OuE7NZAh06XH4AQUF7W8gNV9BwSzfObKRw+rGPtbuuLYDtRbUDiA6ePMGP0mW5WCc71c952+BF
zg5CxfHwFyS8dGbCL+ilKgErE1Za8E4PjfSt5z/HyeyxxcHMyczWeNiMjDx8q89pPGhh9trR+qcM
kPH1+dia79oHRwoZz9kuZK6FO/P/Dhupwqyumtr80cIRLnLpwQyvU9na5orq4njDBQfSF34NC2vy
KLswtwrZiLSuPgsGCXMIlhC13sH8MbQ7J7Dfpd1Gzb1VYkbrafp2voNiU+SOZaoPmOSQcYUBLWwe
IboSE9BQWMHm4L9H7cRbtX3a3UrorW9kE54amb1gc75RcYU8N0qNn5qmyhVDTO1FqA4ZfT4ELvod
8QP8gGQz2aO9Pt+KeDr/2YrNnVfTZmM9Id4oQvvIAdO1AJpTD6hEmlOxqCit4JUvASZONDabhcBD
o+KNRYaw61d5jk2ZMaMRA4+2+sL+wIHGiTk03hsXPv06aEpY+IbpedZU0hTcxB4SQ+pdIa7y1ivb
3AqZH7wxyKuxkwj7YtsqAch71BnZZIyrnqoxxbbJ2p6fo+OVQHUWFgT7FNkm8iOH8QXjYIoME3Ki
FxYFr9g6QGExeevOS+XnoBUhinmQoAkw8HhEENRz0c36LsfK9/M9OV4ApCOQZsWcY642WcKsDInU
qP6ElBqmRebvyoCeQwJBd9aVsJaskp6X7sttiQsGjZEioFpCfUl0qOvRSNDHjioWVXRUZLgzSpC1
rfpdJaXle8C3+bYx2/Ya8Vd1NYSReoNKbrKwNx7NHW9kPE8UsFL2zOEUepyWKKyngfXNCWEAlMgs
rgYzXrpNnWwEhAdjSsXGlMVGkH1BRtj/Ho9l6my0UjN2GV51ztWbZm9GxOg8hCih0BD+J8Je0SbJ
4ATm0LuY4QUglwv7M7opUEj1KFh44wk9+rMpbrlYtVLDxs7wcMlrnhXGGZdb10whf9d0cN0mkvK2
TeK5FUo/z53BAlNEIkx5joxUFsC0CVQU2GBEv9PkaalgJ8L3/myG6sJsvsdz1RDGDd2cjvqZBIy+
M6rraCjHd6jIte+N1jeuAh7MMLsGAyIm/K0+xkQFonTr3xjotqyY0qVAF4Lw+eeYlALmEORCfJSP
tDMVCT2kIvJxSNxaj5PbATmDbQi3bcGQ+xkX9iIGn9sCJqeycCjeczc+nEddT5F+HpnHIKo+tZB7
kM7SriYvvkay+NrIqx9t2P9oFexzdO9jZrTfBirQI7e+solv0KVfylPMe6XwgzjIbQ50Z/bKFdFC
UCxg5dpI5MtK5WhPKfqv8S6rqXLeo52Zxds4nFL1A5pw4a8pRI16Aa10YvBnG1sZqBKACcT3DgfE
qya1Rf6zc4GGoeFr5vka/HCxLoMoWZ8P1xMxdNDU/FNevLFKZVSDcV52QWNKNzEL4h2X0fbtkUor
DjEKkm0+Cw9bqaC1ellCDLWTH2xVZ5C2hYrW1AV94VmlUAKkCGEK68jBZSFBeo11lEfRD1jR9Xup
k8wP51s5tTiAehAS5Eeo3Qq7DoALv+hSWNVxqERXWLYGFowQxd/4ut+8kwtUHdS2KHZaF3Wf3940
ZxSoMrAex4ECtTpT+hRqoUZy7m5QjP4RXwTpBqq3cZ+iKod0mmnes/cvYQOPlwnAed5bwJW4TLMl
HE6g1FPakaoI/Q5bL++iOMuvA6deqrYcD61NBZCpk22ZB56Yrw/ksjPlIh1daHkfZNN47HT7kzeZ
uw4FFzRbm2tLr94Ga2HzISOpohZAmlUFoisci/CPep7d2QjzFLGCb06BMPh1oWihuUJitgjQbKx9
ijBIdEZfzk/nvFIOtxlb4dwCz0D5BUiN0DTgGchkMU3bJoBsbfCiTV4E5QavI8gOTbWUeZi/d9ye
TikETDLgVWHljsrk6b6KHk7dI3egDmn0NfF9bwvOOoLcaBXXaBEv+f8d72VzORCIErBSVo6YLQ/w
GoQYjb4igkbSKpZzaR3rtbMt0Nda2MtONsWbHRIoWoac2IeLFKG2Cb9GRGZQDuxVDhA5ljeeE2bp
VokmxXzbrQ2XGZuzGkAFS3au1QsntjTAnbYNGBjGgHaHVKFvVcQYp71xkcxIdZpg9wSlyMvysFOO
B+BsQoMKobzUrjdjH0TZOjED43e4YTZaaEW05DN8NI5Ck+I4JhAAbRwNVlA9i7Wix0+RpTTrtEy6
hc4dbSvPMHwgDtyuqFubwrkQTGMgI4mEluhYtjdolaQruEHZwro4boW8BlV4Cp0cqWi3Hw4hqqJd
ZJWwlJ24NjZl0E0oNpnT1fmJEqOLuwtRRVyxylUbJdLDVmBmKXg+gXRpPU/+MDgdpkl+ezNqVudi
QDR86PKl8tBRk4wYD5cZtj2jtsU3X6JY2qDVECnCulLWA/rlxsrJG+leQVlp79jNrFc3NpvzHZ2n
/+U2QlJM5Zo2ww5pFLDlYUeToW87OcYIqtmGbrvqN/mVdqeul1IbYiWTTeOwHeHM4bbYmmVCO8X6
x5dsjfeG+/vu/vF8Z57fI+d6ox32ZjDrAOYfrahXAApcvDw2yntkXtb4n6yMDaU397Zyd8jnu+PX
822Lj8+jHs4L98Xli+dzolezpZZ0ra/6FSB495d1Z+3eeq6KIzkH/It2hiRDDyKjHf3Buyqh1X8B
0LzzFtaFeHqLrQjHC3T8KJHm3kxbvEFWCAeuslWxEMtH7ySxlTkmXvRFCytFj+b5uis3P+PVpyfj
6vHLxyXnzGdz33PLQth2ATInoxLSTLkBdrpCf8D9gtjmflpZn9HvvFlYCfNaPtecsOU6OFayfdBc
v/qJ6Kv7K3N3f6w+Llw4lBMbxsvQFR/naZ3VFlKgc69QwFqRLFrhGbSy1+b68ep7vf6MVtDShC1s
FyIBqrG1wgnmNrs1DzsCLNx8ndxfn98H7n29fuRN4CK2uXCwLM2fCK7XEOlQk3n+xtXPaStf4Yi1
qbfB+/DGc5Or1l2Yv/msPzN/qrCLxDocSuiFcyeDVcpfuovi5wpxtoXhFM9mYfmLkB1dwooooHLp
zoh2t/OgQuRVu+tia6lPS2tF2DRsK6rtbA402/jWetchWsmFitlZFiNFslRwfs6znRtAYfOIbEk1
EBz7cwCTPT4Na2uLB9zqc7gO139Aumcjlt0/lnr5fP8817Cwn/R+ipdAScPaR3VXf8nflzvtp3dP
uhHZ7eJx/JTtwr12b3xaWDFLwytsMH4zhGY+rxiNNYPyAuuzu+aWt/Jca1Vsso2/tlf2agmyfZRs
EReQsNOMahYn9RwYFCC34bWy/pSuJvfJcwuGN9+q7uI5fmoDoCAIiH9my4HjPtyx69hOM3lespgQ
bxTiQ1s73Bz0lXObrrDwe6jvUbS+qq70d87Nwiif2ldfti2MMnoyY0KBhLvKut+YX5JtsO234zre
1jfq9VLO7NSUUk+gaAGojqK48CCIEKqOxqqo3Qr1d1mBfYs8lT4+tVm1jqaH810TNwKu/eQ9SXZo
GiB/QAuHo2o2oeoFiT6tJK3RtugjoaqsVCEea+O0sOfowuZGUyA7KfTDQbItdLEOm0ps1RzUDucs
D5b6be5kGXhgLVnYQ8XRm1vRqWDxGpjZsmJeRcelGj9I5I4aWLl7RCetXdUl9Uoe1XQfFWn6GSqT
cv/mUSSDw7OKSztFUHNePy9uEzlCCVVd4NWI4WSxQZeVPVVv0gfk6pOltThvYS93GjrIG47EDUB8
A/qVEAe48VSTY0njysq6zFmhfVF/RvwNDaXKyLX4U6J0DYKvqVX0LpntWnLRRkzvk2j0vhhN1uQI
CHRdd1OmpvoAmqTEY6gKC9stZHyTzo/L0eWbmiu1MVMh1QQujNrV4cDomGhkjWVhYql0HZ4jUuKP
7IZo1gbrocbnFRlooxuiLQ6n3WNF5fGXXzu+vVaoDk7bqNDMJYa7eL+cf5LG+qC8hdQrPkaHP0lC
pCnEJX5YYbEQIzSsqS5mFOl3Ev+IEfRFZ+/GQuXYDbth4Wp7HGwakwY8jXwwGXpNOJ1QcpX6EXbI
qmrsHyXgjc8N4kN7FDeXUKInWpqZNCZleLIKYHkOO+nXs+Wdo07I6UUmUAq4Tut8jFALpU71dH6S
j+OaFCY5L4sEAxQ0sSTvW/KQ5khZrSykcDZNNWDwVPoL5ZOjRw7TBqtSA5JJAZkjYO7xixDzKU5o
0dR2K08KPHfAUdSNUl9zWVDpLmynfGMlXrJR5Ui/o5qfPBnpqCzsYMehx28AdzOzlYCZiZm2cep6
Py+JLhstZ3Pj5570UY9lMIFOgxbODfLFSLm8eXTnfQyCD1AfhUz9Yb9TI0i1PPEg2tc5CjijHm/T
1NKu394K4Oa5WADmAKbsYSt+31GbGqMOmRf8PFFCQmUYM+03j58ua3REIbNGrfJ5jl/MYTxqsdUA
DFmFfZHdJXqtrEMJ9Zke9dB12g7e9q29mjEbICqpgLBydGHNqKNcJ3jRog8/hf4uyqXpxsOTZeGR
cLyh2KoBZ5NOUXI7Ah3C+qWkN9r1Cn/YbC3L6N8kiLRfy7YhbezU6FGGHeruxpPq/0Cy/ufX8L/+
U37/57Zf//v/+PtfOWJPM2xM+Nt/34W/Kub+j+b/5v/sr3/t8D/69757qpq2evrH3WNR/2PbZr8/
NmGeif/NwSdo6T+/ZP3YPB78zSZrwmZ8aJ+q8cNT3SbNc3P85vnf/P/9w388PX/l01g8/eu3X3mb
NfPXfH7Wb//5o5vf//XbPGv/8/Lz//mz948p/9kKtji5mj+/9N9//emxbv71G5TofwLNnHH7pNRg
eTBx/dP8J5b2T5CNVJbhEFBLAkb02z+yvGqCf/1m8EdkEcnCgfwm3OaiHYE1/5Fi/JP7kU18GCDG
KGCov/33Zx3M1N8z94+sTe/zELcyukFE/X2MS3wbOjpHkbAmG3Z9sn54DslZ32+1LLau874Z37Rr
/P11IY5Zn4ieNpJ/7zkjjuy6H26rqEreFFd/f118nmKSkXqdYu/jakLdFlc/spR68aa96O+vCzud
b6kx0jOOvi88xUH8Jrwr2+ptFai/Py5kGxGvqlHjG4y9UTufNcP+PMuPXDjowo0C63QTKq6q79Mg
uBq0/BalloWd8/Rq4eJ3uC8j84fgYKTpe0mWPxmeF6FljpPBi4j5z9J8uRSFs/W/g0It8vDrfU4x
CilffT8WefwVe5F2V8lN9sORByB1tmZsEkroWwrX6nVY4sBo5eZS2f61ngnX2Cr2TaUEBLJnc+O1
GuFw3qm/znfstW8L96zUc4oaq1d9bwz93ncc4AeyFVw029wDDgdNjiWpMI1e2zfozK+Bt6OiD5D+
sl8+9+jFCWlJHCSDkqh7YzR/FeX02Uy0p8s+LQQvHg+8lrxM3U/o868no78relW9aGegDHr4u3MK
8mOI+/m+iQodNKYkI1uK5vVlP10IXtlsE19vUMdBJvxa6f2HAAeGyz4txG6BNDzIWDu9T1MkJQbP
17fq0C6hmV5ZiEd8Yi0x5UbD3XDsE8wyVQM9unY0Ov+yX39EudHKrrPQobjHxJVSbIgbm1YXn88P
jZAE/Wt7EGvaIMwzw6oS/z4zok9qXDrrsE8NdKojleKolHVY0tTKk+m0PVbSuKRRKjI3ONQNHxF6
Jx0lFapxYU+FkAYqDltKasq9B1qiCnT7WkWbYOFt/do0CSHddqMMfzAo903ifcRlOOfC6F12aAKr
PAwNHxBizsPL3hulI7tGWfwcAmUBffDaDxdimgsVujnUbvchKPfPOlbr4RB7C/P/2seFmG4ResXI
byj2WCuivqtPnrOOTC17G97m7+UlRHWp9dAb0rTYW3Eb7qIUnJ/ZBdqn86v3tV8vBLaDaUrBiyLf
Z46qua2j93fGoI3fzn99XhnHtzhoJYeTit9HN9lObe0RjO/Xua+Fbo/p4M6o0mB9volXOiACBjWv
BLk8Dvbe7A1k5oPAdbQLp1bExmo9TgJFqZv71nSCK83BlL1WM+my7VpMweWjppYaqLZ9aal3ppe8
K/34x2WDIkRqBmZenRB/2GMRasoISLXj18pDPP+yz89z8eL4tfskKatSwRoLlKAtfRoaa3P+y68t
GCFSPT3MSrDv1j7ELGGDKrL5Re2SYOWErfL5fBPP5L1Ti1IIWFPC3ok8pL1PLRvvXUepd6XffCwa
C+8lO8RFCPnTDAOBftVN5R9g3LQrfMOmz6NWYzWBr/VV4xfI/UZdZu6UMKg5EGG4BcEQYzBT/5QN
GTu8Iv/Q5uGNHQ74xRd6c1OVqershlD9cr4jr6x8EWCkYzqghY2s7HvMSLY4cZvbMMfM76Kvizh6
2YJmhkl5tm9UclZprDbrDOfgBXbvK7/dErYdbFa7olQndR+20a+u73EKUR8u+uEiLrHrtSTwpdLZ
4/D8VTOH+2nKfr/s08JDIMmyNBun3Nnjh5K6qlzsPcu57E1KueEwqNIx04No4OO+Yd2atzgbLJx+
8687sd5FigeiY/j28NG9hfTxe6NI6o0vK5PL/Kqbps/LRzsoMASSFH1BF+mVKDbnf/5if9Aap03x
0bL2JLfGdzAH450zNcaKMpyxvmwq5oX1ogmgYp1RypGzzwkrt3CSO6tLFqDSryxOU9iElKw24iCp
nL2pONGnAYMDSrJVd9kbQCyCIITPFV3jTLTjcleq+Y9CDRZm+rVxF64KGkaXekKJdV8pSfjeQP3N
lQJJvfVsEsLnx12obP51HRHZgHFQIHc1afa+ixMLeoOhuIWpSiAaw/oTvpz5gwXx+zpNW8+Gd1tM
V3HoSZseL+jr2QgTXfaGLGZumZuhiLJf53/WK1MmghFJN0qpX8jGftACGWev+Eoxi6+XfVuI+jg0
zcrQIm4YTnxty5m/KiLsti77uBD1GdJYMCtqrhhxpW51SPrboHMWrl+vjYoQhxOuu2MvdwrPzTpy
i0p2vna271220Yq6olqnFJLqheq+JfmyiWcPWEQG3qYT99c6E2m0WUBJslM8c+/HSXOTBtXnxIFP
e9moC1eAyG/1uDL4uIYnh5mqPmxP48LlIgQh+qtRn0TkJoZiuI2cAqHl8vr8z34mGp7YysWiXNdR
rsv90txHOnbmld37P/XWCj6aHlafUTubzADUbz7oCeLjdh5aHzErQ0U8Sz9lod6sFHOwvwblWC4x
u15ZYSKZxMZaatBSI9lTZisgEWqq/RB2unnZPOlC6Mn+6DjYvaT70jAxLFR/TmarXBZ5IlAC33Fb
ocaT7P3MirZ9jbC+Lidvq0v9tXxFtpTneIEk2Vayx5TJvLPtys19vb7sgBILNkqk1Jik6Mk+zfSP
VNyvkHNYn19ir03o/M9fnKt4fxuW1/BpLsLvlNqFoLhQonzty8KpimSU6U+mkuwxHfg5hdO2VuIL
l4kQzumUpnVjjdNekuSfWaUi/t8gf37ZiAjxjIxJJFejmuwHPdPcHi8dWKWlfuEqFC7CdWLHCTVw
b+8NBTqfUV6ugEKOl/12Ue7Nwk4HXGU44W9hOddDEuu4peKue35k5jPqxG4kakzJAagcnEzsvafL
T1OWNhsEU7IPpaXn11rba6s6nKbLck+acE72hYLhKoz3Pb69/m2u+ulm0JL6wq8LaTPHzqUkMdJ4
n6nc5yWv+SRHS7DgV9a9JhzCrQ9OC0qbvW+jwrpRHR3NmsHqLtsKtLnVF/EadG0cT70X7yUvqa9S
tdvKviIvDMtrEyyE7FT3ihmhP7OHUwMhNxyT9s5o+wQ/iaaXgbQVoT1ftIIlIYHXxkoIZNmYkHDB
3nkvmTwKISZBhMAeR20Wbq+vfV+IZQfmZqHrarRvWilcF3q5xehd2ZwPh9c+LoSypNhxr2ttvMcX
GQvEJhhXXWMMC8H2WhVKxIXJgV5HWi6RdCnDdhNaWbiasDu8SmvZ26YI/u/KzsG8RMH6LK8c/anJ
FW59F/VNVOeoPAQPPB2vHfAyrt3G19oiDfOVYRPp2HFZyqU8NPHet5N1G+hPSOFfdhUT5ZtSKSj9
XqmnvZ6U2KiEuHq16YU7t+gAEkzSoCtpHe3hRnqukfnZCnfWy4Z7HqsXUa0ydWqved57FJx+lxJe
b3lpXPjkENHTgzV0BWfZsMeWGrxx779HEHQJYvzabAoRzIafDRieRtS+g7RyKe4b35vR6C8JYKT9
nMOBcRB0lrAg625Tzf7qFz3OnD6SyxeMOh8XbpuB5zgSte/6Frb+ExXlnZK9TfPoP9dBPi0cX3mk
d33QhN1tWdphjo1el/wsaw61C3+6cIDFZshTG8+hWxUg/t73cII1unwhrXByTvnxwgmWRUVotF5d
39qD209Z+HuVePKvy8ZcWOlW4ARd2jrVbSrlX1M1fKjQiLhwUITjC0FfP1XtMb9twxHFAt+4KWN1
gTw+r4mjuw9jIqzzoMmjPiqN/Nb3FNLGwa0qZxiwF7GCTW+/Dy1v2hp4LV82SsK5hVcqItl6UN+m
OsaomhIYrmkn4cLR8tr8CgcXSp5pEuMmeNtqfv7DSiv5ulM0/5Ibyqxofxiy2oigvJIxC7WlVnsO
d+9K6Yal8s+8wE/Mgyg5NMh620mO0t42+qihqdTb2srScsBkClrHq9QiNXXRHIiAYt2o7T5N5fq2
a3pMrhU8bFVvzBY2tjmWTvVDCGDTTKUuzqfqVsZu/SP+UfZtUmTKtkFfaAmJN4/4qTaEOJZyKYOz
6/e36NziWmfl/gqCgnTXo3+wxsbZ3+Y9GQRUh1CH8Hx/SXX3lfUlJooGy5eb2KyVnTF4xWYas2oj
DUscpNc+LgQ5GG21HKZO2Ul+oCHDiu9og4jdZXMuRDk33QDrLz6ezHYak/cuN+w/Lvu0ENJmhRgw
aG9l55i57NpNhpFZeeFJJuaJKFJ0XW6p3a0z9WHjapjN35axNSy8t19ZrGLWZ6RG5qN9X94mXdBi
ulnnwTuyKNptOtjaw0XjI6Z+YkktAExr3e1ghn9AU16FTbKETRJw938dx2Luh5uJkul+Xd0GpEgB
0ZX66I5SJD0GWDZudJ8nsof16U0PSgOGRJFu5S71Nlqepk+XdU+IdyvGKrBnlm4NbPJK235EBuXx
sk8LYR5jSITCQo0WmjLc2c6HyFpCmb8Sa6JSS1RO+N3rDbeYNL4frPdat2R78tqXhSjujSoLM6dk
OAzpYXSsR93X1pcNhxDDaRZ4Se5XxIIc/mFaeejWdvzzsm8LQZx1Xl4TbOWtNfWP9fCgSjyPLvu0
cCgnSY9boB0ou9RJudANGy1d4mu9MthiVshTNDjKo8/Wk1oJoqL9Su+zS55cMNaFO3Ts1FOgY8W5
89twQFMsq1eBmVySQuTjQtBMvhVpSh7Gt3jwfCftfBtq8pJb02uDIkSN1spSQTVX3gXt+NHRpc9W
Gy/cFeefd+LcFXM0YW72WYYfMNZ1ZXstTdwc9KKw36etjJi1pk2fLloyx7K+Mj7ulifv9NlTPPbe
U575fNmnhSCq49qMlIZpxXL0KarDdaupF+UWmFUhiCJpGA2zt+XdEI9PiOl8GyvvIqAo3xaiSPIK
0898hsTPivfgLwxE59QllucrS0bMyBCerENQ9bsyLe5Du4TVg2nJ+qIRP5FxyaPSM+Qd9vN7X2uv
20XxuNd+t/AYdbzESe2YT2NbsQK+/Ihs/0XJBZOxJAZeZC7ySu8Kvdb52Vrtek7+S+KZdNmWKGZc
cAPGBh4dsZ1px58ybHTtPFu40bw2JPM/f/Gzw17tMhSC5J02KTdd6FxVtXHZ+0dMt1SdJlng3hmR
4DGvxp0NaOiyJSIEpZxmYKMUxkPN443drDCs3172ZSEkNS/CLwu9EHaS+IscT+5YjAub4WsjLUSk
CszFqUKGo4qeIeFuqL1N4PGvW51I0vVH3BJ1NPxva7krXBvr9/UU1NH6ojER5V8mSH19G0fqLlb9
TwEOGivkvi98XD5LSbxYf0FAug89dHXntN73qHO+2/Fw2YksSkK1GJgOWjdHTem9z/pwZWbyZUv7
GSPy4lenWNLXXc8y8Vrec42PqUHnWReOtxCSiQOX0Zfb/BbWbXjt25m2biNt6S38yjJ8BnO/+OmJ
P+DLnioEvNN+7xKsNYHBXrZPPYuqvPi2bU9hlMdTfOtUmo3BpP6z6IdLMsNIZguRGf0/zr6sR26V
6/oXIeERc+uqnhN3J+mMN1ZOcuIB2xgwnn79t+roe6U06Urp4TaRKBqzN3tYe60mTEtSQZcWNIIg
r7Q3++IF78bSjmUO7VqCiIq0DyHavnGbr+arl+W4RHMslD0vMa3/sIwGDlYeepv5xSWu8h7UoPoy
A7/v/ZzM0P1O9fpQ0+qSLOKZS+KSuK4ETY8EGLCH2bZvg7b7oVKlLhR8zq3tPJQTxKJYU7bDAwyo
kzmNAQqDajWf/C6KO0DX0WVeBAY7H2ZR77eAC/THdPYt6VDHONdKGJ4YIR/advymo/GHht69n/m4
QswdKSE5uw77fQfUR76FM83DJr7yu4vOmwkZhTlsWb/f99F4jPvyYxQBMu63tmObKusBFEjJ8EAi
8bXctchNn3imsdSxTmqyTEppw3s7rSuIYXTLAEZu58jrPv4xQlfODZxVoLuHkiTfyDq8gXigX4T/
xwAdOKYppH7Z8NBG5XgHceb1Omr4JZDDKUP7M73ChP3L2G0x1AiVcPmwjaP8vkAV/b2WtvlQzTy6
8fmymIR9+RPZCHpS6AcPD/uyfeva/m3Y0AtY2df9wB9zcjpUtAxWOzxw2TdvY0xf3olE2QvX/T8G
ptcOxzFUNiXtui7d8NA1tj+ytVfXkYy36wookwOYTuZDpSRUwINmmj7uabbfLLjD3xeyTF/QFqi+
hHjfS0ydd+WNmOv0OyRIQUYR6Hq4EetwktdrgxJ8Aok+Vo1Jr3eT/G+Mgv8Xz0GH7uWpR7UlE7Rj
93s0n0BAzESuVxF6Gesfo3gb9EaTeEnqh8zuoEgYb8QUXDCl//TxXjt0xxG0II+YeCDlQ0Pggg9N
GbEjqaRlt23AzHiYCKb/D7RV+nFZTXPLyoiMB0LK9TDzKr4yIkZVMJlacgy7DHLRmNAxz1EX0Iey
mhvAvWZ6FG2U3jCw3X+xEM4ogqjFdM2JHvlYBhs+THCKaoAvDT4ttqyvIeCl3+qQt1d9Y9Y71sF5
l6BXvvA3n7nG7ghfaRrRKoPjTPufeuEP1FpP23McH9tHbofRSIQlMX2n5mnNw4kzr94mrunLO5ae
Bs3bMQnuTYQ5h6cyXbu1zacSanZe3TU07F/+QicxL6y7jd6DKWWyD5pj0vZ+bCuvMRDkZI6ViAiN
r2hLonsG/kSMK3E0jtRSXjifM87V1R7igYijtpp31PMWM91FRJQ5GuWIVcIxvKjfdOb2UMdgVGet
TJIqup+zWH5K9bB+LqNM+7lY9+lkgQa5RUq3ewuZMn0kpFtArz70l+QyX9994E6fjyclSVmBb1RA
KMfkFmAvSISQUXjdIHArvLxBJVgWojnV4f2e6RW07ZBfgVCt8JtIwEyD84CWGDGs4qUO7zsTsEMt
o4HlZJMk83K1UKR5uf9aaB0NQ7be0500XxU6Um/4XPELT9y503csmPRMU2NQKI/6HnwsvWL6ODXt
5vdQABL8cvd0g15frPR6P3FwHOaxqeSxqdkmPU/Hsd+KkWnfAk3vg7416Fj3II3ER+79khgolrzc
fxyZrFwULLiDKuUVWI0xhb/V+/LOJzQKuGO6ZkAiDS7N5Z4LETyFi4BYgLSCeQGKcDld999hbtuG
83afgN3n+zBF4e2O2uV7r927z1a2mDGypgbhaEWXhxqIedAAZv30v4mC/V8IA1Kml4cP6nzN+wWn
k+yGy4MqA/o+HKv1X7/tO5bbqSjWW7at912/dEcqWC0Amoz05Hc3M8dy5ySdUM2NlvsSuIEPSDbs
diWESDzR5i5baVaFkHkALQiA7PUN3vnDzqRP2ACeaOfeQJtJqCqLm0fKNhrmPXoDGI5oiN/ybq2R
QSC42/oKA4wrNOv3iX+wq/TkK3BLjYFuRV3tdH0cRfJpSjtxGILVc87QLTWONdkxkFWtj7sBw3m4
LVBTAzvN0eNGMuh5vLzw9Qis3w6188eOtfHPlQmdg8g8++S3uuPrOUm2WBm6P3a1/jcI1SPf/jc1
kP9vqdi44+bDeAhmOs7TY72Z5qnUi83HpOk+orBhnv1273h63qUWUs1qemSpaN8RVaWHuu/jz36r
O35erzLsN2gpPdYY/LnV/Zi9xZBQdqGcdPp+f6Q0OB7HzSPjMIRRZR5ZPcTfITvSHQGAG2+2qrQ3
ylbiUpPn5Lpe+yHHbtOlScpJS/2oJprmYtTsOwNv3qc126r3U6zGKpc2vqSXd/q6r/yaW5rkPBor
tZmsCFVy3XByII3n3IhbmowgPw0h6FU9UguxPehwrAeVzF5RCbheT8f3W425FUvWogycFZBNfCOD
D9BD9OkqYWXHglMZgzpGxVmxt+BbNMt6swMe4POgYHHHgJsh4/NeD9h2FAN9JqBB222l9nPKbqoV
D2WXjFFECpLUIAI0Bwyd+vk1N8saIqjoLDQkRcvkbbiTp4V6xQg4E8dwG1tWq8QAa5H2QEwEQc6r
1vNAHKslWcgWq3csbYcPVIJQB2DbKy9/42ZVFEyktawpKWqSRIe6ZuhH9PKSG3jdMP/IqboQkjBa
JKRoJO/zVpAgb+wl/Nq5xZ2oLLGg0GTGkiIYwyVvpLopQazqUwmB/qZjmfPMG+SCMSkkWT4SCrUN
UV1Ixs/t2zHNsIJKFUJ3UqhMXiGav2v7wadHg107hplaE6RDhl0bCG4F0ydDO8/zOP0xv3mqObA8
mbONFJT2b+ZdX4/Gq+COTTsP6pwlettROyvCKX436/SYsckvBvsjbQqoFXY22PZaqberXa+6Mf3l
Yzl/pExVGE2b5BMBF0NWHfrEfk0AjvVb23k+E662fgbYqJBxkuX7sj7Fof3otbabLHXrhsqJwfUD
Q9p726egkJiZV6oBfR/HJtMkqkRKV1xABVGXhN42m1drA0s7FpmWWouw5bxYZ1QFtg25ho3n/drv
VByjFH2kFBTzcFHkegvdriNGlP1MJ3OM0ggdNSSmZTGx4UqDeAgkTT4wDJyJY5V4wUKTcOy6nocC
8QNZxwuR4hkn5WoZLmKprC5nUmytTIAANAew9Xqh9LBt563sZwO3bRgvYrV9DHS8g2/Ljp7H7byW
CkUwNGFa9QhBQJIHNvoYkPTSoMLpm/0Zaf6hX8WnaqirYNePYpefmjbprje2vweJKrnyuocu19ZJ
75mPa48fGIG8bMJE5XWK+Mpvdcc8kzFAZBKnoFCr6ypvhyAfMLPnubhjoEmzBPsMRbTHNrPRYah0
B/H0xe/RdGm2RHbiM4t27Dyx3VXNdXYXZ/RSBeNk5a98VuaYaEfDaNl7cOIF7Wq/JbwLD3If7W2I
KkneSWhkXbicZ+6PSz09SrZidFWBBi4SkMtoMZh7NZGIP0MKEjb296987keil291OXf7RudtfDTA
SD/FO2MPWdP+MzR7ciEiPd2X187LNeBRELAAJGBOimPIxYSYwjvuUKst2nEP3ivdkaOCsPj1OtDd
C0oNVQXHrptsmxnR5PQmRs9gZoC2FdE//n5iZ7ydS2TVsFYtWamGR5T6wlsLKdPrCS0Tv9fcHXdk
bUKifS+RdVQrf4j1fgeJDT/WhMAddxxRXEKqXZ1QeHX9doyho7ZDuc8HG8Ygdv/yKoVpVZKSQ7mX
pe0zph+/LjbpL1zTM4fuMlpVoArtgT82YHATT6qtnuYUwgxeH9QddlyGqUVrSJvHhKowH8V4Tdv9
m9/azqM76XCJFSr7j7SyP0oaPgVd57m0Y7nWoo4xh515NFZWb+JQqSMIvezt3zd+xi+4046QBudJ
TbL5ccjmoQKsBflHQ+cpz+YJPAB//5FzX9UxUzkG3aZPc8ljBoR8OsQPgbHv/dZ2wuIgIOEUbmp7
pAG7JyX7alP702tpd76R4EVJlqnPitWQNDc2eJOa6JIkwJkzcccbEwUYbjA3NUhTtjaPB/EejM1+
V8YdaJzARjjPS7mATMg+ib38xqbwkrbzuX07QfGqLKvalfBCq4nnQWjeJZlnLSZwNS6gIWEbO/a8
qBtclG2C4E/Du0uidOe2fvr33/JVBAstusTD9Ag0zBuabW9K6GT7XRXHSIdqDtchIvKRSfgW9O3z
CJVOP6eYOC+rmkuI1CiuH+uEf63iqDpgClb5JTmupDTEfBCipfsAwiz11KBW2taXTPNMBOXOKkp8
TRG0eEHpkv6LkdfqYMv0q0XH/lYyz3opVHZeftWEr0labgS/wtD5aKf0mtl48Xum3VnFIUgXUAyX
7WM6zNMtD5rD3PfDhYjpzH10ZxXbDorIGx/BqMDS6KYhWZL3deLHToMI/uW59Caq22Wu28ewZiCz
B3XJ4b86odeFd4mqeimzepBTA74V/kyqsM4z6scIBImKlzsfE0hNZyFtHte9uYFm74+dqMXvKYod
QwXbcqf3OWseIffyrknaX8km/XhDAshjvPAvoQjQFGNz82hKy97yZhq+xnVELrzU526L84jyvukJ
xJWax7Ql72m//JyG2YtkAkpVziPKgPEiUSObR6lGgpeOTrnpmtjvnrtTiSbC5EYd0fqxy+hniDN/
sp2Rfr7RnUq06cQgJqKqR8gj9flSNbexKivPxZ1Il5ogZjO4Jh4H0pSHbK3qPJX8k5cFuSOPoGIL
2yHBzmmzQjo0gcZdu16UvT5zW1xuqm6fajNnc1lwOzcHDa24KwzhedZT3LlHBkqPjfQGdbeWfwsz
e6+C/snvWBwDJZXZO9lK1IGa9EZF+plB0NXP+P9Ddf4WAMxzus2jabKCtAm9atepOko9ePEVgI/f
MdA4bnoRbJKhPMY/owZ3HOf0o9+hOPY5AsiiyrBihQDk5KT4RfJGeJ64O+wIzACP5UrKQg7E3HIe
3JCt82vDBu6w4xgPgFgZkRYxW7Nva7ulv9aTaqHfF3UppuQIITsoucfFNqrsWts4uLKC//I6dXfi
EVQ7LcDSa1SgJ/uRbePDPs5+Ebo78Bju4HBPlzQsKs1HKAeHbeoZoLvKttbQloDTaylIFw+QYlzz
1Nb9td+RONa576KkEkQjRbxkDyQ+PUSRXzXPVRpWvB3iuQqWItkof9R7RNV1V03Mj8QtcBFJG6gY
JJjOpqLZhUBvplkO3WT8nLmLSQIpNu12FU1FRMyQY/D7X75Rv2voApKUKCdQSYZTQWR4tdYVzRmk
YP0MyAUkKSC/ZqhFTsXST7e7Je9teSn8P/MEuXCkBDCYcUUtucCMRZ0HewQZuJo8e13EP9BIURav
mndTUUFFNe35F14Tz+ajO/zYGCDRQRhgirSN+0OYdtdQ5fAMtVw0EqT67C4qZoopij8KK57Y3Ps5
FXfyUSxaj70sTZG0MQdNUmaDu21KEr8A1B1+bBubggAuOy1f/+wpiq3pwj0fTxeFtIPMb5mbxBQq
qtdDknXsoHbzwe+yOM9nkM2iRUFRFiumRQ4ZhokPoa48TchFGoE+aof9t7Io+ZxvtjsivvaLnF2k
UZvVk06CRgIrER5H+z1Edut1JC7KyPK+TyYIJBYmXavrvlrHY8Uiz8XTl4kQhAVjNbXrUKy87N/0
YgnbgxVd3V/5bf5UzPwtjrPc1nbew6EIQamljm0Ym+0G6h27H3CHuvAD1WHCjNJ9Koa9A8DXRsea
L36nQ13Y9kbJtHRhMBZ0L5PD3op3pOI//34yr5dzqYvZBiXDppE6Y+0kyu7LKYp+nEIw8BIu0vMh
dbFYe2boFqloKCZTY37WFEPmNTLHAheLhV6OATI5GYouAhVJHgC+ynKIMEk/R+ACssK1ijqSqL4A
nR+mlSO9Dr8CDGG8//vpn3nx3GGXYLeYbSkXWSTdLD+BdSbNZ9KHfgGSC8uKemV4HVR9wXvzjEnC
nzZWn302/oeC8a46Nm5jawu1fRsM/RHHzOtNou6EC2YGS9IJrDwtUNTd93zYqFfoAlX1l14AfUQb
66WxxUy1yoeYQtBa+yUW1J1saVNWLeFQTkVpk+EHCkb7R2RJXsELhFZf7jyrINoCBOVQNBnUZqpo
+5DuiRdIg7pDLel0YlIp46EYN8WvetOtt2haXOKNfv2GU3dmY4z2TDTxootAp2OTl/Mi98dGmuSS
rtiZH3CRSGUPoQGjd11kFUnGfMQxXW0kjn56XXQXi7RFgFEv1TIWe1o9dvM4HNe+9cPDUReNJG29
ZazdTdE26m24kkewAPiw2DDqjmtARLm37d4j9prbZz7rmyTRXm4FmswvL2PSyR3dRQE33hJ2QOL4
3KfkH7/jPn3l3x5qSGnPaggbVcwxAbZkj+5Wo/zaOdSFI+222msSVaoQKlrfZSXE3rd2rC6EXicv
8iecgbp4JJbsE8SVyFhMA+XyyOWcfZNNvdZ5PzGLKX3bHdo+7TxDjsypHu1mVWWjelWQNYgPZYdm
1VUGYKw+/v1TnBFHo5kTBOt2zmhcGl2Mgln2fQ8Und9mUzlgEDzO7Mc+VXMmIIOAcf4byJlCvwtC
UnT8tFDQu97HTEb9oQmIGTENydohR3HObvk0ihbRRRDth4m3YKrPxEyeSyWqrrCaPq9G8+VuKTfW
Y2h6iuzNDKH1vGqqNcwViZjXtB3DpOTLu2ZDJrdxDceiZuMNMN1f9Hopuz/D0E5dKcKszOaoJqMq
BjCSpPcrlzT7mpAG6U8mJ32ShdzMRyk3sdyNdlDdtS4NREEXaaKrv3+/M47R7emaSqyRAS67EKW+
RtHyH6gC+L3RrtxcJetsNhAjLnZhjhmX10G9XMgZz8Sjrs5imw1LqbNdFazRll+BV22lxwksOgrp
DMn8cEDURYJRKYPRiEgV2R4feTCwo0ih1up18i4QTJEQrDYiVMVGR/s+6Ji6qm1l/L6ri/4K0wDi
smJShW1r9Tz0fXTdECv8Ajvm1OtStuwd1C1NEW0lqGiw6xRKJAe/gwlfWtySYQhvsrg34OhY86jM
7jtG/O6ki+zaZ7Lt4bTh0DtwJyg+dzlEQfwkaamL7aJpYms1rAoVnsTkIfjDGUjK/34qZ668i+yy
5dTP5Vyqotw7UEGgLHXHGgaR0X4tL9zI/6pzrzxOLsAr7LqYQgYUjwU4RL+LwfwCie1wCxcPDYe9
Wr9CQbt8AO2EPK4r3XIjetAMcmquA2XrdyDfrY9TN6LzubbM3NVlmN3XEEjReYD/unAQ5zxW9vJ6
DBwsyGaE3VS1+KW7bgZdxrre/P2UzyzugtBSNvWCRkwUc9S82yNVH5MZ8HK/xZ36Rc84aRcGm2Rr
929dbXfgXvjit/Tp1vwWEWHcv9/rrdNFnPArm4oH6Or89Fv6dFS/Lc1IUpaJkaoIZabe4OLxW2v6
6ei3uutJ9kCitghPbtrlLWVPZUJ8SBwYdSFoYk1lKS1XBVfBM7N1+khYu3ll/DR1wioMe67A8Vao
oEUr8pUtGw4QS3r2OxMnpCptDUEMgSIaH6Q4ZHXW5TaDEf19dYbv9oqRu/CzOlknTapKF2BcCe5I
n8xv240O9yZJuvs+juQnRFb2wtTAGa/lIq+qCrJ5MtFIjMDSdZC2F6DNlsDxAirs91y4ZPGKZQHT
6zgWcUDukZfeaL37pUeupGBU98PIKYKjhs3JJ4Gaw7s1HSc/X+Pir+JE1rXo8JkhvU4OskHle5Z+
tUzq4q86LZp1IbDaZibyulugYM+qzC//chFYKJPGTV32Euk6+xlXC6j/xr7xi1xc4NUiq3KjAvlX
qsl6hPxDk6s58cyHXOQVpnqICoWVBSXNw47Jdox9Il3/u2mdXOIrpuUir3badyC9QUNA7vWXEcG0
6WY/b+bCrkrERFysc1ekikz3RvID2uva7567qKtqLFeQonWyAGvZcRizz2LoPvkdyemofns99lqi
a5Rh6RRwsWPTVT/kzv06atRFXallUqUVI5IXCrXpNa2+mT30jM9d2FUkKfSgG7guORlxG8bkKSvl
4tXKoLHzfhi9lLyP6FDMlsmrDfirY9Nknp/TeT+qNhjHRJzqgGT6h9XVw6DYhcTrzA13MVd90s7d
um5jwes6ullsBVqnbGT3XpfFRV01ZIEW6YoGTCDwRjQVuRvUeOElOrfz03P420XclFjAS7UMBRmP
XRwnGLCPvAgoGXUxV7HMMpOleCfoPPzoanPXbH60/ljbiexMreOg5SgtttGWQ1btoCvPeNSFW9XN
vKcEchKFNexTEua7Kf3CUZdYXgABOQfDjGuShjxXB2h/8Avhy7nvGL78juW4gJm9aboiy7DmOJXd
YYkvZIdnohUXapVNIaiahxR3pOKIVFhr11/ago58mfbl2e+OO8bJVwZ5R806ANGm7opk7eOaLMrv
7XQxV6ij84XzuCsGVMxIXN7ZcvnstW8XcaXrfdhCireNZeI+2uLrkqmff1/6zLG7aCs9VRh2HDdZ
jMg276Z4UIcWZZ27mO2em3cyr1ZSu4LiDgHLYsKrIMnit+04+tG0UBd1JTdNe9SJZaEzex33ugZy
xE9ri1EXdxVsJEAdrRqLoUpuRHocar+5W8wdvrQkq4moiGjqAjAgmneD+TCJxs/buqgrO6TJjImZ
sSBqs3mm2KMJiN/z5iKummlu40DDI6KG8wXERG8brf2iFRdvZUTIWLJ1Y5F19pPdsveJbvxiZhdu
Fc1ZNEktTy2iac45H1HpTi6cyKn08Urc6aKtolEsoh97CFYEdDykUR29Rxe8vcnSiR+zpFyOa0nJ
QVXqUhvjP4/y2k86z2ky72AFZZksOjVtXzazYLa37sv2ynLWPPRNgF+fA52PIKvrct1z8Z7vFOGr
ZOPnVmfr+3SY7AHVBPsogrK/EV27PdM+nsAKy95Hre4OUoz7wXAu3kyYZ8+FGO1RmzG7aUbd3uhl
ya7brfwmTU9u6LbSyu+JcXnNZwoO723a+iJJ03cd5z+CMvAacqQuvixLbBUTCmmRiE59jhkkm+vB
T4+SURdhxscG2pYp7thkkEzSnYGoVvtx5VAXYTZzwKdpJcYirSooQ5vmsCVCHP/+BJx51V2MWdcO
VVgyMRTbFlyxDVIxJWd+eHvqIsyknBkPm7Urgh7CwyTJnnjU/Ou3cSeQZ22wYH4y6YsqUF/ShN9u
4Zj63UMXAZYp3Yssg9GwtvpRkf6fcMn8AgUXAbZh3pNDg6Er2iCZrgW7WlF68MttXAxYw6agnA2r
wDQVyruQyu5NMPNL2oBnfN0fbFOMzEvXyb5ow6C72Zatu90BFhh3Vh8Ei8mRxEOSL3PiR9xHXQYq
IgdRz+h3FHoO5/rKQvPykPQBfJHXDXJxT7Zm/UjHYYBLCG8ihhkZMko/WCh1kU/bxtKp7JEKzk3z
kcSLOap65zd+O3dC8a0chxBC920RUx3lc0vrvEn8pnuoC3rad7QaaFiLQqHkDHGqsMtjyt757dwJ
wtMYjJddj6qEJOpLs8ZhzqfBqyqRcpfdFxr2JAKeWhZ1O5dI69/s8bheuCyn5/WPZxdrn6zityzW
AKwRhnU1ABxXbvGRGtscME2gDkqn4V3cW/Mgq8ErHMKvOY98w4TdYszJAJbffKj7uzilnz0+AFZ2
AnKBdjfgm1NfbMsgoG6cLjnd+vd/X/y0yGuHdMozfjukYCTDBh1XINo28B5zfkza7Iby7muwX0IF
/PekvvYbp4fst98YmqSJpj3GHzBldL1a0ubnkAzNE+kweEnmOnjelyp9qIJsinMxU/EmAsuDzXsb
qae4ZNjJGCzNdgjKev0xm6C7hBs+uzUnrgd1QmApUGZFE+xGQWIYr2lXleObZgDnyKEH9zS91nHY
3I7IU25qpqM3MSPhl2FrQAquxHZLlq5+KxlLjwB++QmYcBegysOq6WdF+mJnW3LsaIdhI+NVesWF
ct7hie5QoInxDtuI8+sEEimHjQOL+fcb9Wp4gtUdfwGWz5RM0kjwqM015piW4ViCts1vdRecpnSY
RmCsR9khwJT3tFcWUjpeeUfKXWhajDIXJB1QmwrowvK0Uin4Vf00RrgLTRtKaB+mjPZFtC8H2dFf
ZUj8xLi5i00LeHvSUUVVoDMQnYTAcZuDte1CxvRqyQGn4rgIyH1pksoBvZeqrQ97Ha6HYYuyh7Xr
veAv+AnHQ3QDqPdimYqin7LsqKf+foYO7oUrc27/jo2Di6tJ0Q7oMbmXLXcZmEMPQgURjFkxn1QF
+3de96aJEILLti9UmpiP3dI8RWQafBJtLO6YqwBlU09BVFygGxkA+sY/VROQJF7W6kLSFnTC12FY
sPPT5ASTb7qMPHkt7aLB6jWedVb25C2q4GkOxZsyZ5n55++Ln3nc3aZyuA9LaIJBFN20DvGhGgW9
TiHT8UkqkIRYlm5vVht1V3//tTM+ze2ElaCNr8M5FEW52f6gqH42HfM7JrcRtskaur+Y6ivsVssD
Hj5+mJLJ0zO4vTAgBoZ0axdYVkyjDwtHRQEC5N2Fe3/mK7igvK5HDWjQMK1tl1dlpx8yM9zKKLtq
MCsXprVPCJpyF8K2jZontIQFiKr8AomPN3yYvBDDWNuJrnrIbSx7lJ3Wnv+NaX1b8eT577fmTGzl
otbmGS3rBEhEFPYUSvt1NA53FBCgm0FY/rmKM/Hh7z90wle+EmC5ALYB3NGMrrwreJVkOu9SqdDy
3IabaafL3bCpFdj8Veo8K6kABsjMlwZR/qsLvPLTbjuUJ8NQ47nvUUUf57frstH3bIpBYDRXw/U0
EZsD/sEPzdCABzapyCEc2uY5HVjzpt+JV4sQH9F18RTeZUnxEYcg/NJ04psYvWgisbTj2tfBgitT
oE0Qs/5a9JjlHXT8/e/f7YxbcRF2fAuVlDvW3sn2ro2mKB8X6acLxl2AnQr2tambBn6FQYyoStpj
1qTTtdfOXYQdStZyRt8OIaTt6UHY6Tvav161nJS70LoMLHm611lbNHUIxGQ6T3nUjBeimTNn7qLW
bNDWQlaVQMN3+7EEejrsi/DdueNMgN4OSTDBH7ZTeD1P5J+pmb3YvXEqThiW1LVa0hXfk9MsBoOX
/GKqxKcFgbVPh/VbhjbPchk7tYmiWml0XZZpcgCba3Pjd1lc6+RhELEWPmIzmnyAYsG9DOb9gu87
9z0d+xzXYNv6GA9cvO31reRZd4cS/6Vu9ZnYMXWSmY7LWiEFaIuaxs1VkoJhOUiT6moT0qtWnHIX
YxYxVu3zSQ8d+uXfkrV7j/kSP//iEpyNyWBNts4Neh3j86rFP5uVt17f1MXCQ6ZvCdWiRWFWVl/N
RtoDpngqv3jLhcMvQyNJiiprsaw2zZuYQ18HsxB+W3cM6aSRDHURpL9hLB/gN2vc9cSLgAhf07Ek
impuOC7I8pIGKAFO25xavP1+O3cMiVabnNWKQgpACMmbLOx4TiW5BIM7E664GDsVCIWMKBFgcg5y
MiefJygDUt1/bHm7eP4FTi6z1XGHon8sih1TsboBZb5ovvodjmOqGKgJJzVy2FE7fARv8XCYO3pp
dOeMl3GBdkkCLDyvJoTRqh1z4JLXvCwnr7J2yl22raCLyWoskNR9EB91En3cwtjvVFzY1xzLMDQZ
3GO6z1+Muu4X5udcXMzXEqDg3IOIsGhXddct7bPolktzpWcCWhfypdfMTHOoW3DP95AcVyNjH6to
qI9yGEBMStsaXFBpZJKcDXX4z2pteSGjOfehnVuURWQNTbv2YEqPASU2IHreU/vL64q6iDAFubDS
8ghXNA3ZDeod8c0kZ+tnWy4irFe8g0bNKgpCwttZl9AL576RTXTKAH+LENIJmJDYUoRNYo6eRSjj
Y2jm+UKEcOaZdUFhaaWTJElrJGFq5bdpvVVPHGjrX6aDUzr4Hb7j9rPYrBA8n/EX6M7kg+1Q4RtW
z7N33P5gkljHGvHwmNT/QjW7WEC86Llxx+vPCxrVjTYC/V60N9fxphWpFzl4yv+g45LZnurG9oWu
yHgVpuF1wGLPV9yFiC3zDhXLHjGCzojOSVg9qWH3iz8ix06ZnbtlqWBKS6LBagMyhPa7soA6eF0W
FxwGEd9Gxy1S9xCTmgeTWi7zNmSV531xEWJJugWmj8e+aNL4A22WDkk792JwTrmLEWN4ZRvVoDZW
jYE4xCEZ8qRSl5rKZ2zVpeRqu8wqe4r8QvBm3NX7tN8S0YeHRITEL7t0QWLRFCbt1k1dQeNa5ROk
hmhwSQrj3PYdS61CgHzRCRSo8etuyE0i9JWC2PK7ph7nC9jck1N8pSjiosVqWnaA4WuU+uk+XmW7
WA52CCyCNVyg/8fZlTTJbTPLP/QYQYLYeCW7Z9NwNNZmyxeGbEvgAu4LQP76l/OdNNC0OgIXHRQK
CA2iCrVkZRoh/lrV6KVJgo9NXjtmtpt6rWOA3RMVivd7Kdt7WVHP5MTFj01gpdW6RSq+6eG2r7/x
yZ79LMwx4O1ogpIbVoOEia3njUbsNhiLz16L/wIgmwyDmgrStmIRfcaJkicbWZ9pfZ64CDKMEpix
tfANBSFtFoqlOwXx+pffzp13tmt3ncjiqJ8s5f+2w27A2pV46Zph5055IhyXpWn5gsIKBsnvNC2W
B6o7v8KKC6iaAI+mXW300zAXJt2W5J8ynj2/p2O0ADpJQ0RYP61ySe4tNA5Oe1haP3fjAqpqPQkx
McCMCbMfRmLqM5SrPNuhLqAK+rnHJEOkJSBfUg8ln9rnuUxmz627+RQUq4Y5ROPMzP1/kth3vbwm
j/ByKd5wYi6ybzU9D+u4xjUfybGg1ZqgE35EUGYTaOPcdX3Er8Tc/6tHvPFfueCt6rBHGEAcHChV
rVNeqSJtwMBxt83Les8mkJwvUHWNh2RuM6oDmrahgBR0Xc53LeSBHidB+A2kpMhtMdUyi1hYPsd8
pad9Ddc/EpAkgZaiiO5A489v+iWsb4oVeVHGZlCRn8h+mLMqivjGJIM+d8lWhGk1LvROrAbjzwtY
tM/02D+XQdfeTLXt6U1k+8FmaJ8XI/TjDVgBlR7Ip6YirczsErTbCQjPICfFAU4/CCqcw/BldqoC
2d9tu9QDcPLlIWQqS6bvKz5E0A3eR178Rdeo/QjdHTQ4ItQ/v0gy78+YhiX3QiLQCUMxPIPytbvy
VF3Id1xwW3nwfm8bPLUgb3gi5Dh1U3clRLvw0rrYNgOeFx5EE9ofWzXfcAztQWpOizMLNnXv5S1d
gBuJ58k2Fe4okQcmPsbwz35YruGHLh3Ny+/6KeUJBK0FvhTibiGS7LBxf25MO/gMqfHEhbK1Iwgt
RqSaTy3YcNPPISVeoypY2c0X5AHOlB0FxbnZ47u23yElhtvpl424/F3lPsgeGqio4GwQ1JYggDwb
Ofdnvw/q+DM1bfUQDwNgcqTvsnhl72dMmPslaS57FwuEqFFkRegXqDuedGWGeotfRC9dJFtENGpz
bY9p+H2+ievtEQAeL5A1uLTl65sYbsCsMwCIn3a1Q9gzCNVnaLzTT78/8/+9c7+6X+lC14CuZmhN
ortdUSXexYiLv6MNHZ8ssHjpsRfhl6ad92wZwv42hjO86UwYl9kY7fy+7oyt8C/xr7wumHT7VkwH
dchlWwH+3tePtCD/zFOzXXEYbz9q0sXS8aiIN4rp4ac2CFSXEbkTcKOi43Qal5fWKRkhgOZ13eQv
FGNxazjSi/pJlsVjz8pnacPIc20nIEpibciLKMKTUUeDYKtFetp3zMsKpcu92KHOEyIBqzFHM9sU
A3sUmCLr1WuSLrStHOzKlBAViHziEHTxCi9fS73iIelC26rSmEULeKc+6aOs6AReUWuu5VoXLcVJ
WgT0ohI9jSiR033+WNWW3e6AEp2BRJ5lOqGY97hDmylvbQsJglbr505Oc4pZ5GLKBqbX93Yy8ZW7
/Pb7Kl0onKGtVMf6kpsl8u+5BD2pGroAJVI7X3mjLliLi4fb0OQJkpJVIJxo9yzEDC5ADKrDSI5k
W5OV/eAHjpMuOE7ZqLAHS1Dw5cfjhp+WVjq+8ivefscx6vjKe/7eR15aw4kFxNDzCdKWsGVuUMoy
NSK3ZvUqNoGy59UG/4+taBInK7DhEAzi52Rk+1k0weff7/xt4iwuXY62+uDGApJZP0VzZDLEn+DJ
KLcNNETQyQFiXM93UzLqOj0E3VPoNE550IC59Pf//aWDc8oTBNIH7TpUcCWMfKtVcwvHdSVtuLS0
Eyt08S4XzpHka7r+IXaIG0K8z0siGafmWLoeR8SqI75JN1uQqy3LZ9tfLab/rw7xxov7CzTObPte
BAhz+j3UEGUcC/5xtpgGS2t5dEdqOtb/q0UzF1lhUE4+VXFdDFlzhMtdNBz0li1F8EVtDexk0sWJ
FDF52AFjAu5/kSmE8sZ/poKEXhUPzAq/vqBgzDAChB7VE9jwbuTSa/BjqGevC+KCPcQB4aBhPxRY
hGKRJnSXaXB4FVOki/WIgWM4ypiXOOY103v/ma6B59Kvncr/DQC/LrqKyieQIB2nZRnrR1ScvKgD
uHSxHnI2YyA08scy6eLnxbLlH92Ixs/fuKg9QwYyBeteP/Ft/STrDiy8VlPP8M0pYLUqZiUiX2AO
qqyymGpkjFwrPV+weBerJ/aEmhrZ89NqyH62hGwggVRXHOWlxR0XL6NpaEaKqV7Wtv/t6PkVGGf0
C9dcgB6iTrtKkBU+0WCIUi7V+yUM//AyIBf7thoKoFePkHav2/sCjxQaFZ7G6YLfGEmmo7a6eirE
oLJkiTIxGuN5Uxz/LSB7YNWaVE+bmr/NpN7SWMXb2etUXEQT4MFsxucE+Jjxj0q2z30yfvBbOn7t
DZumIx2nFkvrbsiSuJenOZaefsV5LyVm+VGu5kGe1O2Q2fZ2sPPid+AuZjoeGKnBGBrkGybNsygo
qpQOw+53x12oVCnCxiJGws71Ej0yWNGnet0Wv8feRUmB6zUu2GZLFDqbczmcktmLQ4lLFyTVHDFe
y3Iqn6gcb8fe3O3U/ON1U1yQFG3HWG3ElOCw38WJ8mXHhLm0fnGtC5Lq2/Fowwgbbw7kGDRCrjNV
1IsqDMfiuEN6TChoanzOtTTho6F1mEnCC7+w0IVJ1ROm7+utDvKprYpbCMHupxXQYb9jdwxUCSkW
qNYUeaOG56Bb320j97zlLkiqPDCtCD4f2FDT4W3TmFIJhsnzkjse0a4H4RguLp8CTu5Y1Ku7wSbl
nd+pOBGtHBRe+mqonsR+6HMdVjJj3X6ND/PC6+kCpJK4haqcweqzeb8n35bih9eu3ckLqOxW5RQh
nIiVveN8zcfq2rzvpczInbwYNtFGPAoQHjYz/YOBJTttSKJOY9/Id2bjP1TTdflYlNtTsK5btm6j
X19VumMZC166EiiX8sn2/AAn4rGdle3qk9+hOba78y6y+8zVE8OhzeXepM2q/LyOi1ULInzlkUow
oYTVkMXB8WDjUHlu3LFc3iltVEDVk5yq00DXjPrplHPpwtWS1QgUgiIsXfA6rbvja1yOXq1P6cLV
whHcmUGDtZuJPybV+KPvQPng9y0ds10NLxtwg6snMqoq7UJb3xlEZX6pgItIq00b2IZOWH0xWxol
/NwV6+63dReQ1jRcK7J26qmt5zAt64Bn6wKZUq+DcRFpEJ2GpqXFwRxT+wWiYp+TpfRiPuTSxaOp
PmkB/9MI8YBUv6NF97mkQvs5YpelTEbdZNpww20hMVqMwYMBbszvTF68808tqx4BEhlCiWfVovlQ
hAdJjVz9Wj/SZSpjqhs5dDPUkwh2lg0mRhBZTuyK7b84pzdqIi4UDYocDfg7kiCvg6hI0TKc0lFq
ezpAX+R58s77ChKDxDQRCfIFMl2AHitwxBvPHM9FpMmgT/iitXrqN9ZlR1x9nKPRL5B04WhkjdC/
1iTJSwQye73dySjxM1IXidbEaqh7tN9zAco/zE8l690iDPWrHLlQtLaSm2nKPckDO+isnSJxGov9
s9dtd5FoYqnoiEYnuuxyPheVfTeJ7sqpXKh8uwi0ljQgKhtMkANV0N3QuTf3dREv9xtf2F+oVNU3
Xj/Bbb+DCL4t1DYlIBBQp8DuO9hYPMGd0qVD2ysj5IE0L4e22PpQQ5buDuNlZ6+duxg3qRLZBgOC
7GJvw/MygkRv64L4yvn/7/q94Q1cWNt6CFXpFaaKAm99CsOwf2j2mmem2b5ZM8H9hMTm4O6sUlOs
z4JO73UXFqc9edFmT9SH0nB+a/d2y9CWBZ6jPz72MdPZOLLwdtXln3rV6iOrxrtomd7PNWhkQgaU
JxNb+RhFbQ1kl/zid1aO3zF2V+ijHEVe4gcRO0LamY+f/NZ24gNOCJEyCmS+V2Q8lUX5DCDNNf7r
l3fjja/g4uiOWneVXXdkUrR9lBYcWR2u55VvfGlx6TxW3Qi1kjBO8mIQjwuVL+hgP8/g6l4uXVAG
La+TXE+xmVNtw2DIBjq3fjNE0kXSJYmpp5JESQ6K1yUza/I32v1+zt4F0sXROkWr2GROVaj4adkq
U2VRF4grEfyFh9YlJ4smimahgU9uGjVlBchZ7gxb63O0qMPPObiIOlJaUk0LT/KJh7keO+BsZeuZ
JLiIup1Vx75pTHyAMIa3KQboQc9ik0FRv+KEK4RZJwP4Lgqb5MfCRxDP6e6mCzp5pW176do7BitI
sWoKLr9crfbDFIR/7ZT5bdzF0Zljg488BlgU2U9tdw6H0vOdcqr6xwHKznjoYVCU3jD0ojHoEF1r
0F5qq7swLoAZumara3zRba1PtlrlzUyOOWsLOzyQvmxOeCP1N7SKQpLqiRf3RgzBeRSJvq013ssN
WsJXru7bwh5cuhxmBY/Eyoe4yMUQzg+DbLqHxKDYllZHqM6t1HRELqOmL5OZijYDjDzeUmaAhjqR
iFcP6NdVpyYW45pi2Hh/aNWx3Ly0YKs0LKvmNmrAAf973/+2JQsXzYIkOVrLaZR5t8TduSBL/Hh0
ln+CUJLwel6EC2JpKVj3uYllXin6ryLDt3HkXnoWXLg6eUXdguVyavF0lT3Nwn5i6Wa5V6wvXAzL
bA/gCeZG5qonnxmGMrM1HL7+/tzfNmEQIr5+uUB6tIBaU4oc4A5+LvVxi/Gf+eSzOATBXi9uwYoV
q1UmeUiDd8m83kZMf/BbOn69NEI2gBoFos3xIJ+7aYEqzTb5zafLX4CBLSzh0HOSxyv90AzmvoWx
+u3biZ82HpOJ9gtcZiGfi5Z82xLi541dTCCvyRzPEZaeyf5QF/JHUAuvpYWLCLRLycAjBdOJWddk
TCxgKwQtls+RCBcSWFbj3G9ayjzhpjkVK3DSdmyu+MBL99vx9jQuWtujjJ5bCXRW2LQHCHaE1yUU
LkQrgfZjHAJFmkdHsd4WILfDyCv9+PtjeTtvEy75GN2ItWhBS+SbfLs1bR2mVBTHSZsDHqaOkit5
7ctJ/BoYCxd7BRZKjNXSVSKaX1FKMJDaK8GSHw0nzsPmLkw2oFdLKE/8/mdd+CAuEMsGyXjszSDy
cQj/Trr6PY8irwogWiOvfYIEfw8pg0nkHRqOKePr+4M1z37bfvlKP5WjwGUFbCkkZ/KJ2Y/DrL5B
Ntcr1BEuKRkX5cJVTfAuzX3xdeVl9RlCt166lly4iCxOaHLYBhuXe7GdQDr358iEH3YTqP3Xp3LU
GxmKAos34yHTx4QCTPb7837JnN66leT1yiamJSmhm5uPdUzfxTWtH6q63m5jSH6mOh6rmyZag5su
VMMVe7tgBy74oCmW0kozirzqGOqYY5VWrfohbJwLdG5ORG+ffv/TLlmA8wToKpHIQ1eR70PDnoZg
jjIdCD+UmnDRXvEL13TJN5EfQgD3PL6wqNrA7x1wwV5HM66AcNUcFTatT2rV83nervF3XjgXF8tT
9+U0cTHwHECKR22b224q/vM6cpd1i1Xl1oBwl+exrJLTUSfP/Yt6tN/ijmto1nk86MoZKgvw1sgQ
y4/A36grDZkLrT0Q0b+2BAbSDbI0Pa5LQsM+7Uo2/1kmLH5K7Py1j8b93DfHcoaxrOlot+Udgi0/
RjHhgn1WGc4WlGIsx6iSOi1d3NxQoqnf2+xCctatJ2o/BMujvYjx6If0/RH28bWU4sID6lJSaVJO
kKgVPE+mEhQjO69P4KhGxlJMof3jQKvIL14ULs4fQ7IHYUi/ch7R+QPjs80s08OVB/qCXbiQxUpF
YVvXlOesTOR5Am+iDf2SYfELZHFR0b4dC8u3bnpQQ/yfWq/NYlzatvMa67DCZDDGn/Nw3tczI3t8
PzMznLyMjrtGhyu/Atj/cuR2zXra0hODMrDf4o7JbUHMx6alOBVjmhSVveA+bsXhufrLgf0USqip
G6Ytwm0RUQ9p38ZGtyhA/+u3dedFrrYKQ/J1AmcUQDe5Jzm6fn6zO8KVVlyTQ6umhKObeROmw7He
TG3p6UVdRNc0Lhha7w+WqzkIT4UuMAMABWnP6+JUqtho+73iFmduqh9i4yYbFCZlvM7cBXT1BUZM
NG9xF3VXz1m4ACXKC8r8pm+EC+vSKM7COWqc+7Z/CFG/SxdKPeNDF9i1d9vUR03H8ioMivtlGv47
wHvs5+FdXJc6GDpPgMvnybLP98Um+xvQf1ybynwxmDdiRBfXJUhTLQST68ilo78htvZox/nr7z/p
i6W/tbRjo/W8YI5VHiSnTUP+6GzY3Q9TMd0p29R+bt1VmUSIYMYQqk3oyw0BGMdECvl5nv1+/5eO
xgmfKaaeItYGNI8j0P4o1t+wOr5GNX5pcSeAjadDtqEZsXhllhTUjw+8O/zyLFdjMiCouwSsfLnr
IVQLDOrt0Pr1K5EIF9oF/FURgRWb5aUEaVGrMyBS/TbuortWxnBleM9ySO58n+r6a0PYlczkwnm7
4K6iVFE8aew6buT7w9a3W3RNi/7S0s4zuhxF2Q1lRfJY9+xkzTikYx/44QiEy6iqi9KImg4kh17b
16gKTnNIf3hdcBe7RWzH2FhBoGdNoM4BDYMu7RU9Tn6rO6/otpEDCOCe5kvU/ZkwjVsOkJtfvuDC
t4YVA7Ab0tsc7QCbNrVSaQVYnZ/luwAuJpcBjCEbzcGAPaSQ3/3nsO1ffsfivKLHKNQ0J4bmfSt+
kCn8IUf22WtpF701Vb1Mqo1H+TBBkTQFR6X+0lG5+dUYf8EPhFO/qXAk+ax6ltI+fNcki595utiw
iUg+IS4ieEHDE++aMNNl6YeZEy40rF9MFRaqi3NW6P8oWi5a+1nQL8AwEF1GFKLqeXjQZ5DHvkui
xDNSdHFhZDN1oUYT5QsFIYXYNOq6ShZ+/RBXwLIbkyrZ6RTljdYZ3cHqWPtRGQgXF9YDcNDE0Yil
KfueqPJDC4YMvxvuPMkdQaMP4HyScwgCgBAj+D6snpVPl55MTtNWxWYneVQv4bnt5c2WlL6LO1Yf
tImqx0bFedl1n+OjBdNlvfzpdSguGmyIwbWzLZij7GerUzvx5wFlaD9X6OLB9t6C00Fqkoued//E
TVh+VFH53W/nTnp7jFrsdb+SfAp2exeb5o9+sZ5dCxcOVhQhDdUWRfk+BvtNPI/BSRq/+RPhAsJo
vMdjDRr3fBm6T5sYIfOzeGmuceFCqcqhalFjWaJ8U82UKShNpkcEaIbfmTsmpI6irZcBSa1u+h9W
GVhQ78d2K1x6MJA8tfyoSZhXdctuRdAuWSwx4ea3c8eG1KwqVUZDmLdHd1o0eQxo/Y/X0i6wqQQ3
zUA6HcIbHnnJ5JetNV5DHMKlBzMTGUfLiiNvLDRxM0zK0s/LaotPv9/5hSTLhTa1C4W+uQnDfDVL
2Z5EPfUoYRZx8Lcqx+5KteUCrb9w8U0Aym66O1SYx23FiozGg/6gwxbCkkevMwl63dTSDuxkSLwj
Al0BaFHaAG70CNT+LxvK8vz7n/t2rI3O+uu6T9g2QzLS9sglxEZvZcC/jqv0ox0VLtIK1PtlvCbF
ng/1aMdsnsDBm0ZdJCHBUcjOj19MuICrwcZczGFy5N3eWRBGGJ613mG3i7XqhmIZ5hn3rd3ND3C+
VRltyisvzUtG80ZG70Ktui1JdmGjIxcJYPy0JvpruSpy3sOWPaxTXzM/U3chVyHOQ1VEHKiSsf2r
qNiURaCNv9YOeEmy3/odjicZjm2sZF0deRIn2xkDLPX3apT83wAovnsuTInPHo7Tud+O6MQZJFio
iALogR117BfJuNgsRaZyBolimB/0PwFXnE5h5VlbcFHEKrJLj+ZJmIOWjGUtdODjqpmubPx/gr5v
HN4vPF5BJAYM6x75PocKZGYgwLBgN39cyr0/FbWsbtmAwUBj2y4r6BGlOqm7rIl6iHRVSZPyuejR
4idzmcopiM+gsUUvtdygw0TLfb+thzBuT0U3tV6JKLrMr32G2dqezLqxuY3n9Twn6Gsf4e4XpkMR
5PXqQzXwlyl0rN6pMkVnfrsRVBrPvb9Y4k917jCY2iK02r6gaDDPueu0lMrvuQY7/evFNQEMeT6k
yU2DzlSnQS4JQQmvnQsXxAfEbdLMO/xQEEGEuKjvevzh5x5cTF6yH0tZJf2Rb3T/e9SVBp6UPfu8
MMLFW3WUS6Oi7sihqvVtez6a+l+/hePXp71g2GSSxwzH3LUjtAA4ytHpCr1LzwMnr9fX4aEx0V0e
OQXp4DtphiGj03pNtZpilbes3qlXrsXWDUMxHDmnC0mhXNedd9JfQypcWt1xyM0ykn4csToU4ouU
l2OYbqzxisDAp//6YALMAeyl5ns+Lop9qudof+bzHHjdRXBmv169Z5K2JJB73pW9Pusd86gJXfxm
5sDn+3r1oNa076Jxyyca/UOiqT71VeTHRQoC2NeLq6YGjG60mJtotzqbjS5ugVtUVx6Kt9EnIB50
VqdHTLpysXnEG3FjCx3rU1KF4lE3rP7GBJkerFBAEiTL4vmLXBxWIWMzgNBtzW0JZzNOmPUOd6+K
CTiAXv8eFDOqkc5qzYFVWO+LOIpuGAaF/QJbF3cVU6N5AZbRnEwRZCYrIW4j9Kg9V3eeETNEO+Ab
fM6bjt7p5SPg8V7AKxADvD6VOU7IcvR0zuem+C+sflSQxfOzLBd1RVsrtgKZWd6x4wbaaVO6mPCH
jzPGSOfrbQfbgWkTssxA1b4TjR1SgK+qK/t+efl/dZXcVX/cu6lmGNGb82SYphs27MsZgI/4Loa4
90O3FeSbUNu1qfW3PSd31SD1FiEpLvFD4kNGKWuT7Q87z/Xffsfk2LBOlsEeSzxhJmc97oFv31LI
WfmBlYD4fv0Rdt4rzGG1Uw6V8O+mCHOGeWmvjbs4qLhrorkXdMwxLfOFBfbvKgn8HivuAqGWZku2
qMOV7+a5z2vCh9OL2/EzVZfUqGdBXATBNuVJj1k1FoZpYis/ugru4qC6ulwni8GnHL6sficOQEl0
MHiJmnPuIp3iuQmsWgwI4+qjBiP3ikEIu/zh90UdiwVYrj8S6KbnQ7PcBGGrU4hX+s2eoeb2+iYK
pPp83viY21oEd3OdtLe7nj1t1AVRxUGkCk6qMe868hFDCFlr7bffn8qFygwEg1/v3GLMCZ9yHPOY
zPyusOJuNBuejj4r4v45iNh5SsRXrkz5oBdVv6MdwE+7ba/1ES688i6wai8tSj7GjrmM9D5gpEXT
23mU5N+uLO0jVFlVlBodm2/VWNZ+V8EFXEGcGuJuMhnyLprnx76fhnPX0enT74/0gkd1WeJWnFsj
EermIVDcpy1Y/hy0Xw7AXcRVaNY6mvUy5HP3xaLAkfZzZ648O5f27bzEomdkTDra5xD/PE3RgsmI
a3WfS0u//P1PWehu7Q4+iwZHYuTHmwh/+B21Y9PTIORea4N1MfADhfkmpQH1G1blLtJqiOcgYdwO
OdzceCPAVnqOI1pkflt3YueG9cX/gvN8FUWUDqpNJ8yYei7uGHUDjrVVB1Gfm6zpQpHOe+f5eLk4
K2AVFsQncZ9PZdg98nHaHknvN2fLXZBVS8a5lBVr87mK7o9t+dzaa0zNF66gC7ECnXZbF+Lo8prL
vzGGptLRVB+8vqWLsGp4WwANsvc5leTTFtjHmiEG91vbscoeqNawQl8uDyivddoOtXoEkUDl5wpd
4qzErjTUhOtc2nXMKl3vmQ13z2fRhVeVst+LjiRdTpPiW1AVR7ous5/tu8xZpCZlVcpY467M0fmI
g/nURNWz36k71tkXC8XQ48upT+EdUpQvUxnf/n7plw/3RnTvgquqmFZ1xHadY9KB/9XLgJ3YgT7B
DJnUKxPZF+66i7ACv88eF0UPT06DTxCzAOFsEvjlay7EKhAxqS0/dE7tJk+BmBQgop0fpSB3UVZh
y9dIRarLZbftmWjHhwOi7FdM6cLJuyRZbCm57YJ+yEHlMP+xUGJOopDjO10Ate/1cV2w1YvyOmYK
qz4nB8zpmJc642NfnisbHl6QRe6Crga1HUYuNWyK9zlEk+/Wg1+puFy6N85zWvbhgQy5aXNL2iqH
OGhxrm1sr5zNpdXJ6yCgbhY7FHYe8hZkxM1QJGnAzBe/c3fsVVYxOISCvs3LsD3ulWHycRhscYLu
87WmyIWsnDpvqgEJSLixos2jYAg/BsboKo0bM7+ragm8cVDz814SfsVLXDgstxM+18M8jSCUy/du
f8+rf+bDD37J/9eW+SkWAysDV8oObT4d7EsS9H/EzTUG+QubdvFj4aQIsGmyz2cx6/MyPR4j8WN0
5y7AK9AQ2UVdGnFH34u0rbeHKCo8EywX4LVU4TYmJm7zpS/BABFsTarGwK+U4GK8oEgBii5QweQs
+rFLoA23insWj12MVzNtw0xMNeTNXqC8lZDmfl43dmXnL9W9N54qF+O1EBHPVTDqfAEERj5Qwso6
A2rSQGJBMPVds8GPI4O7mK8JQLVtHzoNEtzwVizbx2HzE2/DbPdrv2NmSZq4N13etM03VNP+GgJQ
AHn5HRfz1RsApIceQUiZlHrMNK/3T82sMB5ZgxXTL5p3mcDaVTdFFCFGs7PZMqkPaNwV15iRLtis
C/5CJIIxmJ3oPIppkkV8bc+DnPiV87ngNF30F60ClrTLjPc8Gcd3xhQdJHZ7aFqhG19vWUTEcLu3
OrqCM7nwwrv0YGzuQ3OMW4feW9RD9MAQwOQwxBjp6vvvP/il43oxlZ+8J1Us0phRxRMZNKkk0K4g
TPnxEnAXFNbPxQzlYSxuekof22i9HXl9jSfm0tm8/KKfdt6ZObFLOMAMwOZyTsrxv5Yu1UNDiL7y
sS+djRM+tImARM0ctbkmJpsLqA9Q237yO3fHiJfE7FXQzjrfuPpeBsPnORivBFQX7qiL3Voh0XOo
3bT5yMzygQNm+eeIaU+VNg2b0r4aO+iGSj8sMXfhXFu7FRMa5/gMrIpuuR2rU1LQ0s9VuGiuTXYH
R8EdrqKev1dkvovAEu0Xv7kYro3bejj2QaNiXXYnW8bvebN0Z6/v60KnbKcxNQfduFwLIk8JH8S5
AdvKlYfsws10EVNrBUESkqw6Z7Z+ipGzpMm0fPPbuXPr15JGJUAsOu8tv+9nXqYKyu6e39O59lV3
hKIvhiY3VL6zoXlol9Uv83chUuu+1ghNojrvxhKUZmNv02he/DIJV+wxIAldG2HqHJI+bQa0T5Cp
6PBLQV3oE8pxdlmPqMqnrvjSIE889HJl6Qu+wEU+BUtRDTPGE3MIlIeoRldDcU+HaXkwYR89qyCI
oMatm69eV8dFQiVgYOqKfa3yXq7JHXQjVYZ6ZnHFXi84fBdAU85Kc9YcVb4uRf+32ZfpRpFof1ig
O3nFdV6wKxdHw4p6V5VdqryrCoznzPWR6TGiJ7/jeflff3qxlkJLMNsqrM72+6235dmOfPZLsELH
bPfZ2GFuucJMx/Z+YOtdMR9+Yj/cpS6KuF0KqmOV10A8ZlrxOA2goeznE0In120wOdttYle5Sda/
mhISoqL86HfiTo4rVr0KAuQfsN3sczFPT23c/eWzNHOBtwVVwyIrjaWNvFt1/yfRwb9+SzvACohK
F9usRpVX6wx+HnogheN+8Dz2CzwvtuNQ9EHwKPR8Mu18v0XDn377dmJJEpgQNTQsXUTkMzn4kNYB
JNH8Fn/xCj8Zz4i3euN1pfIAJbuzBSAZlAuVH6yI/QKJCra1r0gSPLKwe66ozYtVekUCzMVDqQ7T
YcqS4FFWg3i/7L14r9bC69FjLhyKrEa1y1CqfO3j7b0sqTmPiaRedVfm4qH2QJho75kCHip6mT6v
wBMbRlfijLefJubCocoK9tPG2Hq1VkGZJgEd3zPwOHeg+yfL7YqO9ilKgmuZ7dt9WeYioQC93GS0
muCxGYOKZTboq1P//5ydyXLkNrOFX+gyAiNJbFmDpCpqaPfsDcN/t5sECYLz+PT3yCs33OqKwMYL
26IoEEMi88tz8nD8EZsxPCPZZs9b2wWHXcjCa0uG6uPPU5YGsK3TkQ7SbZ+aH0EcjEdcKDKv7kPp
AlJ0nWm+DhP+INr+NRT5SwSRM6+15jgC/l+RNbKGdDDOkvAH5PWbo2aS3TgE3/oOzjoWfEAoYoP8
0cKP7LEO2/a807G6GINqkOFqSmq09V9Qq/VLMAM//PkzhNmk7DgOQWpXzOK4hGVn1fo19UqXmyqE
mjF7kVuja3uCROdL2+c3YrfX9/tvtkq62FSmRl6CQ1TpNG8f66V82svNK85BC8rPQ1LMiw4sWhYe
RbZFSbtsn8dMek4e58wlywZpOYszV5DtwqPwR616P5xRuoAUY+ugQ6hPpZMdHsyW1QmjlPidMC4i
NQloIct8ydKqqh/MIL5u6F/1WlAuITUUER/nnAcpmMnvtF3aO0ZHP6UQ6QJSsJOru35fVTqS+kdB
wQv3yKd5BWfSBaSEwdxmWY8joIUsQ2zmPyMy+dWC5X/4KNV2ul+sSrdy+wqjmXdzu3zxG3H+8wwX
46izlcgs1TtkQnc+/7X1Mr+x9f5Tk/3F0nTxKNNJEeY4SFKI7djHjUbjeR7j6SkvJzJdNC4Rdx1a
5hMY7GZ3US6DF2xx9mGDNSW8Iftp+ULVmL8wChOjBIJG4jCuo4qTdq7G7wJtMB+ihlffynAXecKK
Knw3lTbKE1uHyOPkik8/NPjAL5wIsE1BVxmQjgs7mTw2hzEm019F3O5nFBjQFLzU9XNR0GBK1nJc
YMyKQDhpAzVOSYEp89iEYodpNmOHMI8t9JQMWRJRFCjOL310BXhRfl3joIA8ZzzLM1v2Ks3rwNwF
ENN9CJelxSstyg+ag2zgz1+uFQV8ITiHJXQ16GQvB5Ty/ZwdpQuHbXIAp9+rLJUwcWmWsEkmhk3k
91Pu19UF6ZJfbWSLanp98RY97z96XPYeYEv6t47q/ClnzXj/+1/zxrHgwl7D2vayE2GW0o7cZbF5
vyCkv/EnvPXs11jtX0G2Dg3kb+Y+TjOCuk5gtpMUnZ9pjHRZL1PH4Q5kIkvDiac6kx+hT+gXqLp+
oNmM/IxRQ5waGmcJD94HlN5qvft12kG6TolxEzUEi0elWYUW+JFv+V09TPRgh93P4FiGzmYV1vMw
1R1c0MdwsEkotscS/ree35T9/E2XHXBuFYRxiqTMA91LemhmWvodD67AFpvBQUfVHqejnLfjq/XV
oauazu/q5Fom5o0egwJ67Wk3ZN91Q7/B6fWP36+iN24fLvYl9xECVWTM0mIW9VHnbD5FHP7aZQzr
HmWD/WGHeP6NX/bGsnIxMIO0zAq19Cxd25IhCWdfZB15pYKly4GhuVz0hcaus41qOHRqPeVL5IcM
ShcEm6UYYisHvHhGzLkl7VM+ZH5qe9JV2kJrCoMRM77ubGMBKYK4PMmwjo+//8Bvjfnrv//XVibr
NYRqAKKiYQizQ0C7MlE7a/0WlQuCDW0E28dIqlS0KPvBA2ROdlF+9Ht1Z8XmJdWv9tcqDe0EGxby
XYvMb6OUzuE6FWtfbTVGBWrG93F330Sd323FxcDaHO5xwU5VCqOnR7TYQtBD9u+8BsTlv6Kgt5NY
Xt86RIM1yapDFAd+LQDSBcDiiu62K3eVNvCdKdpgTQQ8Dfzmict/YdrlPLNCpWujnmw99ceClNpv
irv8l974AE2BPEpXbe9syedDGReeS98lv4a4LEyl8zDVq77yOnuIV8+w3yW+1kKHTSiLMOVL3ieW
LnesV3/6TRXnKG1pQeFsUIZpNXwahX2umtlvE3cVtmroaJOo1GFqNFa7YuEDEdYLz5SuvlaNnYnG
WwtzxDFIg/lPXu3v/cbDuY2vGa0toa9jHYQkpUEZ3K890m1eT3cBKVPDu6zf6jBFLk9CGGBZD1VM
bwS6/xSsf3HLchGpqTYrrB6AvkGsGMt9sxM5rGWYP8DGBeG7VN9VEBXJFq/ySmQd/oW1XN9vA/ae
Iuu4TvKKLKeQjxJlxgDNBTkOtOe1ZQVFjdpkh63sqN/G6oIhHDLm4aKMTFeavE7qwavwKF0CJMyn
RpYGzyVhuEDHpCGJLW9cY984Il1KLGMDLniMR1iH1RW9ljxhUeTnXi5dSmxprZIF3cIU6Y5vIam/
TliNfrPOSSFaWJWHlCmZbpYsR0365czlfitB+daoOIFDVZTNQPNcpt0s3suqLRNAP355IJcKWxWF
WQ84mVTX6oD48ptad7+Eh0uFBRMstGUgZKpweYYMzYxsTRV7HpIuF6ZUjshsgKgF5PT+nmNougnu
5/UrXRxsNxX0xmdAflq0AQRzugaqETcpjzcawqQLhBnG+8bMmC2vEFIyvxpRRCFsixKK8+1g85i/
5BnrP5AMhqmHbFS9TuBrpe7sNi4HOnab37T9j/7W0M0kUBl7NYp7CvY2RWeVV0e/dEErrZFe6LdJ
pEPB07ptUprlno92lkOstym0bcxTMoN1C2D4zMfyFk73xlpzlb2wp2kyWc7SVk9HHpo7us9+N1PX
IHFsZTsAjmQpCqknLYtrscobj34jI/AfllloFBQURjpsWgub1O0HH2R33Ctm/C6+LtPcMW3NKAKW
IpB+2Olw8V5tLh3WlEtJIJLF0rHGmITkXWuU31RxUTCKQECt80ZTHmdTEgX6Svfcb3tzQTAiddu2
lG7Y3rryqIopSqBgY/0qdS4KFvCWoR2pIGm7su9b36Euom+8+BuTxQXB2BSJLZr2PdWF2q5t/TrJ
x7lMZiU8ozCXBpNm3YupZXvahF2dqCz72pbq1j36jaymK5/V973VedztqJ618wcr8vKdWbriq1x1
fi+6sve8FbhaWjuSj0LJbUUxQL1HfyVY0dEv0HHRsIzV4CEXuaTxbLb7IG+aQzRFfn0g8Kz6OdNA
FIoYtMHTFY+OYzx0Z6OJ8JuZLhs2Rtte5fOAUZnqJQlG9dwhnXcjfH9jbrp02G6mqt9xiUw1NptD
Ta25H3Sc381FxW7slW/s8C4Sht79ScUWnc95A5YFwl6HvmG3btdvvb8DnAQkMKzdyJJGWwTXbdrW
KVRV9POcidYv/naJsKyoOphwDEvKi667HwLIWJfIZB+9IllXWwniMg0ksjE6HDhCYhj7yqPJL9Z0
gbDONCWsvsyKppUSogYqSnrYNt2YOW99VvbznC/Z1PWw7VlTIpv5zOGAc0dq9C37DYuTpaqJonFb
xXMaxvbY6/55scON7fitF3cW69xxlbX1NKc22F5iU8QHlk+D12QXLhOGdN0wipb0qRmD42S/wRfG
q6guXMk2JmQ4m30dUqEo3D5tc1rmyq+ALFwkbO7EuLIt6FMRNPlB5PG7oCz8rG6F68HZRaKOS9IM
aaE+VqSecO2pfMf7dV/4V443UDNBAwOePYnmq86HP9Dd6rUyhQuEmaqtOlOUA7iOQCeQ8+z4aLwW
j3CJsKLmSH/JfMANE3REwcghCLvY68AQLhG2rbbO+/n1xYt5P7RNdglHzk4+CxNz7ecBX6sGuiBw
9UlhMvZYkeivTZXv/R7tLMy9g1zqina7NIO8S1Ly8UUrv/NfuOzX1E04RuO6T6ea/J3N4QdiFi/k
WbiMFzLHfbWMeHQ2mKdsuyPj4HVdFC7fNcmsaBVsotOCTvnRtJoe4Nlwq1j9631QuIiXgaly18JK
NR1QBXvklobn1xS+30boimAhSdcYmQdtuqn1A7P0sWirD17zxKW5BClhsdHkbRpu4X42Nfke7JFf
M4twaa59b7uqRBdgOubr/xjAlGm8GWy9NeLOkRllStl90026Rstj2LeHbVm9kt7CxblKWVTQ3V9t
OsHi8KpCNT8QWvsJQArX/K8F7zEJMEspQlt9QPfhUaww6vP6nC7RxY3WlCFRn1ooI59a0UynKO7o
i9/T45/3q2wxcGhYWZdum3qQMuVzeCNE+XX9WLhEl50FK1HDsKnKqmA8dXMDsmcgU/MtgrHtOzoX
8X20mL31W1Eu5BVVCpaedMQ4iZCcsmhSh2ro//IbJuccZbKGjm8YmTTqg2+djeok7rLa78xwIa8M
faN0D1Sd5n3zkcKgWCvqFcwJ110zzMne6bGp0yCa+P00yKPJduUV+QuX8ZKbViwbxzodJJjkMUCT
cEyQMfQbcuckxf4Yt81U1qmsSXts5h7dl5Dn93y6c5jOa1vU0NS26Z5Hf9XNlmYT1AJ//+b/JOf+
W5YRLucE/ihWaEK1KUZnug+ztrBJZ/vtOIm6foKylz7Lju4v/RJNj2M5bKeaNvRB2qDE3heN8APT
pj6+boYqWYTJhgOkGLtrVk4zPcke1Bfr6g2jDTXqgxEIB5oynx/hOOuH+0PB9ud9gUwwbOo0Vi/f
ou+zoHfdtHnlGoSrllWwqNwo3NvSocuSpoW5ppyEXxpeuAhVLfa1oyXySIZlcODqnrPK059cuAyV
5vHMsZdt17mp7w18cH8US1N8//2keePwcyEqtVfLPNFyvwZ6/l4P6rgw5cdiCJeemkTWIUtd7deC
cMhO0QGaVuhO8rOcFG6Ns1mreI11Fl4BITyBo1ySsik/+Q2LExOQZgWAvdX7FQL13WFF1+XdEAk/
WTjhwlnhkgWxysbtGk0ru2aiLhMoekxewAdOHWcN1WMct7WU13Wy+wPlpT4YvW9+cYHLZ5UqQ9E6
r6JrIOcPEZI6SaGywG97dHmsCOZEbSHzEFInXCYLIsmkzKWf7hwcGX8emLFGRbILp+0Knrw7L0NR
nZfMz7cV1/6fH95LiKwNEeXXRUZfc6vPYmj9GqKFC2SVZMJWLit+bSDTuqmPNmv8zlJXlQtlgDgM
bcyuXGHtR0XPD0gr+12UXBZr5gMCDBgGXoNyumYTPLZJ5NkUIFxVrtKGmcV1nV3RObsdBxWJY8n9
UnTCpbHiOFJN0Q3sune0P6wNMgwZRHFvHNRv7LkukRVb9HHTOVuvjSjMl5rFy3Bf7KQgfpkGF88I
0A8GjQ3Dr1GB3rZYJzWp/EBk4aIJRdQEuAvsGPaw7RO6QAnxVUjTa9d10QQYwJlws+16Jcu8Jk0x
RMceB5Tf5uLCauvM4PQAS65rRXOdQDLzYuJb1Oobn9Rl1fIFliK7CbCZN7pNlna478j80WtUXFRN
zZvg0IVm144X4mwDNAHMCkkHv6c7+1a88AraeeN6LceNHSo2PmTB4EchC5dVs3oP9ymP2DU8mI23
SZj3nhPRZdXqiUdyzxS75qu4h14W7DLrW+WXt74m/3kvV1sXxVUXhlczqQ/LmJ3R0ndLuO2tZzuR
xVy3UZXbJbrSgr+go/i93CK/g9+F1VpuTV9atV77IDf5oS/Zq8S/3ODH4TdXnMgipBulfSSwgiDL
iUL+53Iyn70e7epLEWPzUGc4iJCOgTnJ2IRwswy131XX1ZeCEieQNTjEXSXDJShH2ehFr+t07/fu
znQpW8a5bRDJNUE/JFEbnyHO/Iffs53pkhuopQfDxK7TOl/puNxv++652zo33W6X4aa2mV0hKLqe
AzGhhBkvxDOR6dJDalwBwVKMebsB8GgyXn6IIx74jbkLD3W7goh3aNerGSN+jhHynqp6NX4ryYUG
6aBryAt123UsqEhQZ18SS9DL5fVNXXQQkoolzGD1eq3DpQTqwfp7i+KAX87IpZlGEY1mKRp+JaR4
mpb5ss2R75s7+SjVk4ZtYbBc5UzURRXbfB/SVfil7NnrlvmvqlE9w6EIfnPLtdzh0jVWhfkYiV4e
/UbdWaVUiRZFsJLjwIiPYUZOcAXzavUQLtI0LJEWeqi3a9mGXRIgr3OA+ZGfrbpwqSbcWsJu2PDi
qu/Yg4q3+pRBKcJzITl7Ou+kKnOBQSey0g9UT/01q/dbkoSvE+MXKSkXaormpeAGNzhsAvl4piTi
340K6/d8m/obf8BroPKrXxH/PGvI2JsAkuL02kc2fs5j3R9N2IentY4DnCHcD24VLuikOpiVd0tE
r1FTfBVR95Jl3C/CcyknE8zB0FlBgcJV5JnH3Cb5GIZ+iS8XdJqZwLVOvz59id4RFdTJ1JP/eS0q
l3DqtWwhcLWsV7iWVh9rUyzPS8ShM/77x79+w199W2fNRttEIrDQy7UO2u19S2Fqk8DYuT2ZigXH
ndf9i+5z9D/URVF/+v3vjH75O/l/5C9WHFUQ7pqujaHybgtwddVBcCaA3D7D0Xd7GWmHTOjvf9kb
0aDLVm0jb7aqF9hQ5fwHegD+ipT2O8NctqoLi0W2FqeMXeLD1Az/y9vd8xxwyaoSruAdXJNmpA1M
cZjbGbWD2M9XRLhklYwMgYx/N19ZFU4PsH6bT7hrdn4xrItWUSHaCRoy83XsITrxWoiCJZvnQnah
Km4ipAnA21yNbHgSU/wjX2/MyzemiquyJVnWrkFH8eJ0CY7rK8nSR7Wf1pNwcaqSRKDBCGZ9nUMH
ZwnmZCLL+s5rlrs0Vb/CdsPAPvmKC2x5r6MgS6ati29U/N44AFyeah0Mmlxas1xnaKp9GBnU5hJT
oo5LxwJadmPpKXUkXLmtYAy2DJ2Qy1Xv7OsoxySbkdf2GyMnGh9Ay1XWhvN11oNMoIpSgaPtvvg9
3Dnk20YaUL/LjCMgtzDAVY/rtHpl+bjLVs1YS3W1dNNVRas5wd2kQYoy+u7z4tzFq+qpAUgwT8u1
z8VwN7RrDA0NWMX4Pf31CPhXwAlDgiWMeLdcuzwPD2Sf64TEsvd8+ut8/dfTmwzG6SjEzdddd1NS
DdB+r1VzS0L915EVdy0xp2FSjYFC/hUJXHEm2JHTXDTx/RZmldcJwl3UCmx0scx5PlyXgD+hGeDH
QkM/R0/uolaW5mXYVZjurC3Hk5zIlqDL2a/MCtuEn4d+rNWYjVk2XgOxNU+stfN9NcroRsT5652Y
u7CVUgXBIbUv161vm2Rl6n2p5XuvKekSUa8HdpiN5XxdBHko6z/n3K/LhbtAVCwqFkrClmuzbM1h
G3eW7HxqvLYv7kJREK3kNV0wJpyY+US2UR8Fes+8UhXchaJoNbOgU9h4CdvKq50KiOHDOMjz3V+X
2L8W6jJxGg1zhadDffys96E/dPHgdR3nLhalKlWtAdHztYvpR4hMPkU78ZuHLhSFKT7ZqsSYN6y2
p9JmL5YE29lvIjpLSFgNZSvCx6tGE/0hJ709dPbGs9/Yu1wsqpZTBWpDTVdYG66Huu3N3ToO1VEv
pV9OjrtslBSi0Pmox2uJ/3YekHW900b6he3chaNsbsna7fF4jcG1pEGwf6azbW4gxW+Mjit3tc8c
V9qIrFdkRKvqHjJ/5l1FuvJhyFl465e8sYe5mFQ0NRZ20HS8snK8t1R83qLCK9qDkNjPy2naamFe
DT6uDe15MvZBn1Rku/HwX98IkeP/+eEa4s0E3sHYH7VEf30/q9OyTnBtBc38no7MHlibk0OXod3X
ayG4mBQ6shjUqOf52rc9O0whMSeS735SAdwlpdgiNwqpkP5a6iFdZfzCS3sjnfbWPHJWsBamZWRE
2ji0TDwESwf0fWLtsYOQ0I0I4a1f4QStJEbHmolQsIsLtv7dEFWelgmrLumtuhVGvXEfd6WhYshh
NWzEPVZ15fRtKgtymgbeHEu90Yc8HPi93IjxCpS5W94MJnxjs+fVddub77bsylNIcNHymUnMPYH1
OM+jytHxCK2fp3D5UnneO5l7+irIzOxbgGRyFuZH1Kq+wuzJ767P3LO3qaD9mcmgunZr/14VGWTQ
spPfgDiLuYoCZlDzKa5tuVTJGPflHcSW/NgG5p68NVsj25rWXPeg449r1Kzg3TxFcph7+OJUkSor
lL6GZfQUEoKdwdxYuL/em9l/9CXJymsDdvqKMPZ/WdB/3Knw6j1i7snbzlDrDbTWVwz9SxSQKonq
1U/BmLlnbl3qRkB2Sl9zXTbJVksLu8HyxlbzxqC4Ry4SBzQK6iW4iDL4sxr5ACW83s8Pg7lHbj7W
wZbvY3Dhm/7M8uYqjF8gAp0G58AyBSwAm5Jdxn4oH1erH7qahy9eC8g9aodgM2ERzwVuaMMTsTA9
Lod28Dr4mHvUwh9Eiki0+dWyYj1OrYXCRb57lUyYe6pym4sccnP0YqjOTihZbYe6tjcyQm/NFSdt
bDkEBIM2zK+1CdZTw7I4QfLe64bGXPx4H9t4X7GKLl0Rjg8y3vdj3TM/YoK5IotbEy9mKmh8GXd4
QteLne5JrfyiDeaepXWxoTEYqnCXHqZ6h6aUPJmKObgR1r8x7C5/bJueVgv6eS4DVdVhoPtx7Qq/
MIy5ZPCWRwONwi2+BE0TJ6WI/pTt6Od+wVw2eOiBX0K0Ob7ogBdPWcD/DMKx85uNLhscj9R0MQHl
ERbl+6zhy8nI/Vay/NcRGG7wP28vcWF6dApn4QU1MHGOYCZ5aTU0D2CHMXt+1tfP/a/rcdfSoFoL
El7GdaJH2rHtg1p79en3W9g/1d3/1niYSwnzfe84zJijSx8NLPoThbfo/WIUSYpdU3hIlM0h5GD8
5y6rXmAKDTWtgW7vt0LM70boAn8fod9hzkKiGSszhp9lOSx/RCwjz6KLozM02shHWqvqbg53dZjQ
0PuADA7UzHdICf/+j3hj5rtkqSxmKuaukhfJ6/YJbDl/HJoQ5J3X412DYLRTMxtkobyIJfvSBc17
WMb7BQQuikwDTJnXWOYSGDh27HG3HvJQ2RvFlrdmp5N3trFCX0G3ygtgqhpVui7cDyzs6R9Uz9Yv
MHCB5JFJCKGtk7xMY759jad4O0WmGG6cU7++fTCXSG4IpCgtZMAumtfqj6rL14cSm2d+6CY18AOB
ZYuBMCi71U70ekn+xWpwMeKhgqtes3fysqhYHVGC3O4KHlRHEGj6bBGmfLsxpV4/wa9+kbNxELpX
Y7nY8MLMROf3jYjL/tD2lh5j09eHBk3jycZl8z6vJRFHCHwyVCRoM+ELDj3EJdTrNYn1UjyEVSk+
a7nmH6pqU++awA5NIrqZYz3W5InDR/QSrzAMeA1q38XEFM/lGOR3AKaXDwb828Nke1gDkdyG12it
P+6lyE9N0VR3NfKfvUliPtM7BYfKu44H9qPhTZA2JhyXREa8TBqjh885g4LqjcF5Y2ycHc9CEtro
LtsvdrJofKF2PUX6lnflW1+Y/7yd8n7u9RBW4aXEqr4DN1KeZS2aU1317R+D3sob2cF/hEB+9YWd
+3+xDWVnVYujAe2k5KGtlw76LNmrzT0Uo056NPYzyJLuG3JZ8lSx4m/KKpHQejOJ7nV7NxRb7MUg
MJfWLEVHq1wX9DI0+/cBEGGS1Rhar88lnBENugatGqJnFzGFf651Yobxxr7+xrdypQV5kFdlaBC8
k8DCTtPq/kDIAmfBXcSHnig/BWbmkpvQtQ81zTqGT1XxQ5CNdzaifp6jzIXZQzjWoFM0ohespegH
nOyzc4/m4v/9fvB/nZBjLsw+TRto6omKizRKfYqQcLrwMqxTUUbNacjz5ry08XaJRLx4FQMgjfHz
AurJvIVz1YlLWQlyEZiqR0hgZn5XKpfkpkW3FftYi0unRH/R1tKk11S9//1ovREouCz31oScbJLz
i91Xa5O+QUSSLzH7+PvH8/gf5uwXq97VHt3boTWaaXJpSFjk4lCUaOfrDw3hgWCJApdG/tiXORy+
a1jFKpuUe7kCDGHlEoD91DGTMHjdYe1dtgmUCG0ZvuQKUZc59AOd5gIy9mHMhmRvho1WB5j+GPFp
/GcJJuO65eRHPnUqXxMyxNP+VIaVzL+BPamQmlpz6HzQpN3r0j4xvZhTvyl2l6PpPTgNpMFhsc6T
vq9Rl41PBUpvX8as6++E6lNWbSWUIy30t+fWSnIQdSGP6LYBx08LHMBqRMXiHv6xMjVoBXlHNcnE
key6WJIpq4oz+lt/5DrYv2evRKSZxjLpiBo/Z9GaPTUwMftaw6b+uSssORcRmtiXPavLH9uw9U1i
1tBkzz1opy91HJPgrkBR3TxH04DpkQyI/mpMcl0GScVp96x01R+HmpQJYDp8462CiXk/yRp3Xd6l
muoCwtldm1Shed9Wu0gV/gb09xbjejADzY5hUJWHqpzqd1G/Qk2T9V10bvE5XwiIwPlJmWxtDpm0
8hkt/dlzAB/MezPVNEgmtG4fqh0NnPd7tbL2fdAEkNQvavUlKEHgx1EeMljesI8i1+RbJtiPcKua
S1vq/pNUcd4kyB4TfQh2hB5qNfJYt8Nw7MU4ncs4H6pTrINM30cR+j/6eWg/tYNhkGwxBURp+0Kx
6X4pdkaeVbBW2R18TbrlvuyzlX/smraLTkFj8fPTJtf1AMUtWx3mKKzvOx3SB3yABm9py4g3D+2S
g+NrF2R/xkRDSbH8lOXxAlB8qNRWnLBtNuV4CKyJbUpj/GjCdTMf9j4nL7rOiYBZrmXnLG9qSB9P
i5iC4zgsTf4wVkYXz3ad+rPGfE/NBsHKibcDFAmjNjraQfNE4lJij9bUffsuqmJDznLoInK2ivHw
XMpV9dmxrXfkBJKxhOn7s42CKX6UXdYVn2zXheS5iek+hkmGyJEcbGGrrsKbdCa4Q/KQ7fag7VKJ
SyjsZM4MjnH9GfXOnP81j7PeX4LMQsZHh4DgvrB5qxYIuTWcLV3CRLzPMM2ZZ5syRgxP161t9Te9
51SnVA/4X2uMiXwH0SESJBs+hjwXWtrwzIdexfeLzfr4YEkGl4ykJRA9OszDpuJHOGSo/Gskct6f
s10Co4wb/MBxr5sADMmyijF7B8kO0NdVtIbLuehaof8Gkz2UZYLL2Zw/txwT8S6e5jm8NE1bQpSv
rTXyDW0+TeXjCD3g+aWKp/xU9kG2ZEmXd3OUDGpZws+Gc95+7TYofb6LRS0RsZAYy1NMtOX3uxXR
+gMGocGM4tiiO/Tfr0H+wGuQM0dalGXxMIZFO/7NVV/yx5jAFv5r1as1vudc6uBjXosWAWQzRGt8
gv47F4c4WtrsE37KTi9tJ2GJmSw8iO2Tjsgw3aFDJpxOoh6I/WAisU6PEcW8RhdnHUSnjoVb+xk4
9CRx0zQF5jFUTdRdW02qe9x5Phb3qizr7gvZYwa/ddEOOT3MfUemPIGmGg8fIhAj9nuflQsKWQ1d
2F1JgZLdm7Xe8mtrm53eh4VC5J508Wr2h1XV85IfKinhmjWSVbzurhMMrj7Dn7UZz+3UtTxl2I02
eWp0k5WXSvcm+zyLMASwGVoVssTaBbZ5CSofXfZksFfUDyv+pvJdX4xNc8pUNsgH1Jel+QobySG6
FFAFPeu+kObOLPj/0TO+N9kJzVtx9y5jUBQzSUkr1twjjIHj7VHamZh71If0as+7itEBvxl8mKcg
FHocIQg81eEdDqJoTanSenxYmmmxf0cQZQ3vWYNKVqLBGeXJ0Id9f2yHytDvez8H010Ny5a1TPo+
mrckLGRwzAcKD98DqZtu+qth0UperLGVhdI86to5sGBKuhxpqhBppMGokuzJThscUErWOvsfCq9L
8EfUUTpdLEDK9U7UJopTWtE5/lY28Db6OIJAtecSIsbZF077hT3WkejGP0SJSfpjZsEcPRQGn5vA
0oXR/+fo2pbr1JXgF1ElEELwymVdfLfj7cR5oZzElgQIEAgh8fWnfd52bVcSrwUazXT3dKd/ICez
y4Ui9YbcrqPzY8kCfvzJnXNBltTBD/UnT9Qanybs7/n73pLM3+2GYjgqByfy/mOzW1s85PGwyneP
g+BkmfJ9bf/Lg2qjU9fuSXZKePDiTtFJR5WhIWay1klKsSkR7dG5XzbDbne4p6kPYEfJYLDFh9yJ
tW6RswecheAyIX9hXEhUjX9I9339fTjWULVYlAx7mYzJQniTZDHr71QCl3ZVHRBQuX+HNmv/0Y2s
sx/2UBHHeIYEof/yKe/lK53c3n9ug6Jhqpc8yjZ2yhQFntRYO8f5HQT/enlOkE24yovG+kK+V6D+
rLls0ngqLnPRqvCph33E9aAYTdsGPF2hFfKPspn5Mju0Yhn2WEESp6VN5sjdJblRbTki+5jjtm3b
FXuL2WIXFjeqCFm+1pKObErPfHN2e18VdI/sjHRvcM1lSMmifncbMzZU2ebM1ujQknQr8zAKl5XZ
GCN8p7Sx8mfEiE5rf25plom4VlmRR+MN4PmNPicOux57RX2RmY9Oj9s8l7SPpbqZ5LcGuEpVPOij
HPKd9zfMu/nI6tzZkcuqKLaRnLsxgvUVlgtox67YCQr9hUdj7L4YmTN+3hMVzWcJ6Cmv2ZEtyMXm
ukPD5NUqmTrFE2/FAFIGmZ5N1rkjnIds75P3qJXj2vgtT7+6g4/xJ9eO9pfZw1/HJmlSDRaxGEnk
GSmzPu7SM0yvRX5biIR4+O6x3IcLO2J6k2NJOeC+3nV/apfIkf9G2oujyYqoZd1ZJL5H4t4aufhv
rhNySdM47c45bIW7BgvTK3NV4WCqeK8kiROkHAdIOyugdEmdObO3T0KLESS/ds58rJ6Ga7QtI1I1
NmwXzhsWUhwkH+cCbdTyexsRjXiDj0zX/Lr0xW6KUo6+4E1O866w5QEXi/G6o7NE1VCd2soCC0vP
OYuL0ZToqvZ0PIfeJslLjKhrEZ0oJ8bf6GxS3XMUr9g4wFZygnYNRxdpjBWnYyH/iIia5ZIrfhPn
6XSVCfTAqLDF9L7PBcTkZj16VXc8JPmVxeuS42frGK3IcIKX6p8+tK1vDicjeYPOOqO/7IKb67Gb
ep28tPNB+isSrfACZr7/JjZsx6w+wzre4DfJ+/TYLnh+vn8+MgZ72lWrfyCdcBl27XERcMP84nyV
21rubnTzE8Ua9XbHZxm6Rxqijj0GD3D3R6BhDpd581rJ0g2SYZt4oCGc4KCxTp9FHEfsNAhL8vd0
49v+g20FFBit0Ev7t8Pvin6n5/yQv1vL4XBfeX3I7PHQRTdNAGwGS/DJSDaWkgzqVtE1DTi/y+p8
XAGxVaGcSMrFNQe+fer8ZHINue2szknv+Ipa4fvusc02EaGjHAhMSaO5UoVerGpcnsM3mmUElpwV
UXqJfmyTUfPegJho2Xz5zjQ8FzzHVW15mxeyWhAtQ9GcHYz/a6GYp6bKEHpGHjK3M3VN/MGmMsFa
8vnQafeDd1rAE7vnmONOUzelKi93gmjM+zRfxlmWfZdr85C0/TDF5ZbBqxn3c7QkKx5cJLrjHgtm
cpuqbg6hxP+PHK0GJrfnFRcEyp/Zfbv4UqxqrGlY/PyPtSF6Ru4YpneNrYjbEW26PVDRkuUAXpdG
4hVvLdbVOLaQ9ivyYaalJE4H8gCv7BxkbFuwQtxl8G5M0TI4xA41+IuHSw/diX+VfC52f2+KeDZP
+4T8wXrYhoE8o1FQpDlCH6w4RZpk/GVDBGJ2Gpdsy5+XYpb7ed14e5fmdgVpzcQZLZfo5zIlfaHP
i0Jb8nigDdTNnOC9mpoF20aruTo2sdmgo/7G92TsImSOdsZ9rXtn+Z8dypi3PUvyTwynKGanImjs
hbqk9Vs9YzPsX4CjVqVAJZ7sCmlgWy15K9KxQvGhLjTdPqnenNMNiKi5CvhvmwYDftHndboh8fNV
IqF1tzUYWWtEHaVHTmHcsC3J9sSKdU+e4D0cvSuz5y1wcUwGeUXDqPr8DZMx5F9bP8PyEYZhsBLm
VRctGcLcNKDVlNUyHS201raw99JT8rFSBCTOyEmIuqStEzdHMS91x5b0F5Kso72OqB+3Hg7xe+vu
jd87+OvYFp3sBrqLDEmzetHOv5FWm+9NjxPBXnJ8iO2mMHxnQwXKx9admcNWIh1oQkpclH07DY5Y
Ykww7s6D+5goi+NzyL8NlCruoyV6Q5HV2YLZNepDc0i42OwIrU98ykqDzMztnPWSyfvgF0ovO0xj
N/jMQwEnSys06Jb1ADPBfsCMqV/uNLaYkgJLGxtu0pZQZOoh6KO0wAhusuHbZDbFIk2T7xurRypo
Ui898e9qz6MzT5L0cdxCFNURYu3OwN7pp9HIiT5ZKHHu8a5kt4iAKUBC2RBV1s30qmlwr53Pph8b
Zz0iYhZgGvUIINOWMdiiUBKoO6fiNUtTDxpinD9pt9Id0DokJ2bxR+lFkT3nDiMWWhJsDcQYC88K
lbat9ZGqct37p5UuqPC+PeiNmvRyi9O1Iq8LzkcAuovj2kMJVWX2sOi+d3dhxKJB8Qt82UOuqzYS
y7mbnahjdqyXlbLv8MF2v+kUClQeu6ma9cTu4xiATSznDg1bQGpG2i4wKzhIw9clLrFC0Vd5QvcK
FpXT2bl0fl/diqIFIXjdtTxuIB3O0CKMvKT5/nOxRY+xLEXjZDFyH8NKGtmhZmwJP6reIrcin+A8
GygAD3jHv1HpLF456isUiraJgJ8k+A6i9mR7smBimuw1RP4vvFQzdI0CA5vm+H3U1Psq9muL718k
8Vrp3ppbhBEkmALS7cuYLP5vHlA+UhW592Fa98qkS/YEt73uv4527RXemO1Nl5sR9cSsSIozWaW7
WDRBUYjt4kyLZuw82iZZmOiyK7vVwXRo6eBfYn9voUNIY1t0tx10Iq8d0khLnVFxyuExfelnNIFl
p/2RVizSLXYsMDYHaI/OxtnsNoHdx1wylIazmFwGO2RKLULg2zTXUBsz/yc1CxpgDLfpE2LUFMZ/
7ufPnhlyWdMovKSyHc6T4K6vshGJFwiTZ7XoDGkGaua/o9vz2y3L1h8CKSd48xMFMiUDkizxMpwM
E1iT7ub0wjqhG+w240Vf9HgZ1BIQAVnY/aQRJilLYlr5KQatHruCil/T3mdl4iKtGyrj6W0YWx9O
ve7W7EaRqT8pbbOtjtNh/MGEmJ/ndGAfbTyrL9jvRXACy9CYFXn+34HkcXoPnwn56Jaxve6JLKLS
w5W+HiClRZhLv01nBRLow6IOmkt2AOaqOynac8daGFSm80BkhSDBcGmLWMhmIlG0l5z0XVzPE5KL
y3x1YQF01G1j3eP6ahA6GOL3VXvcy6UaArmNU37Yt4RZOCQUzEWqGTDHrA2mdYRErEchH+jBxT2N
s36D1y4fACLp8JeQoN8z6A3uswjafDw7jIgYKx3wBNyTUWN5vvyA6B0rWcsGZ5qvVnX9XBH0UEgH
TXxWC5htI4KiP9YnEaPFtEe33YQtgUHbGOdGPIANm/uHA+2vaHqbisc0KcaiPgQsl/Hbo7+oclz1
H1nm+RU6v+mUZNHy1VqyHMA89/YGcQ2Sl4jLKViFt6MT1UBgNlcliUofKd9xjHb37TvHYzaM5bBE
O3I9PeNLufCiwB7fymddG9pRcx04br9Ga2q+d8hnhQ5Ss2eZmDW7jxab/yNcjbLK4ESGGQ+e0+9k
TjneYjAApIEgBm0Kx1OdmiEP9jd6vPUnXPraz8kslJVxHgkkj+4pWmO5jS652TymzCq4wm04LCv5
paZ9e0BRiD8WI/fPBbTc055voSgJ6fFORvth7/e9yG52KeTfbLDsD1o2/nMkmmMmE6OLbgOW1b8Q
C5RFZTKnoasF+qQHd6zyqFJPi9tYrAmKuV2Tlx5pyHNJ8P7L8nCDuE3QgcjKdGOynlq/HuNJrKmb
rlk86RsTf0MgHP9YUeKvGC36Tg1QYzByqGgyTPwnTNXToRYMotUyYWvPqm2HZeSDZaTHaheyAfvj
afUclS1PUf+ejmNro18eXd0NW7xteuwiZPVBPBBXSFX7ooHAw/7AVgtMD0jqcwbnoFYUzwe41gsQ
D8xmKIqkBTCUD9OdsYSYio8huvDWoF7IyWTJTynm4vFI/PQ6xRCB1we37VKlMGhaamtaJFziOvCr
+TEgI/avtdDNe5KvaRMFPb5QuMb/jibNz9OSW3W7GYr2D+Gk/XoJu1JvyPukriaYZ5937D59dkc/
9BdI7I6tWjygvVOmNZJYQjLo9wFx84/F6saHmbcqb1o2yaUBZpG5asQMIm4EUPntgj9R3CSQGI1n
yuOsq9NsmfCciDKi8jlZ5ibLkiGvJOESMwc0H7a2S0qfiz3ggeLvlqbkcjweicZGRjnhsoD3CvW4
sibsNo23u+j2D8XWdSlNGMBnZCbNzyRdLACUENCEp+uexm9O9TsHOCtkLWGgfTSKejHdqGPASe0h
1Uiu+N5E1jBkplxVAYZvH21Mrgm+uo9o2wG9D2hM7gtK0He2ZF7Dlff9lF7HIuW/lm1y/RPPFBzz
t/4YcSBws2XmCvBA9s3CAZBdjsi7rEo3nd+20gdSJrCVAaydORc/ovcKFlOCs7LKnScKI1zn9hrx
WN/3b9JORXERVvQ/U0Xk/FzYWEbPPMRJqNCgT/4cIU7LnvrA46fNjd1Hbw8M0kwFwJkj2iRwK3Ea
/x0kRwdCc7aKJrazGSuyLHRDCHjKLGZaR3ytjOKPcxe5P4vdFATV/VQ0mPAArMCJaR7g2yWHD+Y6
WvNj6xBInAcn6zFDZ7BgMJtOebHL84I8PV72ikV/D8f5PRCJPDsHasL122e0+0vnhby4RWjMQkur
72aCdNUnLim5AoJ8ksNOH2N4h95AyI9vdgqTm8slaTnAxlFLeh5XD8nqqDbxPhdD6EoSU3dF9nKX
Vony4nwkMBz4ZeEf0RCzLmjwp/1uTrsUU/ruR1MzzwQ5Rzyef5p5TYoaXe8yNbAS2+Yz0o56XMkb
BrNy7pO8mQBUFqWeYvi5uFTO90iD62y5orPUCFrS9kWO8DxGddn1eYqH45+kG1jhQWIf72FO3GKb
okA+zw0zKP1AeXN0F0yNq0D/FKFZI4mBl0BpmUpl7bNjcg0Yz6K79BnJswroKNWnPpV6r0eSqaLa
BUGg27pn4DxCFqYyQ46xK2Oyo6LSdCweWB75Kkpz9dfTvneYMRRxp44sE4eJp0fPQ4I4ZclYdMhz
gnUNJgfsTJRCTtpej3EOph6nIPNyGGA5WWsDCRs27uf+yjeaPQK3ZnU3UPGQtynek0Txt8wmwKty
jLllQVSr30Rkscba+2JAq9cV/3dRS7u+ZqAbvz8KRCDlXmzClHtM7ZmO40FKvdKh8Yzp93aTFoHW
G4Z+uWrwLK5YXrZlCr8Z2RiruQaBUO0LWu5mUwqVIMkRB/EkYQbwOhxHv5bIQ+1foh7uWQ8mh/sP
hvVd0HoCNYH05DbyQEchUZ7PE1yxaYWDx8dynbHsX4JKCy+TMGGrgenjHkg24H+lRc6qvRIx8A9R
yH78Oui8dyXGS6AFZJ7wJY2wNb5tF9ol1TimI/S4rYyOJ5OJtj8vU+QMOmRb3EGrb5/aTbSyyUaV
57WCaM3Wnhf9US2tES++O1JXhYO3r2DWls855gEeN13cXdgQd2fc87iZhNE3GriYP1FMjd/MgpOP
asc7VS4iDOxWml2uN0EhWQuEGnCGyyYK7ZuhC8OHAdjdiAmROnuauXds8IV/AYPNDQB4vHU0+Fc/
xAlFq5of+alvTfq4YbS54mipvQ40NUM1LjlNMd0MnN4M0Cqtr/GU2uyc6WmYr98S+VCBHNgfxhS6
gFsQWGPxO/gjBhu3oPtGwVj05zwv4e9yyEScduLi106AHRPKxFcoF7LbbY9b+MHObD37o1Xo0EHG
fNpswVsgch9DPkNnDmI4M5h7WxjrsgzAn2tX9Zrv+2PSsrTWLO3dBQ3CVHZJQGx6bOy/YvKru4c5
7pg0YyaO2z7Nkmtu6HJnd83OkuTwigYsJxkwX5hf1XBg9tcJDxoAKdYer5qvuODQzam11D5dADsA
LoXnJhYlzpDXJ/8kMj+i0kUgZ6zq3BfC5GOFUu/6chKqfQuD8Ryv18qnWkSLQ+HZjb1nkVdfOi3Q
BDMs6DNYX6RgWbhQ+/1sRzNdJpv3P3wkQXLSNP/P42rDZbweCgCmT0EEm3y8aXURv4SIYqFFRqRx
czI1MQFX1qHGoNBRdIY0l7yhCRE3x7yNp53in4+JladVTcD8ih6XjAbJU448lyfAwohy3LlTBitF
k3np+wKTGLaiQL0vpL2f1YSW1/XefriuN3W7MIZbJRp0OefJcWrVusLyYhItMq+L5LLz0b1xv21D
ZRFkUGLjhN/vms8XGpDSCm5HZY+YwMB3gzSrxoEtAAFaQd/XQbmT1UI8QzmQ1zbje+1ntv/cojXU
CSjnF8Oj4VHD3aYCzDldJG+jN5x2yEUJLA9KoGHxeWsX0uwrAATcheI80K3HCVItxpIc/nWV1grn
Uh8jWriAfY9slx9xbEa4oOYTRje1PSwaes+8Rd9bxaC2LskKDIAsQt1vdExKQKIeI6dd75lf0qWE
IRlWZIuU1kGbFwdVSJ3Q0VbMc3bRU+svKbKLUEVCuMOwEU4eJ+LJsUhdIEli12H4Dj2P9HHOxDjc
2YEVDUIP/o5UbhX+qEWbsLRIyJh6OOOGSYV6Knzx1HeMvO1qSmoQk+QRoO7wMCsd/8XLTusjlVNF
qWvb2k8ELIdIRDlRScp2PNqm7V33QQUwQ6qJQCZRLGsujhVVPIo+IDdrAWiqD6RL6jNcbvOTy6HH
wnuR/uOkjTfZHNhkF3UHT/NnyZU9AZEGLdp6X9OFb2duA49K1bo/m4sAzXTbcTVT+g8N96cRe/Zi
WAY/62wkD74DZ7UDp38lgvAzaN+kVpEvrnmxRA/rbj6yeZqb3kiwK6ItYMgKag8jSIfbsuPpK5CF
9QzQqr8hiHQ4QXRocJGH7jNJ7XQBDpk9D4t9Xfmg3gaSwUVvQw+ADaW1LY+272+x6Ja/xIPi9bEA
jzhFWaHLXi5FUk5T0GWwnNTtGP/lUOXg+3SsPopFQ78iQ8ab8Vj6pYKSZSyLnbm9klBPSFz2WF2o
TQ9Zk/FWPCHm5D3p9BJ/yH2kvr+JORmztBGw4qw2eSC15LzbDRdhn0XgY55M6Ii409ua0OgUMqxW
AZWyVhwMB0Az99MdhR8vaNuC/wEotZtAVoUlLf6Tq0v/sj5M8pFIz00zIfx2+UKe8WH70u89m2u5
SpPcHwW2Xz9yZch0g6+7G/6yBEoC0NzLLB8TbPbTu2PRfZ0Kp5OfgcaHuUmQAgu6kdpdmpcCK2UL
rj0X45Ykg4n3/4ptkeYzj/bMhHJErsYCOS9+gG6DjGovsSy8yWpLOwFMN8TF780O6KFTnosH0J99
3CxubPHiu6FrEm7tq9w3pct9zZeoaZ3pQgVQl6O1TC2k47gR4QkMDek8JfIjmD4F59Uib254UKI1
bxgoZ/RIA8qNrtRwhDeCVe7luVD5Lk8UVyOpisHM9wBVEsgZ+rafvxzUe+Pr3LEwvsTwZ1iqQuHi
9zBr2RdEluKwdnfTOhtdFXF6KMydoLHSEtfyOD6O1h74psUBtLbsAwDratjjBVQDRQbQeFMUNEXU
HnzMxS8bTSF/RLdF1FvY2TGXx4Y4iDc1GrxMSQLqKW5o2JN3EK95/NQDZBFfMrfj18ahxG7oBKG6
qh0jOabZCQjDFTEyMa2ANB3RE1ofK5o1l9FrseMtUeWS9tIQCBMU71u4nDMGr/NoUyMM+KwCbmyZ
wyJulct88z+sBDlTqxWqJ6SHInckQEs7Wa9B+5KWbF/xPkPB14DPmxCP6gcJdydkwkP6gHvfLg2s
pqPtV8+icf8sACnlSYkwJA9j9WSThfSVwbUOTBnXkwL5t/pZ/KRdBEa8soLm0VXPcs113c2Qm90M
CSRHPch4eEPcF4Hp+AK9zxKu6xKteqr5qvPhYfWLL85cdvlsrnD7EmiL4JF8/E7dpkW1E6oniNA2
ME211gXf/5OAtuizh4PFbGq/8i1rS4uIdbS/WXywB/iuFBtI6wQKDZLiG3IlayEYmMsoEv5ujbEU
rG8xk2LaLcdkDOIfC4yx9URdpg7If+QEyOIWrlRiWk5eOWBgGxHZcG/Ahw1/QWCNx88VBYt9dbEl
ICYzNeyKXAjWQFONXoFDKwduq8dnr22iVR43R5yNI2YnaSO7C8gfIqANZ42HKYYr6gkGOLgSTsnx
iwjH55quNlf9C8iCsE8POUm4JnUOa5PjTxaLzH8MfJM9GO6QDX88EIHNnBSlQp7mXHkzV2vCDnMv
DhDYWA/OHKk94AF9PoQr6Mt8wBoSBLyzpgIfKjAZHfgIWArtsJ9Q7pCUfQHv73mD0zfkrs5tWO6h
Sh/G+5hhNJtOuEt5DqPmjWE+CRR1At+0HuY/OMxdek9sokxpdrqnp7izEqe/h6Nu5eI1L/1qiy8h
ifpw6H+8Bc8lWb5WMDottDjPqTiGlzZbcV0fBK5jKCZZdwW5pdmPPldb+7iTwdn7aIY69abrZpjd
teuia2jWWYNgAIbexJn8nyy6vig97QyOqEBbgZbR2OhNo2ZPDT7/sDUK0uihhiyJNnFGju2hTQHo
fDBxZPNvKL6Sf4b6Iwe0AAIVsPaep3cMJDVmDlAb9NxmCwRX8VQML/msChi++QyJrrUbSLLcA2oc
fkmIbLbHAuNFqECMcnMvJzhFnwLF+W3mAiRwSTd/zEllkJzA3vbJ7rQpYuLXEvPD8RimaT+m0mHB
46i6DvjrUwTVCzuBYoaPTkcDC2hIvLk1idl81SLXW16mAxBWSWSAvREOD7Y5p8S/GBHt6U+yZ8R/
ELiRx3XYMJADHHXhzSexW9Acs2V8d3Exne0OxRoVGb8W1AL2Y9CWVkk/wI8pTwiOEoCMDgddcSDY
iINnVYF77KinCSqAkh2Sw/EAL0Dy2vYMKNE8RAMMA7rhaU1zkz2u6HbRtEi7ebCFnb7pe8WPK3Le
livk69lfVngiGwg2yC+skrkfAk8WURm7CXdAuTOoQTlZXhZoBPi/DNj8n7bFabkgmWMf64SlQAY5
QSt45WDf0xuIEtxzqtIAkF+PObyxGHEPex91/W3XywndBtXbRzoX1D8QX8y/weX5f7rluq+KuZVp
OW1pClZPYE8kgnq12ovW5VXnOqlxccD4BjAj/nNDJwyqCQ9LlOqIhvt5yLNmFNqdWc59B2uAHTAE
+T7IU1KADQnz8lvuFuG/K+h03BVuFhxQaNK/JaubPgcQhf+mXUzHjwPBVb9DhLWD5w7OVe3tsvTR
Ak+VyBWnFgz50kA4ecx1Ma4ajclO5fiAMJcdr60CiHLCzlcXvWTQd2DZ6+iXP6DkvnXG33D9Wno/
bUD0vZxB2fWCLC2YGNHRalcbFHAs0GKC41pOe1yojLSPAHCx61VC79qvX7ACE3EjIWVBs0WKrejr
kQUdn6N5iZJfZGon84ZTxffv/QcAXLuB3+tjARh7KfHgNP9ci7n/o+LJxHiHjk2e+LHP2S00ZLiq
FRxGHrKiN7w6oji5QKDUrditBLBg12l+dlliAG4ukCqoJ5FMqXgBUJW9AILtxb9sxUxBts79mkYb
PWPF1I9VnKE+YGVqW1H7o22IXgRq13PaesErzh3Lm8zLHrJTbqJU3e7DTIeffTqPKJdCRuyCJELP
L0UOyOjEM8AjJyi8kOcsyA6Jig45dneYMND48KEj4YfBT/1Swh4oRV3i6ZiHtYFZBFtqKoRJXrUH
uOvPQ6IPWvdY3HsSFqYPTQpVEt6rQ++6kvAUBjyLGBEIV0rmJj49ytDL9vfAhg4p6MPu2rzK5jZP
S4BIh2moyTi7zwVa40dYiS1XPSmagoReDOrS1hXrjc3D/jqvh4E3NEtWWRZGg3WYQHGeddjElWtU
+osL27rDOxMCPhAcqEO3c1hhVg/5KOl/TLiVIGof04CPJ2YAlb/YsU1psxdzil/D7W6p90PhU2RK
F9dsa8cfhd/5K0F018/E4E2u4L5Hoq/gZ4n/ZmP7mVi6/M6J49PJg8FypYRRn2iGA9BxFaEty/4m
qH2RLDekI0cv+Z6xo3FaruYtxWZ/dBr8aNt/CDzP+M9jZu55EclwG6HVeVnn3ECD0i94XkPLAjiG
DQnLJEq7FcAxDyve+m0YjXxKzTiQRxdDh3o3tDa6mzUULbg5x/AwIxMggTq76/sHYyU4FSg/sXCl
5TA0jEcSPgCDPRjY8ljQ1xG6uesU20w8jXqR1Y4poZwxTLtyZ1lxWUboO90YmV9we1qLchCJfJzj
ISJPDFVR1kdnp3dMJgICAJOi65oA4oz3vR4WWMTBgGqAbqnvZEXy1KOIjUnRltA8JqhRuTzeMyT1
VJAtrwgdQ0ji07CuRDxr1y3Tjxz+q911kYP57v1xVMojUMBLwVH24jOroL1OIPA7S3T/2pYcQVfQ
vgCr/IGJpJgasyTuIU1Gdi/m1lwL9AsQWhRRQl+gaPHIkdDLur4dQwJ5Jd8zPbwiY4KMjRIeip0Y
HAwQwf1/nJ3JcuPIkkW/CGaYAsOWIDiJpMZUprSBKSfMUwSmwNf3Ya1ey/p1mWlZVlVKJYlAuPs9
93qi0qtJfOh9aZmNQGEoVblL56QODk03ifwMxFcwIJ76IfmLpFAMb31Yde1LQqS32FBIDXwDa60u
CQNZdwcDPwSMHqeRf6mGtt9LQPmMiwiN6RC2wzQfK8jep2K0S3vX2V1SbZGGdfpgrQlSd2YAY15r
xLBuX9YWvfnGaW1zflqNkce+K9NhwCXBzScuCNz8JZrcBlQsOFU45YXyNk2yDv3FmZasPrjlmq0I
LAMsJzPyda9ao95VMD7HfuZVsSnwW0wRhepwVUSUn2SgYILaNn0MfdWehskmDDk0PGggQ0NPSbQW
EQvCaC8p+lfUjgbBp71MHOcHFYX2It9wW+formL9W3Scopd5rfJLtdj9u8JykrLgh0C6iHZ91pdh
CD34Cq6OIUKIhfxj47BV3I2oQ3Nc94Y6zjKHQBj61n8QyWpQcY/OeNWsbPwpQ6/bsxHOxJ80OIt5
AOEXchfOq19EcBx2HTW3Kc+JWSYbncwkW/cu+bPTnyAUwo/cabaaaMyH5giGIJ/61nAz6k3t6nAr
Wq6uCAxszh6mcYVC4CQOtGq++Rd0oo7qobXLmD+8d5Ebes+5c3qjC4+q7mW1xQ5GHGFS0oP/4qke
39NVDzGcF3YE10taGXdWTW/vVrU97exUdRSExnIv+inYFWnBNq5pHFlcNli8rLZtbw77flXtbyqs
Mp5EOZ+Fa9U7HJPjdqG8O48pc80Wz8H7HLYFD2RXnsZk7dqtq4b6wSpYzbuvcl3eI43Uh8xa6vve
yJ2Yd5mN5rjoaSephTZFuIYH0RX6gU95GGNKwqqDJvHMIaLDhS51unQ3pugFjx2XjeQLJJn72VyI
dHLDbtyCVBDLuqQjsKorQ4jutvQlY8F15r5QykUTaeXFFWv6Jjp3sb8V0hosdz/jIrJ/SFnk811Y
zNXZVqZ4tjMv+J5AvrE/V3C4NoGBSOxjXlUbWRf2H5YCWuvGDKf5kol2PlROCQRTs1pi38jb2KCs
6ruqHoOUz146v5y29Nod4ireAeTtqo6mppqyY7rCT9SWnXYHMxGhQ0lgD1SwqXvmG6MMWGQCWFVa
/SkJTfeaEFTN8epcY9gJ3Dn3S6aHCz/kB9gWwSYEEazPeA8xtZaBLK0oyUbzsApoozitSqONJLzc
uvct7opgVekxnY1l09F+HcDH1XNbSidhpuRN+skPGgYNq5c67aaUvqGvALNw4RR9xjdvcpDDZznd
7vq13Vu4oIc9Qpde4oYr0fxjmqM9bxJIpzJiMAFjODtOtW4H+lx9z1wYWI0XSy+62Fiter7Wo8Vd
sWLsafeL2bjGtkcdzZ4Ql4i5Go2QxmKDuNdTWBZmaISnpMgSCexT0R2FEEfizh9GFFLNBX3gNQiY
NTRdQoM5t9MD/bz7EXbKw3LkTtlCzrebvnrAbSfTN/oHMRqDG7urbK0r5eaYbK0WRP67mZcGY0HT
CGJ/XqiWeWiDQ88zQd1GgZ1FgvYRWcwi3m2LqWvUm9r3WvmwNnOWMMxbrJ7Jt0oTiA7Y2mcqlWnk
/81TLBlV27xkofKN09zR8cUqtPpvrtsuW14o6Yuc8OkwGhxzyu98DT0S9ZCksg2cNi8Cxom8xU1E
gKsTWBRdqPJTzHdsfZg0JnE2shlqx1UJq5CCDaF5lVTSGzmXkCezhrC9TBSsXsRtykbqBqii2FlA
IPrBGntlIZrUY7i7vYeDdYMsaQYbUUExRHhJrCxO18LzHuYFb/im87rFuw9r4a/3gHzZfISLYF2e
NjlVl4KjWp8mXyj3oNMup/czl9ndhy3bwf7YWA5sapScUUeG4DpvzDIJ3sI2cL0HQpGVy6E2Mhun
UVulWy8zSRgcl6T0ooGXQhPJbsBmsulh3/pHPXD38upPKyCsqKp5niLFBYIYMSYDNGekHWDbczj2
UgDRMsw2vvHfTu5xwXZMjrETnGvZtsmFPLoqiedmSV+dsck+sIcx7nYzMbNoSGrB+DZ03WB8RY11
m7t69hF9GFOCbYKz9nDZTq92nUkHvZmwTNnMVWEAtiV0PMMipb7ZmHa6Xa383Nw3gT/9SbMu3GXe
qrrD4NAvbMix1Tsf6jNFnRnHa98OY71bJx3Ip2YdSwPoJU+zcMOWYZnFU9iUvwxEfHVtsjRQseuG
eu/5xqw3c1tlxqa4uQyol+t0p5M8xzyCWTnyFi/4DWfmPvVJl5+z1kcBJaWNzjaYc2CTdR30TlJK
LBEuGbN7QbflozdS32QKXzd2sUkrFg8exrark6tjrObN7Tk0DkC5CS12cddZN2/trPL7pml8Taaz
J15ER1osPboZFGdb4Jq8zApx4g8r4/B5rU3mP8sbxoVAh4Z8cplo1zu7ECtylLGsFx4ki0q6nNeD
UiJ5qFbQyueahv3B5dKFIcBXt02EWtazXeSlvwuQud8ptgYrshveovkGznn9bg4ilHgBJeR1oJ2J
Uf+Yu5vSXgUPTtu/qbBniT3Kzx/2lWpKlRDVxpjm7Hs2q+aF04xwKRL7MKLy/upzsT4vi/DOdqPW
nzovqh2ZSMXZN33vw0tgGlAfAAxzWfwi6KJrosoWGtO1WM4GYJ6KRtkvqH6p/FFjaKA17Ub/WuMM
5Ybg7rSMpsaZWDIi9+2hewtzz0BOq9ZXIMblfkV9PLLqAO9gnYR5XCxa3BlLm1+taqIzXlkqWFFu
E41DK2b7EObpuOste9qDjgzvcGXG/ZzlKOyQmHcYS/swxtDW/AaNMiMcM0zr1Wy8BNksn1rdLR8e
Fo+zhVnlYfGXU8mDtKdW6p/NqefuMn057oHP01MwSXlsDRu62iipMYn/MmNLTL+YS+DGUVlxhgrD
BWYv1jltQvEGONyR4rOEt4uxBsohrLc9rqkwD/bc6IvPWxjgpG6/tylQrcE38iub8vZvU7HAx1oG
42WBGnoiz2A+l9MyHl0gkLPjFPJ3qR3jyLBvPvKj6Gwoq7MLy+3DczrdiD6VWGwEXi1snpK6uJo6
ueVNFjB4tJoUMczUMZopKiRAtmA8tsDchAXaJC56XDDp6HVPZDItEwhYYPQbWs/60bYBHMVsNLE9
5POPeqoZuTLcysKtnmR2UNky0BZLRH1Z0PRNjptvO7+2uVJNoFNyhBWZN4IJd5RWxOoz8pIjDKDf
pxdl9KAIMmmryCytD1X6xjH1i+SUBIv/thiuw1AuEBc0kOGnLowRaMMsXmfLR3UZZ/uMwDIfjWkd
7zDCNNsklEGc2mFx6kYj3xoFKfXIos25CMxlM1D53tyH1t6heQ1WZ9lhkPrw4WsPwxpOB5pZ5yPo
u+FOraJ9ZGjI9NVR1Nok10VG508Vcovp8srLjT1sbIk1wQx3CybMfOMl66/VwmlWYAb/7g2N/Jni
oHlEGsfwPCNUsv982tdGO3BD8hhBH8txywDLVpFu/PWV5xdopW+Dbwn6Vrm1JzP9q8vGiBEC6FnR
rK8WZw7xdkzMgarUbC5Kl8KKhONaz6kh+gVp3qxPOi07GulisS90YeapQ/DkslkMNF/eR9umgWeG
K8jFa6blEJX9yPK4huknVvmZCsJe1ba0RyAgpir6eTBG9j+5pa6+B57LFJYRXEw/BCvnT6p4gAlj
qsOgwDjqLqwPrYMGGOQtxiHe0c2Gyr/c4rkbf3mNl//An6EQPfyZoDG3vHRpVj+FSnvtY+3iIsiy
rv6hGmKFN6EmrWWTDW5Ag4MvGkddBVFkD+W1Kx0QLsCyfSWK4jTWCWNvFhUsaICLPuWda97h0JZ7
A+2ljql9y5eFohD+D5cbZgyjQmGcKRbszvlet+V7E3g9vuNh5CIcvcI82YSkIEx6jh1ZM3D1odAS
SDcbbRRoXNtbqopp6zFTAB8a671baPFhA+VdFV6SrR003LR8rR63yEwLlKFNRFTFZcRTtryaQGbj
BmkM/51XuMSumQswea/o0DODZZszNAS+dvQG/4Qf0nlsZ08+puuqD71VlxPqcjZCNfXWXxKT6xMW
dROevzbgDkOXBgwoqw//9ExW042+Wf8iyyE92HbH8kICzuDfIe4WAms+reEBRF1DN8EWFRuKnSbZ
zJjSDpSCwaXPZBIzDAYnkZ0T1Z2sf+JrQ0iGBBtiU/XDtwQPpvWdKIPwcbE0oEba52NVbDxnxgOI
GWXc+fVgHWsJqoPlc9zpKcXzlfV1MkaTOfinvkpJ5WvDtllOFtkElGaD1ewHtViSCV+3PgiPor0M
u2na+l61fk+8LIluCxDDfUkcz3vaeuoPRYUgM95td6uozBj7TPtir4H1sjqT9adrca+IMUi4l1Yk
v5llPu+ZnOwMvMd2z1ndDDEbZsGMmeeIcuPg3GMAN1eod7lhnSAuZuaQg/E+hJjxGDD75bd+rt1j
PeTGByMGtzloHNB3mMvaO+iJ/DibvbyI1GiAPMO2P5fGxLOhU+uaaf5uoaC25UQxknKoWvEwqTnc
MP1a/rpermIcB4LfyRQvc5VioUHyRpeD3n0mAyy5mMAr19Tpmj3jtg4/Uq93A+MDd2OkU5fFxO+1
z1Pb06wVFaOYrHDaq86b9meTG82DEXrGQfj9+tJDf+H/ZBi1RkM4dgVel4JJpeeFO3ssq8d1nZ0d
meiC4UMb/vHwJxFgsJo3GJtc54EUI5Jsh/DBkUF+LhM9v96QmKuNsv/N993pR5VRfeCnWn9LSwGL
DxO9w4YGtjoxQtORI0d1MuD/H28mQ2wvBg9F1IfmdFlUjZlmsNdfmek4Tz6o9TFxgvqhsNfxpyOd
2cG84ZUtb3ukBkhfpqzErJWIADR1rLFzLF6Erj8mO3dJpiskHyGHxKo1ReSqgmE2cIQHGZUG7bdg
wjMbc9Po+3QYiyZWXWM9eybXRIm/9ecyuqBFS4gQfTXxYhUfeWKhM1kaSjxkdvLXhDSMXTlW65+c
KLKdGtwxuA8mC65oMKrxLFN8F6fRNMxXdjKvQ5wJMrGjeej84pilMCYtQ+F0KLeJKmBw8oJovD3O
66B+JmoltGKls/YCKWx8s9kWMu3Cxu2zXeujYEclvGO6w0wkfndZ4rV73eOU2WQB9zdhSHZtvpaW
51l7OdVMUnXFl0CgxjStbJqqmgZX9jIayUnpaQn7qOMaILdOCyvREQ3f3J+h7DTb6kOJnYpxUjEJ
PD/ZqOlBMUnv3NFwCuYBYDbLTg6DOBq+7u33GkE+GqrEmp64BP3hZZ6DNDuurT27j0Srrcum7A1O
Ls2cc+frf/Byleh70K+gOteJUZHmRiFdqKtQfbGQzQyMsSOpAyR8kbkbbI2un4x25wiv3wKh2wVC
hW92rC+WacsKpq3OfHN+A86/yYV0ugaWo64NiDUhJOZckb/nvDboSeEL2mzZ8masSv29y5jA5pfO
Uw5MQ9PPVmzWRAnqvVo1/S6ybCkupKXYc8R0p4eNDIHyp6dlKGmDSg/4pU5Mt1uiQrhKXpDRggC3
SS1kCkfmQ99tRNrI9a4bQ6d5WiXk3b3pmcDfEXbDVT44AX07lLMQ4YvZmHLYLJM7LmembfpDtCEw
yAafzLhj3W/GTFMm4GwU1L7wpk1SYl4htGCQW2CK9jEBwME21JnLu7cE+DMYEC5OhH6WP9XUKD/Q
CfsTX6F6DkWZMEYwXMwavnB/9ujd7ymmldPYu1D61kyEQ9vUTJXYoqd+clwYjEuSaug25X1mDXlE
8Hu5EYEEQZkHDzcFBr63xhka+sSwuuisC164FcK92w1cTHnJ3WsHar/CrdIjMAPf0jG7b15lOh2+
BuLVNpAMVlTIGxXD2LGOqoBGa5szM7mbyrbZeRUou1JFJZibJpW7hUCyH0pWuN0NcmpPkG3tEyj9
T6sLc2x7hXqjbCx2yvaKWKccjdCtrWcz6IaHsCyrl2WckkdFcICIoIjNiyd9/PemUlPyXN7G55Fn
TOm07VeDmwbdst1ZoybwYO3T8ocbJv38Oie53+1Dkr8Xkkp42xPJxtavE3i7O0FpuqQ/BDN885Zb
YypwLS1Nts8Eb2Iq8lx2O69YuFjZD9RvSTAIGLP/MxmtZ3u2DqjwwSPfR1HF6xJY4bUtAodgjgGs
f1tWQdb+zgj7SHY5yS3eFWao1tFYFrK++M2SFzs7W/t+LxCueTMsvnGpcK/AZmFdfffYonKp+zb/
UDYYXAx64TyYSb9QX3ot3xPCnhO+EbOEKm0D2HS7vhw5yktISs/RS/x1OKLdMXeYZaM+ZkD7/Ii1
qjIwuC1tGVv4aUPibgpYRR+krjo1Xjd/sKpuArcAlXCZR/SBuXEkG25g1zNZHqa64bUAYqHshzVk
IdaDF6TFsJfC1v6LD+12tgfd5bHWBIEcGB5NiPdqLIcItGWo41Sk9hpX2s7rJ5upAk03gBMGCqCO
9kdZk5h/7hus5tspK0bqaNFa1qYGAqTJoRboztppKZl8E1EsLpkiRMtcLxMrLHx+y7LojGbLlsNV
7DpfTB0YTanWDQYym+amGL2/TlVzpXDF+K+jzcLlYcnL94BpjbiN6Sbe2l54NLlbRLKB+/VGDKil
SC7+hLXirTdD3DvmgnDxpFiLUpxlERTmRt82DkXAEJN60BkKf17n1rNyMbBtcTHr/YCFisXXJJ10
GzuBaWG4he8sbhej9iN7SRvW47pMPHYMaYxgY/LFApmkJlIw9NhS3ONC6d491RHoOHXuSClExuGy
mQl4QDlLJW8aNfnNjY+d1pdmLdL3olQzr0e/Yc4IAeSRgmPlHc5znD3LOSsq/4eeM1dEZeeb+XHM
yyIu7KUxzm5Xlmo/3BJI9hCWVbchyDFd9hajT+MPwehTEak8ZVsWZogi/VVx2Ga18SZbQ59bBLN+
GCLsYFeJ42nKJx0mNUdpHEriBsbEzdzfU1709d+h9lH4GeyX1VETXECJkiyE42SyyqZtaMsG+C4I
JI6ONavy9E5nKm3fcS77PreD34juKWzMzM0il/ZpOlXuPPt7nLyjwsDUKrF38tmXB+IGmieUlPBJ
dtb0MszdYseSL6Xech8v9cUY6nG+Y2ZSPDbhLL+vk6eryAtAonaOV8/J7rZl/NB2bneXNyXzV9p+
BBciKKzTwnMXZWUfvOaDxHHiUrD+yu1EJyenpbp4KwgEYjcxsx2yNVKtP1h1A7Mk5Kw+gL2JUJtG
Ssw7IcPE3zNwFkncg6pe0tLKPxbMSM+Ood3vA7UPAjm4Cy8lkeXuaSRUQW9kx87DDdFqMnhGPZj7
5yJpI2AQxk0192gXhHcJ2QJxUIy42wJsGUtMxho0P3jJ8NQyvt3Zw2peNaEEF4REAQlipAN5jiQa
kXvGqOUbAEMBoFqmye4GVcF/FaA79Gcij+pRjMciscS4mWcbzIjlzO9pdRterlMwfzCGLp6zcan+
LAuaZ8QJg5gbKIK2vMDqA6ObZJdYTtngr06615E4sv3kZ95dnRAg4Ya2cQ1Trp2xY/a8T615Bq01
UOJqfvI1HALf3lfroK6KXCosmiph04cHNVOEtiriLKG6jEqzLF/C0bB+NGHtkPJrj9aRTragWU+L
JZ6dtDW3zOkF+hNIP1fEahRQOwzY9m7iiG0YWOjpnfZbIjgwoWzWrrYwQ9UD++lUJXPGeAX+jlIR
TiB730Q1W/VRYDwkBKd3131C67Ehd3j66P1uxmpfDuF8HEPt7yTl506wjvseHoogHjCX6tQWS3NG
4ZuvVV3eKoUkuzZtkQDUDM43vzas8lRUNd7uEY3iGgx9uHeKkEV/InzUpmudXDJ4kOeSMjzRC3e/
BxSTg18synto+iRUF8TKbyntS1z4drvt9UK2VGhkvJkQzDjW/frIbyEu2qYhYHCvCJWdB6LCABeI
YqlP+FZd6tNGHBWN3nBfETKDaY2c4JRoggAOOMmz+o9BWvNdu/TlCcPZHK1egruvVOkv0NHhR5A3
Eu4Pkz5xAopIES/g4xUE8m2siaE0UoPE0+o4WXnmeR/2FWkecVWNin4Bv+itM7gJOPMosXt6UM7b
xHUEv4EJAYh34zspFSLynO53bXfWdWgI1uMNg9E4m+p9E67iZcxN9ateAomiMYRHmZfOc3tbfZV6
NJUpR8GCsQl8MI7A6vaOwVCMwQy6fFzDNS8RbkdvQ6qBZrnpMlNzULltOGOWy7jQdQeAykYmDAVr
hktdy3poMgOzCyxpcKqnfuGfiUhcI7yczevSW12ckN9yzjo3+OjKWf1kB7R51t4tk8bTUFAIyQfs
fBbAF/LISXlEg/i2m17dufKeuFmnbW0xWSUKQzzTpRhnr5rHc29l1bB1+fabEwCgdfJc55aLGRAp
0mJPvWEAY/jawNdb0cKdnJ/dquo+eimtQ5cFfKwCpiBO3aE41ATE3pXJON+s3MN8mNK8OaIHj9sk
HeyflAf6xUxYwLMJlr6VjKrSPsb26u3mWePHLIrwYBeQLyZ4AiUX8d1vSvQw+z32oY2AJN4zNeU4
Jqbf6dilWU0PQVv2L4G05le2UaQga41BAl4HLbDYPJhgCnyBoDLdZlIT5Y/CLLxSCj6RlCjOgfUP
JzHbPTWXwUsVudbuNvVgNldKuQHuTDAISFZI8iqT/UFXqrmILEziwWVJ3FIgrEP3Jie3N8xvkvmh
ROgysC60tyy4jerN311PezdXeEEsz8qeuNTLe8/L+i1LmbpXsxyrA4iCd0FIVTttL7wDOua8+4Id
V1tmaeWJFxtyjZflzZsDajPFQ716pFZSdSTQdTc5iLOK/PxmWlp8n9Vo7IzFLS50TZilrbGKfQf8
Mm2DibA2UpJ+l1i+f66396327fKeXs3S2yCvl4s1tngxx3UoYoIiLLwvLX0aSVpkds7sWritmXOP
lU0Eld6FrEgoCFnIyUb/WRSt3Z0LLrUMN9IsesWuGhD7akNoGBXzRhq+SK5mRtHG9HwI/fEJyDJ3
C4rirmbuWZCEQwqjk4UBCxUz0sJgnyCC6gePPl2Q45JkAy/W2utWdWXsTX9B6zLU5T33MO7mTetV
MJYX5PWkMHYrESPpH10TOL0LVmi3JwPErP3z/2em/rdI1k9B2EM6A+H4qXWimruGIJU9fvav/ehP
8efkONT+rDv7xIfz1qvl1Ejz+KUf7XwKwc2Va/lV1VgnLJJYwvaqGr64lce5Jf3+R96/YUGnlJTR
p2XQtG6rt1Hm3H0tq/nzgqXUSJh9yNI+pWq8p935ztX3L4HX/+WLdG4hzv/xe+uElxhYnn0i5g6z
dvpslADfX/u4Pz0k3mzCitjYJNo6+ekO+t3nUf/iz/6UNo7KAOfi+OOJFJuKd7V1zI0v7p5wPkVj
Ow62TJup9ymDqd86ue0QQRP822qu//aJf0oYB58PCmEShUBJicmp3AE/fS3V3/m0WazuO4IZctGd
SAXetD+cQv/Lp337xv6PfGTn05mUXKAZPVl38mAvjKiCgwOfAcLJCZD94p4V+9PpdH2B8aKV/CFW
+dfp6nu8wNsvPYn2p9O5MBzgjm+6UxUG76VsH5hk/P3aj/60qijtnaGs/VKfuFDvTTfG4/ovWxT+
y4NifzqaSz9KBKVcn0yC6IPlQejya8Hy9qeDSehcjlM61ac0xKruWrftKjQXX3tb/bOz5D9eKX5n
mb2tjIVjHzj30BL9EeJy/OJX+elwZgq2WAXjfPLYzKysdG+2xb+sSfxvH/ink8k3ufbk00+nxh5i
1je9KX/44if+6WQGDgGAg6WmU6LKPga0EbHfa/uLn/in40keFm534J2TpYvkKhdaXGLr86/dmtan
c1kS3tALB1ZV3Xzi3ej9SZKvLZNGV/jf108RwjHMksRYkaH8h0ZLs1C75b+8tv7LF2p9OpvSqLuk
tteBVEl/AMhmppRk1te+UuvT8QxClZWkltbsf/GB9dOzdNuvlUDWp/NppCoop1T2JzAKEPsKW3Vv
fXF7JjOs//2Zu+kiiKAmuZwXOCERRvqtWIr5a1fQP3s1/uPw53DatijH7pRY1s2O5lPMlkQpfell
a306oYEFSrL6bXtKmzUgKGO6MpRvo6/98E9ntCEDqbByfnXMIOWGZJCdhcn1iz/80xEdK5XX48Tl
lpvVC+kuaDHNWPzLxyL+uYj/jwva/HRGsXCZji4EHwwe2RfbKPatO76iIpKY1rFnkVya9gYs+8fO
X09LKyOtmvUsgrBed+RJpK8YGstjIdhn4ycqpNeRbXRrdJBp1W+xQLiAcI23xHkZIXU/JpJul4wG
aBIDb6nUMIkjlKHQtjj1mnj3efrlL0Sj4l7cMAwIHtheXN5XJvQi5NpyxY2Rn3zCpDZZZhyr0X3O
ZXhfsKFqnKfvi86WeFlLhmS0eWvDH9v5jTG/BE1T7gbPTGOwmnBXyvCmqnaPJfaSuEpHCx44m44W
gKAAUSA7Xd8ti5/u1laM6hsLAA5OJed2g63L+E0EsM/kQEwQEKTxToSiAPE4+w6N/YwTtWUIVRAk
m+X3YZ8k9+RhsslWTW+FtnE4Dt5W+4kTw/PfWYH8sSLXHt2xujeaCfEh640XX7bLxxJSGXjmXd2U
JMkknX+wDAJ58FQSShDkt6Rf35oIdlgmAExDLRvLaQBQ8Oo2GHTcDSOGc56OAJvtndVVR5rW5nkJ
kmQvDMKvPTD2K9FlWNs0iN9EIqBrP0zCeZgCMe9oAmtMo/6CmwtDeNQkxhA7xTxGXhFW34scrCof
jL0FIvJQEnBFBtsVsarZ1m3xba3qIKI6a/Ru7YwDeSUvnaFnxiJYKKk3tyGKmN6Sr/zg4sKJgEIJ
O5KLPpAbQJR9mQVnUhlnKAN9NvBa4n0TkZUmSRTw7feGI3y8+96yT0gWPXiOhcmg8XfwV+qVKSM4
woSiTOY/00q/9kLSaiooxsgmfCsi2MTcebNhexHOWrxoni3vAoeEetJs3J6EZXS7wVHi2PV6OCfh
cG15GG/htHEQEtO3DyRVFjk6s4jqSR/GwTvPafNtHvTeKoOxidsJc5MbetWTQqk/a2FeCpIoY0Va
cJT5IZYli+jMiZzZO9xNQzT05jcLImRnkoLNg1aEdSSCujz5K2KsD1fvBTh93XRPYD7ao7rpugEf
aDf+DctAb2sfP7bP8Ok4Yona9i4GydQLajZarOQCj+af1V0fh4G1Uw9h6itizJUkW8haziTfafKc
G46wdw1sKBqEl+WiWYZGForuV/yR6EXYBYfJOaXsqfjhjiMuSBmYz8RSeGcxtxgJyK6tv8+kvfAh
uHPEwqtQPxNecxHMNexvSTuy6KA9lo5nnnMiXX+oXpm70Q4feqPoDuuMOuRnW2KMjp6Drh8u007d
tGbsbVbcC7kZXeaXAQzWPshT8nHIKyAvgWc6ull78MAsjyVJQLt6zk9D6dyRY/bTT6fgahU26U2D
5GTrtVt/rHlVEYuQ52JP9L8dtTMz06nPTrXpoHnVShMxQcQtWyZCAHJP+Pm666fcOQvbL9KtPS7m
jrzmi8hDO9iSPQ6YRhpXDFWRGNtGd7fK6j3LWGpBykkVicJr/1hJYzA4L/vXPEfytlQj4wy/53la
k9cq927+sHWq711GPzu7bk9o8JwNwnfD8TbDal2oQaD5Dbk5vGYS94DL4AODpPUaGjRxIOtshEU9
7bcGE04YQPBZ/nky7wVBF/EyawMdvrvBTb40jDjADfMtwy0VB0r626CUZOX4qeS7yDDX6dxszkpX
94A1yYW1DfcGr/CuYQLoOAZwNgwNu0RmIsZ4HVhEiL9ZXndoSnngATPuUyw7u8TPCD1GYAgWOK1W
1tABoidFC6Mfxznp199dAxhVKqd8BuCyoQnn9IdlhPNzYbreD9mMxsVsIR8jtl6H4Tvi+PjLIHxX
kqrT9C+JHP8Arhl3ZN/BSmq+SgjX8ZSyMT7WfKPbfvDXJ4qKdTfUWbduQYBBAFDJfk2upJ+ePPax
GRhQWLQdJ9qt3hmMa1aaTiXmuc6Ow1X2/8PdmS3HjWxZ9lfK8h0quGNytFXWQ8zBeRAH6QVGUSTm
ecbX9wIz+6YipCJb96mtzTLTpJRIEEM4jp+z99qrwK0yiO3VVdNjxIsbovYMs/HRmVQDd8bMbRc0
uPuVlqK/05syfEAS0OQnnWZ247JBgXcW9Z3rLA23+VLV6EANQOInXdojp4trNTLIsZunFv3DMnOb
CVmGaX12jVlM0mBA9BgcrMCb4CiDUYz7AwSNAB2yrME67dyuUNspzv0zBicgn0V1gg84wFtdmldI
LNKVwbhxr7k6IwdZrA0LmPRyTP0r+o4EFE1m2/egfIyAkerwyvjWdk41qOHlV4fxzjIeKn9rFQ44
L7f63AWJeNC5pej6UtxW4Chys7CKO9hNU7tSZZUbKxVJ5zHpXCZtpa6rizKddvCYx51pof0ZiH/Y
ltGEyVUz4yc/Dux0RSM9Q3BmvILVUDd5xcS0ScLvhs6oDlWdyB/bMdNPi871H7t5Ql7i710lLMhw
JvLAiRbUNMkyCNsG20cI9yJKRHeptfipWy+FTuU0ytgDdf+MQ4tkc9SC2Eyd4M4pi/FSi1JzO485
UASbg1i7EhMaADqmTMD+LqOmm65MfWLjYVgnLGg+yMQEAv2mqBMnIsUCUcfSYY5bLlM9qXhl5QZa
bFcw9EiLrD5FTQiuimCm9rrH9Pg5j7r6TDlddodZql03luHfI0stKBDQwzcbUoHGHdP/IT+JBSlA
kPgCi7SpmjFdG2SsQVGSL/qCzbM2mRg4zEBbIVxfh14JS98ejVWfm+c9oNwFlmlWtT65M2uvJ6rA
uy7RcAvMS1WylbxJqetg1RgtR4jfvCVheedRiC3RkmVXox9x51JH+/cyMfWjnVyTI2kDFWaeNLlZ
xstIlhbK9hoVzQeb3Hlf9asS92gzh9W0ATIwGjBLUP4ugCRw5SU4HGDiEoDz2Pf/3s5OP9rZRQH+
9oAq54Q3DFVkW2PhpP0K4OJto/Gfz8P/8l/yq79+6Pq//4vfP+fFWOFAaY5++9+f85R//mv+mn/9
ncOv+O/tS37xlL7Ux3/p4Gv4vn8fd/XUPB38Zp0xTB+v25dqvHmp26R5+/78hPPf/L/9w/94efsu
n8fi5c8/nvM2a+bv5od59sfff7T//ucfUmcz+Z8/fv+//3A+gT//uOmfsu/sgf/6Xv/6gpenuvnz
D0P/pFxMfK7DrkMIMbdd+5f5T6T6pGxpKGUL9HiumoMQ4fA3wZ9/aOITNi7sOzB8+AomiOx86rx9
+zP5ib/tWK6Stm3rAunuH//nRzu4Of/crP/I2vQqD7Om/vMP8y0t/Z8nz2KsaZsWNAQLPa4u3OPG
Vt4F3sjk5raB7U7FRtVL+qbn7suir+4JtTDxroFBCmyVX2fTqM57AQVbzxCadZEHBjSA7eS3Rn1R
Nd3wRQ5efztKXX62cqPYtD24VNLRovtpFJ814U930MKD5YDk49pL2unUbHRrHcAS7wi+8ceNXfL7
LIqbPdwW8AZdk5wZYcAgtcFIsGClxRoHXx8xYkFAHYtr0z3GqmQ7ESGCd1Zh5lhfYfqQDOCbEwU0
0Rn1paxydYovsSJ8y6vTE7vt3WRRlXbjLGCJU9UCCXcwVSRuXC3MvtZWow9hTYdSD6DEIpllYTVm
cZ0amU2Ght6297UtqMJLczSv0z52tvwo9fn8QlyWuN+uTAQFy8YUEOZHq9jbQ6ihhwQui5pZZwqZ
UaShzT+p2zwjKia8IGJAP41MsYL7PFz1zqNrtFfUSwt8HCRilOVraXy1Aq2/9vueFUN9q+LxzCC0
xUtPJzSxfdegHdCX9CqqdQ9IUNerWz3wvjPR7k7Kqn8sci/dt0Unmbig53BQoFbsKnin2t+w+Kiz
uilPuFSXKjBv0a8Wa7NrN6AjxzXcQ5+RoIUkv1DPFgyAZWA5YFrS5js88xgRqyu+DFZNSoK7B3x4
kqLUXYAFT256Ks0tTgvAg7p9a2fVK7yDOyXMWw+fz9iJNVyDTe2peJlp/IpWq7lqsbJ10HT51hPG
2U1UqGI3IrpdV5p5Yxfp5yoV5Vkk+ycL5C9OSm9XdiPXtG1XfRVP2y41DXlqtDBgcEd9plAf+4Uh
LZhC2KHl2usr/TVnh1RKbWHaDlR9LcAGvbATA8lKnLMPTVdh1+5po2KiMb3xZHDsJWQ3zEKPXZLY
7Xe2vLeV77BifymtprWWTYetsU7HYAGVq5brksk6gi+zwqwWVM60sKyKuBYLCGTGzzySLMV7oAUF
VKbdmQAX8qSxlbmqO7DEygBpwYsOHhkipxEnNxkupNRkqzCo03vNL8l+Q0lFq7EhNA1PO6OSheW4
V05E0E0/1rverB8IVFhXRnpj9GzDfHkbTT0m1ZE0X1lct34SbtDSw6N1YyRWBlLWxAy/6GMEHBbx
j4LOhPjCPakTzqct2rOsDoJd0YZnRhvjI2wmBskmuU22VCjz+hKGAcmJtVVfpHGln0xGrJax9POV
weXH76vpiwEB/GIwJwdNXuFssfRcEg2LdYh34FmmD+ayTpMzbU5SSDNyiHlhdWtHA7MepJhxoxwZ
fxCqfTYO8rOWWv61brkeyhsupWErZtlOj3eKJv13RGYP9H72WvLajLH4nChYIzjztHvwefVelO4u
KMoHany5IQKD5YlSjQEIeEHVbvuB66FHvbWuIxTIHZFKKMvxzdZakC6nBh/Hgua9vZwMc4dCXm1E
NjumatP5BpnS2VAtY/XCifdlHNwbP86wTYH6wxy/I4jom5/G13mAp93W7VUQQdLPm1vkjdhZ8asg
P6CdYKVetG0Ja1F19Oxx6VY1sFFkkRZmuBjwQIyeIbj3i/rZRPP7Lc7qHRmDyLeB6jB0WVJXApmE
sMH1vwzN9iIT1o2m1Yiq5sAZ3C07wNyPesXHUXfzXRi3i1xyD8J+WMWdx56tSsCAedZFhHbwitOp
lkM+hRfAIluaIJG30yjPASWz/wZFQQJFv2OY7uzoRtzrNtQlUM5YGWXPHXcC73OTYRisUxFs0hDB
NbU2EKnG8+lm0b0pKXKRdLIj+OIo1AM9JSxbGxka+HZjx3wIeH9eMdY07gpyn8B6+N9EKPnsohsk
BwBlXol8HcxUh3SP1kyagDREO7li6VG0HBpL24OORmMyBNqpoXd6+5SwYzo1Rdt8ywkyHHDiWdZz
RrwbQh/P7BmZhhbeKhXr5SqdSmdLemd3kYdVrM5lnos7YKHlEqWGpm1T3bogUA4sfjfHtuHZM66G
StBHQW1D2MnobnxtrEBTWNGpI7xWLUogaYvcrZOLaharw4nHQ0c1zAez1lc0tWkldC5AfisMyfOk
JYKbxXkoSCEw0/QCBcuuamGUYSYbumQHdDAjZm4Wcs8YLOJ/u30H2ABN5quGn+YU2gXCuAEwwIJW
ZrvBe67tFIKMTY5Pe0Ng+7Km1XJapaW4YviFYKrnEnAO3WDfN0Pf8wOFxc2EbhblylM3ReHG6wrn
TmtHeO1OWhNF2DSr3K8J/aSmX3twte59Pc6fNLgBn33lsOf3uvTcKOPoHkJesJ/te1vTCP2Tnhbl
SSxd7UJLqvFaC1XxJRxtXyPAa6I324zK28cmqVomuvibpmK/mtIQuG9Enn0LhD3dhoPhrXR7qFcZ
WVIblSrvylV6srJRFO5rMU7Pv1//nofPVV7nr81xdXtQEF8WL9ltU728NOdPxfHf/H+wDjaY2PzP
ZTDydP+pCg8K4fkr/qqDqXZt3TAN1zAEgXu2Yif1dx0sP9EJFaYrJCJ9y5r3WH/Xwab5SQpbCgc9
41uly7f7uww2xSeJC4Wv0hUltMP87jeqYOttVv5PFYx0zrCM+YfT8RlIcquOxiRmH3p96wHL7H0/
uiQ2Ta7mwf1ExzfHBV+yJebN4jmKzblpv+AFyD2QgG0KMFWvowc6n7YAqGzFF5UZ4vAeTcxPq3BK
BSBcRLiPaNZCA3FwDmJIxB0GVsX/duhZWDJfNmj63H2ReOXNRHicu3LJsmpWnoK1xCRBqOtWg860
EIO0/YVXYcaBEJn4OL9cX3wvBTcnSq3hPgpG76zxJg5LrgtGvapACL53rARbfgyjSuC7bWMfc6MD
EHdT9dkDBuUNUOlLaaSXgdU8apM3tyzPNSs4i6MBQzF43Y4ov65dWqW2RjUOgyZdA2DbeVhrZc3b
koyqVRwZ3ToZLH1fKn8iENoymqvB1Q3UgveVy0BiFoGdR6paZW64LOB8sD3Z1ToSxMa58Ii+ylR0
WpTunR4P16MiqliLGgiVfGVLF1zzi3WdJVwGtdQHVp86BxDLf9al74CQCRQpBQsDRg6dZKotbVlU
7gJW/SNOus2YpfuqhFu2SSFGGR3pv2raDSEwCzxQX2U5uF8SDJ+bkBQBXh01Jn9YgSYBcJryHzRj
7vkRuBAuAiPRXno5mqhYw9E876qUKhX3CUE5uqTAN4yKuoVJ08BMrEgLB8iGHt+FVVUhRERcR2/c
MM/wFTj0cgrnNJmduTLGld7HHcQUiTrwprGb4C4sAn9cxXQCbEAjZcSrJOqKDRJJeFxkIfhMOWoj
vPGZkhAlSeDpacLDDPvRrtcxAIdrZLPjRh8NfUNzFdJUNdzyHkzUChJz/6qHsFxcu/N2Mep3VOEw
79eWNLPXMejTU578Ydf4RECjX3dXpMd1+wY5K06QBBYgheDz2ADOhsaG77aTs3Qv6iHTeMUzRlXm
I4PXvhK/ReQ4MHqK/BRZnwtbT504+HNymq75GDORKsNs4TR0H5ceEL7vDQSvxwBX34OsnDbb9ZVH
K4sxlnttJFEPQD2vucGuLarvqKaq+wEv1ANcfpwNXmdZV0NXmkADDeV8pX6tH6oxtb6BnKfDRF9j
DFdIZLMzy4gQJZYxWBZMKaV16Xk4kpeFyNxnMtVgSNCKdO9G4nXp7qUkCi28JKi/1ZB5CTAZ/R4A
g4dVYx2UvhviKIgCkuhI0DszSeft1wNBFS/UgvhaJJ3ZM2JJPB33cMupd/pIFz8hHiI4yxMzfYHh
0z87+HOCC5w0efUtjmJRQJSsM0ZsfQTa2dGKdhsoMyk3TOE8tQMLgBA5I6HSXPEvSWFDPRqPPDyc
I6uTxEFFX5bIZ9RIi9COs2HlQMTLz1DHRuE+BiJd7/OGTOtzkdHOz6wpFtdJW7WsQHFYMzPlAwCf
yqmpicYmJqLG0HxfnE2RCm0K5CatF8Kr4Gvj6NG9iwmzgb1KK+h068EH6INmOPRwd0eS5GcQqhId
qIDhCcC9B90T1AagowwNT71KA0KvFtlAm+DCF3ysV1yqkvzlujZ2kcFjd2KKQv/SmbmerHUCk/R1
YZKMOlf9bbUFBKLIiTe0gQjv3vY7SGotGYVAMBBeB+zni3VvElT1EAR1fxkKxySugYpxWLHC2vna
NSvd2DF2a/OV6Bu4pUOm3GeCu5Fd1y1ezYU5evjbhyarm1WfiAlfog2Rf2nyeJVnpVuDRitg0gio
0FmEtRSy56OL22jaBd0IabliIlRvyjLpxF7qc+IFzU14HpqL+wWrH/vOE2OcDPeE6LWsP0v9NoOk
YLXZ1m/ZbFwhTzcuxnwk9A0yJ3TmBFp9vrP7Xu8Xg3CERh5Lg/tBCY/hgITfwpaEz60AODRHCE5M
JcXKMmyrOBtgNr9MpV2RPRrX9JgBHaX2mdMxK19Pqoj2esdjDE47xcDv+IUyYSS6trUhXMCl8VLF
fbPvByt7cqsEiEnZM6CTbtISSUH7BdCmERFH6RedwL9eY5ichqY7LYocrTCBT3wka70JB2rjtMTw
6urMo7R4cpgR2wNb+0aLza9VFpkEhPsESK90fazcVZINzAyijlgI7Do0mbWYMWcNXnIFp83DtoIx
iQdAtHNyUjePQHw4JWgrW1JSlxZra710ee/wf2jsFHDWnYYEDdVLZ9kHlSrYLRhdvqgZ7XwdWwe5
NZzVntZ0iJsLWgTOUCpLnOZrD1OsWABqhvMxGEGeYuG136T/pYMdKpny77jvwNkbA9YagD8knhq1
Z52Fblu8EBxBy6GzXRdfbdZ5Lbz0clULeVsCB1+LNCCTWsf4eBuz3xoX4Brx1yQ0plagjMaziZbQ
gwn6R7GzgTKFSzxfzZPJb8g9sCIx2SWno+hFeAJntD4FFFMnazvzsmSb5mnIwNi0tOsRoCdmND8H
qebc+xazpSA12+/pUI3JBUqC4Y7Xk2GspJ8EhBzYvvtseg40HRuK0OU4YrlaBnBG7iPWZW+RRA6z
IFzbJATOnbNbpzBnclqTh0vZ0y5ZZSiKn1XGcG/tzROZbTqTvBcMOw1Y4ULp+6AkzmuZDmnziBSf
6U449vg53UbYdJ+V8QoE0PhOQiwhUhrp0F9lb1gRgn5SXWm92Z1JhyHoWfp0gQuXBBPx6vcFG26D
Rhh9AsvCsVFOuQ00zW0c4MFWSaoPgyrnBkTVIOCQxfXzUGfsM52+5fY12HihieQ6N8mw8Y7CjaNQ
MSTxVUvAVosGTfaNUZXA3ask8apFPhMMloFDKwsqMPFfi3KEQ7SUKfCmVZ0NzMurSZgnsK1HukNZ
jhGtxJS7GQsHhiAvaCAkvZGX14EXagSlt1Hwlc+s+x1VfP+W9ex5YAdV1S8jP+goQlATRuAhg+Em
0c0MrIohnhyXxiwnlPHemqaqEVQsyiPvk9flSU4OeLfAMyu0ZZ4WoJ+9PKqwryAhqBa1UU/metJn
VqELTPWbClX8reG/zdL3HM2ByVXNGA0XD8BfEqO/2/sHnet/jQyOxwr/f26rpM5M4H/eV920dX24
q3r7gr+2VRq2pE+u62BCdy2l645i4/LXvkq4n2xDkSyOa1IpXVnMEP7eVynxSTGOmL27Uld/jR7+
2VcxChC6DlbeFK4rf2u6YLFB+2GsZdoGowu2e7gcJVs1YR1tqzwjD2giulO0KHSieUkvD+0lD27V
PhItBy2ZjgFWuU1eJlj0db2Z7BtPqSjauRHEx6tKMJCnh8zWDXp/b8QpPBmm8zkUkEbl9L8q/ZqI
svyeMpgKpUpJM8KZBdB3nQesv9cg3TxvhjRqQYG7M1OVSX2jEfWzqWPQDimdPbuv1mUp2xsMfTpl
qoReq7Kqfnb1RhuvCg06EqWbmMDU6Tkv3Dy0Idz5Za8vPbO1HkVrNPVCRq6frnRqC9hipCljYmfR
JdQI1cSiN5vKoMLJIsLTQyeoN1FoxTcauM2aH4FotY0uO2HvAZdOibkBBM2lSjTIZFS6LhFO7Ue6
ul/cG0uBzMeUTWCkPLo3JWIuyTVjHK3lfoTNqa94/3dT4Z6msSBz5Ien9u/P74+TJjF/v3+22POz
YCGFNdnkz/+Ykqf+R1OGF/o1j1wDJ4fc48mka+3LmvwX3+y/6TKV1WJqQvizOYljyfPk1uJzV/Q1
dmZUF4sxxHn3wRWY9YMHP5ElXIcNP8xRfmEfWyJqX8NR7WeIUOqI7vaKXA25avMJ4pMVwd/ZOhGR
WWuVuAQ7SrAypMPhD/rox5CzTPLHn0OZussHxWQ8aEk+sEdTZmJrW5AZHgODwGsSe5WHXi4v4wyE
FSEyAPQ2pqdhmcN1oseng28bL7pIABjApiI0Ky7kRBRPV7v3PPLgbfBQdkGZoR5pi+m7aAzPuTFh
Dga3vTeN3jPRHDWeSV02vZX9tU4fTH9/vM2zzvbwXPigW/OyohuOFOJIEqpHCuxeYxEoGoYq/zo5
hpOubfbL0QfP0+HEnA6SSauIayYdh/YNXsjDx8nKDI+nw6MYD5wBPJjWqUScm+kAmCBLB6LGeiIf
2g9O73hB46h8ZGAXCSGpu5wjrW6q+rJg/uf5BAxgTwziYkTBkHsroAvV7v1PzE9naLG6Q17nHJG6
mupoYu8bupsQZtCSh2knQ7HCRy29XTNmnToZy8aSp03LbML94FMxSw4O7qCt85EwaK8J2zYZMB9e
WKasCnGZT5uJfZq9HEQdo/KJShpOrlffixFXI7qi4un9s/3pynJY20ZXZxNcbUh1tDxM1EEjAwcs
qIhXpnIprH44b5Uq2gWoffP5/aPNH6nDk2SvK4BBmxyW993RSTpNLLsJwDN2dy1ud1XFBIpdogH4
LHGvakfirbWN6STgAn/wCNHC/OngFlfX1YVD35LR/9HBPS8uCSABpI+Wcygyfxm7Zp3d1BW5LE8J
eDdA6rbPz71V1kQ5GsR+TBEmOkB2kM4LeqWALOoG9+kStq89XpHY0GXnEKJre6lnbSIvy0GzkQMn
sWQTuECbl0/XPR2tfOtxg9PrHMcy2a4MZgO24h7AupuiYUrDPtTW7OvJIxj71QjLwup3em3HI1ub
3tGnuzLsNGCmejn5d73Zdwr896ii+JweqjQvwkwXJbQFtm1LAHq5DZgJtr9zGuvOiLW5F+x8l2MP
UvMC6gMRIwP24WrcgG2CR7VsBSjyh2gm/nV7l6Bds8Ax6rjJXTAlBp03EpGw5hdOQHJaZEzD9Ngq
GZLc21mZNY8Sfdtc6k4baIp+atJHpzSvjOCiIqo+2hKTmZo7vofvTmDSh9zrljFHjr4lWdB4Z9I3
Z+y2Ldi7Lmudtkd+gWJLRemeJ9cZ2EIN1uCuyMFILd7qgaYBzmqBYVnswGU6GFcoDxAjvGYGtrJq
V+KDhauY09TFGZNpgKacZWsg4JMLf+zGbO9DqVUvZLO47Z2E4Du+xuzJATEMaMWKb4gmiV4BOFOW
yxDTb0COqOi1+oXKhg0PnKcgIhMJB+iJRrxw2eM1iUp5pqG7tQmj9ifMu46gW7oGRgJubBY3AK+X
kcqSB1PCX1xUhCT34CHt1N31fj8rCPyi6fYBqczahU1IKG8fJq9BfRtkwKuuqF2K15SBPONMkqkD
e9kWlogfaXMRtBvBGeqShQ3gST+nKgzlDX0R1zjthrGGLtXKUfHg2qF1oog7DW00G+Se39HIGHa+
63jxhsYAo/pKxAnbvSJl+HqCTrX6HOqpIFi56TOFY08DwDl9U4iA4f4wy8NrHNGZN+NtL2oi9M7q
UjIF2hYZES3EjfQgCWDf+hahR6SSMtXFL3BKA6oztmDS4JX0Be8VEhudJoTzfaJ8uu7l2olcM/rs
kM7U3k/z6KldlhVtw/1gMAPm0VUiHTaxNJKCyb+uhwy1G6s3ygcJGFE/ISGys8GBuB6xrrQ+EvDi
CIUz6eA2Z3JF4ripketaGaMZ7YkvLDT4x4Vtk5asxbq8ggrAlV3kYLLNb7LyRbjn5gaoMzzR6Ez0
Zx+tjC0KUr3vh+jrgPNebSxQiC3hs3mRnSHdEeO5DRAlXIrQ0LqSgXxfOrveo7lzNuaOCLaqJ+eK
FCXlh/eE3flxe95FaQFsuCebuxmXPBzmAC1Cbzz1Lal8r77zwiYO6TFW0RytGjg9tCSQAJ4b3BEi
x6CSETsT2pN5cGLvu9iJEfAogi4qRCjg09gbIyFx8utcqQHZDY0tVgogtsJMvtD1ls1Dq82JiuTU
CP0+dVq9PUUrmg97DYC1d67hIb8xh9406URbTvLRC/FwuWYHhWCRxZb9i0vF4dhH5RkAjAB3veds
ylErl3kW19D5c0iCTqkvisHpPnhB/Hw8aTDzwr4l2Js56qiEipijiZbxPymrfbDLAnrtuYP3VRGf
fIMU1frgeIfvwvn85FyS67rr8MC55pEGUfPsroPp6W6KOFdLnsZhA4OfyPXGQ/fZKrHA6gwbzjby
D2q4oz3B26Fth7e9O8/cJHPBw1qjzakrEjmxQZvpFCcxS8UAOCvxTnU9KB90uxshE3BzmONU1tIn
4QrVIgqZGIIolvf3i4KfaleKSoVWTyiUdYZuziXKDzYv8k6YMPeR90pX3ziJWiH3iOqND+qrw9tL
4erwvZk2OpbDUM1yj45CgM8ETz+pXmNeuMWsi9XrLepVOJQljJJsw5iETKz3T+14qwMox6aCdAS3
eN6HHd1j28NHlJMc/1ryKetQ9+A32lZSj2h2oj3p9nEYNx7tV3BB9C3HZq+8SB8f3/8pfj516Qhi
PSl/dMrLY8v/YIF0IPx6LnwCjw3ZlnicKm0ZAiijOi/ZH0LENUqDEOX3D3z8iNtIMIXtOqxciBxR
VB7eWWn4JDmVprkzutAGOEIIe7NVcIJuMlbHYJvXpJJMEj7Usgktcs/fP/xhbTs/5pgA2Kc4NhJy
hJvG4eE16dugkkJnMzLPJldClie+7IMLDxrlR+yAXxyLxo5kjaCPY5nO0Z1OGCpDYU2dDTU2nGsq
LThfVnxVQL5b/+5pSc6Kx4ln2ZBM6Q9PK2n1rh8ZCGMJ8zHFqCFKTv1cK8mKN5riA8P44bbkbang
BWsTEGJKxLT60c4LvBxaHOhc2zqq1J6Jg7vEzVYtJHMWQu3RFS7ySDM+WBJ+cVRSXNiWoFAQKG6P
7hyYfYpfY05mspLmOpey39s2YeCSMe9toqFXJIcH18/7F/Ztl/zP9oSTRSfnMCi2CSp0pTl3CH9c
iRQQNMMjg2ubw1LQt2nU9RT2coQKAWHP3rg6+AxIKVPegt5LCuyieEoYkLt6FfnNBz/OT48UrRGT
k8duzTaUNeTwp/EBN/qFTVXVRkLrl0WLGP++a+E+WwCSm9+95G8LFRteIHqKOz1/ln9YhaMK5KVs
63KrML9UmzBOy6VSome4FqfklKT199aGLvrBEnG4NnHJHV7uts2qxLuIvdnRYU0w/EMAcWbbx4N+
Gxmyv9Gzus+XbdsiDsX4+9ERD9fktyO6kuUQ6i4vfLolhycKvl0zWsq/LYO4taxS/xLr1cy5Y+TN
Q/2IETCDJkoyqE85d/3+I3a8InIbaXrxcaIlx+LkHr15hwKWW2l7zXbM2XTGCVLUOMzrz4kpifYi
+X3TM2pZDVE8fHB/36zYBw+3AwGfNyylFO0u054ftx9usOdnGuOJoYNt5k9bhgckkAyp+1wxoNuP
ITadqW+QJAigk2jX8E7Gtr2NUXeuMNZqRL7CsW49SI8fPAI/Pec8RqgBuJUGrTgMc4c/WF7YvBya
atwyRcLPhrtlq9XTU5d2H62cP119jmTS40CO7zrkiBx9viGMp20O+5YkpYo5ciaRyAZ1syeSW/vS
aEF9JmwH+4fjN/XvLtoc2pa8XM354MZx54O8wawyJ5JD6KpR41kdHDdY3k8u1/b7+8/Y22fm4E4r
5UAYc10aLbpUx3d6tvyG0ZwewBWo122CLVBvqnwL7Tbel4ldE4vgJUupSv9icEexbeoIwysi1NuC
FLDNlJQPqPuKpc9GbTmHcZ4DxA9eMs3+aNU5vCNU267BK5ophUX3i/fmUTsRkmvJgVS0slB4ipME
FM/0VYOtygIAnfjSKZz6Ju10myR2d+z1D+7K8eFZWl3TciVPA81TlqHDRy/uFYJNx5o2fe50+0wr
smvMz0+xCDrknEmyrIPePck0ctLfv0eHLzjeMfOBHYpdwcNoMgA9PLCV1gMe5YBYSFNk3xPUpsAz
nQroXWo4hb7ApNvdh4yL7t4/7uFyOx933lAxr8Id4/BozIvjD4uAkLgAnWrEWxsquaXpLmHyD9Ae
g5w7XffJ/t84HveYDzabK7p+h8crRoPYUI9WuuWBK3Qm1Z9rEVOcaooQig76B8vrr05Pzl1wZI1M
v+yjpUQziippVYmH28zdy8yq2LWRgk3eDJtx2m4g1z54Sf/yiLRrUVLaPL7HrK68MVyEuRMaLwDr
K90t5ZZEi2pteHCQ08HMP7DEzU/kP5/tv24g901QzkqW8eM2cWJqHTHbkguKuppowrG76fk/q84e
1b9xKEO5koNRCqm3KeMPz4pCpNKScTFtJi8LgLeP+Ghy7O7r2Bs87bdeAn+dF6ujg4kcYal+jBEi
1JP0OBWKTYSe5ay2sPnbZUVWKN26m/efyZ8vIS/A+aNHXcuL0Dl6JtPetjGUW/pG4rhduwHYZt2C
2hmTjvtb1fN8VrbFxotFX+hswY5rjca10iIStr6J7bpYW2Zrrio/QnjVs9vXrQD1Wu/GH6wtvzo/
dtTzneMWgVk4/My1dtDrnWpQXeckMC8az8w/D6jokz11UfrRi+3nJRThhjBYUKjUWZCOPnLSbeOO
YCC5gWHelpcih0W0wBWnIlDvVW2UOCSkByTfbNT4OfKLwQg/OOGfF1M6CPOcm/M1GcYfnbAVS22c
uhbq7qTVjOdSoBRFAsebRgBhy45NEF2U/P6tnXd6LDYG7y7bPXpzOYAspNVz0NJGSz+3APY+b7vT
MXQgEpBjsMIuU/32R3I2DkpsiPNbE+DA4a3l4rYmXAZou5H9iB4LQdSYmUsrVfXl+x+SX13TuVDi
8WVe4hyPjbU6HFpDy42NTt4fsV5Ju2ffRI2YzAYvza0XBnjQ1fsH/cWTqxTReogjXD4VxzvbEP0A
NJfa4O00BqsGNdyyLad4Vycwrt4/1M/rNrdMZ6CAqI/3xfEzExIdQiLiKDZhmkpM4Zpx0Tthf+aR
331DvnL8wfF+cWo8odR9jjNrQ6yj0hPUfKf1EceTuY+fZWqGKzNIv5Np93v0xbc1h8dDGYRhAKD4
CcnE7KjHJj5Om8INm0e9zXCoAZCOPnizzxXK4YuIzgNdOyZpNhWFe1TBuFONOC3zCQoBGT4yNaHF
tJS5NB7ev1E/ry/0VVDUUCTRROLdcPjIK1cDEY87E4KL4plgIdpMtIG/k0ZVLDuvq9b0t7pN5JYf
NWh/fkRmqY5lCcnQmSbS0UYRLibxhNMgNuxLMBmYvbbJSuN1LILhnFTPj3qFvzocrUkmlKQJKFwZ
hyeasXEQPiOhTU+M5opPeZGse6sSCDp9nJDhiPHs/Ut7fMS5vQ7sRdLVoUVHRXh4RE8rvZwzbJiP
EbzZEQ7bSudkIBkcPozf/+YbnqPxXqczhuoFXZR5dDkzkXYuWeXNutU6nAoUhVstzb1kkSYqyn6z
LHs7GKUunm0BQsE+upgWe9UcTXSzLloZbGXh6qs4bcuTCXcG2I7c3r1/KQ+bCnNrmZNjYZ4VYbSZ
5dFbUAHW9sD8NutBkByT+QUeepe88BXpDTgrCHo696bK2wMoth75Vfmby8t8fEGRxvPjUNkfP6t1
TO3UR4CYGj8ZljRUo83IgJeEsGr64Kk5XsnYpFNa8y8FDVu240304HYeAghQDD187C9dlBTBVVG2
dXRih0V89f51/dXBXIsZBZ1kKtBjMJ6BZM0QoUmdRNIj2P04W89B3HtAYsXvnxf9xrkXYfFwquNb
iGGtJYfMLLC9BCVGYxfBMxr2nNTrvC+zr799Yryp+fDx8uFo6ujTELc2sS0wbdY+M/UN2yR1H5du
tGqCzLx9/1DHr3JuGK8D1DM8F+y2j9WAkQPHofScZp16TXNi1/aevYW5tm3Fvojo1iU+/Px/c3Ze
O44j25p+IgJk0N9SIpUppS3TZW6IsvQu6Pn08zHPAJOiclKosy96N7oaHSIZsWKZ31zZjy/afK+v
Bxalc0niS4uN7bKNLYmjM6HOq9a3axfTLpNt4sWW7NAPYsAbZpp2sgWWLkDgVDSadH32k8lALjhe
lOI5L+EHt3mF//k/vwsLdCWZuIOEA4HhPORNbtaVms0wXxhWGZQrd2XXGNWMb4Zj3VjgaANZG9Bx
/nFZ/nPW2uKkYU+U0DfhCF5TBFy+HH3gEjNgP1CFhsQrF9DWcqt2kq6D1l25oC+OzrrmijPkS1AK
qNvoHk3KtEqE+8acZ38THeNhDPCs26pW23/dzOtSBv1bvjo9nW03Q8cIA9/MZFwJHgri77m+S4e8
gSNuZ1fy0jWtONtXLEVxzyFVV+mM7bAwWZZmabB98ltDMeBEowKkQqf61yOzrsKw0GJMSv99C6dL
8iVOGtMe/bDFtHESWRNMiZ0H1AGUpCDUThJnt+DfN4m7zjw4o0CUVuTw696MDixfR3V58kWDSjSm
cw1KnaPzHNcJfLdstIK876+pGL+xS9aW9Np4JeaReZwvmoTZpGlpz6KYZe7VylgeiEOzr4mi+ffn
Y5xDTOAQMOXdJjiihrDWOzR1YfDpvx1dnYpdqpfhbqqT7lNlqGj2UaD+fP+tvvWAKyDSIvMgh7yY
QcZqLHWpjX5iDn/1vtLuelAstNmM+fl/sxL4SNXmruIZz1+lUZQ0uE30j41EjW4WSyG0uK27L5ik
X4kn26SYkArK8/8ttYknNhTL0Cjn0Xewn7lL7azEmKGG/2plOvwINEOeMPVCSlDCO3//KTcwOlKd
dW1A6mAk6dqzbc4fU8I9s+t+Gf0OrxVPJS++daMofsrtaQJejHYCogVJa36oLMvFUM+Z3Sd1CKdH
tZXtCcmP/0TeRjdDMhcwBmtG4dS0qnLlDb0RJ5i5c99xkVvM+9c/f9W8CqkiXYN2o6913V+tzOdP
g7CdK2HiIoHmVXCtguEAuUllrp8vsuBnRf+GL94OdnasicKBg97AnTPEuq9Ns3al53CRZa7rWaZF
y4EiQbc3DwW2qia4DqzXIJnRdoy2UetJArpQqNQ5Pdbo0RTt2hHkf15P5eH9T3+RSLwsTxlLRkbv
YatZ1BtL1ocJiLYGgtW91miDemgtZ7q3K4mErlPl/WNndqZx//66b75mKkwwFOvcbAvdWLR8nAas
0vxcz/s9pa1zajtb7K0CpcYhc65NBd7Y4hZgCXYdp1inLtocLyR+RLJY2uDXUAVDL26t9A8tT/MT
tAgk94ZcGsEMGPf3kI7DvkasC1lF1Wj+VJh7wPSNYcNidpd3/oDiUOUBlMbJw5mcH++/mMvYxmag
WKQHxfcAP3O+/1q0RGlKDwM8QwrTeslqzadirPDVoc8SXsnFLz/Dmk8wRKQjhAaAvf6aV0eKw6Zb
NTg3X89U2N4kZ98gahBk0MLmaRXtn+MpSQXDSntNXBlZbE4XyrRoaCzO4DPJExLjQeFMf/JuWRTk
WBxM2v75ZdovdT49aB3Mw+b67Qym6j0aq35bJxn6tob+RY3AW4ciwhb7/bUuo5Oj4ci81os8ILvs
/FUCosPYWc1nP4779o8YsA9HmHv88v4ql0k4qcvrZTZvsDVGOVrJMvsDeKh9i2XOV02qKRrH5Mh/
G73FKlHD7wJYszL0X0CI6vsSDK5fIbl5UI2k/NgkLaTI93/XxbYludKpe+ip0BanNXr+9Dllnl6R
JQRa2Mb7AvTTTRWHWP9RcPrvL3WxZ2nvO6DsSPW5skitzpeKmggv7UyaAX6C/RPYMpyvkPny0K5F
SHzO+unK9fjGgihtUEYyyNBt+uHnC8Zjhp4cdPLAac3yTuXj/6c7cHscNzbv495GUez9J7y4E6jD
mazxF7pxGm/2fEEKuLwr51QEU6hWjyKJrA+qnul/IwM2ileAD6U5pzJGOUa9qxY3baJcK6ouspF1
dQeOBgOpdZC72Wakei668oMIojJuvuGiiMcwPYKvKnT0GaUNBNfaHpEliZDjlS1+uZV4l8KlOKOr
ykHa5Fx2PPZGiHdXwGhl5TaZbusjFdTfRsVsuFc208X9x3Oa9DtVIEKCsdhm39YI1aFNUotgmPDG
TAAhf+CN/i1mtCBM6HU3+aj9+1lhckC8dekpQe3ZkqV6d1CoGHi3pjlm90gAtOO+yVsb9tsi5vSK
SuUbmwk4qBBg1CiyLhrwk45YsDF2ekARi26VmKfT0sDGrjS9/qgjTRioUZbfDxDYvFwV/+YAxfOx
UcCkQsVitkHStjk8UbqES19jPr1YWXEMezu8XVZ+7/snZgPzelnGXCVvmDKyorVKQL6+yFRKnUKW
2LIqkxp+aaZyvG0TI/yK8Flk7bsey2YIYG0e+/liTvWumsXwne6zbVz5JRfXALkMfNCVi6Kt/a3N
DzHBJrQ1M7JgyiLzvwbU2e2ASdiVkvkyJK2AI6IDFBZyhe29bcnJQSlE6AGOin8NAckI1jRfFuR4
cRc6IOTff79vPBXXNeUi/Uiy1e0x0TPEH6hNUL5Vx1+xo6+aPs61+c26Fc76AHw4UgKXJho3MXPc
82/YKtwYOFQaOB6hgF41Ve1RgLU3ruiyw/vPc/H+aDTAzOVZgDqSD65h4VXe05WSwg6+YpCMYLa9
KAIiZJVO+aS1WFKn2bB/f72LR2M9NiXW1zrXCMOizXq2SBCl7pg7THH4WQUftwf+X7Z7Q0o9vPKx
LmIai9km8MKX7iow7PPFFLswqjZN0YcQ5fxxcbv2c5HjgK7rS3ykOGMgXy3LlfTnjUXXFrJhcm8x
E9hyYBHkljAaeEJAnvUdis3qyaps80B4tXzLbRGTNKHGvv9aL4+9uaLLSVJBRwFx3A4gOhTN7aXk
UbVMRk+aUOTOSHS51/DOQ8RUUf2qwM190JAc79XKPMoStcH3f8Qb33Y9Eutcno49ENPz162ulleK
VfNti9j0G3UYwDogjJHH4bWJ48Ux5HGZ29ItM1ei7RY+WveKCCWclUCEbnY/IudxWlKoXO8/0Buf
kmSZY0GX0WYiuLn7lcktHaslZDdVbARxEqY7jLnjQFET4xRZhXGCyHFt4P/WW3wZWgESBpuyLUSt
3sacweFLTnzpXZ+XOd6BSwIuFjbP+8/3xuEH+mJbhGLCNJfj+QdzwkJ1W2YQ5Kop3gmKjqOqnbb7
pG6SOyUS10bgb71PbgMyXSCxtOTWP38VbPQQpskKlQtklYlH0WGEicngqr04uTs9rCavt7I0eP8h
33yfjDqptzgXBO/zRQsxW2kDSD4YHex7my5D0ksoLuYkS3xlqTfeJ+0SUgsItirAO3G+FMDlSQwy
Jp/Jlbny6pyUhgmn4X6DcmnsI9OWV66/N94oK7Lc6ka/wqbOVywsRFcbxHgCNOamfSTTBYizQPnU
jOUdTrbfZ8cUV6qAN14o25K1GK5yR22PeWw3i9XzlQnhOGsihZIGOHiuEmJFe3j/210k3+ZL2q9T
MyEr4W6BGjWKrSJz0VjU4XMGmV5X+3JaFV9rRObh8C0Bmqmr8+34zwOzdWWg4vRJqDNp/J+/WEM6
c4mmOeCmJCz2gAo7rzUqCizXudYaf2vX0HdYUzcyC6BN50u5vdNZegZkK60jcE3NtKBxjx2GiBGB
FdgN/S++n05lvjbEV7755kBkILSjfibAIKcmAmsGQhEaYXED0uH3+5/vrZ1CmkRs4U5Y097zJ0uV
JrMxteKh4rkUv8e56K1nTYlVzZtFtHx9f7XL90gpzPXDBbSiNrYX77JIoWcugbqmbg4Uw838hJLx
gOpFflSx/PbfX+/y6VbZCVqk1kpqNy6E/MESIOtQGmjxquaNkYNuiMXSfLecMP7w/lJvXO/rWhAK
2ItA0ZBQOYucPXoO1P89Gh6TXZvdzhrRAsKsN7Flc0B6IY0Cs4PB+mBJkWXIJbUdkoa1xFUe0qzm
hNHt+7/oMvBoa0UM/+llDuduNm3NdLepUMYKHNyJzMbjRsyin5NlLMUe9+Go8OmkA+K0hwS7iffX
fuNDUxMz5FzhKwCb1z9/dY2Yml1r6LuaAWZNXcQV4ohjGQsngAnc7Gygx1dSussw9BJhGXKS1JmA
8M4XzJNlJAUp3aBvqyzo5yH5GjoDztVdjNFGo6DQrqOTNIZDdSW+X3a5OKM0w8HeAqYW5rYLGtud
XpQ9rjsirjF4MSM+/tAAAkyLvv6xDPqEVRb01MQsrTsVQbXnZqirQ7VM4yfDbia/cBdxZTdevn/a
W3Qu16rLJbfetAoG2N96YlWkRUYVn0zR9n42y/IUV9XyUJvOld7lW8sBmwP3z1gGPs16Dl99boB8
XHOAdQOFKcDHRqA/sEudIUN7xx4Wv8kNN79y71webfoga1kJwpRcett54WM6tQZhM9CzuGy9oq3g
WLexVQXoC0bXQCcvbnxn9R4IEDJnwc6iOUE9dv6Ei0Yxb0TcqMg2yb3h1Cjzt734MHVLubfaoduj
nghpvciLn0TPr2hm2IiXMU01Kxxl3j9dl6m1u0Y0UAnMI2hjrif/1esuMtBZvSYF45aiO+DAjZAm
/K/4msHf5WdlHXY1JS4aPs42uUZDcsBJiu5WUs7xpwJPtpOVa8WpAEzombnz858fC3gCsOi1/a3/
j4DGq8dqM6uMYgN0aTbxjlFyMB+cuFKf3l/ljY3D03AlrNU0nMLNXq2dLqqxjhdBlafGp26K88Jz
s3E89WXTC+/9xS5jMGOjtZmkMjlzeJnnXwqBdgzWtJD+IMr5P2LFNX/ARIqWW9rBSutzT0zKIZHo
V1yJh288Jd1IwiF3+grC3NxGnWZ3a7a2lkRLfzKRzUg8pe1R9p4V9fP7D/nGNmEthnKkY2umu9mO
6N5N8WTQzzLnuDjGBMt9qiOJAAsk9mPMJq6gkN9cbx0A8xk5/NtbvXUsVMtti5s2W8KbPHXyo02y
cus0mbEXdH78/8XzUbeTAa5A6y1HkJRWWrLDxk0vUgvjJVC0FaLQu2wtxObQ6q7dKOvHOQs2jLI4
3CQuUFdWqs75rtGzOdadBu+mRi62DOqysz8q2KcCyAhl66tOa2se2BMj8pS67eO9nbfuYZmZBKul
JneAi6+FnIv9xE8C4U7AZVfpgG3Of9IC8lSaIK6DkvLvxK+efUQ4mwB96exfS16WWgFwFhxYuqTb
uytO5ZIwFDUCBq/1Q1T30yFeptjvUjgMA/znK9vpIpqyHliztUlpEX+2JAkzCUOE4nQj6ISEZ9iu
iqDeMmuddSUYXLxDogA1ErA0Wua0DDeXcoZKlV0PmThwNNOgwy/gMLtS+ETyL+/v2ItHAl9G3OFD
MSw1Cd3nX2tylNaKwHwfdHgtH9k05hGWQnyF0nm5Cv9pRuJrgFFXStf5KsidCMDdrXnQKkUv/CRL
BWrK4ZRPrfPPr46wSBUORRctVHs74ln03OiwgnYOIeymX8yXLCTIZ8SxMnX8Z+yujWzCiqFlJWhV
29OX25pEK7NxkBQ2GB+pEjlkS9HvQr3Dhk8Jr8w8Lt8iNSyAMkASq7jZdlcMGSK1lsQhz7Dmyafv
uZzC1ZDh/R3x0iV+HVOglK+8hpV1R7cMPtD5xxosGygwAqz7URlxM9Y1mZfyFqZzb+3dtBbR4A09
kLN7TgivVEDsCA/MSWP9CDnBylEjxJKBO6S1c2+UZd7tEC83dS9CdlrifRJp35veLP7EdSQ/jvXi
PEIC1p/MMDNy8uF8/gyEtj+FmMV8HKe+U5EyLR1tB/FfJN6YRuavdOrqfgftV72fHHX6EY8C/ceG
zvCpS+nl7W0xY11USOEuR3pYxL/MqDskpG2UmT0LAiMeSQLahiugcD6o1dAhS1zb+uRXeWb9Rs4X
nrGIjRhrxnz8gaF2DFLCpjlyF7UGckcEn6a7Cc0ueqjaAZu7Hlu5IbDMJln2wNiKKrCRq2i8KFNT
27dGEWlPjqzb32NfFeWBCa/jh6jYIJxlTsv4W49gVOK2wWkEnqgn+NTO0swKA4HYOMv3uZFORX3s
yxFVgdRiGI2aVT9a8UEzU6TJvM6JZFjuhZv1xWPZ5lHsRzIywz+6MfWpT+KBtmWiJnpx29XT4uyc
GN+OdpcYimx4hUZP94B0NGmCQh/dwvVUjH1CJcD0O51uq7Kbpj9F3ZgN7TfdHQhH/Tx/GUJbzxbP
dlzpHlrG88b+yo5kw51tSPobnDRALviQMXzaZA2MNRatjofIT6K0OqQ1vgcF0JEc6yhjCXpmE16E
0Qys2LLyZeeEV9bfZhEk9CSAq9LCis2jtbo5EEtbzZCPUx+55urY2e0PjA7KwHIUFNZF1X268rjb
9Sj+iVxcaqsEAGPGzfOaKH0D68SKMdKxcg9GVxQyWCYp0CwtGRTul7hIxltD1MK8tdvG6XwEu8Rp
WtTePdj4RZgH20hxex1CbJeRLpWq4xWNgWpS1CLJ+x1hfDv2wERP6n3VY+XyEd4a7Ckd/dHmYZ4i
9chsVW88xLT4q8JZeC5Iw4cvXWRrlS+aUXR7y85oW5h6hpGYbK0OVbBi1MLHYqiqdo96J9YPox2R
CTHGKOW3FjiSjV6DEjOThYv3qRbw+B8z4Ox3mlI3FdZblv1THZIBM6omTcsHF7EH/TBi9KPdoA2f
/dWMNDNLT20osTyiRurigybqD206RN8GqD7WTkO47z7V2mS4x7558cex6ZKPI/Jd6onfOiU/M5P5
zX8RfjnLHc5UIEhCvbErdBYKG8RlmcE+RlQA/Pmkte34lEzowh5mLHFySOaTfu9W2oyh5+KWB+pZ
YCcZUxjMrk0GYoqX9oyj451lwqWkX5NKiT1DIgvxtemiZqpvxgQjuhsHTdsECdE00oBrIWvWeclo
LeZRUJsq+wGL7+gJf3N1+ojSoPYboflGO9E003DwmWqX4agj8sIPXaQCd4ZEpezr+zuR0m1z9Fb5
Foos2gLo9NLp32z9Nk5GQcjDYT3FSq3dNfRy7AAuMQc+VqoqwgeXYy8DZDfwp57C6S92I7J/qksc
sLysAinstVIALeto7/Q3i10mP1WnRLq/4iL3i8FAYU/XRG34CQci0j1UhyDtoko4C69IYlE+ssfH
FNFOFQ1YnL61ju+lVtXToERj/QzOGqtKjKbDylfVEfHtsil1qaJFhtLa3SBtvNG6WUULZafGJTDO
CpJpdq8UaZL4ZVM4AwKviOk5X4y5NZZvlrI45lch8+qn08Y6cnzobbW32DVjBtUjv4U6HfFA5A/u
jFbin2QO3ZpAZLXp/NBZeaUdsdjq/aJcRBq4ce5KyWvS9WRnAwxsvzPbw7U2r0Mk32IUxY/pEpt1
QTwz59Cbw6bBl2EZKtwsYiy3seEU2YMhMH5CPhGLrW+WVQxYIBiAg26T3q7mII043fdhHtWg3tiM
HQ7henoMW6n03J+F2c7PCKC5vYeL32IHZgJnJDPpxDzLcSxvZjfG+wswXa/eYprthCeFFP9ZMYvY
yTxszXGnAIolZ2WHRV2Xfs6ELb4usgh7hFQlpw+FGaWJ5b7Iu0Ldq3qizPswrzP8ACrsCnZMNuLK
2rVYkCNBCKzKWRXL5mIBtDHUAw7mcZWoj2qJ8tMve9GV5Sad9arwu1j2o+oB9kzzZxIX87+pKdvs
E53n1QVZS52jmTrRL2TUtQ91H+GYwOtX532D6uXXjvMT3aD4xEdOQV43yj40F3HQ1TTFM8KqIN6j
MqV/BUCfmAjs9smeq1NvDgnaf/OPMoFu9tgivDL/qN1W5zNpYsofpizOEyzEwulT1Dt2uhNqhztN
0jKY7Ya8vIkqhKP281gjLeWFSWxC3kYzS3g5orr551KZw++GUnf6Y9JpCx88HVVsi1vMucxRmcUn
GxmwBDcQx6VvVA/4E+JjW2AtP+Z2Yt+6kt3fezLpUJHf0//JCkxtxnL+hP6l+cfgD0GHYJ/HYE5H
ITWfPRfXzPZQRlxzN1GjxaHlz4ZsjV2a1kuKCTdzqS9jGBoKybmF8sMpdpTUOMZL7NhBqWX6nVTw
+LiZMXiw7mO3sfXTEiqYHOVdWg+MpZEihRjjTK4vql7kvxmgDe6J/5ZJshrqfe2rNrZovTVHCC5G
STzp/oCP5rKr4FC4np61bf190Bo999vWEr9UrFP0X0NdJy2+fksXPSu9Lv8ztAZ+SmlN+nyYR4G1
hlvHyanvp2y+l3CnJhpQ3C5+3mnKLT0NheRvGMihvb5x3R7PTHRQA3WlMUx04Iv4KySOvLpPx6L/
3JRofP8lB8NyQYd7WB9RfhtRwk9V7Xekxuk1UYGLKx9cLIGW+Tc4H9qVmwIpNXoxKE2rHpVsyvOD
toTz4mU2s7kJM+hW07Dexuz847X4vg3vLEtvhJQGgXTD2k4iohmQQTzV5hE7wLx8duSCqPqOxoj8
pYs4th5Mia07wj+ADnyll8V0qOOCaGZMirk8uRNiaJjdjctfc57x126rcuh6TL5RAj0sStj+HMd2
yEavG0fVhmyvOXdY4TZiXwx9P2RXmssv4/TXmeJK8F9H4KDO18p5C4c2qMiyiQH70dHaCP6mXvX5
LSpuLn5Sss1Im3HX+pGXlfPZKHEi95vCru0nx5h1KoGJ6cedUkaJupY2mtF4FRPo8ANFVgq/K4qE
jtJhWeg+ui+V9qXNuvRoVLVmfizxgP7imJ2GpxMWuf2tVfeFcwVd/gKEOH+8lR1Fn34lblxSYLCe
sPCL1IfjCCqqDvJSVe97i0q67mT5mM5q5vodvmKJ50ZTGIP0br/Juaz0/Yx47VFx5m8Gs50/4OFy
MKXFPHw2+uG3E47iGs30InGgKwMEUcCD5tamsXmeMxtMXKXdzuNxtOa5xnGmxm/Ei9KaYbQ3saGw
N0tS9cFWx6kKVhDcvwq6MKNEvH2dbAOjoSOwHrlXPWKjj5mDhpZ67Oh5fmaI1fkNMHQEVVOunCkq
yF3fP054yp0XKhaoJLgZZOzrwPmi98CjdrWjlNYRoEeKG45dV9XeGSguTnatp84DAG20c4cocY6K
oBUye3IW9rLTejsLBaYz0rWfs6Fd8Dhv83z4lKaWk4JWNRGym8Y+ETsy2PzB4u/qB5kzo7ryDGtt
cbbFaG6tdf//tLwv1Abw8LPxj5mcY9Q6421NQvRIH969kxjf/OnlqOz4F8prjZTLVWnC0hPGW5Qm
rbM9t67eN6Hoaf/WONCbB5lKd7ypRntwnqJ8zuNPmat3zp2Df+e1QfNGXB/iPFMvdFuBspDmIkqw
2Sdlhn18ptbFqc1U984ZHRSIO8hJ0XPCWPRJaZqx9tJGxypMQxVfPMYZQpSBEc0hkmgScdwbPl7y
MKfpIEtvbqSZH6ZC5F+nSMAC0dMa6gH1Tfm35Rl1VFTD2r3Ca7zYeS9wZuaWcA1fYNbnmz1q27jH
Jko52laPiGQS/RjNbv7DXWI+cRdG/qzF/SMqluaf2VzCK+29F+2g812DqAqoHKoF7hPkEM+XF0NS
lyhtZ6dh0RttH7vReJd3jUW3htSj2E9Jhgo2pkdG89GmXdpw85vtExLr5rQLa5x0v+mRWUW+sElw
cSZcirD46RR9cj/boVMF2ULJucMMzm4nLwacpvg5MVrOntE7onsaAa3fIQGJf9NkYIYAnaWGLOmV
cW38NkzFoBKdZqRsok6zOh9x9Tg6MbFyxamfxeh4c5vVyre6o1RObw19xHOMlpWL85uprYZxmGS3
6uFKvFiD4Pa1Edp0Or3ga/m/89dWjotLY0xNT6MVTYunu3N31NplfKCDjrW0CNOTy2zcU7Xodz05
2hFWUffj/R+x3TlckihRAHyglQnKaduud6s6iUKrH06lZBJ0m4fkIh5nXMPSZBjobep6aql7Q5Oj
HmDhpyYnI8FYLfjnn8FEfOXrEQgcYAjnr2JallFz8rg7ZfYsdX+07GnXI2Q/7UwRFxrGjUnnm1Gm
3A9TkXvzkFdXNvFLW+X11+BNgPJUabuAQwT0uPka0o1pySVxc8IEI3IOqygDFs6Dg5ro0vWYgCQh
Fkh3lFjyp9F0jsABwKgesm7q5eKhl20fmzxCjaIeOqUNepkMci+1xso6r1PF3N04g9qnAYTj9q5a
1HL6EfKN3eMwYj2P+yzaQwrWycfWjSTS/I5saiswsf44hHgQlP77b3w7Y+BxmcKvD8rluqovnb/x
URP6Eil2dVIc69ekOsqAsXT2JW66+v96M/1/PT8uZuLrWvQPABjwfZn7bdZK087JMbmpTsOo/Jpg
nhl4JBZ48AzNnBzqnt6ol0jc5wJZdsXnMYzj/ZIU/Tc6csMtoLirZ2+bcBPoVaYrbH1QJ6QomwnL
TENzlHMqTwrQV+y6OozbkDzG8001aWHuRJss17iwL+T58x226k6RlbC/CR7bdJtwYqlT0/UnJO0c
qiIzr/WboRLtcDNmHbqaRtUUQ3JqVSVSPs6wBuvHBrcLzD3zLv+6OvIVX10aHY94yCmRX7q5PFHZ
CZvWqNT63yjGj1NgW0seHlK69523WJGNkWWWpda3Ab8T7iy9TEbzAYpLNj5D++LSpa7F1NWoEiUN
GlSG8J0cCNU0bozJeYBE1ERXNt9FY4n3D9AKpWfwSiuOc7Mj6jFUjDIaqpNu6d3DHJtqBO6krTGl
ZkLpoAWWadFemm2zYIrU1b9gd0wYp6fpOEOqY5MeIUeo+wTAB0axqRX/l9dRNd9Mi6ak+3oW+u1g
hv1VbPa6MTbfENIJZcbKc2E0J86PTVcCAIjHSp5smx382Fbc7PdJTHdY05DfPTWZZj6oizTDgyJy
M35UBiNrd71uZcimY9ljf3n/HL9xuMC00C0GxsPk+YIOKKQ6OxloCEKnXp8mawBD2eMzoWnVY984
8dM4uuETOb64labZpJ6Kslm9QlmnL5EENHklhXzjaCGv4KyYkxWKvIX4THGB/2Gf66eWRjL9nsUa
8ekrl4PRMO9fVMbQV1a8QNQBt1xxs8xKiS6rgOP5R6n6IddCRe1O+jhEcjfWdjnt9A6r7z0fs8BS
VBqjaD9oKf+S71S0WfcKPSMwN1mum1e+yOUL4PH5EWgywBK6+DWjbYSRWlvyZLa2ldzmC0OwvRoZ
g/XTxg223rd4jCi372+D9cC82pekCQCOQA2vJwq9xS39Cs74RMS0GBFgYTLstLlfPimrCxBpRSKb
K2/8jdUYxdiM0KmzSVzWhP5VcQUxsiQ02CsxQFtKf8kXddnNSOwddRzW/r7/aJu5J4+mwRAAYc5M
l0P3cgBeLZbN1mDW2eos2C2S3iGzEcaSin6l2335TGwdQDAUItDHL2R1atec7BB4vZ8U1TLeD1pr
xV/GnqH2DYKPYXil+bKt5tcZD5UHDPm1lIeDuZbQrx5rVoe4D83UwgzHMLV0V2FpllEi9qFDsUfk
Gw+jEg3RbaGRiEErFnM/7N0+zH8qK+TFZ9ITZ144srMGvzBweWz2CJ0tDFENXG72Vpo2deo5A7Zl
2rXcdRMH+fUM9JGKYTAGwZrx9+bXD/SwbWOxnlvXKp4YS7kpzUQDuXqaJfd4ZRbfMTLAPilM0aup
yyr/UNT1+LU2RNpeSd3W3fZq76+/hZ9APg/FYp2Nb5LHflZxwyyN+EMZ2fjXRgbOmHE+ad9xwLY/
xtNk03V08ytokM0xZ9WV08H/OHGri+HmCivTjkRhHIZnZyzD32EfF59CxVmWn0rZtNU+R29iviKr
sPHDWOeCrIkhH1BlDgKAjfO3Xhaga2jRq88z3wY/+Aks9qk2qtIpvDLMBTISepFZh7CNCiSN3MnK
628KN/2yn90xkj7deSQurkSDTQ2x/irwY6vAHngf0AmbzLlejBBHuXZ6VrPFx9h0tnZsjttRpIaJ
ZopRHsPJIBLRBS/1GwzoLbl7P0RsobVEP2RLuZfhvoHDoJY6fzHYmOMyM4fac9loUYLoPz4OB1kr
i/JVx8DmaenKsfQTOUg8yeO5jT+HAEKKYwklQc2OOvpDmge43CyQPyAcXZthvwypX+1RfiCBgvYu
E2TAIvzQ8x8oKxnamdpZwA4abUGCrIc+hqM4Jj0zNlFqodwZckbgnF67G5ee1i+2tkslyuzPqjO6
QyABAzB4AkxlcMWVel5+FKWOVW84TuXtgnjx+FeCCjESr1Fo/wPgG4s2KNJoDD3Zo81Pz68MkTjd
aYbsPmKYG3eM8uc6cfZ5XSsO/tuRot1gvW6OwaRhaf4YumWdBYobpZnX184wPzuNtOiIKB3aVHIg
F/LTPDKVYxUmptz16K18QjM80ZFm78IexcpiTrsHpvTCeK4zETGEzpV0tJ7KdkJ7tJwbGmA45tX9
jZgSpPYwNFA+8KvyrzSemO2PfNB8Z+ZjQpqsZnNx7JvpAbS+UTyFFdbk13pg21O2fis46tTCNlhF
i4br+bfCKBpwnNFpzyM+1Xe42hU0Hea53JVprRU77Jxzsc/yLBmDiBi+F9OIlGwUr2M1CKtX8ACb
Viq/Bm4ckxcyu1UEcUvs6qrRiPrKaD50S/g4tlN849J+xjWtpdtRhtlfxyjDG20IqyvR5s2FaU7S
GOOIE0/OX4MyGrVAr0d+wMI7vmFeVnh2CbKOf1w8pc6sfIWizz+UcKBvrpznTWtkfWiCK5USqDTb
YQJ9vnZc5+yFaY4/1KONX3bbDKlLExmY7A6GTbazujDXPyWDZu8WtU4+jDDSv+RuWlwJLJfvAIQh
P0aAaARytYXsK0xLZVop/YfeZqfjpiU8LS/mu9Xv+KAaTfIDZ9B4l3eW8t/7r2BzqfEGaIW8gNho
oANy3kS0HNNOWRSV8oxB+5TiLzLE812SytTYgx2cIYN2g4bjV+VeDaYvT3UerHhWDBhgY+oAoFfT
4NepiZoAzJNum38Y12kNHWu9ydfqZcZWlN7MCnuscD3FAtud0KiIXaNcPk6TSbnVza6exvtEmdLx
blQGJgsUQ2P4LAh3098JLNOc/pkhK474EYaokI+YNsWHLhJutZvcMczvprqPG8+JMzF7Vj1NWHgu
UmNSnZXyVI1RhUl3yyn0u4FZTeGkYt4VqjrBeGTKDyQt0aJ6L2w0VxGzjI0soGVbDQF9FSXF3afJ
+vYTiVn1ZOnz8j0kAobPZtU01mEC8VH6QK4XF0aEmraHFvPyZrd0Fj4IsdWr9q+lg8Www2awDo+o
3uQEhw75kgP9zdR6Cp2ouCtTpq+HuXDN1cJAET2vihfWHWXXtPa+pmPa7+0B2apd0QoLeACzq+Yj
SPa0fSpDpytOqIun6NQCMmakWplDqJW7uMSI/a5FNzoLbNjyHyCJ2JVnx6H8kv0fys5rN26kW6NP
RICpGG7JTpJa2ZJl3xC2xkOymEMxPf1Z1Ln51W2oMRdjDDzAdDdZYYfvWxtlA0loJ5fph3AK8XPN
5z10Z6p7QHdTOnuVDoWk19ky1JiRTjASkJeOB68otfF1tOf2kKWTREzlWK12HEdCvMCrxznZOpLe
L9dUOaDlYPBGZ8t/2pHWKlCjykQFE8+N3fz0xth1HlbT0vKA4lkzrlAFii4JZ9+Ntx0RkRUSxVlL
c2jGUr+VnMCy2S3j0oIbLxTX2+LObOmpqq3+R+sYY3XEBppT5EAN+AfPmfdQjsX4albzxCB7VAzl
Ji6r2t+YBcoHpgqa+WbJY/+AKIkkKdQLWpGhnyQIF7CNeddJk0bzXozMnmUsNE3h0Vvkd9LK3N/M
2qrlcXKrbEJziVE77JHt6fKtsjrp7+ulrueQPi3CurbyOh/nikiisGUIHTQeYbd+fjVbU65feUY5
/G7yIs42YA6qeubQHLyXjsTTOqq4UC72skRrAtivg1scmlyaMuRAGG4Ml0F4zz2IGQQDM4U78BaF
78z3LIS8+NWZhDl30WRW45Um/EUEQtNkvXeV1hfoDsesuKHK0ItvuFDi4bg0umBq85SY78syZ2yu
scbFPpqFJzIatkxUZtzVUOTbqbLrfeGOtvFNQ1KzxDsnTborVE9lb+7WoIaIqnD1l0mrARwzerxe
R9VHotpJD1lHcVdUBdPKtiKhhBsuMuseB7uS+YO5qBmCZ1Zo0QUB/PkhibuFxjlBOEU8SnqfDyqE
vkhBnLR/QvliblDBeVtZJ/px1qvkpVJqZZ3Z9n+9kNl0a16PhXUtodondxMVaiQcGLiespxuS1Hk
6TdPetW773ZUqiv2s3FDOTu6L5nLfUmMeH4hCYGXlYyDJiPVnpNYu/D0DuCBJR5ZzIthBMoDf14E
DhsU5+c6dzyJ5mK4QzqIoWvTgSpPDl/fTKflFq4mQLcGgsiVmYrg5uQBOF2xSGdK06dy0gmN2jzO
7juaU1d20UTP1qDbB2HNDHbsF/dx8rGvaH2qXchAT9IvvgSbEmLyqlznbj5lrU2ynXLfqIqnXBRG
xozcPp3jPfuLuQ8xWlb9Shit416IB/72qSvQDlQTpez/F8z9T9KeFxRw7Xypn1wGED5WEFr/9FG5
HBDY53ADabZcyK3+Eow6VHZQe+OFJbm1ThLtocY31lhl9dS5cVketHLKpi2aL4bZN1XlbgyVeN7d
3IyvZazJPc3lDmUs0dxti5nn4etXf776HJ3uDLUfFt+Kbfi83+oEzWNtGPXT2Fb5z66vm2MxRyIc
6anfZHRxGAsTcyqMk6Yu7Lq/bHViErz/lBWwfZ3FQy63dD411ZMFwfluUJa+mUahfk0Ul4M5F+S2
spdPX//e89cNApfyE4QDljpUzs+/NzcawJRzLZ8GhRizTiW3oDZWRRZMab2jX4TM8OtP/PgdJ7GX
tZJj8cRyvJxt8NFpiRa6yn7M0gWNa8loA6oZjpcMh5ib1cACLfLdAuPI2vWNXWqc31Hi9985DTQY
JV6z3sd9XDXXys4teUeNgks5iszlmW+Ogp7DpViSQKtmy/9ndguFTjebwf+FRlTMVheotCWW23z9
w86WDogB1BEc0qCW19nanx8lPpMKMcMgnwtX5svG70Rz0NA97o160A+uz3CxwKVEhHawdC/Ndzyp
ULBY15oepxYRBU2+03EUmexHq4BT/2yLZNx1ms6SIVLCZJs3YdkO2QEYmHVvIUu81hhJ9fz1bz+t
0a+fv5bK+JP+OIabdZ39z7EBS99AstzqT+yW0Qo1mfsVIfQg/kApTx+pW9lBs+hut5eNU35TdZLn
AdNn3BdUBgXtw0K8fv2VzrYTZxekyrUasbqo7NOVTc+90XLsxDJL8ycL78IBeOMSoe22xQFWUHQc
lvYSieFsP4G3Y+sa/srtMql/fn4OC2ryiEq4/dREWuTdMJAcsFNToCivGj87jKhV37/+nSdVXZ48
o23Wx0v/cUXrneTyiUZMoKZ4flKTVnzrGq16clND7pOc6Prrjzp/pNT60d/DtuNipn/y+ceBlkVJ
PPrxc53U7fdqNH+MqefclKT3RaAilW0drZb/NUknil0JRXQWOZgpXHz+0JYmH1K3JnpKOyu+IWfz
QgasV4R5kbhzGte9aUrCvoCdPVwogJ4/Wj4Zxz7dXQpirO7PH72YUzVluUqeK2ozB/xWCGKNoY3v
oxaj2oV7kIYO/7tPByNEK5YrEit6yOva/fxxFYuZHCp1nwg/mvYR9cTYEG0tWTFitSzs7o/u4tr/
tmCvTbAfGIDZJkJwGTiVAssarJdsEnR9b2DeMGvtH69psnTXpWnxMHp+Ee0sxCBtsGgyReVLlSm5
bryss/IAOmTvBR3ExI52fRI1m94VQwqXCW/G1TgalQId7xvq3Ug9P7/LBLO9yLIy25ju+7X9HfTM
/LIPauzKlJaM27zWRVq8NDJPcqRwqbOWyod42cZKb94NDoRsUzmyjcNZdtYQOJzSd12rcLcQWOso
ipKy/eN19lwEs+rq/lb0nfZDInRWd6ggu9ekrbQ3r1Tde74Yltxiv1oeHFFEdhgPieiPuqXEkz0V
yzuqYZJPUHNGkA2UlkOcPowSTU0zUkE+x8ntaJmwvUdIoPK6L2T1pCJD9Vdl2S1iU9GZCBnigqwt
pvlUBqovFj20fW8strozLfGBid16qHlYU1+bydD8vYq7+t9Rehm7Iserus89fUyeSzJ37U9rMm3z
ARW33BBWVtNO+LLSb+DUOsdYWrkWUNjt/+Uf9OsEmeO77wyjtbV7lZYBRZvhRRvnxvxetXV53Xbc
C9c4tSxvCxlNyc2cGOqHxZ1ebbFxAQWggNcNaJ4ReAc1smsCZ/7e2ZiqFWiFGUZXOXdzHoMr1nX6
XA8e2dK08/Rqbo82tYv0RXSyaDYR2d4UdoyKzg/TRKwWJEk5uKGwK3Foq7IwENnjXQhUpaS9Fwz1
UbfNTO0kdCCpDa+uaLLoGmTUYA7bxYzSJQvJt/z6Z2EiyAlEE5evChdbtpnjQe2H2Uus5wkOqo19
Jm/RlxCKJgHx6WwFiemToMLXWqZNWlXeG8V733lvWmSyGxAj/UsT274Me1O68gbcaVlt5t6Y7WPh
YQK8Qoyf/lLMvXZ2VZxqpPKDpYZqM9SjfI+5pr7HaPd+FnlZtIGm1+UOJZYv7mQae7dM9HDLLfNT
IveN8ndVbyjdzS5zlGtsai7rPwlSnFUpFjIl/uHw77tHJcbpTmkoRDdIjWkaKA43FRROT1csrSzj
Lcf7pj9k/cIY6sBNHefJiyj6IzgrqDi1MNoOJIOcItQEsrFRgeyTZt52Wdqk93bLnL+d3zOQ+KUa
JtvvA2DOyRjwVWddQmqmhRSKRCthHQ5jXgVRhzrqUDNcvmffZMW0dV1IswECEUvcyqTt39pyVO+r
8u0fJlgaWjjyaqdjN/jdzxIQVnosmbFXXU1zWQN/mB0nsFM5uVdZV4jiSgfYPBCNlembUGVX/BO1
Xm9TElCmE5pKmu8NltbokNXKL5lZQOS9GesZWQfDH5v2Cil2LihugN57RJJfO2FmtWP/HnXzkF0P
PWTZZ6lEbhzKZoZcRT9Ly/ZNNhUiYJQsdgrWIyYIj9viAORqor1YtdChi2TI4BilKZMLkMkPmxVw
OHE2uHGy0Qcvsq+0RMn42nWj0uYJmhBcPVmYERW8PDU2fdTad+4yubPcyEqk6Y5w1aFQaOf1G3bh
dAyUiDCWBpgCrAWwls10DU2aya4kgBAvPaNO1O0QUU4LC8MrW4SVjqoCOzad1zFqcIJFdtveKp6q
EptmRv5/Y9WJsTAyjyIFtGBDFrtJiHorO5M2QmZjRA4RukvnyXeQR+S4IhLbCacmgztlVJnWBSV+
vy3/A7PZOxhh/2RMjPizyLp8sQyjU4fB5wXdRf3sTvgo9AWQdlrByy1d0f2qB1Sud/hf3IFYqs3N
cLZqK7mee12DoZP0+eRucIFV5l7DRbZOTZjaf6vRl1rg5pX2R8OtP+Bk8EXDeLbIvQTAOZUpExJ5
ros8mgBwtbGfTvhy67pHMDM0z16cJNNVx5SBq6SBMbDJIJMABBd15/wbZ356T7FL0/AhshuNUm9p
Pyk0gFuc/ZkI85SVtBWNXfwx3JYRiMkY1X0oQDPqe5m249Gd08L/z1EW7o01fCTYQepwKtOLHReV
kJG0zwWgsZr7SvnbKTe8QHP0QdvaTjJs0jxuL01GOU8hCFiRlFOUp8l41hTyW13jwfXQZbEWcrX7
bVXse+WhpF+mPuHE7fvRDNNhHt9gKzdjMC5ZfAmifB5AEzqbq5AOox8dAutzENRQiM3HyqieF0wh
vxs+F/VTMuJRSyotxFulX/3XoBZXNdk+lYtVY3wqrbGt0eZpztYTaoD42CVC1hvdhik6ibl7Aqae
4XCu1Hgh3Dv/nXws8hmHUhve39MpxEvbFWYXj9bTmPiEbkuS7LhSvLssX4o7x6me//uvJBeiJAyI
6jzpRuM6l5bZWU+IIbuf0yxFoMtYhRPioTlUAl5r0+j5f62m0MOHiw9+m44NpKuTWl5VI1uSQ5I/
C0U6EsR+AzmkKoZ7TLo9Dvq51oKe7hrmwc67hOw5X8+o2FCOodGi1HAmP0kLvaRyNnhPaqyxUiFl
RafNSPmwtUTSbVRmp4duobgY1tiRvo9jZF6qbf3lKyCFBAtBUrgiNU5yMyQD7TSorHzup0wL5jGD
szgapeUGcePXtMiXMoj10X0rfc0foAiI4QJS4XyZcRTS1gN2oGPeOM2eqOTqQ9a43TNpjrWnqTj2
0JoM+9qOma3emW358vVCO/tA5lxTtuWl21xgnKkn+1fvpIam23w2GIdx24zYFMfUFtd0dpprLCKX
EL3ntVoKh+ghBEWdtWR6qjtwK9iumDCjZ1GVbUMHyem5qHyEI4HStLhioHTqvIyL536zHYXe3bTG
6l5DUHiJnnJeBFm/Cr+bQ4R9jU/h8293BWbHRg7Rs12qEUSOXd55XlODJCjx4hh5me5Mo9Q2Y6xH
P/J18HdqtNbPZFbGU+0tMCW+fhd/+UKCEu4qLONd0G0+yShnizaQx/n2zQCTcNRphfxQOdDBMBUY
pgBldemmQclEecxcwNLHBglJ5rMbhFnrv/uhvsQqO9sRsJHECqj9eFd0YD8/oizy/aY1kpwOjN5O
AWMPvF99l48/7WQRRw6Lt1l01gHPvn6VpZWoLzyS0+UJjRDBLK33dalgojt5Rf5sRiJXefuoNWmd
XONrafMHty697oDZC3AtwEJsgV+/h9O6CR/KrsC3h/+RvsopJLeMy7SQuec9ZFA2/ul7suZ9x9+a
e1PnDtg6U9GqnTUWTXvh2D+tSXL+wbZCMwaEkQr96QGkqxbJmkYhHxmL/ztiUMptXS2MXpCmP/pb
sUjtRw7nwQ47p5uTq69/91lpfxVqom2AisO/rOKOz28bxV7bYrOOH6uymX5NpoYft1yYFmp1efYD
K1a/9+1Ye2QapcTXkqmXWg1L4BGAX6pdnZ0TfJcVfAlpE930Wur+/F2YsGl3aB3yR6NI5+uVmLcl
i5KHCLLUjbXO+wyU78cRTJKu2Efekr0O7RJZhwvPZP2c/63y8PEUaUGmr9cSZrqTO0GmhqVGisWP
86CXV+08F3d2O7nkgUiU3luAdr9ce+qerdLT/lCgjDEdiwuH9PmycKhroSTmzKQ4d6pn8zOs/jIf
xKNiVFUVOqWSFeYIW39p9d6eN4mtShXaeJWcgNlOytx+/RDONwSXIQ5PWAp4AhD1fn4XCrypnBp9
eoTBUTxmzIneLa7yQzMqq31ujdoVj+hSXL0+2M8PHgXlx6RMpIyU9E4OQ4YGWUNdxOqx6xflB05U
MkFuzIV2RWVH7r/+hWfnDAM5ebYEP/jv2AIn51yKaqBtCsN49PRcxQFUCWoVRRf9mzLoYBczLOtC
1nB6sHLTgo7hGuTTaD+cUfiLqWOSOpIue1n8wzQs5a2TTOl8h+xiuGIdZ690ssWWGq7LDlvyxLvw
Uv/2kznVCXRQq58PAGF0o1G1eqM/LrCvoh01r2G+ixXY86hMDeMqp4WXX2iPny1kfjUCfp4eEA+T
lO/zQkrRlxRdNuuPDP1IwbP0S3egtKLsUPcG1zpSRSreqAhGRWhXUfLP1y/5L898vUs40im2EFif
HClO37BnytZ65E6r+gDPXfu9XnG+WQ9p6MDtJfdlQpUKy4AbRjjdLhywZ0vaWqVzdNF8Ag4EAuvj
+Z+uC82GWp8103xc6P/0GzutNfsqM0C3tX4UpxeW2Km9Z43myMk4uEx+9uqp+/xxXVLCn9J9/7GU
oP82TTMIfAZ9ZY9HpAh9tVddBvKjiJLewhLpIMusRDZpvxGTWBYV62GwDqpEZxanfgqb1h/y3AoG
O0G8FDZ23RU3fTfrtQsqVCQ7emVShJUUZEm1q7ygNrtki60bpE3AYBIQSSGpKmrcoUsoiad1PQDg
mLxUbCaxBv29b/f36TDJ/kJr4EyPuz4LYup1RO3a6zulSnZD2ld0k5zHfJ4oOQ3Vo4RCZePrAc5V
qYhwPklz90aldbXtpn7c27VT/lJeMr9BkBn2aEf1S1/q7G7BJ7MqN9bVyLy0055XYpuDSEDXPBol
xe59qsWtf2T6QKGMMPdKbc8Dr6kygp/wt3VvFto+5hRLn6RRl5eQD2eHPF8GFB56YBICBu6dHIFo
35J2marl0TTLJAeSkkSbdJ7mIXSNWmzxOo+BzCJr8/Wm/NvHYndeJwQQ83inMQcmKRfoS2U8utBW
xJXmtEx8Y34tVeumqQft2CGL2nVN319oVP1lM3KfcQqsNxoZ5/rf/2czTi1GTnR9+iNitOxfp/WW
TdJqJgPRsQ42F37lqZlz3YuoF/lA8lsi+9PbjLpR6S/LoD9GeEZ+xGiEVKjIy0oKfXmyQSmwyBvk
++MmUbVrbpt4pGFhlLK9MtAYH73WnYcHIDnO22Bmlhk02uK4wRS3+qZ1ejlvx5puxLNCoJ2EIGpS
dwPQqDmkWJqHoMrq0t/YY5pjHmmHVftuzH0agOv0i0v2pzMLOxcKJRqxykRIsIibPj9aU2ZxM1p1
f1OOMClv46ijMr4MEsw+xow0eqgzm7Im/fGiCKN8cd5rHFrjERBwcudrCyyrcqSmtlNMP9av9cnP
tT1GI5TVFfLt8aa28uGnNJnDs01nTdtFc2aVF7KA02gYsTXFSNADDPzDzEUK9PlXZDKvFhMROibR
POu+9X5j3MvcaejO0FmSQRbJJb2meDzct2WnykeLepsKDMrOySvm8fKCq+Tk+uKmJjLHfPQhhKXD
uu6k/1mwBN5+0tDhPGY82zbD/rtkS6hnRmdtHJf+nx6wmapXM3XKcTPOOAEDqS2FdeESP3+9JO9r
Loblg1yFM+PzF+lE6y+TcORRRvbUqLCsxm58qwTKy5DeUgazcHZbWgZpR2c6KLvBcTdLafTHGeV4
fzN6bS8SdI0QfwzukYqgK9CUb7RGWFmF7v2x03gCzYVy5+jW7ZzDnImrMnQiVM4XgoKT84cpeqaH
TwdRN2kG1+XJU02gzY19HJlHSlqq+65XRnpFL3Y0NpSka6lC/BCR2C0tjo2Xr4++D4by/4S4H5+9
zrRBusZ+4Qt8fpD64AOSVJ19A4POnpDzIyJlpHeS4oGHX1iMxTfJkPOE7wIbDOdcl+VDGubR2HZd
0GRmP9FclxHQ196J3/B241rthtgTuxTtL1e46LObQukoc02AfahP0YXr1LTyQrtBJ9b8MD1VPaHU
hJKQFX7fHrUo1dcukzkXDDdsM3p5aV90QaKmqQkNv7Tu+8mD/ZwrOcdH4EPttZfAfNvCg4z70BoQ
itKSYhW+FZ2ay12RM+gUtiW5Qp8NTbyLDaOeXrB2pK/9gI5208Pte9dc9CbHqrMTbCZd5b17KXOB
r4uiHf4pInoWAZFOR4LDwiz2lU/WtXdcrb7JKwGysy9MsvQMy/QBmBp+CDeSqJMDQHypd6yp0uNg
7qgo75xczP4NpSat2Y+Na1xltV+l/EB7mLcX3jAv8PMLpsjFXUrv6IP/c5JQFyPFTlMtyRHmTT1u
aISog63T3tmDEV8OfTYZ37/+xPPNiSKND6R4vHovz9YzfU+Xm1Ymx6ZKbfWPP4zmT7Dr3rBndGVc
M2NoMbggmqg03YASuhvCTgLjiAtXCtqOTgkSLAEtvNBdN/T4OstSY94vcSWmjS0r04HI5aevs1aP
6Z2Ivco9KKRE1oXT7sMh9fnZ4UFEukLYxtF1Ngig0GcBCVhLjmZb9/Jq7GVZG6AnYFoHflfLq8Qc
o/Tab1TlowuXVWIWYdu6025ksAGm9SGLjtz9vbmtvL6SHXxJU/8u0sa/F1S54X3bZo7MYTTRi97B
oJ6/NTW0mW3r2wwstzjlryG6Zs/Zkhrlni2j418XTrtkm6nLJqZDahJcY2ikkYkloLPzj2vV9Xrq
c76ENvv1uz3JnjgusF1QqCWDoNHE0fn5uFDMRW7i3vdvXCTnf2rPFchLU6h3hh096BpvKxhoj1Ca
SUr/0uuwzpayZWE0w/tC64U3c/LhvjvHC2Bm72YkPeMi7uWIl4D5vuVvN6lk/EIilbvAyHzjF4Ui
kb50EASc38IbUyZIAGAaQkczjV+QX/q+DUrDne8tBPqDcW3IbJYvFAARqQS5lw9qChNRa69s0gVM
k4iK+C5qEj3dwKD0GOS44PTa4YPI/NfYSPx7L1qsjlXNIddSKgBtRCTnV3fwZqvs0E1t83syJkQT
F3Ksj2f+eZWuLSG2Gy4/+henj2URkt1Y6+JmUnVRQTYAiujfGaJRW4QsTbezyOf3opBltk+EVrzZ
GmclHWNPNEsNeQoh/5+mTZz0Wqd3lgYlg4G1H37bYAWQlL7KHVOWHDrFMWmyTZFniOhYt17Ta9uK
ricRSInzDINekXPZCk/azR7lf1xs8OH5zk9RkM4/G83kVbdelsbdxu1kxxsU3gync5KpfdVaeESf
aXGW1kMG83k49lhtEXck01KHo5HOYmujvyAFKGrTQIbiLeW+LfVofIaXyWPle7mPbQE24s53M/lU
oplElDA5c1vDR6ib6HslaWFxYVFXYHyvl9nyzYksOBcdO0d7QTtKYa8vJwnPucExEdlociCF+TPA
wlKr23/TNPNgGtYkSq9fb62PXPj0Pbq0JTDsMjQCWfPnvZXmuoCbooybvF67qU7Wer8IUuP8fenM
Mn83PFkmQW9EyxYs9Jxu52Q1tw4uG2CjXCOJ26CN5s68JbzOjPv2Q48t2956icHwrxC6AmDezyoV
g/scJxlXrdDHxuJWX5Lhre5yN3lvkqHdlviTIn/rN53th34vuf29eJmefQpUKQ4JBAR1Quh5IUX5
y+nCd2IipIOW3gNe8PkJ4B7ycq/w5xsHJWSHkchXD5ZmW+qWPWfqN3Y7YCHwB5V2t7LXl3S88AXO
IzGLea1rG50ykDjzTtDymWh0D8aNciiz32a9Ht+2tuqBB+SRTiFBFlCxwCkv7e7rt79G8p9fPgEY
zglCQZqfqNo///QkryjGq0oeIVWOGbZ+rXyczJyJdbqo3Qsn6anPnmOcsjaoAmxsNuvttAjWC721
GJXq3RhxMbQkQF5sxYeIMdYMA7fGsnpTDXMQwtEa6yyEIaUJDkJNM3aF3ptet8nV3I03zSynvceA
LzvQl1gOj2Vd5uYVy3Uscvi+ZR9feEznL4hVsRLmaYUz3+EUEKAbmSeTdNBu8EJ6xh6YoY4Dc6m9
4qnC28BlIIZXQ3FeXvjgv7wfXC08Ksh9/HlqOaA3VE1aL9Ojl0g1IaikYvCiqxg8N4qhSQyXGsHn
e4HeOywioii8lhzrnxcE2iLVJDKVx176FZNSdWDkm4EQOnogmvbSe0+PjBrpZpf8VgwQ6h6/XpDr
XjtZkCvADJTBygOiePf588mwXAlxwb9pVCmvp2hN9TlW9UdF2+TWzKNluBBbfBQgPn8kAytWfgI0
JPb26ZwCusN5XeixS7ZruLClJhoOjxj02u5G06u2ecvjPu3CbGrRoiZQ6RDWlCLxHox4Ln44sRFH
kKoHmNrPeFGBu5r6XDiXWqR/CW8F/HSUQrStYWOc1nB1bXRr32njY+NHxI7BrA3Z8j6MvbrTZvgn
QVukuF+ytWmf5Ul9v059WgnMfWTcJ2Xdl/EOB5HWH50ec0DgmEWi3fll7iA0mDHRHbTJEr+1yNDa
dKN4B+UudoshvlBdON9LwkYPhPuAbhsAhZMjp1RNvXR0tY/VZBjXMpbogwY9TbRDmuRIqAPN4lbc
4tEs60t+8o8xzSfvWnDPkfWuKgP8ap+XV2EJmTFc3L0Z87F+YG7m8CY8lH5lgNgfwbFbjzFHyNLr
HuN/+ihySF3oS/OnUcmNcMmoBhQq8/MM17rlBldl8Wux0QK+SPqqyyvjFBQSRy31qx9NM1sH4WRD
HMFdTdZ0vo+ha219j7JNOC1FibTYdZtu242+Nh0bAwvIe9toddreJ2PSde020QZZxsFcZxWdpnFw
Svc4WXR/vw2MPbgCFlfbu64AoBdwcK+iaaaGdQFg0vIXW1WRzWBOdMKY+vbP0dLjKd/Zdb7yp77e
umdVGvbOWuVfrQzIwk8PSVe6NcK+hlqHs+hjmHkmUzhaUyu+xzEszhCJFESonVEjYrpOK7f8JSvD
1tTV11/jL+sL3dDaQKPFQ6/jpNWQwZteawLx0ePELDaa35EdeMmio6ju7HG/dI63yVoBBfo/fzAG
ONY0Ig+kYadCKUCZpCMxcy9QFqiMMJ7pDe2QVHwFrUVRWBTyiCXmUm70wRM6WdME4PTTOBls62yW
nZsURLJDtNysmm7XDVs5OO1uBnmaB1XuDX/0qZZRMMCN968j21tu274s+23UjbaGmt2GqTym0ruR
cva2A5Geu5b1jGi3+HDZcfX7BdRvHTTn9yjLwIB1XTF3twSvhneIKEfMN4k/S+dmmMXQ/8pnpg7c
aS7kq6elsbNfw9RQNdGaERiMiABqj1u6CxD2N52dReWwgUt1iXr7cVF9fiormJeglnsMJ7N5sgzW
loFrlbqPlLqS2J/p4bcbq8/K+akBUfPKjiVMAMnhfyM3qH7AOh+8aYP9d+kQRtOeKPdlKbV/ENAC
rP16qfzl23EEWRQ2HdofmChOC4kDaoMk8vAA52rBpQfOYkyubCMlz/CXzHP3sVF1t2OinOjFrKeC
IJt5IWkDjwib4Tcf96+1AW+V2r+GuW5T+z8vZuq/hDuYtHCJsY8+H5S9S3V3wrl6HMQor3VPYrRo
W2os8ZXds1D2zGlmLq2NwLpsL8SJ5zHAmlI6CPHMFXhxqgUZ537JBjD2jKLovH8ZRYOA023TA5ID
hTrJqVP7Qph1XvGGPUtJlyDcW+cmnBpoTFfWpozM4igmHPY3Ko9S5+BHo7dv0/IRT8nybwY5LYAd
PH9z2hFBczP61aMON7C+cICdqoI/Hjm1PAJlXJbnVWakql5t5l1/lMugzWmI/lkfNpTbvAlujJgM
+0FANbtXoHG1EEy9yB/V0gyM1qHHiB8jGLHeJkxu0JEvPjfVONgO1IOo1166XLOjR04hLbnqgIXV
hxUBnTwsSNKcS2Gzc/YmOYRRioMRXr1RRLGfV1HOLIPCatLuGJdeJn9Ky0rKJ2TBHqh5OrPXNrLk
CmI55yVEVSCF2BnydHxl1Hu2Sx2NqR1cXQaoEY2SeAnHmQJQyJnq/ohw55fPaO3LJ51mHRyKfIl+
RtngxkGDfz7fVHXhvaQu2U3QGDPHPX3PyN0bZY5vAVxHk9r5Bqi+PV6LKkvxAibRtIIKpGdo/aZn
/lNxiFRUeHARTBH/dBiqNGxsLdPFlpZuBQQnSkhvF7NjXI8QpSruYpFbPp1m3/4ZjdLQrvvJdLon
LZ+cNTZzMDngBvKQsxpmeuhFm9L9zBBnXCnWZRMYo933Qa3Td94aC22VKweeaXRIJgNeoMhNQjuw
pi5D2Xvaar+cjHb7x6ThOq4DhrfjVMidzEMp141ern13QMODCEisFlTy16fY2U0L52lN44ickVOI
07aMADwuGCcTHzWnNNTvRAw43iL8nddMTNLgoyVEHasA49LpeRZp8MEc7TQOXMrLHBKfl1Wf1PRD
PETQ87IKrjvLn449D6UHTisa7ScDGdLuOm2M2j20ALqrcOZA+S3G0vmx5E3GvCZ9yvz5h57qOmNA
aQ6YixOMaVWqq8xhrMF1bBvMpw16mNe/Ey6SS/MQTxWPbHIExzTYPqTsdAtPJArmlC1WYZby6GuU
QfaGnN2NNQtcGlYbHenbQGf3mGhDMSsf831BKSUJbWlYgZtlLoMxAKpfKEOcn4J8J2I4zNUcO0DN
Tg59YBh63+ZFcWTl9zODX2xbojmuWvfYxZiOQga0cFszRMTadXHT/i7dyP+BOYxxnJpVjer16wV2
fnwQx619avp/K17lJFWIe5dYBuHokVBi0YNGzcWmbyC8gD6nd6u6SxCLDw/qp6jhAwS44rORQ9G/
OLmXc8KGPFMVwwcyr06gBTfMLWLyh56hB2TOYkgJM8XDWdl5mwzhrEYew8aDs4aiooi1Zngw8GKU
N4TcMVBUhgT4gJttChdj4FXxUiQXNsP6Tj59Y49GM11JLJOYMgm+P+8FgKP07P6PsvNobhtJw/Av
QhVyuALMkiWRouMFZXls5NDIwK/fB9qLCarI8tbUzGFm3exGhy+8oe2NR2tA3a1NCuvVTpuxclW4
lq/Q1yG+ZeCLn/MutO70Q6/TKXtWYJi7FYRYyI4slguPc1S8oRI/smnsPNlLtVJ+aXS5wFWntwOs
ShpLC2n15yX8E3VtRHVs+O4wVtjaWDDrYHKSk8JspPcmuyF+IG9hY4/FpzLtk+o4y/6MW0iNKfIa
OGKpXoU88rEX3UDBGe1wLfRsyWmnBLmdJBpfZVnS7V+JUiW/9SSPcHtSoy7xlEwbQ0+lp36O4GsN
7oi+nLX2dQsKInZDjfOQy0OhYvHV1Q4sIkDnEYAeXRVGvOKukZTVKMt58F1ti+qxj0NQCm4KNlFr
vQDLh+OgKfB9b2//q3oZtwM3g4KohkXvAX25y29LF5DSrJDzw1B1hQGoqOEUKJMlb0FFtye4qthr
GbO/EqnXw2i02QaGX7GTS1yruLSb7ahXykFXQvsU5z3K6yaGYi5+cveSkOVTQImK/80JCPEaAe3i
Rg6RiY5hkFcHqPPGzk7T6L+CYvduhLS0LlW5eE6Tf5Tl4gqc4SsGHUbUVhl/MSYlhKL3a6k/pALZ
gmgoO8+X1dyD4t/vFAITN9Ks7s6Wn6+cv48bHQeAdIAyic+oFluL+lQZlxCwbdHucn3KzoaFlKAb
0jxo3Fqmon9nBywvwPfRuItwhKcqDDz+cgNYjSPR0ZPbXYlBI3WwPJLdFtmqcjUqQ8gGdRCu+sfI
fx5zrpCAb2DX4RtyOWagdr0QuMfsAOAbXxFmqqZVaQdJ/qSDTsP2SqrSc9YQbd0Z+KOl5TUkVQNx
MsPCLgdGfsHB815pd0VTVyurN4ppA+c7ql0QFda9asXV0lKMpbWKWBKoOEgni7NVmQCRcvLefaYP
4WpIzHjtEAZs8AB/q0pC/dtn+b3scLFxGA/GBQMChppNUS9n12ZOD2l0MncVytkpvktiDFqgyzPi
/gUymd57VjuZ07MZjeWhSqTSfEwxLylfRFaRc4tJCX7gmqJG6HNJEtJqjQZ4JIYGKK1UMza+20oq
/xTcaMNaHVF7Wpl9EZ/zGKLamgfPcXaRnatHVMRQu0xyNAMe88ox+50TpVn42RknNLQ2eeND116z
4XT/VxRkhvIzpC3M5YHWdjP1npDbJv1VUYKC7y4CAw5yFhsiRLiyoJSX55HfeKLN2l8qmnLRg4yA
W7rBAsYKviakvO2+BpO1EnimBXus6DrhafpocJ9zy6qPPbHwOrfBbnmV0EBJqr3VFQLwg6aQBOUh
BPJ8DHKwylbXVWcrdpLi9+2P9cHeoDzoUD5yiDHlpZuspOikQ8gB7MciUKazGsYKOLJM/t0P1dQ+
pWOi3jnoV3uftvasG0ENh3jGWIrgO1FHrGek0T6plPQJBKlSbcAqyj+kqImK9e3pLUMGDFb+38bQ
EOsmbFic8KwoGmoII2gfbDo16gqUDpHIH1a2j7kpUMxyndeoW7mOlN2jtXwwUcBGs6Qn2iPk2Ytw
xYh628/gQHPIBx8UhiofAqXUPumT2v26Pc35j1qcuJmbaQO7Jj5BNvLyxKWYy5GvVeaOd6R3hVrE
WJLgbBbf+XYfjGODaqZ1B5YTjO1iSopTo+5cRPYuQDBB/9rJXW8cskqX23s35NUri5oJahvQ9DAt
4CpZ3JBRpGJwgW3PDgi5/0wvtj/JgY2SRpaXE+a1Kb0zp+/SOz2ZxX55R3CyNakGoXNMMr8YViFt
b6tu0I5l7ATrNMHZ09QERqaVppU7iPNp7pLMWH+kPNR3tz/iMiJ/H5yq6AwdhZmEIevlV9RRA0zq
2lePioOeFlxwJ/GFV9tTV+1H5F+117qL++1glRoWXJKRf3Lg5aaYDBvyQxBO9rgOjKY3qKNjofgp
rrv+OUlyW13d/qGLO+P9dzq0kUhIgQhSt7r8nUqAmQ+m78qxGi35i5r7cewl9dB6XNZpvqrsKnq9
PeL1Z6HCTStofqRnnarFiJTiZJAPlXrEqmwKntt8rD+HqpSOq8HqlAbKmKx8R0E4DPaaVetfbo++
yMGZL2RR+oP8fS6yLytmY9NpJe0A9djOAuj1oBi/LN/oPClHc07CynMFY9XZ1ClN+1oypzv74nq5
qelSXyaNnkWs3q2z/4KEMksdyPikHYMSO5quKLHGNDL1s4MWsOKVtt5Md27Nxc31PmH+hnQRuTvq
N4uNiCxk62A6rx99bHoGL7H07rNUxNQf9EioL7dXd3HS/z8YXVh4Vywyed3lbsLCT1brMjeOzUiZ
+GmwGukPChEIHJuaPHzCXy4kBmv+naaBNLat8JcFCc5ezpEljaWMvXakZZG8SRKoCI96jnXQUan8
x5zhfY4ge2eBJsWZRagu56giQNE3wOCOtI2IbuNBko5m58vP6GoC1wsheK2Kuh3u9B+v+XXs2Zm4
PyP9TULrxfOnhpFZqYWvH8tgcvBK0JHur9rWKj0j0oZVnmf1fzXSMvDOJVxpJyNYQ/lSv9/+wh//
DFy6ZtEv7nNl8YmlAvmjQbL0Y6dJCvJnWrIxEXpGYizIpQelCc2DGY/lrzGM7CdQSz5c0+geB2FZ
8pk/AlgMXkeFY2rSWr78CHikN4UgYOAj1K3YKyMaP1uEMwJgOEGEiGYHQutlSgYzh+qSIM/i9P00
XyhhuoOaLMY7j80HBxt9ON5rmsRoiS6Z+Hql52lSJfpRZAnIsCoKN+huq+vYcpLHxi+rO/f29bFG
BY4oCP1yRqUdc7kAYQyJB/dd/2US0A0w2snKr3IKyD2nRlHduUOuL00iEc6Xjvo8ccnyJXX8JJRK
tUyOylDm7XNTxZO2Heq+W2mmFGKCaUedtcpDIb6bWAd9c+QObas7qcj13UJviGyEy5sy3xUPvaHK
KBXGWByLts7e+D2tF/e9VnlJkdnT1vcD9SHxMfe5veGvPiz3NLt9Vs+kZATx/HKhFR6lLugRdgBI
MeQb2rIudGqkQZuy3pT0ve9M83o89CMA0M74cvCtywJrgY7/CEbUPxbJEPr7Rmvzs16CNkMYKaib
daIP0781rkCzMyQLOtdAuEGXgXWO8j9qTLZzrI2mbPeFY0RbkVq4BpdGPvRbeTL15M6yLgvJ74PO
xGlyWXbWFb8mNOmbpEUWnFJFDTD4wc6s+oYmkz2dh3rQ41VVE6IeVOGknyggwCYeHexmZ5nubNiL
RlRi3fVmKN05WFd7HfUibCBIogDNAjVZhCdOOBollDLnmFlN+zmpMMxC3slGYYiUXn/uREK2SoMz
PeZdlpN8W9EdltkHOwAWO8gtGQ4xHYrFL+iUTBTaOAanDgeugxpE6ne/QFvTbqog8RIlDe51Tec/
8a+UY/4WNBLZ4FiyEKYvccqDjx8AUh/OETn1SXootDTbp6Vtc5oHDL8Teyr1VRjhzexRJqDXdPuI
Xd1lOuQURB3IdaC00bm9PGKp0oGrR1vrFAL6iTd9YqXbukyCcGvQQ7pzvq7nigPuPM8Zx2PQbL8c
rNOaKPd7kZxiSWr2JRjs82QI7Qc8vW8OKnEbhDUBrCM7hC7P7Xlev53zN0U7lDgMCJG+HFsrUOC1
0Ak9xcjgfEH1V99i+SXvm16qvpuhUaBeB3Kh8SUgOn0e/RnQqbpz2D84eLMcMNUyaOGzhOYiIMxN
3HzQYbeOWo2/aEVvuGleoyGQjGcaAqgDoJlO9BLBop8tYwfJ3+lSngyuIvo4x6MpVB+rXp2mO9v+
PYe+3IVoeoAvgA/xXp1fbIO8KdS8sxOHKI6nfY3ttiFW6O9ZnZtW8ojBOf7DPv7Rgdw+2GYdCQ8D
nXodgi4LdjZWLah7xb0fe2h1xOjNFUP2FWszWztA6ZF0quMjorgxLYFNaznDHwrR3UuDqPx0wiGw
7D16U6Jch7AX3u58+bm+upwbMjGOwv2q8owtFj2Ok0mxmo4TZtpShdmeZnkm8rxUkqwGlnwUoP6v
6Ag3oDHzkI4qBA6rSh4tubtnSHH1jurmXD4EOWjqCDYsa94tz45lwpU+guUy6BSnWvAlMJXKWtdy
H3RuZtvgtgKzil9vL8IHA/OoUaGCCkcusiw4mEjjFz5X0NExKgWbFlgc32gFJN0WlXDc1pKpO4dB
KE13jt319UJEJtNrou2Li/2ySMVFgINuOgSnpjGUDEl8RXggpoWCM+sQ3ym0X0ems+kG0q2UOUjy
5GWGZ5eglDrkxE9tmga/gefUybbpYq157qXeMdYj6kCzD4wJojEDjlq8oqUmlStNSYS2qmUh3TlX
H906pCvzc/aOZlgmDlIQNLrozPAU9bn1ueQ1f2oLGV6WoqFyiuq5cOkeDvss0334MlI3AL0Lm+3t
r/8uLLY4Au+iGDOxlgLZEhMMPhe5piZwjr3U5uVej6TJdnFlUPEFgrc4rbOo6BDTi5IK/cTOMr4F
Ro3eYamncbsbCin3P/va2PiupKc4E4O2DoFTC+tZxTnrBZJUmLkpZSzh+eOQv45YKhgezuxG84Qo
1xi5rZ4Fn6YgTH9bLYEHxe5ce6wcpF03QaLF0astR23oAd+wUWo0UM+ig5CgKo36sW8eFKVK10YL
EnITllI0er4AcrE1ikbatqmNaLrhI7oPXVf2nRW6N0X0K1ZCQem8xWgniUct9uqOfY+/SF3jRWko
dejOoEqgO04fyy7xbf4CTrwbHxtYc/2qLaRQHGRlkrWfmpHq46FudHVcDxhz4Z0R2gUgwUhMzxh/
aj9KJ1eg7iRx9Pn2x3vP6pYfD/lrXg4U3CAcLKLgri1SQxWmf2z0fPxvzHsxbUNbMk2waW2kewXG
DZBHRviCblbbWfum8pQFWKU7WbpJ6qbq3KoTzZOOPmvgdnbR/kKGUkRe4hd1eSegeO+5LH7ujANQ
yPnJF/jJl498lA9QOgJHOoZTnnUrSJuQjYrAH2XGNsLwoVO7VDwHTS3bWwl0VYUzT08mU2d+p7sl
wqgkVVWvdcKVhlbW12ztltZSHQfu1GvK2+TL7AMtlcufSh8nr1Ymx/oakU95WCkNwmNruMjZs1Hi
6b6WQLswcJ3BaUMzVBXs8i7R+QfKLPtUsF5uGXajWDcgGO6d/zmiWS4GBGByRNCW89t/uRgyBRkM
jhz/SCtbk3/y0OE24sJvDANaVGOpf8tpjmEX3I+5/AQP2Dk4kSwVB/hQcm94fodXakHV514Oex3o
AtvAJAugHlczmcDlDzMbSy/MUctPCR306lmrwul7DGslegJybOyg9dR33uHrEanGUnYjsKcBCznh
csRw0JqySJzsBKtKlfHxoe86ZlZXuUE90mIq7oFrPxoQISCuO7qT1KLnf/9XvQ/QFN0Evy5Pmdnb
O15APFnGljZzCeZJ2cq1X9a722f1+pmllA6elnf8o8pzGkiZMylteUJKvDZcHWv0OtUmxWuzPPa0
NkNvsaK5dWfY67yJ+GZuO1H1Q8J8GVZkED5sI7LyU+8I33qKUGAuvNgZxH84E8FJpgU/Oagnz53f
CYdkE1iY2lbtncf+gwXnxJO90YJBHs9Z7KnO6iK1IoI5oQSGO00N5o37MPxu6pCuC1GUd8LpD8aD
80qrBmlPem/L3KUZgl5CzKk6FfgEbbPC/+HkILwgJ9VbzArD0+2P+8FjztRoxbJtEBu8cs3M0R3q
x1ETJx9LAmUTjyGUGhtBcp8gWRs3FfFGuCbGUdSHjnoyj1JXpNEJnlST3EmVP5o7/B6ux3e807uE
xl+bW0YJBbOIrjoFvt9vA3UqH7VE0Sb4nMUz1rmAgm/P/r27fXmVzUw/YkhOMeJaS1EOOlY6SgYt
YMxIxyHTD2XjjQLZ4Oym0qKWHldtZWPMEDC0jJkQaEP4pM8ySoG5S7zbN54aCxupbDmXNGTdFQti
OqKVLkLgCSm20HTcdYNczj25nYBHtFwjIYyvVvuudUXSbcJKhlfY28hOg8IsauPFGax7fucfnOEZ
OUHDHRgxx2kOaf9aWUePJW0wm/QkqjY9y2FqbmAzwwqItf5QllOy593b317cDxJD2iEzxYRQ0YTs
tng0M7jVeeVP1klH2fPE5wTNoA7aD9FX6taU6vgrHeVmEzotKx0EZnkQiiKpng+SKcO8UBn/+WzR
JVJx6OHNmuUz51X6axVGp4msGhXIUxApCQ7MI+bEGe5bAxBTW30sE7Ts7kQO11t6LidDtaGBAbR6
SbRByKFP4i6xTinsFQmNdSRcWYTxcxSj2wG5sxruhFbX2QkjatgjzgW/WSL3cpI9rikA3xgx8afp
exg1updOU2S6lci79e1PDK+CP+3iAKHdjITR/P5xbTHPy9F8IxEEeaHDLW1N7c9Qb9D6gIsPtviN
Mkw91JsAdmuHamUTqRj29Qmy1EHYBvpnTnbqfENRTqpllxMlxgeURyWMFPw6TndGYabyb85bbSJ7
E3f2qkgA0/1sVB/rT8OfQKbF2PpWO9juwWGQcSIEMNoQb6GoPuzlAfWFc9Bogf40KzEnbmlAYWMh
lLjVflKgghJxGNRyJM7vKN+lKwBW0njAoEP9pAZZbbQeok0yAvy60apklKOjfpbI0XgIynA4k+N2
Ez6IOhacRqb5G4xxsIOG3tkmrhT71ler07qnOaBPdhXYlI3RD2GzEjGV31XPeUwR/wEZ6QaSPISj
12NbKH+G/NnIbkLI6XtlX01HWxKOtU4Np3sLdfwtV7ZRyM9Z08uvymAoo+kaud75+zguSv/RDAMb
zGykGMfM9uscQcBU+WrkST2CCFf8l7gYIDNm8OWrVaE16m/iUUP7knMMi4ciMLBrhVIn3iZMQ35W
LeWzbSsr9QPnWUJQBg2JyU2SYozOVUHDVcNa/RvGkOIY6YEYPfpI/ilLKEihr5okXtZRplsVIq0f
UFUtYi8Sg3Uy0fD/4gd9d06sxP/VJY6SulTf82zfqUHwrQSd95vSpOKvkbEWwSu8+knzsoQ8wE0R
c9A8THua9CnXOr9/iuW+eEMChyxqVGLKv0JzQgwAUuxHEPZQMeIaqReWq8ip5Qat+bx+myCM2A+h
EsYCyzobHyIsxJxwQ5IY6J/syW+cIzgEPAEkOTMfbHXsP1PuLOINvOz8gTDNdrzKxLODVyFElmWM
RnE0p7xp1tCUgsaNY7PE157Y3DpZuI5ZrozKzQ/Dsoqfban2yROTClfT2NntegJFfwDknKmu3stt
/zraUOZW04Rr/bryE/G79JHEJNyT+8krfKtNP7d0D1UcEwpU8PWuVqwzVt3+W6+T3r5Czh26B1tO
JOFZZeuH2zDDuJaCzNhVK18U4+SVUD71BnaB0bDN6bb9rBraIWDJFTlbx/hEzscrwBE4ihplWLW0
23HXG0KFXMwpEcKOZoCiF8sCwXFT7ZRvXY7twXelFLr6HCBc3b5qLP83KjhF96aHFoaaLkYEarEP
g7R/lDulKn4EPTDdI63YCa2qvsI5EaPx2vrV1kHc/6nDSDefamQwp02G1MHolqbdHAo5cgZ3Zm9o
fCIES42kdp5L3a+MhySo5AECSwfjbqzw3vb6sSdrWvnYhjyheGhkB/7DdN3gtDGYHgKLlCdTYqVZ
95lYYWf7ZJxfMiMJcQ6Uy2afTqIn1myacXJT0I+yawTZZK3GSRfWCSm9oOD7JrW9kjK57rymEv1z
NU2Tsif9kbZmFxvOFgoqmLQmMDFxidox6ja502CRqIp0RIMYcYtgb06g0M6dXjrVE/P1i89xHA9k
k2mFPJ4iVPMFekSgrPWsyX43Ei4yd57Kq4CBVxsYxwxqoO1OE/zyXtcol5TYUY8Aa1Tj6KM/mkAV
8RGE62A2HPQJjtbWT/3kHqDh6vmiUQXeF9kwwm0Av/O//+uNBoQW2B0J3slMc+m/pAjODSWLaKXi
BFbfCf+uHmcDjXPSRLp/c/62tE2UdWyY4KnYaFV0xaYop+wtJLURrj8axkltqvFOgHsdbdOQMGi5
MzPY84AoLmc3UVlCP0zFVQah5zX6oPJTNBT5f1BElCelqoeDbNbaVpmMbvSQo/KFO3T6t9uv9jKz
oskNZIXaJbc6pfErODVdzgzqUPaqjlqhulpJF0xpi+hNKtJ4U8kxqdSEfd2AX0qPiGOVtf/ckoLM
gKUQtWtIZs4VrS4rAH9iJpa+QswV/kaO1eG3lLZ0KZKKh/eAFal6J5+8LqQayAsSkDJjElryncu1
x4oOoS1uiVOtRYWbGji+xJYIPolaEBtgIlg+9ViL26uxTuu3soAYTLl7BFWmU+z917iQ8zUrrpPr
EIzCtrv8MeimUTFU8+Fk9yhmjrHSeAgcNCg5GI11dBrpHt38g3NFD5D8DqwQqIIlzhfEtDWlrTae
jDKFCi1CY5dpSf9lbAr/Hkd/eXnMG4wGP+WQWUwSkv7l5MzYlvzADorX1qjUYOVojYOEpMCT07Hi
5jFsq+qFBmT2+/a+tvlj/45FGVZX4AnQ1CfKh7J5OWzYl4jDVWr5asMX85/9PGc/cRDrr5MWBtsy
6IpgleXkW580vIS+3h59ucDz6LMfBQcb+Bs938vRie78rkSB8ZUiEELxWV5YR1TIur1ZdzjV3B5s
eXNh20eJC+goETkq8doiyLemJNZM+E+vat/IA15OTuiCW8RolD6a+qYHZRjeGfKqnUYrn7Qcz0CY
sGjlL2ugoCz7Agi0OGeShu6zO+tzadgg5VZMWCayYAc6sle+FPJArE48PzkrADPaWxGotD4rO1BG
D9ksCwGdEL6ZGwyxHW/A2qqPhuabPLBaINVemKEWR4bdORtksFDjR7orDV55kOTR7XwUod0UKTrz
9faSXm9apofuDanTjDxeMhra2I96spnm3ARDdprRio8VGcI5aYbRk4bafBiiJPxze9ArWCcD0kOa
aevUe1CnmPf0X89d1gZ2Odl5ccZ+HJ2krELoymutKHgIjNYy9iFm3is8KjM42mNlWAdbKfF+qqVK
2yK73ZXwgNux3JLQDjtnJM7ZqaPUDKfbv3N+7i+P1iyQylVFfItK4rJcHxlAYhJRq69jlZfIJVMt
abYaNLE71+L1IWIch2UlC6fYuNTDVZoioOKsqa+dqONxk0/WfwaYs8hTOpk2x79PiuuQ+ZDEcnyX
JzZLSr1GZO1VyiWsq5IgD/cWplnjnZfno0n9Pc4iRwbEHqe9jMMG2YCwIauARHARShn9FX0foGS3
p/XRcAhcyxqgQrg5y/Yc3k1WOdiT9hrR/yZoK6MHw4jSX3KY5Peqo9f7gtI32PL55mXIJQAhivPG
CiOVXMNP+u+9VPqm21HX/PyvU6KuP9Nw5vMJG2HxoAgho/RKF/kcDELBFLZtJh5Oum1eFFfq2+3B
rp6RWZFllv2htSsTpCzuVhOFUsXGhvGsFUlbrcIsd95I/ZAlt1t9fAQnFp2NKC7/TNCx+jsH4OoW
mgcHggidmL4vL/blfQBcQJsSKhJn8iaMAx0o1RoMP9txYz9I/W1TJvle8c1p/++TRmOAGBg43Mx5
vRwXRgycRGim57CpfJo5GP+sc6sNzhM+yucCOV+qE61sRq5uCPOfnzMgDBRSwIyhegfqdjG6hdWd
pJUCPlVMuVTrE9hrQy791GtR7tuwvleVuzoi83gE12xa4L0IHl3OFnSnH2YAC8/oK9vSIeyVrNwM
rZ+Cn0EZw1ndXtyrU4K22Ay+miWssNdY6n2pJoqcBF8YgVZBk1E7yfT/nKm858R1JTFNO37G282h
JSxJbRlU6nqY8tJm49mOKJD8wBlcQ3ZX2AFmd1XXfjJTamk7tTUdf63RuqLK2ptCiG1uOOMhtSIj
dVOzr6edHxkNqqxGiRIKxrt1H5L3jtV0EKZIq7Nth+WukOVKwWNMajMv6SasVhG5Ia93m5ycvtlC
0UdMAI86E9/7Kv4ZRjUyDbdX9upDIqrKi2ER088wiWW3pCKWsxrEB86TKVngMQbrm4L95FaY7T01
juuhYPZTUMW7CI4/Wt6Xe6af1AAqXlidkdduzmGYOKrXR/UJgz+j3dye1nWs9a5SDy0J+xOyo3dB
ib/CAhC3EcmjWp3bmYy29Yc63Vm97mgeUidN9ceRm7ieES6TsQ21tnwF8z9ROZ8Gyh2KX2eIPeTT
FOYrubak4yhnQvUsUQ/ABrpAx3tQD6ZfcWDTi8BNUv1jEK/t6B6M5UZq0AdCNzqsxbOAYZPdQbRc
3a+z5wVqODNlgkB5KanCEa+SyMzas2LVHdJ+OKYgal+2L4NaFV9H1SrXOtbY25i6853tchU2z18P
HjEnkRr5VYyuOJkIfDwZz2VINQ9VwZLWOX6zeutVkSzqbRYG0z0XhqsrfT6NtA+hDnFAgUpdbpxW
2DyScJbPilDaYSvR0wSVUsZYLhCu9U85DjObtE7++SlhXBqIKCsQDUDHWWzYqjKCKNKq7qxqGIu7
fFX5EGrT3oah870jQ8Yb2VTv1VSujskcHcL/omErW0Rwi2CnC4cqblA3OuctVU18vQByuE4npdnG
7620XN8+KVdZPV1LC/gISnk8Hlzri1mCNgLXlo/h5xG0+kMkaEYrYR8/Uuv7FFXF1tQj5XmWO32i
VGfsWqb8JKq+/redxdOF0hWvF50uAM/UzC4/MlopoWGUNMGtjLBiY42kqRtHRQchrfGZ9UwUb4t/
iyvfx9TpK2HURJgCGOByTJQJM4SPfQkjLDtuIMOAbQWZVYVPY9b+uL3Oi8/KWAAAsCwxgZK/556X
Y1nCEClWtw4qzHL9qx8yf92iiI5HjjXKL/86FmaWLORMRmDEZXKbBalkB1YfHmzfQPu3GwxExRFa
rlZNaYPouj3a4k5gZtBACX3gWnNOgCpezmxWUjSRSvf3Zerou9QZ6xc5HsUKyyF7papZfcd14oPx
eLSAJVN5eM/9LsfLJS7jWA/NPTp0nWvDX991coFoTSMqZxvj/X0vLvh4RLr75FWAVYzFDBUVavfU
TsY+F8aXyBbKCw93fYB52nuV0Xfb2ws6b/W/csV5QaltgkhGYGDmdiyGS5qgRdwMJ48EVMgK3SLd
lQy5WGttori+LI27KGsmMFROuvUdLdvcHn55I7yPz+XO8sKbocK2CCYzE+E2qUntPXa84ffQFulD
kA/yd0oK2Xe7kxo6i46aeJqR24+ZLo9bH4DpIZt0+c5PWbx0//8ldGGpR5mzoOYiwTQ0mssDtex9
jlzzymin8ReqGtamQhvxmZJfAkoLheFdgszr79urcH1eIeKinM7D4wCFWgqrTbQnasI5cy9BDD+A
/cNoPMyiV6sQ9/jF8/dcfm9eVb66PH92e3ENZbB5SI8Yqsz1ctO3UbHiycP9FkOPrTmC9789tcV7
+r6q8ORYV7CDJAvz1P+KjdBgq4xkVNjOyqhrlDLj+sHGudRTarlaVSPdYY9Vre4Mez1Nur+Y81F/
mPFlS94OkByET/xB31tRGH6jaZW55tQOm0GrZQ/tTOVO0nA9TWQZiGwhUhDbUmm+nKYz0fKSgl7b
d6mOxXUfqStHD5uT7+e+4QqywRepVWkz3V7d643DsKT09AaYKdj5y2GD3JfnW1fnOuyirRIIY2/X
xIOYH5rH20N9NEPQPjaFJV4vc3k8SHD9umsyfT+KSv5T07n86scUhvC7N6fBpUQ3fcKEtBj+dWUp
ipBmo0xJMDZ7Hl1OEcFF4WMI4OxN8FSfhIp2kJdLjvHYZKPyKAGF9SrbjO681lf7Zx6V1GyGtEF6
W87WAj1UZ21nQ4fSrZfAalBKUqFJ/dR1lKTcLNHtOyNefUq0IGQ2K+Ny/3DxX85zwJ3YtwfV2MfW
qGKdkmfhLhpl3w3TUr4XjBDv8Mdd3gNIJf71OReRHz0dFRuYGhVNU+tPmQExZF9WJmIwEJB6xx0q
J3FcIOGV8QS8t5TfEK+qYV5pVrOX827wEX+PDMQJOrVH6AO0hVl56kTtFA19Emi3zuNsXBcmEhRr
DTzTSxDPmGZNHuUzj/dQeypaxBIM6KCn5xoYRfsia5mfrafOz8RXtTb78bHPpMp+6QoUbtdW6JTG
Th9FXq1G3ffVbwD7o87TbfblYVILK91oXSsXq64qp+4L8D9Ve+VxU3BfyTCFcGVQRJmbJ6n/uQAU
hkNojv3PulCU4EteKFKwUrOofSq1PCczY7JPeBxk4YPoe3GS4mGgCxyZqbWOOl28pgRfPy01s14b
3Z/wx9McaddXgfZHxRHlTTa6WvJg8+UFoHUpit0yRYTSbfBz3/MzddBUZZuINYqyUXsI2jp86adM
NZ9sM0OZoYIG/2xFcnCCxpJ8zwkWkUth+VwLw4BD7BtN6Gn4PBYeSoV29llRcgDYfdLr31AOrShb
Ksok1sHoN9rWbnM67Nkg/aqEnqrrXhKGspo0ZAZc/n/tA7rgNtqdWeW4YN3S8iGyRsdP3TDRuk9W
5wCciJEMND/ZPj1xj0KphDOUGarmpzDuWdYJ0f/XVlSBv826JPxUYchcubJd9r+SwMB+FthLi0pK
IP2KLQULF/Bf6fcgjVFeAkVQCfkopSUay0aapekLaaEuvSWamA51FtjOW+8kWbwZQlVkq66TAJj2
ohycg1TW8iPVQZAK9TgKwGjNMCCMY0D1eM4tPGbcTC1TfaOYBa9rJSvF1ggBnj1DwwcN2IkOJDq4
pyDZ9sgXD15kB5H8q1S6uPwkWyj7rwWdHfNP7URB6BlYY7XPRdZo0zrQMuMPKqiI3XFnVI9WjSgt
fZamVoxn3xjAytnmVCQbC2mwFQotfvtFTqthVDy90fTHxqKF3LrU1kWPX8s4SL8z4UxHHc+l6Sc9
hWLM15nfZm8oRcTNd3X0pZ9l33B6BDwaoMulPxYpDjzNhI4NrrtUkYOiaosGb6ZQDl5FqFn5KpHG
Ln2wxrzAUj4x5THhxo4S2WtArNQu1eZEeuU0AudM1aI79JBbUG4P68r6lTSqZFHd76xqg1lUMzou
j3f4NYklSuMJQL25ndUYv2RMvsUubXrExjD+ArMHge21MbtJ2w2ooL4A0FSsg1lLpfCKaEx/VyIS
Oh2TUkhrHFlFx2+r0+YrOod9c8A/OdtZSROiEDYahf0QFEUvdvmkwIDnMexLt0T1enxIW6HX/1ER
i+r/Okkvy5cwKWnGeFggdOXObozC8PSsrfY51g5U0Mau/x9lZ7ZbN5Jl0S8iwHl4JXlnjU5Lsv1C
eJCD8xgkg/z6Wsyn8pUhIaurgEZ3oqjLIeLEOXuvvYRwnAHia8GsQ0uTmtPe0Bmwy/tiViWeasta
fgGyDVRcZizZkCmXTEPGDzF6x501hwfGwrYfg84zXvp+rh8yR3P9veh91YSL2TgZkXFFzocxrOM/
tUsgK1TMJujDtB1GcTtsuUwAgSQ8RQP5u8lQnVYHYhjdu2Ugi2TZnZosOOWgBp5qONTQHj3BPxBY
8xCOnivQojW8KntQ3uW5twngw+DgmpdK29IQqlqWiIMYPxW7MhlVHi+y05+DatX6eCZpCfZYpkba
iF5WnXyrJ0VSEqNGl2VdYTITGGnah47EAPum64T7ra6Ufw8ihgnpYI8j2pvSnvKdN3EffvRzrgQT
jFFMkZoaBQIWXiUsd1clVtjTzxL71ulHQeRkn0FDRNhELh7H/1eNMfjvuRTBD4U88bPbW50Tbefb
BpVToH5NY87qYwG/vORSpJ9Wt4ElPwUzC0eZpsGzpk1WeTJTPe8OcJ3WU85ryrQtaZIXJcoOHbQ/
Zt9U4em3XocJJdbWdrxNzcIXUbou47TzR02dgmBovpQaAuRwXszWQ1utSfxxgfW718zBixp36Lpd
UrU0oUblZb8IHanppTZeE2xRmyWLEHR6LQVHYK/7FZFWcCAWGb6J7CfNiLCT8JDWQRb3aUqUJlAa
c3k0CVlJ0Yo5Y3kfpIV6RgdZPuZZkq17LXC75t7OO81+tGyNsWFIwZwMJwVh/bdcthis3iq64rFU
q3NZ5EwCraYt9bc2keqrnnZOscdeHZh7OLX9TbqN80jmlfbdsBSuEc6jixtu2lpQh85Y3RuvRtgb
ekhdPpd0gV+h8xndSa3eDEirG3gqNix8Dt6GX0YjzIcqsgicKvddIzglJ7KtEXAlwLyP1sTNDQsI
0beAtWybDceubidndp/mpNWxmHZOcGY4LpzYHey8OvVJNw8ni5Of3BGzOOq7vgk0kpryEXlimQ/d
jZVNJcZ/N0uHOGuIUYycgTll6GbSmW8dElfuZ069XZzr9aDTVK020ZzlZjdlIAK195vatW5s/Ii/
8j5ByZgC9iZbYK5kHoKrGD75le2hgvWzMt9x8B9fR79qv0oL/teO3q08cqLVGfiA5nfDJHWKxypL
2hGRuV5OoaEVI/6GgId1wPIwfkIJR9YU5Z9xvzStR41FTvHXoDC99b4ubR8Vak4QX2hwZqlDNVDC
sOPUDQhYUny00C4M6bEMBcZPz87qGQj/LG+l5vffNaHPxY2lz8OrUdFPCteGZIB/9KrEqzT1tf9i
OUM3RMZcTa+5ZqjiNJKMWB9No03EhX/CCqJWG1IvHMx0vPeZm+cXPx3mX94k8EqmbufIZ6ORRbsT
Q6/TfC0ryzjiX93Cm9YF7mVmG9I8ZKsvPznpmGf8QM6E8WAlvk/uYdIn9E/M9m4ZW3TjaV8YeSip
ga1XiBIyO/irmRRx17rTLmgGpD5UjdPrxH4i942vQI3PQqHydIrZBbgpPPElsAcUgAw4zDzmfZ6C
yBGu7YcmFsD0pJpqyQ+a7i9e2I96l11GY6ltWqhWUh/LYk53yNad5FB6g/Wcpd3a7CQhQiStjQt1
WRCsyz8goFV3yBRl5I6QVZemE3UaSDlNOd6xCoLik5Zps7UXqCH9qF09/yEXBrqJGmn8bRtYjTgP
RoeE2loMuziOhfBf06DGKwdcf3L3larzJqrSNOnYX32zj4t25KkHTVrLM94p3GsO7o70pUMm1OOX
HHEN1QgcY3ehwEOhj7bjWIKMoGJvXaO6TWBDJ4euTcgNzJoky08FaAw+xBkPSEjXEYxzvWSIxkzC
2ppPru0Y8znlpUfEXHfJZ29NtT40NWGMwKiD5hcRSAUGEodS0PHYbc6zCRZ6nEs+gKJIYOWVOD6I
16TZir1WH8vdEAj8FQPK4RWx80pJV3YQ10ObwGhCRb2Rlz52MzXp20udV/T2hdjVtp/qeNEbz3jA
w1QMeNIq7Kl6IEFjLU5aXAq1Kj9W61Dcu43Z9JeqMmU8gNSqiLZpJN/v0K5KfnbkGAwxgy/+Am91
qqe6Iobzs94ayRxhOpN8ACb2xP3caw2hytaQGidO9qNRhKpppbo3cfYUJ9NZqiAcGugHLOBpuxdy
6mcRorNHALKBH6myPROgPIiZZHhp/F71dDn8ScTGVObNnsgOL9gN3ag9FrTXrW9+yn9z2GJUSiLM
m64Wt+DztAfZ2galAStXG/t9y2W70ayaW2C4A2VKVWqfumadP/t9UCIS6EZZgJEFyqj1kvXbpzgF
8KTJurlhumQWJ9ueUMMbQcOTa4x5Ge9gPHpBhAygnW/toaKcocmYaw9U1pRejuhq7x8iZ7Sv2Kmt
5Ns6d/2dhCAvD9oAOu0Da+LfOgpMl+hB0UDm9HvVvHAK+jCjFPYJ7fB5nRBjmYhlo2TU7L1eLb83
s+zh/SbGvw2R62MvjP6ABjk4VLwXf56yZ1AoHcl71okZhZffWPgxrbiigAdOnas525J3Sds10r4z
z0nKMhS282QeC0frzT3hVnB5XWqSJ1QhIt0JlnAvpJeb/WLOwFNwDZHe6D2iuRh0h/vZDka7vgGN
b/ykuVbvzSVd0lvPKXh4ktmnFo/TCKRq0Dhsfmq9PDMvpporBWQBSvpuscuJmzEUeVTqTX3vzxOL
YqgRGKe+FS1Wh7BZffs345bEPhlV6j+BB0+Wm6ZTzosrwXWENVvIb9xoHAIDN9GyvbRXreT05SM2
4RvtyFbPeh9+cDFLYlaaEheVhJ3kHwhrbOU58wi/O4F00uWe1tB6WdzZrPcG0YDGLl3c4mkJ/DF9
arUE1jVHQiCJ9oinmt1BJh/MG940LoDj4AtC98BwgzbJ1VtDP22YwealZy2o7U/zYK03RZWZDMfX
UtGiFt5PVJL9IVXj5/dfnrcdGlwzKJDoRqHUQXTy57sjONkTdNbk50C6Z9+rkldg/pvsbc4+sjC/
aT+BscX3tKnMECPY18oq4oyUjgfEPamMwd8i+faAyi5R21eYBpLyg3v6ly4816NzyVgMlS960D9/
GsP6ljlA4pzcNsiOZrbmD9o6E7Fd9u7ybPZEMnm8KBczGwkanRKPGnCcWvus4+N/ff82v3nAKGrI
tOAhw8lH7XU1EaAsNANZo6YjHnI69u1o4mAgNQ0VKcLEilX/2zCaP/I0SbwPeo1/uzRMDJ4vVAgH
vfmft8FoRcPAUHdPltjqOo4ve0qFfh8wI6FUTerxi8dtuniFNu3f/9V/ewSMAKAlk8SDWPTfwJz/
a5RbNsqPylvcE+MQiHl1Z3khS0OyUQi0MaIvQrjxTHvFCA0JZDuE0wgSV7Jr3sE8LtUHq/NfXkGA
kPzPxmtknHj1tluW104CfsxpWafh0M510MWa0vTzqMo2o5OWq48Man+5/RuDEgAWWmua2ldj2SEA
2l80s3OCCW7GwBjEYXYABeMnSc+msajD0JMmZa129en9u/+XrQhlHIJOvm3LZr3+88EPhiKfQDGl
CKT092Ui8u90XSfy1gPtNBJTuuVlrNV/f92YvTN83z49Prrtfvz/IzerRGz9MzJNoCl8L8vASveT
iWFtNr25iWmniMjG0gWJeFmDjzQyf7vd29SJfxnAe68vv2hqlR7w0VNQYPyr4a9dfLXMD90svToa
0j75KbJmONZU8dUHG/HbsSOoKKQdyGJQ7aEG+vOn11j+ShoczFVHOg1h3rEoRRzUiVoNhrnOwxzN
d6RMTkxuNrm3MKXL/zw74UvGYMDIGsN4cL3mNeNkBQPRGycwhSZ63U6cEAzdFF69fqChefttb8An
8g6gtwKiNa+piYM3Q4tcWVdGerrT3qphGLND+jTOqtQuu5upKrHs9GSzefugK/LuMaDPnu5Rjvs3
82RMH43l3uQHkgsZkGmJu3ZT1rDo//kAXPC3BjGU/iltO+dg9hTxoU3Vf3DLYL0oNE05gctqffDK
TpaXUSep4GLXWCwuFWiLGJY1HYvCyPqdVg1I6P/jB8mAn5eS5Z/1EM381Zgy8Ae2YH/Mz2U70Y91
c6zXnAViQ3jm62o3uwlUWf/BRd98EFyUkSF+HxQaqFevlv91sAfmD0VxdipDS8PeFeZd7xXdJRWi
XE9DmRkjPZQlT49Cxy34X5cDLs/oB+aYQaop4Rh/PhJH70z2XJvgqhnfq6wRj4cDQzfaS6XRHXN8
lUhGMC7gtnOnf96/4W9/O97vf4txSCGod68KY578bK5MoU+J6EmhMVtYSSYstEgMYj5jhGxOvSvn
Lur0Uf/9/rXfRkZ4TIdZDjZ8HNKn69XA4li0tNWSnXRCCp+I9+7rg25IxckrZ1SNoDFob1TdoS8Z
0komz7NJwkncjlNl0Uggyjm2ZTPVIlpJaiy/G75qzQsxUkI/FFVvHd2xUF/e/6Pf7I/bbrHpppjZ
bbagqw+orWeN3p/dUjLh4qVJ8WUhe2VvOv2vSQX2RyGQb4tPLudwfzi98J9r5ZQxKUazndueSgHo
3qax+pv4n2Iva2PIPxiev9kNt5/GJGkjTWzcz6ufpjeEz6kGMa+wkUwWI6otrJKWSxCkobJsN/uT
/jnLlumDkuPtOskdRUnE0BWhKCv+1a6w0RZYGSfj1AfVpM50Vc2dtOrpNqP0+tqlHFt7oPuYpIOy
SsK80YbXvploOKNrEB9If97ccRx/KMTgmdD1B5J4dRfaRaPRIjvrZICpecEBO9/blrCCUxXYU/3f
HJw6GDqkzbxM2BtRq17/csI5ZqdukOHQ3ELrSC53bxwzXjz/pJnIFYjr6DGYL9hOyw/Qwm9eZJ9V
FmQzFk78SfwFfy47G0o3qznknlZXlWZo8u3cWjWzqcac7t3Wu33/u3l7W7kccgWDbGKOcNd1riAY
WNFTm049xu+4lUv+gIkxP6i5/Ki+evMe88sYpSNbRSWBiOuqnnRsfO7ZWk8nM9PzQ2WbyS4HOBZV
glYn0TzmXWUI+Z+f5KZxZJa/3U+Mqtsf9X9FHTIQTyJJnk7BWM9+nNZuOUVTqTPpYXBpl0exdt1r
3lWqPL1/Z98s4ejVWT3BG24aUmqbP6/c0q3xACiuJ+RjyYu9CvORdq3p7Kxk0ofzknlEtZHNBbQD
HhR8h/cv//Zu/6vh4ngMKhfE4NX2NVZVr3E6sU+EIAaY7HUvDUu7bM5yLsxdMVSvnQFh7v2Lvn2b
0DluVBiqZ4cy7mrFyFSh5Qt76anJ2uJcGs5kReTeeX2k0V9Kju9f7c2nQto5Fh3425vl7I0tcw5S
BgKG11/arp0rqA0tEywhUuaHbj2/0tnlDv/nS2L+3dR5aGfRzV69TllNzpNfzvKCPM9g0jmXzN7K
nAIBZbsS51Z08oNfud2zP3pkAd0iKDu4EzZb+XVpSDRJnfAijRedqHPjkEpQuKdWMjB8ff+3vQkU
pVmEWIoFDz8JF7yu8npG/26e4/yHytO0p0wb3DrKaN1mv8Sg3H98Z1BLEK005oB4YKz5qvP+VrfM
U/IHprRz9rOpvdkNSRz3PlJkv33Y3rb2czrjTErOvfXn5wT/AVabGPVLW9GcDE1M0KGJjuDRJxbt
WA3LB02YN58vKnsUThs330CYc82uIiIRSK4KGN6WSnnnwVvtO5LcfivDSA8icY3xMe8s/ZhPc354
/0G8+YoCb2t7bArQf4X+2////9YsJNiOrAg9uxBvObljWFkWEmVHJW51Q6ZZ+kGd/fYF234qgloa
XIi6rk/bq7TIqUvq5mL5TW8/a16jl/uqxMDywZv89pZysrbISmLWhnn9GhmATYq5rKu1l5KKJlt2
4N+mjTU9Fi+Vs/jqpCG66mE9a9X0003s5uv79/X6+kRJbNACbHCIyVAub6/Y/93XKRN6z1aYXuDr
Vl+twrTJdHTAwpsbtSPpm/w73uf1YGtTKeL3r329HP977a27wP632QuvTlCF6jQCSLh2w+4aZj0g
SUYgTBS9dv0i56p+VmmvXt6/6PU3s12UN5hDJVJijhFXOy4fe+4vZZ9dsoTPPszQNH2y544kKKkI
98yZr4sPFshrSgP77AYKIKwVGwMb7zVyFbmjScrKml+IUU13oH6SE4Bn+WB5mYxd5ZZHmPhtNBLa
bES9RKzm4an64G7/5UlvvQSE8IRi8mZfLRY5upZuYFp1wbtuvQTM6e41AMQXf7IRqDlJrs6Bp82x
A4Xlg6/p3431/9fr7QZwEEEISrGDbeVq3x9Q8BjAyvJLyjSRfAMmwJjMBcOssCbd56kv0XMxe+sJ
4l3bdT3hWNSSqBAag3M5TwRm9eayJ6cy36PYt2JQTO6xRax9YZSQf5+G9EMM97+t1Ks/Guc/HwWv
JtXK9Vl7rDlwun29nvs5yO9cBR431mZkqyEkPYhImawBNxN4mEfIWkr1kOdC/B5Gaws5yAtQtj0b
yufa7IZXZF3zk6UyUR613HS10HTZLG4CFIvZVxwtpdonQZMlN5UlSLmfGDbfoLepxHPa2emryvQi
2Hm1Oz8Dw56mfbKY/XFhnIviuxXa77RNlAF5wkrShUlN3nb3DCjGG9yI/VqHdO/qPB6GcRw+L8zo
i73quhbkJ+wG3TxgLrANnoTuVN+rpjN2rKpa+q1bu2W4a8xg7HgrkcJEBNNaD6OCbvLUSEcMobYY
o5C7yhoc/WhbdfOaAjq+N9J1/FYrw61JMjOnJ8H4CerRmqnfcjZaDTVnX3SnwrU4KQYseVNo2zK7
aF3i2Lux9OZ9kzh0mlZSmPamlfrJOQh68lJVaRD2gLBmKj83iF7y+96Q+ny0QEPc4dHZZAneCIxi
dlYJfrdh0hOBx/K0XdZ3RXXbl0VysmEOqjDI3W58XNxOGZHRMNGmGkQOB2BsGETcecS7A8KmHxBn
ejU/zTKp6nvsP6KJmnol8FH3J/eyYGBNImccaQoH2SpPRTs0MlwaWEmSdNcphIvkf8P8SrysaXaq
iHMmnmMsiKn9CoDT1sN8lsC0HC9VP0bg52OYIR179WfoFHdTYZFyL0vT/BSMSy/uamI7l9uWdQI3
9tRVXlSsCp1KtUjr4uYwUUPgef2wy5gRfMObOTzO6VpsYcbeMhxWkXlpxAw/BXI0WsHem4HuHYzE
5hVBdr8AaPKHYs/4H/IZSFrTjEhm9vV9Z619dZyrThc7KhuS4oy6k7+mRXQ/db118t3ETL58sL2k
LW5WP7GNgzY5nXEbJJ1FX2Z0/ed1dNb2FExIXRzPmcfHbC0t44YuYvnTU+mohwAnmJwc8qkdeNc4
EP7jC0IoX8dOifbSykCiCRyt6hvyDl/8RvWQFo/OXHnqt8Okr9jVuAUTeGStmxwt0bVkSI9FjUCB
7tRh5uTBKVVZy8No5VW2s61OyNMSKAGfSqyoRCu+gTYGfzsMcZIootyGhlXypOyJNjuqA934xIer
Wf8kqkS+4U0pUPzSmu2fjGPnMhbTpngqsto2w3UspXxCCGW++CnL3sMw53I3NKVufM7SEa1ZYsAp
jhePleVLviQzR2lCmNyAZIXV/mW43CQSi229j7xirR439t5TVYq0iMdUd55oxaniCVywXj7VtqeG
sKTzOZwakYHbnIRW9hqU6WY2cMughZviYl6D+jvL9fCdOeH6rTZy/ZdOoEBGBDjSm29yKMDt6v3g
H+AAB0ZcWEk3HRJjTkakCcTCxspBfY1hYeIftAMp+rMx0IsJgSrpn4B1b+1BJZ2bWa8wrpHXBSqf
DJikvnQ9ocORPQnyfdfBMqLc0/H14u8c79XQ0dru9H6tvmpMUhCCkmbI9+FMnYz4Hvr2hhlqMu70
jlSsSFcuvTdTpumZTD12E4uN4TsO31aEKPBdGUIXCy7GaKt+tzaz5+yTunUaZMdzoXZNviZfhmyZ
+4jG5tAwtgqaLxOm1S4CTtt/WYKWjzbhPPtiZSL4mo+gpG49UwSxnsLwO2t9khyCxtb0aBLDWB3p
GAE9CkuauOd2NbPigMKU6qZqCYRRUU66AJJPiOqfjLRe7HND8ml6MgHvnjpnHZvHlhF2a4Zw61Ij
RkqZ3QZ2MS7nkY39rNFtN2IgmLW72/Twz0GJHjOmVAMklgzGrLEiN9bXtIKOc2gD1NAHTmy5F/uI
U/QoVVtEiGsM8HTCBU0HEOlgqpt/gort7cXOSrN+aMfBG84EqyETyluzrXDtLr12bNJWvCaDY2AM
Zt2e7J2sDFvFQEuRHy9IIQnMZA7vfwmEGbyQUJutkb5UlUd+OriMGBmuS568QEB/Qs7uz8cstUmG
QqYt0U/lI72f+0XKpLkbcneaL7S+VjTUFcoM5FhNVg/y66ynbXaaARnclH5QFDfV1KtzBYJU/zQF
yj5zXoLoR3SYNsaLK1uDanrqTpYB4D3mfG9Wp3aaZB7NxJQGscO55R9F5tmTDd7RPvbN4qUvCSXp
/LCJyb6ygDQ/pJVqtyv21/KcLviovzh0OeZdCjFQh9WvVUbsA6grPqPeMrrz6APH60iPy3Z67gjj
O0cHDSio2TU3myPmhMed1M2qdBvIee7Qmg4aIJynA/7HbG0PamzXli9Z2YW8WcHdeXerrOf+dXRT
7zUtm6bZ0wWz5VGHH/cLoCx6YNAcLiqDxM4ZBRsMgJt401EgauJkcVidqu9/0Cmd29j1S/s1aPhT
omCBvbdHI27YsXKFY/xsU9eob4IVTDK6e0TZ5QtsvzY/kSVppL+TMTFtaJJJ/aJKLG9HkYEhiPyy
mo6AMG3/ZGmZ81wa9CbHXbXo9AToAKcXz1mUs+vrXrOOi+Z1NnZ32ywvZN3P3zMvIzA+dzRdu6Qd
YIGLPXqliAjLsr2bZPL1A9AKDmFNDbj3SVd6cFgY6wDe0okk2sP6aOofgnVCRHXTEffleVAZIoWm
xD2U7KfGfnucLsSgJMjCQQLFb2xkcngt6HrdsUKJLNaFaHbpRELCaYs5KkAypwPkgtbQ9BZXuV89
a1aOKrPVRjvZV7XFht91YM5Q1ZhzbGa1mR68FUzhnhpxQpAI5jAPJwPk4W29oJWOtFn0484QpRhj
V0rnRQXzIqKWP7KBJdp5+W5ugvJHt3SbkTuYEC7KrPT2vp1OlDF+k1ChBR2qXUsLnkyxeMMPL28y
raCm1sffXuMhFWtkjjVx0jP6h1Nq+vltb6+GKUO3WvPbom5L57R4fhaXSZU5O21VFnxLq3aX0Ji9
wYnqtrWSHSXwgvrNK1wb5anmZd9I5y6pddNZ3Re0UMlCQBY5xlntT/4d/Zghva+8GkzjAivxUJHY
TknHRCs4aHLwaqSTjViQznWETeLOaYMCwFCIktN7wMtTtLd9RsfkEx2k/Bl82lofVdADMKXCMLt4
Bi/3RWsmNO5AG8vKjCZG5u0R5isRX31WOtoOLxrq/c5BpjbVjpqiGeiBwhuLrKwOyy7V5p9m1og5
9NrGsne83IjUfLNaaEzSy45YcCr3W1HYRb8jRGEuWKlo7cXK9ABedBlB9EJqg4i62RpuM8sd3Duv
xX8WhDpy4fbSEJsNk19DFxyl1GWkmWu5gdq6tMFP67Mf1LcozduexmuidXnUUBxXNzPA+Zx3ttQQ
WSC13ipumvyPRFOMDsWj3WnepvkFnpK7VbUgou6Hz6qvnSI2GoA2u8xzyfCwFClo7ppry895hcIX
Y0uZT51e9KjtwHgEtyIpV0zrFjuB+dAG8/C46mIsbrBXBD3WgiHoRY2TCCjHzVoZ6TdXc9L+lIzB
wrpFZ8T8pPmyANxqbbUnLtRB7AaAMCkcLr/UvDBowEoyC1pTa8+OOkKZzZmJxHIoaxHXYi7BzYOx
uk0JY/uBEL9lvC4DLz1oRTkdMytQLbzsoihCiQxHv5nXWbMitP5ZHxs0p6p9lVGvRaSQJZ+5NPGp
slvW5px1vTsfeIk6B/tSrvQoGQKruF/KYdUOzmBUdAzbtItMQGrB3TRmlEt2mtbGc7VumtFyqdPi
nCY9GABVjMOwQ2DbHl1RZvoOMBYHPANVMKkSBeLL2GkanUkzoyAtyUKnC7qGlawL6mjScg+8WC2L
+YevUZCEpfQdtRNBUOox5jKnDR1Ma8uJesSUx3UzU69d4PagAjUvQQHLLJGkpY14tx0ZSQTNMB44
hVH4t3Ug7HXHXcabnJLoN4WyXd3PlWtSfW4+FHEZlmrocBu5eJtGqbD9lJXKWKwasZtLf00/Q3lN
9gFVvqjjcQ76Zy8xp/zc2U322cgWb9mVC75YGcocy3totmPe7FRWA0Cd+rEvj8PU8X/f+sL+hUaT
VlHs9Mj6EdeODmRyVaB+rzLX+ZqsCzrPxFw1f4c2lMqZNJFWAUuWq4Sczb5hRGnBGtGEGWEixY3K
XG+41VyzufVNVZlHMRASx5eMn5P4cpC4czinSue5VUsRTVOffHF95D+hi/8shpHjcCdRl3RRO6va
OwtAcd4OFPL0bRltyW+wTDXsqEAS7j6Ca/eZFO8Wfaw7T8WZLd3fQTpf6xiUWPDas4IUCSoIV/Y/
ZdHkXztwt+q5KhsseXqCv7CeM+snPpBuufUG1KyH2ajFNzgZ03LWiS5aCLBpCvk4JL08V3ZvNHE6
V9Z8LKRp7o0WAgdq4bTLzlXjCdJTlmKt88O0BqkTC+IF2cisbEQLQTdQ8z+ThjL155nz1/duFcbv
NoOoE5Y+gY8Ha+TZKjayahcoR1/jerQINghbK+u6NGzXARsQ9TkySHPA5xcK5N6PhqkKfY8gtFzP
NR1muffWplUxhxpnjtCCNE9L1SEaRVvhBsuu6gpWUt1Z7RePCHa1W6bEaHcGwnMj7qzMjEYG8tUL
cPo12FdE6br/mGiXh6dOk50bZyvBPrFYndTeL17me6GdOasfQTU31m/J4Cp1xyY8y5iVu3JOE81p
Tr6OjsKsg/6tWDBzz0SPs5bF2Zb8+XhFWMVEJHJ6xQdiid0BdjLa7nBFZ5LaISGYVQ2eUxgzRaK7
yh0HHb0JKQTt+XYs+uERn8iQH1y3Np3D5jM4zy6Cq9AoK2w7Tr4a3WE1wGCi+iC+5Lbg4/neZywU
sRUkub/PuylfMBF0WZHtEiut1F3gdtJ7ZqM1vCeQ8ZT7IYKi/ruROEP+0GEUNm78gZ5rRBp1t95i
fDLQfy/L5k/1uuAHKyv7WN2otCV4m2oy1LsFqXY/4IrZlaPWZXuVC/1lQLKpR/2YIqBOyIJH7brM
4tUVudQ5x7maFKFtZIlWf9BlfNvTtRwbUidzAp//xd+6kP/XT+6NteAd0/uLATpqus9dQ7BY+iWa
fvyU7aH36Ed8qnhz/2OsCE1WVA7gfB1k0eiXrv30rpUPfl405cVq9HoPnJ6FSNPwgIZelsvDADB8
OsMKcq2P2rvb+PnPRiETXIgHSAIY8gXGVXdTwmkuhcmVUYVQwnHSLjX6Xq3JTFwIHUeWV/0QqsDA
YUJwCN3edKORJssvYxLVB8PrNwoFhn8WQ0BkcygjGeNeTUoGTzmz7WjFpfKRX7Ddr+uZlmHZ0AVp
26cO/bG8LEXP0Arnx7fcS2kJIF/BRmfgwni/2/6m6cziwb+pzKm5HPADf74OmlrKNDCluMkmp3w2
yzU/DQaQBVaxEvNP0YKXlB7GCrjxu/cv/abRb6GRQqXJZBLynn9Nb+34QEcbFcrZI3/1izn2yV6z
LZwftjVdMF9+FFf/5qfy4gPZQ49CLgZWratpBjlaYq2tpTjPaddE6Tw79w54/NuVv5FXYOtFzfKF
jzH96IlvI4s/3j+uvLFYtuw+PL7XPBblcjDu7aA8DwpF+65Y/D5/tJxxUTgw/5UxjII0vwVNTOSn
qiZUbaHC2Xs1xJRF7/EHucu4BLu+mOrgJdeUvh4KVid777hlnhIeRjDhqfRh2YE7N0nfe/9RvfkB
RI6TgLeF0iHuAKP351uiM/6RAAKT86Cb3T5JFiPmHW9oYJKeuwydF08UzAcWFnq5k8z+65vC5Vmx
HBSmHAMBVf15+Twph7nhXTqbVlEfmholW2FUbHhg6V7IaQ4+uN6bNZLnhdYS9iQSCEREVx9FuyYQ
prS1PC9UCS41yWy6n/BO+vo29/CGnxWDjpQTNXzPD3Sef7s0E1SWB7gCdOKv7nS7LsSZSVEylK/0
O97KKossQy1PGueGPML+/lvo6fLBD367JvGLES3avJ20ywmb+vMOVwm4gN5fKvo0+mKFABmbg7/U
+aeUpE9KOFRjB7f3sgwvmenfFdXEztlqtvvT7RmWvf+2/fWvYZU20RIiVNOv8xYdE12ov7rlWQ7a
FpKxwaemsbQ+2xpzvBDrgLmVyMH6rBdzvqUntEMeYQ5d83srteUHKq6/LRww1UBFkTJrMGn58+a4
7TxOeqVXZ2IOXjN3mHZr3f+PsvNYbltZwvAToQo5bAGSEklRlCxZDhuU00HOGU9/v/HdmKCKKJXr
rOw6Q0zo6en+A0k0XpSm2wWwrCyV0pocqmS7t6fC4H+9iBxoSDIJ9LmANyyFJFPg+XLNm/MghUZ1
b4ZKgaXHYP3Euyj4fHuopUMfCArq+Q7/wYIAf7M8ZWSVOUSipAA2EGZ7TUslY4N/R/Q8hUlRvDZj
XXyDVi6FO4rHZQS3u1WCr1JL+eCop7aqohAQF4YbOXX1ZzB763OnhYmyk5VBnl5u/9j35gViC1Bb
tNAQll80idNqbvsoQXpk4O3z2lTBWzzV3QlRaX+lNfruSHRjQV3bdMHVxUg0LCpbyoPygGOLupvN
wKKeHdblNiuDIdnd/qx3dhohRwCIYa2AFxF//09y5jQNtXNNKQ9wyDUe11Y2jHuAOsHjINUKTbBe
y15w5tJL6PWZPaxs9He+FTwFJWBuZDSsllgH1CHmsDOT8tBWWXzGE9N8auYGaw950O4/+qUMhDiZ
jTcCtQB7EWKlou71Zsr7QwDHbpO0EIMQZTb2taamJ0kyw5PczridBGs4FRFAL04UWk4EFjJRbhPu
tMV6YokkWz41PzoDdvSQdexn3qKWvjKVV3EcnD6cYYODxBsLOdjLlWztyIxUue4Os5Uq27GFDJ8H
9XyHGprktXXd3I9B9eX2nIqffvlp3BzC6oBWjDDSWARxs7ESqzSN8kBbO4IY2qbVtqCw+iqPEDV4
lRTWU1HWBk0gPyDrT+q0/X37J7zz2WRX4GRscjtSusVPaKiShVSKnH2AhiMdLnTOXEU4Pce2wF8V
QIbRcs/7ld10vagmaR0eX7BQGHnpsiHnSWwMpPKHAnJ66Cq9lDxrLT3i2193fTGxd8iRZfBcUNwI
mJerKkUlZX94uYfQAXP2GYUSuLAzzZHirZ4dZXSnKI5osjmRIu0TW81bvMgp5bi2nSIbcl92kPE+
3f5R16suEKIAFwEoAYZbunHX5eQgnyT1h7QzR1dtjQpmsI4bL1Em11zER5I/fuwPW4Bo5V5rwQ7d
/gHXk88PgIcDxo1pgXu1mBRkq9XOSIeDIgfab22StA4bJn3+8ImyhaYySGqYNiaMp8thUnOopwYr
7wN+NOO3VEvfIAZhf1CN5YPdAqcTtdn97U/7v8jb5ZkCdqWz4ooFJgeHtctRo7Klmmuq42Fi1z6B
zi9Lj8WQO1epRElJAsj3GlmtRlUBvisJoiKI+GCJp41vaIHqjmzX6NGIpPCQ97o/QbJPR6RJjCEm
tUuaxtpkyujLHiVNSis1dFfgBRByddKuBnqPhUr3i4xSTuGNWascWyHxAINmtPvMDWc/PWd1H5Yv
iT05EL6pR8+e1bfda+CY6L9HPCLKF3oCNeXQIYr0V51GYHfmQNn3eYR18HcF4IbzZ+6VJsGUhDb5
tov6wXzAHQBJjHo0a0TelYoOVmSGuERRTGvZZFLRfmn9oHxDtsLBy88otB+qKjcTNSu83VSX+KDk
G1Pg472ygmkAhrNL78qxbPMv5JzSn5wmlHMvqDJUu5iWwvXtlupIn43/hcXoPKCwReeUvdfatEit
2bnr5Y73Gn2w/sEZI7XGj8qvP+vxlLwmvRWPUJB9B0RB3xg9neE6Ge8KmHmvKDnQe6OUx/mgrtaB
8wIqGn6Z1dFX7+iLxeMffI/DajuOcp9SmqKnv8dzFB5fYwy06GtLk0505vqXmIJv9S0anP7JhxXt
b2rdoCfcW3Mwn0u7RGRYU2treFLLMJFcsMfRi8/LMvEC00+TLXCkyt4jDgY9pYpxdt000RCCtTKi
rP6PSaJzUJV5mHtdbAvpisyyv/tp2hUr2c0VbYY6EBrlKNSSb1CaMRaP4pkKu0luWR9sbZDfEDEJ
QtQ2KHK6cdZoX1U60JhhxKifnLTUGlXfM3NNbLCyk88Y1AUgj/y2G+EXgQfeZS1fv4/DWUOqzOQJ
Qz/I0cp5LRCLis3iWIpfC5OWkg5s18X1ijtV0E9y1Bysjn67CXsM12g1LuiBd91nP7LGT7yyC4Cu
dfbYwHq5p7uvHNqktr8bmTRPH83TmUbH5qrnAtJJaRb3HoqNedaqZk1jGSI3Zj9UkSZpMDZOoKy5
S1yjFfl0oT4gvp9LSBaT80+WCPOY5ruVNweONwvF/YMsR6E3zi+Ikv1ThpWrV9s8kq20yD6FYxXu
/BRg2MreEaFvsQYg7wiZBH7eKMunqsNDsUMpHlZAM5l3ADj6U1Y30TbVig/KeMNHIPhSPaFIRR4O
D+Pyi1XKY6QcA5qttVo9p0kOZKEPJiJDWoSV4vVlWH69HfqvMhn66bwrmGTIZLyOl9dNic78UKnV
QVdC4xk9oGKPQbd0Uots/iNJAZ3vpFzzw71OMARRX1fJwcF/gmpeXDdxn6uYw036EUAdCBB6uOb3
GboepWwzbn9B6UYBy4iMpvZIbqefA3JoIX50rRQJaJK8cudelegAhSJ9asNG4fRCV7ic9zltG7Iq
yzg2waztZx4suzbVpY2idhLlf5gLtyddHNuLLQW+2qZQZvyllZJULMbrTavW61A/1r1hbLkPhl9x
qtbKDns0rdjKdhM/B2FUxsiEJogO3R79asnF6MCs6chw+eHIcTm6PjXhqACKO/oGh7iDMgKDsh6O
tWHQO6VCnj1hBimtiQa/M8k2gDfVECQqGKuLYY1q1Oy+s9UjwBbHyxQ7qt/wO4p+pSE2wm+xqTqf
bn/oVcpo8vyB56MAsKYSv9QJnUL4cJLjK0fcM9U3uzQQ4gB5cNdMlvYLFooD/g7UHn0ZXb3TKe2V
K3yxd9bZsTRkilHzJX4v9RmCoUmoJGrKsY6C4ms2dtqLVKfSBnC9dJ9ko7xPzaA6IVraViuLfBW1
gJiyvoDLqQJTY1uca7Vr8bAnnzgmUzs1Lgyn+VWtHfp4+C+t+Q9fh2pGgw8B64LxTHL0xZbStAEr
DFs5clhFZV0qtkklt6obkuNucuLaveSU+Z+KtvYL7Bh12I/qGH94ui9/xeKb9T5q/HmQFaB9fvDF
KExCJqpGGhAzf5y/0VXQPVy2AkzsnTxYE4p9b8bhnSoOu44TtpyDKaNzno/MOH4rllfRnQcxpkry
vZBpX/NeuN5ZWEnBWBCIaB7B2iJiBZmZyWaFfGGIppkG59wGgFRkwR62ghmBD9HbX76UzNEp9Ytu
jYJ5fZSp0cGygnfKUwVDocvl1uJwKqARmUdp9gF1BnQ6p83URWiwllaE+ZNqrNSL3x0R7BRblroR
T9PLEW2wp05BrfSo5Vm5TeEvo8Qp58ozTqImcF91zVXxndXkfU+JiRtZdBFFEP0n+dA7xZeHdLCO
lZI6R20etGybSYkvg3dsq/vbgeqd1dS4BnHrxOMGGr/4+38GMyXZgKxuqcfENJ3zqCXmC03k+aD2
c+Umcj4gom8kESJjvrXy9Lv6TlIr+GQmeQ0Ug6sCztDTp66zuTjGRaA3OzkZZTLjZC6LjaVWQJBu
f+nVOlLpZsfqGPqYbOClhr0MhJTURq740qQUKMhoD9U3wd9CC7HJG/OPzqwFLttEuoEERzG5eRYz
W8cWKPqkxikslnZlxclEtqf1QrhGW6VIlC8JJqyflbTXnm9/6fXEgjQRtgSiH0tcXGwgnEGM3lCn
+tjGrfosm7N2TqQs8WJQKuVKPnF1o/OVtvB9ES9NdtFirDAjsjuRXh9pNNp7I2iTQ81tDiCuz90Z
PcPKVeNqrYr7zlo6aNugT2hiVMKfy7lFsyvL8mBEPSCDg+Eh5yu91mhUvvSgI7YgK7uVzXN9zcBa
hTNFr4RQACNOzPk/52QOIxunbqU9Sr6efgLS4de/TBmFZLasmVPmQ9dSj998w8i+NZkf13uU4P3Q
oS4VFXRyPrrCuO5AAFV4pWhUIxe/BsgoRyu0p2ONnDbKY4LIFEy/SNvW4u11vmxB3eXpSsaMCguL
fPnhRZt1YY1s/DGghpDt1RlRi7iX/epOHXIqu/lIlXwzaoG1rWZTql/lmXQGDFihT5ML46uMP9/+
+KuQxS+CtKYAfUaDA8Tf5S8qEVvTQxC3x3JsAxvZEaVJkcjliXQE4KvmXggOK/KCMI/au5yXt/16
+wdc73kCJVGLtqVF6rHMoSfMvgOaZeMR16XgbbS1LvfoYqTm/VxFqr6LIIkO343W1laLCeJy/Sd9
59JDdkGIwgBsEN077fLbCVitwXshOIMmreZjislbaB3B5wGlcCXIFlXuZUMRJD/GDrnwbRDMBTh7
oNHOixLXdudsSsNAgFF8mqWsRPTlZmFJMAgha9eFHZVCWf7y541iCB3v+HOA/rTeoAaCnSYnJAT1
em8X0nBGYAkxHUrzY2Aq29mnwJu6M7yUYi+1YdshXjFk89rxXWwZZostQ4JExCBpwMfk8nf5c+5I
0Jvg2FDIm9yBEnZzH2Ifh7mFaQ3HfjKmk6FAydqV/YRwzu0Ncz0vhCjst8UrnnQcJaPL8Ru6qQrz
oj5UtlbeZSyDyWWAtNOvPreCOxX5nHTnTCk2dm6qYJmMtkYsTxun9UdP0cpV5R5xRv7dR0yIxesE
AQSuQ5VjffmD8jSR/FCKtYcULPk9SlLV5IbAhNeuB7Hgl+NgA0SnBKkaosjVpZu2zoRUeGk9WKkE
MQFA+5i4vZGgW53mUFC3Paa+ppdDGsvcaTb9yKvGxso+Fi9Zf36G6F1QcXiHy9zRyK60QrIfEgO0
qptJ/GgXWfOmRwcaZ4OV4a63G8PRu0CbhBYjMLPL2XVSA8fH0bQfOl1FyDiZlGKvSz6cryJMvCqN
xo0lKSaax2Fvr9xU741tkB3zrWiBUV24HDvqqqwc+9R+kHjpx/uc0hV9KH9Q9yE+4NI9Uj2B44bR
lL8IFNsaBGgRG8VMgyuACkcbgaRu2TbWIQz2Ew/SB6nJjIMe9PmGiGXsZklpvHqapPsmjNbSgXe+
GfkpBLLoc3I1mIvjpRDwjURunQee43G1SeHFo0neldMGq7L4GDRgu4HvGM9aPSjqyuF+74t57QI0
Q9uCyuRicNiNCFFSbHrgmJZbq3fS+yn2tZMpK1+aPOy3VNDt3UpAuTpXaOyodD5JInj6stqXqwyo
LxhnVJ1PchJoKMbHemP/1GRfeS0MHaVSWCBO5kZK35uvuZxMwdexLulQ0oeJnjI7NV6gW6Xpp3nu
ccJJjWCCBTKNVh58QanJr0sYQ7PSeY5cCi8n4RRy+wtExP03MIjONBGBsiMVQJ22z+UH1L0t4Rej
aA/g4ovt5MRK7GlO7Zw6OZqklcGWS/RXh5QHMncm4CoUFC4Hk1XE0HJKYscA8sYWKSbY1UoxHBAs
m2FDxsqnrjfWyiDXS4Tuj3jXOAh2CsmIy0HHcE5xogrNU2fFCrIypdJYeDVASZY9K9ay8rXNNLml
KeWPNLsQcGiB6TedhpHH7bleHg8+Gg8V3lkcECZ96b5bOCPEBur8pwkWAaRbR5qR5UJsGHFrJOiH
u7KyhuZ+yoEof1ej0gGPfvsX/G2MXyy3IJBz++FDjQfdlSorelI5rM5KfnDAIQcbFrkM7ucYIKIb
d5UlbfxgTo7xJMvBnrqt8hmnBsKkO2lNYLwNBeBuzUscOnqPtU8IQGIUM/jZa+TK8RHzD3FIQAKx
UvMzuGxzhCnAQK9lEIbmNlWg1nvUj0LtOfMH/D3HsR+/GiXekXvL72QZZ4666+8CIyv6baCHGhLj
qhycG1L8cKfr0Cu9NnXwp7K1OW1qN/d7Va5o0GX2Bg5A3rq8H1BE1rKOyXOwJ3kteXG2pUtDMUk2
ktFY8G56zQBqrw9DqjyncjDu6wCJ4LOiNWq9heOt6RvMvjrrWzzM86scglRD5Rgfo/vb63F1IPAq
I07/fUJRjV3qyEH2sULVscOHAN6rsjPUvjoHlSY9NrAgNkaGQ9Q9yeRaVXTxbOP0EavEFgRrSMvX
Ehv1n0cU9gND1hil82DjF+MVUtLsm7zgG/NpNJ8T+A4f7KAwIgkflQsRgEl0lmKluRNrUqLGzkOX
G/bGtyjbdNgP4OBrwS28PalXWR6DGRa1BYePQ7R6GWaSkfZYU5fhCZzbrKBGHYFeC2kma+5Ma3Oi
JicX9qaKp1aQWyxIslY7yckmMsLwKE5xunLyryecXwTSiTaymANrcU3g/0X7OxiCU27Xxs8JZvpn
nui02hsB0MWuYK29cBXWxRQQ9jAWp2mISNzlCpPtjRHWWcGpMLT2qDLsjpZmdDCH0Vi5d6+GQrEF
qLkw6hR132WVowt7n3eWqT7UYBgfOzUaH1G2iiBANWs6nMtQjsgkpTj6BjyDacYts+UeyYEOQJN5
TJ0ID5y2qZxt3/qoD2NU1SauVOJ8Nkhq59Z6OH5z8sl6ur23xLxdxE9Sqr/WcVRaAIKYixtsHOqu
rOq0O8khqs6btNGc9CGopmz6cXsgVeSmy5FsLiz7/zVBY7GCVZCYVQLLnOcQWo1eM2soTgyh5m/K
zNeepgJXHrealDLkEQd9ywsGPAp23LvUwN0mSk3pVenMsj5laq/wtki7ARqGXsDvtWODHj1cMNN5
a3mv564GoOXNDxytt1by4Kutz4whmIT+KEU/kM2L71DquqM0GzQnqiPtoWuQ5MAjWTn4qub81+ET
s709ce+Mx+Um8PZEGpqoi6Om9I1SK2bYnLp+LrxU97Mf3FTqBDswe8rKwlwJ4Vfbn0o0Mj4CkoSe
Donv5UlD4MToSUfbk41EyaGJTIyIRjOZf/Dy615vf9vVdSHG4roA0cfZpnN6ORY4GCe2G7s9yVWt
npR4lHbY4/pHrAzVXdMZ439qOE4rC3g1qJBxF4BZoOkOYy4eUcJDaYBAKZ8Ca549fECSrakOyZ3S
leDrgPhYXp8UyYop79VBE6OStSF5Q2mJ5vTlp2LTpULXbeVTqcwgCiUjmr6BMgz3t2f0avVATtEF
ZbcIXVIC9OUwJT0yXZMM5WT99aFScz07kr+az+pgKR/dmYwlNiQVfr6KGt7lWLpMfhnBKzyNkZ4f
OANItQtimxH9dewx8/Lt4x8naoYqcEHwksvsopQj6mBxD611ahzZZffC98VMKURCOxjW9slffPBF
xOJJz03AFc8EgYhcnPTJzqvEmozkcfYDnL7imvLwZnTijnavcP6Yq0pzULox6reiNJOvAICgXiPw
iDtV4aA5KVFtlD01GNtPGkil0stwPTnjR5MOLnU2S/reU+nFeQHX6fRXM2Zsxam20v47iRuCOLu0
K6FX9mmXveHrZ39C3oMcEXcM8P4waaPyC6BYaV7TclzKM/GEQrmMbSF4I8z2MrH363AEzxAoJ0wo
5MbhDVHb8+CZPNcmTO9CGweSwdHP1NoCqC1BoD/FWgmDPNbJ/emQ4p55qPH8UfdJhM+Zp8SGNbpZ
ljT4ODaUrz27wqTkrRiyLMy3NV304SFL+xHeNJI3WPG4RqQW3acC87PxG5mwEm38ph2llWgnMsPL
NaaVjfQgLB+LAt4y2hEJmiEpeR5OSVi96LFZYYSDRch9hagYC4AeT33vW6L6W3NRz7uP7mjSOZqd
uH7zG0xHBP9/ElcAdzbOC6V/4nYrwNeqHQY1vYAr8AwHRXJ7tOuP5aHE8xiMBh0kOoCXo1WKJQBG
hXoq0fvAXCoNt5aOvZ4jxdG9YSfFHs0TiP5psiY2v2xziPotxgY6hRvaHaLEcDm02SGj0YWzejLb
ID6iRRbt1TSEVR4jde6G1YBzSNmqJxzq0Gue7Nalpd6sFQeu7lJqGrr4o/NYQA5GvfwVOQ5xehf3
+gOCYPK56dL42Y8MdAiSYvJUkJDKyoxf3TVEKeFwQ6cO5XcwV5cD9k5h9cXUIjSTJfOfqo6/DYKK
hIaP76FbonvxHH/QSpaYDAYC+wockMHI0866HDNqbYwZGz8+DYUUHYNuNH/Cvf4eOc4aH/JqOhmJ
iiB2FVxpsE4W+2nSfF2uBzk5zdC1YZMpfllttHyYTE5v0H3He7XNV2b06oJjTDBdiM3CrSFlWNyj
Xdk3WIz6yQkNi3w/B50ErmkoZtCnUrCSnrw7FgdGoxhGS2RJrepD3JTD2ExOI0pVLmqoyg8Nlbqf
Wh71ycpl+t5YhFsqmFSzWbvFXBaMngW6knA2S0JqbWgb35a7faxI8YrQ9nvLpnO1kQUhHXj1WchI
0NH2s5SgU4pt38mnaECD2cBRsECnS2nXSGrXx4BoQ8RhTHIFjJcutyQk+MACyJKc0DaI34wott+w
O258AMBxy+nH2MoNppKX7O2Adx122C0cQXCAFJAVjJ8uB57kNE0RImUFnT78gZSHvu3TRijnxXa7
K6fJQnzDUSIvi3XEutCle1Oh8a2srVi7i0tG/AoSJV1UDSiwLoJflxpGj0kbE97J4xPmfCcjrH4n
wdjL+xoRVBd9ilnDHBFoItWftSr21XpTyhVtGU4NHFAYYpeTMFujIyEiPJ31Ni0QzgMb1iISgaek
QR1MRnu0TnvDtzcrk3+16qSEPKQpDlJEs+DQXo7btri71iiKnK0kqmzTzSspedG0CuSSV9VlX/Sg
JENAKK01KZ8UAT49Ik2YpZ6J4JjiTb4d/wY9j+JfjwW0Y7i8o63hYGVGOj1YaFjr0Pes7ufK7xYB
8mK5ED2mkkJyJqrgFF4uf/dgldS++6p7jKBFbIpp6ugFh4ho4sunwTfGvdOzEHc5ho4ivURJ4dyh
nFu23gAKRPZQKQtfW78NVnbR0rRDAV5Ca00QkUkbBbTm8nfNRuv4hdT3j30EpdhFyiYNPcSvTOFk
jF8muJf6M9kZmicujgTVri1NvdmMTW3HeE6W5fiMkZn4hZHqxGdljCVlJWJe7XRwKQRmXqvk6QiR
iwzkn3wmKjq9kNs4eZSnsbS9UFN5wXdG/Jg1sOM2RTw0OooonQ0nFe3d5s4MMf5euSKu9h0kWK5A
ajfwE5ipxY+wDeRZ4rRuH82M7mMXqtFPI65kpEicXHmd0MrYIOY3f7m9ba4/nccy5Q3o4tSOrlrU
rdHVWLya7WNRNx0aoH6/N6d4FFp9CTIJqlcYWbyRptJ+Lk1rzTzhndFBDQDbAIFEcrNUgS18CmGd
7HSPAUJen9F1lbsdT+ABX05e38GPvgjbJ0qaZeANfTpiA1hRLHy+PQVXgYZcFhSsxakXHMhlqaKg
865zA7SPyJD4O1sKK5dtPP22G8X3EI2rv314PAHZg+JjWjYYrMWBqK1uTnFviM8NmnKBO061HnlO
npRPCqoxf0x/KpO720MuRcs5hIBeTYirKFKQRi7zj8mOC1pkXX4OSHNtpEj9KZBckkpJw0+x8+EI
mlpYc+xKdCW32SiZ3Y7Uty7xTAMp92aogdo/aEh5RDBF9CqUx5VAcZVKwAihT4pMPX1LYLpir/xz
CKcCxQm1GqKzikQR6mvNhHNMXnf+W+KPU7W7PSPXOw+8CrPMxcL+o5x5ORrDx8Y4VOXZsfIJ+pyE
XJMTGV8CLD9fqtb+RtUWWnrYmwdE12R55bD/JdZeRGsSeTAQdIAEEpvCwOX4dZzVgEOG8FxAXDkn
ODpqngnjKnoaTb/yT+GoT91bCHs+36ATG5ePYZ/omKUT3L81dTL59xaMjTcCGlJ7KJg6AbhPnmO7
FOdFvBknHAbQKyhjxH3GGK4QPqjqeGcnavHEt+dkoSCwFbeR0Tt7zNnnJ8oG8XPm1JKCoXCUP7dY
3Dp3FYjPemONaKtumirJ861faCkaVqXWQAVISwXPxsaXXtCbU+NnvEDanz5N/Rnlw1hBLzZAn/1h
VoyZOFIl6itSYP4bCEFHO5hCFm9rpZaf/gm6rimPiTKV2mdEdNrJc7S01jaIAAX+poE4hBh4i1n1
DgEwHj4SROlyN1F+GA8lsmnWQcua/JFaQxl5Bi6uzV6C3qTt+xiq9pktVCi7EVt3XBcR04PmJgWN
9Skd5DKUPr67eK7iDgr2B+WPq7RYBsaPvnJ0Ntp2OEx1Mb6qwJIffBwKOH16U/2RksqYqM4oEUau
YWp9+EpDV5uCJ084foG8NIKRE7njdJPFUHzpPtVSGr6GYdZuaktOfQ/BtcaLJFl/1KPS31FWkVfS
qOvzxSmmwwIlmV3kLMuVaW3NdHRU/9E3wqjexYUzq65jD/jbq3Yy12gt17Opf8UyrTp18HvTjYP6
X7IyDX/5K5fnjAcXMZbfQegDA3J5zlLDRP/NUaNzlM8z1ui+Hskvdq01D8PQNzZc4Sx74F62vuZw
Wg55XqRfAYwH9qeZy9/8ksZlGb8qflaY34yUDtExThvJWGvJi3Cz+Jk81kT5mqyTWugiHDWozfO+
oO2oABc7TGrs116YcTW5Uohgr8u1Vfy6HQGv+3Oo3tIEpzlFIUfAni6nJsoAWzlovZ77BmTqVpKH
/DWym7zeFn0mVBFDA7Ykkl5NFH+eQ0fLPDWXhtOgxBVIfkkLEmPlavx74V/Mg0gTmQOhswAKYlnr
MeYcM6UhU57qok6dx9IPu/Zp4hGvPuBe1gwbdN0dNPNy3QmfJ2M0pJOVlLi1t3LRh65ax2H6CpC6
GDy57QFRqCiKJdu+nvLkjU7+UN612TQ4r2PZTcG2oGP0WCuTPH6aujkbd6WvBfLKw1UVmffio4TS
vYaQDWeSctLlRGtVl9hdrmtPcD7nvTwF8y+7K3LtxVL94E5rKyf+gvwa59IJh8g5OJnRpHu97dov
mlmh1RiCzn4w9VTXv9RpWD1YA+WKO1C2nfSg5EmffXYMrK0+ZVavSl6dW9mX1FejNdL7X/bVxYfY
vFQ0DhSlIW5IefHECE1MDq0s7c5yYzVogGMWPm5MGfXOT/3QWJGbIZgX3iMeOsA7TTsMddLJf5kD
PdC2iR8n/OvRbMuPxhp+C7V8UOX0ZEQ7/XJ+I+SquhzvrTOmwZZyL4Va8DhHVXHwgUd5SZ5m3yof
gTuX+Rlf58H+oFwQrG9Rl6AgyhuCQsEyyPR+XNCocMaz3oEzd4GV6L8zs44Mb0BX8UVuw2Hlk69L
BEiYimIZyAV0D65UQrTQIW0E5XWWs0j7KQ/9YcIZcSdAFm7MsxxrdTvxK0+x/OKp4aF7onSS7lZC
yNWbRfwKkwohpUL6N85i5sdRrbSWR8k5UWdkcbqq0tuNlI9Cl9pBqxe5V2Xcyz019sKY+vyooZSJ
MRsa9RpK3gRn5csozVp8Msy21zFTQMxyozhpjAQQGJHBNSZljcFyHfj41aRfQhUNfyKW7HK/KI0P
gRg277lpSrgPqdr/5P7I5m3RqfOj386/sLRG0Vzua2srNUJPEP71s4Qry5plpDj6lycKZguKMmTd
iKGBx7z8KXqko5GQiAksdWsXxvZvvWjVVxlW1GOSNqWzknde1dIBav9tkWj0EdGcWlyHc2TJo9ra
05lwDu87bOanEqHUOztSg5ewmw13Hh3Oh9XVxtfbm+WdvUIlR5hUQvHkKl4MTcm+pozdm+e56du3
3k+aiKYJGr9bH/GKJ61J/4sKp3u7Peo7E4zOFGB9qC6kQssXJoyE0SkbwzpjB5v1rhSFya63zPlb
1jbxqaui/26Pd/WKoXxARg/g1RItxqWmUWP1dTPAbz/PqFfeZ5U6vnZt3SFSlq8hLa9SrMVQ6uXe
mc2kluwiNs5mngEUtrF/LzzZKNpNWIUD7iFWdJc4WbodtTE+x5qxRiG6Tq7g01C4p26PQgYyKIuS
BSKHqAj7jnwe9cpO9npWls197ddzQqOwqu/tHBPkLfY62a+8HVBqkniIz/u0rfTHns7RT23u4+cK
gF3nwSaJdnkSTmvdk+t9h/A64GNCFJRzbVl/knqlHElC1XMpIRhqy2O3kc16eB38aexOKqprd36A
U+JHsUbA8sCNCBysEPJY9lBoB4x1TIZ+hsaF3LBtlbgT69ZzQaX1nkJDsL+98f4Kg1yGEvBrlBJF
ZKOQtUznnCYa9bLsrTNuTaZyl5BWIMaSpKbilnKQWoewlduOCTDHvdIN5rRrg8aRuJGjFuyAVuWS
F0dQv+/gvilnXlHj8KDNnQRCb9LlP6Ua2dOd1ebtfafIk+8FVlElbmWPVoEvlCrHm0LVUmc785g2
7rpWAVSI3UEv5DZ1O0G5OEeiI/PRrNg0KlZ3z0Zn6Hc+NIzway5LwwsFwTr/PimN+oYotkRkoI9j
u31UDvuw7Sf/UNM9/5oNVf6MQnPnPww8k5FIh/0YTG4+tMaf27N6fZwFHZAIIpgKKKAszpiBzXJX
1Ip1bumXhRs/M3xpmwPmE6pCyN6vVf6v4zPjgQnFNofiEMCxyzPdBpqEyKxsnDHRATejFTrZX0Jr
AoVhQ76zKquZ75Qp6lCzN7Gs2Wo94Xpf4ip6H0aW2n4fiowUJC5mtHBF73fTgQLF/cABgbvDGFih
rNdk5G23J2pp6MReF1qnqgD4i3xkqRGRlXU+ok/WnlF6svihmRpu1BlvCYuKqfEa6ILAn46S+l+W
dMk2oX1lPyFIkmPvmIeaso2mGmuMkmKBJ8ld0SeunKpW90MShr6NaufpCzMezGvt5eswSmuZIjWt
XrSE0Ai7nPIgiTqzAqxw5kjMEKeK0JVzSzs0RVG6tSM5m3ysvju9nOy4Qz7camXa2FxoKYFXILcW
99c/VS/wZHaeDF17nrg5nxXHD7/Dyre2Qjfnbp66+q1ueiBmt1frnW0mHKORDaI2L5qhl6NKbSrN
vWUV52YcCn8DCcnfWKWt3Zd4IWxGrILaPeExu8+CAtDm7cGvr2SeELQEuBwFE3Q5eKEXRmQbaX3O
8lS9l6uxiDzZxmUzpgz5Fc+p5MftAd+5AYBqcUkBiAGDs9yaMKEKM5vi/lxUWtNvRr8YlX3WZcEm
KsPBC/sy4KmQJZ9vD/vOJFP3EKw85LIwSBQ/65+lbZNqnu2wG874m2rpV34ATATLAtC8GYKmbH7X
wojvlM+Y6L5Y/tSuxK53xwdMBXuagM9yX44PqC8nDSu6sy2p6CzVETyyTsOd7G5yakScJs2cZNxh
Gju6KyQDC6fb3//etAuICitMK5Pb93J8DaJ2mSoJks9qolSu3saRvdPt3n/GS753kYnAXnYcpWil
sPHO/hJJJlUEghFCYYuYTaPL6dEo47vnatirQ2QGboglyE/Vj4img++spRjvBD/UFoAUCBQDLKel
aFduJlrF7h3Oo21F4yEftfw/Yjy2dIllJs2xAxb7OxEtxDtI7P6vobZ6aVNXY+97Kvrr+lEb1ES6
k7BCgf4RQMmmPmbhPIV0Vhfctbodf66zPjJX1uhvVnCZNQidCApBVMKFfMEiEgxqrBbFhMVSrETD
s4pXs7YpmzSgl6/5+JcHSfwUBpSnvRmrk3AroS3fbGbscupjE4ZRQTMUr2m3GGUp2aAvJVfu5NAT
9iK7Kp37ssyKxh2sutTwfCnU5GuJ4OPgFelo/YdTjfIFxw/OHzLpNCS1YigSd5gDSHC3N+P1pgD1
jZaqAL8LzNLioTWmllJqltSe2arxfc2l9Dng9XnKYvV/nJ3Zbhs5FoafqIDal1vtduwoiWMpyU0h
SWdqX1n7089H901UElRwA909mM5gKLLIw8Nz/iXacCq6hXTsuu1JGUsiGVGaBK/AlX65+xsNTqGn
1h2yZ1WSTqs2H2JawXYFyc5w26x9IAyaOBTgZ2L+CNuo/8BZQlnYCnK8efXcgrZhwcY/64XWRp81
e7J/vXdNJFyOeEjxDzWjecaooF8VD8KcjroXagbCsmYIqM+LpOBdu0tiFaTy/RGvQwIjUpimH8z5
JCZeLko9lB6WHf10bEz0bHsz1R+DQfnquyUBqsAT4HdOJNrfH/T601MoQWeYyiL1TjLyy0Exasvc
umnUY6EX4ybPE+lVVIff3FQ99INTf70/nAyrlyfqcrhZ+OlpUCIK26vHDslmfCm85ocRWt+yeNRf
7490nbmAJIKvQuWAMgYiIJcTS1xz0NK6VI9lNoqd0/W+s6P2ZKW/0PgjH050MdDVMkwBsnNK3GSN
9TSWAqv7P+PGhHlXs9WpKMBzmD+xW2zinDH0raOjjfW0olevgwMM1K0AQrpwrG58S5mJE9qB5hFy
5W/56041Q7cq8r7gedKl0x5IxWiuTCuFcFQL+4E3T6bt7s/u1ohcoPC/ZSOHR8DliFi+mBDBBhws
KyX/EjtJuPcGc0CuL2uDzYSw0EK2cmM5ZWlKkvSAAIEEuBywDgRmbJiKHvNuGqatmVmd+0lNTW9c
gWnzzYV3qgx8s+0K6ZDUiCcyndd5ZxjMqu51tacdi4gAkymGF++Bg9f6QhX8OhuRaEK6GyQi8oUz
O4VKWE6AhhL92DdFu9aESSMotfpdBvcNr1lFfYAuHqOs11BHfvcn5ITwoIKuAqBrLurSBYYxVJRm
j0laYeLTRf6D4YM8gRvcbnIkOx7vj3ejwMhcyd2kzCHEY3X2CaOK4iIwbB0SWW7iRhSjCOkJvFfx
aHzS/Nhbe9CwPjfI8zwrfuWto7rFVQf5lyVljBsBF8kpmDoS3II6hAwhf50XHtlVbsS9duRKTl+m
Wkv+gQKdHkzCbo/nYWZOG03RXWXhnN7axFSnHS5asqGrOmPbl2OkVpV2pOtr7L3e7aKVIiMQbnjO
r/vLfXMsC9YT+kvUaedvZgpQZlLw50erqLofFVZ3aDtYAKI7DTGU/zCWxFHw1gWbNi94F0qMqdvA
vEojG/7pfAjdCJjqnfmzaFEdWzgzt74eChKImlDYASYw20dabHpTTSX1iCK3dzBHI9yacS52nlCn
7zT7p1VVT9Hr+6cIQgQ80NsWnheuitJs27aetCN0PdKOIFEfM71KszWNFzqo/2Ew2cUAsU/BdL4/
G+GWiAha+rFIkEb5oEIs3xquAh8hUlJrYTlvhHIqM+DjbF6dRKDZcha92/Y9dplHHFRjb5NAvlJ5
aHv6j6rqlU3bRd2Sa/ytL0i+SQgg/ZBaxZfnbwpR9yiU1Dg6ilttIqcw8Cly3HijxXR1tdpwdmxp
bSEA3TgRwMioJHFB0lqYN8RGp24xtTWJP1Gpf+faTrWf1FLEgUvOND/f/4Q3VhVyEJcxEjwuUAf5
Y/4KMQi4dt402tRXozp96PPuTynQIUW20VHZn4mxJH16Y00ZEKkZeSRIYGef0XFxCIuoaR1to1Tb
353ovP5ADdJq9+xpn/K3Dv9igxJSMC3o2t0amtzDgaQEwJ+VvZwrVoJxi+uhcVQcpfwEeitL9o6B
As4e0FrygxdSn68nNPT/Q95jS4InbFJOJaSEy4HtIGnykBh+nBQ72dRIguAXGU3+8xS41VFt06Je
KOjd2kNS1Ac9QV4GIDkuRwxQmFANYehHysbKp8hwfHwGMVlMdok9ZcnCwt64Mm1HHkmJ1gCpMW+E
DVoJJcpUs09TzWvQDb3M3jhZQ9kAX5RHErRo12E2s+qbDCV9wwmij2GpBI/UU7Qv9zf0NVhOciSB
H/E3/4CMcDl110iDRGhYWkaBzbcuusYwUbUeoi9FPQ0fuFWaBxGP5XM72r2POvfQbexyqP8BN0nN
Ok4RznbREllQ3rvOoKgxU9jg2USqRgi7/FkaPqmtYzX1Jx8uCMrYfklaAVjrCQQQ9WAk2V8SabMY
jRBhF+69t9h4mSay+XjNSsoPp24u3wCKLQlxCm7Y9OUfTRlB4IeW9VTlobMPtST7ktd5t230yFzZ
bYD9nBV3C4Hm+vC5OoR5ek6S4MmD7nL+lMbhZuXu8ImEJm7XQwQGbqA88rnR7BhlMT3DlrtC8mTh
jroOcOxHirPAmWhxwT64HDcvm7SLvbL/NPpG92dyveYBTpBQXoHvcwVbZuAE776pQJhSvSIplyYg
84qlOWZ1gC2Ue8wCbR/Wia5jT4vLomVk7pdsqvyf97f89WGXz0gUW2Dpcwe8nc6/Yng4RVjZt6pz
5J1c/Om6zqI+avvnHrLky/2hrk8XAiAAfMif8FXipp1diWYWcNnmSf3RarPpAR/u/KGtEEzfen3m
P5opcll4jqvbsMHmfl31gf5qGU2IxLulRd9CYyx+R4lWNAs7/OodBOMC7ClqdnxnYtDsVtFrv2qA
vNQfs1av/gyeOsB1opexJE56tZukIA/vSFRQ4GJfEaMbDw94zW/Hj7A63H5v5ngP2mbDEx3N3/wP
9qX27v6KL404W3A/thtUZYbxYwtTQ6wRe0oPftCIpwg8zD6K9P398eabifMpO0CSqMyVRb3h8rxU
tlAgNUXZc5mbyQPXsvFcGP5RQ75jqXczD4lvQ7m8WvHopLY3756kVTbilJNlz5Hj0+Mys6IH4pcW
3wDRwsV0G/unVhT5uE60wFg4M/NwJMemdWJBF+BdS0nrcpqtsAa9b930eRjoSUVpZUMDzNxVYLd4
XcIfNf7kTeZ+v7+480DM5Q/7HE4OhQHU36+6J+gLZuiVJ/GrCATVgTTCY8AMBf6XPqUKzJOnUDxh
V1/6q7hMAPIT0WvcL23xTtOyt18CLQf4tKT482suF0DahrtKNcSvRquSlIStn+77aAr3Gk/9b143
GtvIFIuPaxlu/7qJZHGNtjkJJ9EYhtCcDSmaeuqiwUlfkzwqj1UxJBiDqZnxUMOni1e+YirRKgy7
CssizET3tVs6z67T4p+GaES1zccwW6owzK2s5I8iUSIDpsQg0aKz6MEbVOvVoCxfyywPm1VAT3vj
CKN1VkKYaBGGVetgmKukTrAp87GuDgCh9GSbpoXy1R2q+J8KA8zfmdLkqECAEzCpjoTtXqB8u5Rq
GVcLiPQcSFN2kcRuvTk0/BXs8Wa1xFSF4wuknYqMKuRCAPsedXSnEA/p6bcHRbwSfopGGY8mS1nD
Ykr/Z3ZK9o1vI8YPiFQVJ4Si9CX96lmsYh3B6iIZI9kRoDpNGaUvfpss/LXe8NKMjvjggz//ogsr
4iGRl9mDxYq+83b/d0SZ6eE+AiPDlr/orxEBkoouV9rhJY18jNWSNvSfPIyfE+zWojwCPG+kSxXT
m7OkvGfgRSnZbbOI3ILY1DtnGF6gaplfiGvjN7SR+rM2JrwMgcb/737QmIXJtznS2uZ7O7Thrl4P
FBbchu84vJiT9RiIXBRQw9LxVS8dpdp4Bu9tdrD4VNWL9oK3hkaNQMrFyItvroBjD1nk4p07vuRl
Ig6ti8WbN9nW76JUxS4B/wE6MHBfs9xsXu9PenYNvU2a16yENpOyUh+//LB2pvkuTFi2eTYln82+
rGq8bjRtowS68b4HtxwLK0Pwn2QPoNvmpqZBWXljZo7TS9Jq4ps2uM0Hn2ZTuzEnSh8LmcqN3cNg
vO0BFUMvmBNlKDR0CeWi8SUpXdgEjStq2tlZ25aQOdrwuU4qb0kh6+aYsotsIyvI3/LP/zolfYN8
/4Ap9wvB4/cAcaVcu8L0lF2R1KaOMKcom/c9QN/WFOVGikMgp4H3zh6gGjrCUGNqphk19UupF8dc
JMYpHcdf9zfK7CK/Gmh2Gt36TZRkGl8IzxEFyjhee/Wor+s2c1793g0OlRVbv+8PerWgUDSRMrAx
EUOFDpz95YJaVTq5Ka4xXy1gwjUSaT0u8z6SbtUuQlYD1QrMnPzD/UHfRLb/vjsBC6PKKEM/xXRS
b3k1/PUZRVVOWuo45Ws8SLu/ZmoRABw8zGRWiCVnnwB0pfpDQFP4UIW0IXa00DX1Idf11tsHoSGq
x0k7O3ZZn4Nwcj6Z6JLvdO77p6rX11VjrVPaUDi6207YrrMBgMF+rIxEwTPGUvDyDCI8RVu0X8OX
wPSHA25OVb1GJyi3V0FJcXUN3Nn4ZARIBh+KwK9PXZQCm+DS6b/FHrpL/+DuHkw/83go/ym60X0a
9A5jjr6PQ7GvSsglC4s2L00AYKB0rkp0M5U02BKzT2WCqfPHyi5fazyU010YxGg/6M04+Hut7nh5
l6WltJsYMOMvjCqzE5XLHnWIxNKbA8QDI1nd/4zzvUORjnyXXiZwA5N6yWzDqmUZChrYzauGcwaV
iaZwd5qfKxXG3hO45UzUi3jzedYlx+SRT5UdSAv9n9nOCQavr/qi6F77HPAgNYYRzCZ1iDRfl/2E
gZcD0uMfDyUdd125Apkir++H3VR2ZnsYtKlAaMHJYrEopciOvdzRdPN5TnGICPW0Oi539FD2DS2F
vnx1mi57DqbWP1ADDiZ5oS3qjN9YeGnJyi0qS49UiS4Hw/kGoluJTb1phcYvH0Lwb5gNPXBGaF7J
KnTcPlvYffPgxLqjGcR6o/3Ea3lefBBG4wIwrdpXJTOmde3l1UkCHHYYd/a/ayJi8SG1oZkvFCDk
FrpYVhhX1HukdDXQEA7A5UwzEVl20ZnKVyP2MrHXG9s5Gq0rvmsYnpmrjKBPuMod3AqmuFj6qHMs
K40zNraET3v0t3nfzZ4WNSg8Pl/nfFVTKU5kDW46fJ/iYLQ2Vm07zaswvPwD1VaLLVf4r5AzFOsw
4huLcJHZJD+zwIi8PQCDyd2PVihe3DFOxw0dcU1sJ7NDGAcHPzPf0K2kYBQMdW6vJ9G69cH0K9kb
Mxs0doY9pLlIt7Z+KVrq9YnWt1Bked/vHHjLry5drng/+XkdrWrEI7eK2YXJPqHE369Cu63abR/4
ur8v00hpeCmGHprfmer94Rnnln/6eBzNl1Fgo/nZEqPJuB1+fGBe1SIJ6mfbB1/yzzujB/sXSRdU
e3iz8lCfRY9IbZ3KnQLvq4bdW/PomAiQ1EOefQDgW9pbD8rvEj7qahPDs6FyyHaSYHE4RJe7qdKn
ovAh5LwOeVRBLY9D89iMedpuM6SYypXmG4OKLLtW+Lv7k705MmdVUvslv3wWHlrLnzTF7/JXbr2e
k1KqK7XR2yPKl+rHPB5RfUx9sVSWmIN/JLCSvB6FJvJOmFLzaraTCC5ibr/XgYTQ3tVCs87eRJHx
serE6Ox0R+87xKTQwELOQP3glhM149YzRfiIx4EdPXpuMZYrtYuan5nSgel/37qg/Q6sWWpr8Jrm
187Otx/G0H6HQnltE7tGjyLXy59xG9XF1h/N4edgQduqRs9VFsadJ+Vv40oYjsTkS6nmy50QQtM1
8RYJTorll69qXxgbJOjdz3Teiu39KV5VSv4dS5oAqegeQvm5HGvsNbesNEV5BXYkPjSiKX92PmaS
SqTjRqRVkbHN3MyzYMMiaPbA28B+aCxHeAv5+jyWyt8hsQCok9HGRZjs8nckJgYcsTf4r2NHUQiZ
33T6loos3xZl39crUwTw//OgnfSnLOKqfGe2wF1F/4ZaHApS1BznLdZJc5PS8ev4hOWnGq+xZWrR
6vL7c9w7olh5urIkHHM9YTkigVsiD1j92YQDndgDDzA5+VXfPpqJVW76rO8/ZqmroAlqcDurgO8K
zM5ssb//1eXG/fvikrNFaw9Olaw8Yuh0udhRljl9kzbJqQpSda+KXn0q0hZZB+CnwO/qniYFVJgj
4GckhjU7X/jY1xucefOqJ8WWzZp5PgJ/BT/RsUtOQTf2H3BZcPZWbmHC1ZrK0jV5a53Z2/JxRBZI
b+RyrhAuk8jXovQ0TGW+60LpteKY/UqxQdLnnTZ9RzB93IL3SJbeoPO4KpcZEIQUGsS47qqK3VLC
l67LyQknqHSXYc/wooZtta0MZO4n4VVnX9G8hWA+T78YVGpoQceQcCXgHpfzHQaop4qw0pOZaBoA
2cFEgRoniQrXkwhy6UoDEPfODj5AHgYlwwTKA9oO2PrloIpmyNu9yE6ZF9mPTTs1X9lZE9lsEtk8
eQz7WzMp78SZ/DsqG5gaHdc19/TlqDGaOVNrTPmJrtajE7mBse6prmz13u/DhUB548hQngEcSWlN
Uq/llv7rUZhgUyNx1Nmp8P3uR+YP3lYzQ2UDVKJ8AHCnfyipS30P3FJ7Tstu6aveHh7YrXSh52k6
+6osfqBUjc1XRSt8wLOtdvMV8lJUcbO2cL5UY9euYECr1ibkwbqpUOpZoiTc2M4oJlFPUWlAX2sU
NdFAtdpP8pMv9PDE/0IA3K49RHDUAnPteASorhTifQ3dt49Mb13q8oK2YYtdLnyZRV7dl1F+Aj4R
HGxvUO1tXqtiX5TCDtaD9CJUc68P6YKZCx/91lniSYfmCntM6t/MxraUOOGw5idErBR13Rewdza5
GP4gcOal22Iasc65H5qvHtJUWmgh011jNwEWnT8qMPfAvjwy4nOp6KhTFX2NfBudx3DbIOMoVgUK
o59ghCofh45MYU8CbT06tXTlkKjtdOGNc50gyN8jBbPeCO1Q5i7XQLfCsaubMDqPfmBkD2XRd/4+
4qgQW8wymlBggFS3xXY1crbq0MTlpg4GqatFNcxd+CBXx4AoCu5TJiqIElKQvvwxeAv7bofoDHki
vqsjTPansC99f9/GwzjsG6T9xT6vy9patzbA7YccSNF/+Q1UgyWbm97z/AMZI41uLc2icy2sadOz
d3AxjtKfSdL97NXJeY2MLEaw2g+nNXKn4UJ8vzqFLAEdLa5tzoSFWP3lEhR92RdWGgfnHH+GLeel
ipG88+tN1zTed61VqiedovxCSjpXNWCuHAHkp9Apoa5CVX42bNUlk4hr5RTUYbIpRho9a4hByT7V
veg1Mwdnm7uISgeh2jyZdREfmjEZvriB2h97NuZCLfnWRoAUJkv1/CJunMufA6Tbr/PJCc7G0Gnd
CvE2bTOMxaTujDxWV0Y2Ok+Bn9SHAr/pDed2WtgFV2kF6yF7E7RiJNpj/vjWrCFRYnsKz4kdBV/z
JvFOipebT6ljpq+2Qhd9E0VV+nuYkv50P0RcRSWG9niqcSx5AtHlvJz7pI9TCnIkOGuDKA5NbqJS
U0rN6yoaH62udBeyxRs7jucoPStqokC7508EY4q0TrOV6EyG1b+0atrwFNPVtR1Z6gYbZBPuC7vh
3ZNkbwOZl69Dahty/f++b92kGQaIN2evdewjhpCElUqzX0ZVHOtJ8Rfy/1tzlNq1MpsAAjy3JBx5
GtiCsuA5VgJceVS81HWqDu0qCztvbQdqtjN0nDXvT9JiEhd5OPZi3OVS0wBXy6tbXSnBVfpIUJxz
WGA7FfDazmgnda/5+E/8hxlK7iSAChoGZIiXC2q2gpCalcqpc6J0NVCsfim10Vp3U+wcBPZaPGrV
8PP9Cd44JYAPZYuSzFA2wS8HnUJbMdQuU05Ki6EuPrZxcjb63NkEqdVtyNaNbo2akP7BiQGF3R/7
xk1KLkoVFu80OkGs8OXgedkDc7Js/xQUPaA43e1MZEfSWg/XJap1qIPa9SZMrRTzFfLXZl0WmUsZ
dhjpcCI8u3CM5HAXH5sKIT153rd8BJmhX/6ckMRxLBsjPAH9UNEPtNx4hZmY6m7SBuDBwue+ChJy
NPYVDxC5r9+k1f46PzU2Bolo1fDkKpG39btM3Vd+8tjmOYIzIcy/l/urvTTe7Gb29WpoBnSHTi1c
4T+T4wu0w6quz9Citn9FaYC78vtHlDqUPOn4i4Lz5XqqWVwGtTDDU1SVPwOlHXdd4yRfRRyoTDCP
vr1/uH8ZosA9gbXICPLXgtIUjmPKjfFJbUT0xay97DFzgnqn+HTNkS4Qbvxwf8TrDcPzEXocF5xs
rlj65YgwMnvKcGV8stUWELvXafoK5x2EYcpMXVrNqwCIXwJvOJYTHQZImrPVdLOcmmSmxic3JtYp
sdL4j3nnIEM01Nk4bVzHNx40PBmX5HGuNw4Dy/Yij2VCxVzSWhv1xBK2FZ3CAd/t9Vh6OI4rJui1
bYeA/muvaVO5sLJXYUlOlnYifHIOyBVsVwW6Mbl+m5wakHyvftSWIBRHz/voKIP71UcJ/x/fqDNt
baZh0i3EgeuMmioXHVsKrSYFPkBgl9+1aGCtK4mRnEhu/B9Z7SafUco3gr2S+davAseReEN5Xf9k
OCFvdzGKYavnolr4HTe2F9goqrAysQcvMUskfVTDslY48YnG1NRt69hKgq2a9OjtGco7lfYsWdnD
b4T/JJWAgTXbXjWXqfBKJTlxH+Dm4uWD+FWP1G1dQugu8igZrAqjKX/keeDTJkjK5HT/NN3YZ7yd
3xJ2SqtoMFyuehaFE5J61JxiVLH1z+VUhvskoDW0xpwm2KlTmi4xDK6SVFnO5AoCCM+5umq7aTQ1
BsWwktNUtfCBK0zUirXtlsWLojTFAQEB73cwOk27j0EdNtwGfriAY7pxrGlmU0sEKuRw788unXRI
8OvIlPRU+dSpV6XmpM9drXS/VcrK3pZmRO+eoRoXu/urbbKal5cdPEBiMncv+gV0US5XO6kLEjj4
86fMjGOxjfNOHw/oUmcLX/XG/CRxhF6ji2Xm1b6yW6/F1jnIT14kjG9W42YPWu4qa+F27leWIzgO
qb3Erbh+DNF6Yx/z/IN1Q+lpdtlV2oD/px9nJ3tKh+Bn4ptluu8CvaUAheLfC6lkbW7Q1rPbX2pr
9hNNMYDpa1/r2gcxVM20Vao+XnoU3TjRJqkWzzReJkhrzg6ZXWCtlHl+dtKMKgy35aA7K9oibvdh
NPJ6WMjQb4yGJx88BJbfZcB5GDOBOrQlX7QIRVt9DtLKcVbUPJ3kH8vXzWghZt8ajsc/mQxsYIlA
vtxR9MTqQq1B1NlN0yU7JHlNe029S/xPgWD3/d3bl/Vj74LjgaA353tqok2kcmpxylLLmPahDzH9
0Y/zJfWLm5MycDogS2X3zr2PlVgvYkJDcULNuPyueZKYYOBasiq07uv9Kd2481B2on6DtgdCmPPN
Ifq8HXu7zhGVndpubWpV92GKMu2QTilvd2FrX3s9j3fpZLRP94e+EXq5ZxBe4uFKf2fez8r1rMKm
cMxPapXZKmoNNfs/8Z091j7RS9vE08LWvBEViHZyl5D90pyfRb0BDqBppE5xctRA/+KhsrgRvMIO
wZQmzyFOFsGWfhRQzvfPU4q2SHgbLzt3dv60pmqi0ajKU45ExBrSRbQtjaTYGKOIVhARl14UV+vK
93SwnKK9AD+d/3J5JNIxEJRcUu1k0hr+AHFfAG4x6byvUqqkaxE12lK/8GrDMoo865SgKNrAErwc
UjFdyux2pZ+QGIp3YTqKYxI2GfbIgwBMfX89rzMl0gaaNqAiDbiPoIsuR0uNpgDmremnWBvFC4bT
/Se3txVnl2VAkNa4+1jVodO0eKelSvqk2ZXzAFqgf+92esteOKXgiWgzzMEABm1H9L4149Txcjt4
kzmcLcU2VkTW/MEV1l5FOrxemryc3MUVKkcFDsp5oSmP7u3l5HOcT8YgMfXT4LbpOQ67eD+4wvmE
3Y6eAMYYql/qgEDkoDbTOS/reDMEjv3sqr619jGqalYjXk9/7n+S6y3H1UdOA8xJ1oPmdbciSYSq
tpZxUrBa/dVh3edv7Kj39C3ZTpAd6qgG/HF/zOs9x5hS/JFsgoM1b/M0PNbjYrCNU5m7zs+4KLKP
VY9KameGS4Z8V2kLa05Fjz4wyEOUL2cnWO/iSV6g5gm3KrNZN0GQp5u6V+L9/SldBSjGkbVbQiLJ
oTmvpgZuq5rVGFgnTEzKJ9r65g9I0vVKBJr4x7LCJF21hrF0Bdz6eBBlwUIBaJAuGJc7ylbGoUj4
RaemVRN71Vpdgk2LqLuO/rrzbWi96Z2WPqhnMT+pMPQmuHcFw62bijZGUBsnaAjmkxI4ZrVP+wHK
UtG5zUJR+Prr0TFhYmQJBCeQ8ZfzKxpa51kSG6c6wpzio1NLRd2mFqr9+/7nu7pLeTUBzuAL0qqR
YkaXA0GfBjAzWdYpwovSBwUl3+Ne4qtfQmLZLndD3d70BiyPASJVur0/+vXmYXTiIoKyMhOaS7VQ
NSzzsLWtUxlpw14oZXqo+6o6FPlUbwIBYGXl2YteANeb53LUWbqXJljbpQgSnkp17F7CycsfcAQx
4WXo1v/iapwWjsitNSaLJdySpiNIMfuYdaOhyGAX9kkZpnSbunq4pZQYrSobf06tV6p17Gu8jr2o
3d1f31szZa5SbI5Yz0m5/LpxF5TT0E72KVAtLO1SU43WYT4JJL+9VnwJR8xxF4L97SHJjuj6uTzF
5Z//VVzqBseLgjq1T1WKbzMGkP7WbHNg+EAKbfCx+Kv+uj/JW5uIJqNKRkh3j3NzOaIyAlFMptQ6
YSTjnjtIo9luiKpWX8eB3lhbLSto6jaiC1jz/zI0w4Ka1CSR8HLogRlV1mhaJ9D48M9yv/4UJjXd
w7rWsCMI+eYBGP0l7zQZ3S7uUwgOlFtksQkldCLT5bDJiOlj3ITZuasC9WCpgz0Acyv+uLTUmlWa
ZhZPx97ZYCYRrDLPfu9+BkRIHRofGciqUCdns267Bk3RQSnPbRToq9EUzVmLtHbLv/PXZZcZr1o9
Gh+crA4XRpb/z7OJA/0Fk0trgwWfQxeQH7eEo/TVOca3Y20IzdxWfVfsDeQTH8xJ6opl6RIz/sZq
g2wCG2TzoQmSs9WuyhK1ZDDWZ9xR+nNdBNWT5cf1PkKKc+ulkbbFSqXc1jhOfDH7Zslb4jp1pHsu
u4P0KoF08dkvv3aZBxZuMUZ9tqcWj+XGUbw/Nqjc6aga42TuHZKlDBqihXKrFkR5flC0JkEdaUS7
9P5+l1O9XH86tgghyIq8QViZRbJySEw+QCLOMKawmQ4mY2VOY/Qz1npr4QbUr65Apk1jkC0uO+TA
Fi+nHdSxR+ndrLFkCEtvHSC/+zL2Tqttc8MTT/XYKsGWZNbfNlkc5itbmyiXY6Aky09hBDXSHJRY
rBM7pXRP7INaMilpEOHDrDif0OhS/N1YD3a4aksk1PHYLaZo1cE1b9ZuhqnqOkSl5AW/+/jz/WW8
3sbk3+iiybavLFPPItaUYv3UCF+c9bSxNpO0gE9sr95EoVI/NG35kbyuXNB9uorLLKeUbMaOgONL
7LhcTiCRADGdoDmbaeYw13bYDQO9pGmqxVZ1y/fXhuWAEqkvOQtgymfHBmwRqpNW15ytVjfPJaod
a4K/sgscVXmUiqNYxrZVvNXiKc/WoWu0WFCowZd3LzUzpg0qmwEenebLaXcdpkuDWrZncE3hkV/6
vU2jYN+ZQ7ZV21o/+I2+BOa6uu9R/kGFScZnxAvw/LkccwhiuGOD2Z7TykOou+BMgyGxaiT3RtV8
7B30QwxdsqOpOX27P983mtvsiFLt4a3FX3jiWvPB9VLgD9OlZ6rT4WufqNnBHRCSWFd5kEMXrsS4
K4IhTVZNFvZPg+bVP8JGC/+n4HXXPbRCa+HNodb9Tz9gAxz7frprraI42EgUr4zyU1jsVEX3DjG8
vn3UAvVeuFSv463E4LF2vF3ky3x2OpJR7eosjdKzlYzx9wZu1lOTlqG+MvFE2yqplm4QSOSN6GDq
U02G/nB/CW+cFGnShBbIG5B8zvrwGl8UgVpkZwRyw09Vr4YfQ0WrHjK98QCyls5CTUm/sV+k5SIC
zsQE7vPZJ2vTJG07V8vPNNHrJ6E7yQHv+W4V2dOEhD3m8UfPC8KvlY4MzMrvRlVZ564Vfk6grX6U
Qj8v41QP7aqPTejGk1OdKNVPG7D33gZHnGYDYFH5TA8zaVeFSNtkPViTf6gNPXsxYIitnXHCjT4z
uN+irDKfkiTkJXV/Wee2KIAqqdpDayHoyW7V/EU6KFgQoICWnT1wyDbKk6PTb0q7LvJVY4n+B1gp
78FrsX1c0aczkCRtpqR8GOwoN3ZjHLrNOuvK6JeYSuWbN4VmvYOYZlqYodOxkUCZMVqlHLNH4DoV
GDI9tJ9LPUXn/P5M3hjTszNGfV56Tku8DJ3NywNe0eOpi7RPSHuiut6aemysnTLMcuxneucwOh7C
k5DHrY/0MmJ5v2jOQ2YE/tfAKsbPojf7n4ZK82xjI06bbOJssne6ittEFWb/u/9jZ7uZtx1cDKmf
QoqsgaGdZQ9JXpl0q8L0eWwm9YNeuGcN1gFOHdNTn5XJy/3RZjfbv6OxkWWwpVtiyj//K/tPYgWc
j9Vkz7baY6obIDdNhoi9kL8ttaBeizIwH6noGEuVleuBKeTIAimCMTgZz0WAq9BPo4Sg/hz7IdCt
uHht22oSiND72iFKhugIVW043J/t9drSAEQMAllrqHmITV3ONuvU0rcIq8+BK63Oi5TEZJeSevSb
3PINrA17EPf3x7w1URpwsgEJtJKK4eWYZPy+HqtR/sxZ03ZGKryDauApBgEq/iRGO12jrL806Czv
47M6Kl1esEkIMJA8zAYNwm5EsL/Mn6vRENsumki8AxgMz3ENXGDheM0SP3S7gfoZvKlkbZ9G/iwc
iioCXkLOuw14xBhSFd6PV2nGK2dhoPnnYyBZiaXzQ50bNPBsVpWh+WmXoZMR+sjRQIQxv/Se6FbS
wezYuE2xEOhvjic1KcHDUm2ZH8U+1jWlLx1vGxelsxM5OzMvEMDrjX5YI8S5MNz8o71NT+qWMTPJ
7JvtTg1dbDfkpqbiUFY/4KNV27Kxo32YxtVCb/bGJ8PBlHlBhkfOYa4qrQmrFKiR4AWRFdam4Nm9
zvUmW8CYze5JNgbWnyj5wYgCqQjn4nLrW/QZfSMHrj7gzr4KzMLemiHcOV3Ls50NwHlXeP20R2Ho
ncXUf0cGd0UrBk4w+/NyZKwYM923Ow8ch+HtbI3CMA2fJeDK9Soyv79GmW18PfACGIQNvewh0z5Y
1Ix2QKKXbq/rXShHkfsPBAOPpllGnPTgnXOj9rbI3Eonyd5cB0U47lyrabdRI7yFgHVrVgblCsl+
xzN8Xv0iwatqEz/ArZiceIdeTIV0Warv7ofFW7Oiss4+pzmHqdxss6u+WtZNFrjbenLtQwLsKVzV
eu5sp8IYtzYy3Estnat5kZ/CrpKiVhj5XdUuVWfy26HRkt0Ezv25oUz5HCp+vLk/r6tDLNk2AFve
QhVbfva1gkSzGwOs1g7uIOwAmzsU7mq8dcHrLww1xwJo0s6McMttxrObEtNs/yl2qSjwIZKdCKr4
NYUdvre8FvxoRib0w8yw5iP+R1tDuGG4agrLPza2sP8EmWjJU9GVNRci9Pyyk78IeAKMJ9YYUMRs
9uWU4qXg98nOC0VGBiXyx6EM842qq2D27Ul7HBEwXwhmt5b870HlVvs7hwFS9X/SzqQ5TqRbw7+I
COZhC1SpSkiyPLSnDeG23cyQDAkkv/4+eNUqVaiiv+utHc4CMk+e4R0Ggb86eLh+OE7GkMaphm/2
XGJI/t+/LrUgsAOmn7s0+8ulnIG3q+UsZeddgagUrq6YjkOVPc1+2Yr/YbV9rLAb3NC9uRTSlGkl
NYtq4+iPRV5zPDgqEfnU6EKXw9D9xnt8dST5eGT8SBeQeO76Ey8fbsZPRU1NWx37TiuedGTQIn3D
h7RsKCGb0rs127z23QD88WQMWrli9wP7r++WOWU6k4pXR2X3QNa9ZT1YhdfuYKXx+PZ3e3UTQeOB
zcofKmz6YRcnxcxtM2uDmdZ266FmMxtIkZ2cKu+Gs10zbo5qfFXo1ZE64mo09wtGa2//gisPi+4M
QgF09anzLzEkujFZmVdK7WCmkOLTwS1hDVDAPadO0XU3IsOVLwkgnsdkTG6gD2C9fLN6ti3cSzqZ
RMX0MrbaAj+hiYoH4yEkdgOU2IZN/NfbfldAgLlOAgNhCqOrl4u2dcXI3AekqRYaVmazTbFYTHnc
QIU/s2dlPEHgiCgRsxuPe/l1d5rjn1OCot0unHWRF06piw0W2JGkAU623e2WGd+LwBqfCt+dVYyp
J5xh12yGpKxyFCH/25fdxfTw0oVtCUsMQOPF3hpKL/N2RGOiN74/RDhs9j+xbLEOszSsG/F1/7/+
Vcgaf9byoK0zvvCBP108aVEEY9WM+Zxk48xUapgb20AnWfXn2irMKQ76qiw/+MB3z1PZZt4DKUOQ
3b39wJdBnh9BO4Dx1D4VJ/G/uLqtXKurKiiXZNa97pQGZvYeBp7/oRRj8H5btenoNOiCvb3o5ZZm
JTpzlDX75vLROX25uyZ+zeaJcU3yXl+H32NXBbV+DGrDmg5aaWzTj5Ywkj///1a9CIl+le99v3RJ
oMJt1Wdj82onXhTagl9sdyQiUlYvn95e8zJS7E+KjgiwZO50iJ8X31jXOmc2x1olrTZuPs3zYp5j
jN8qI/QLJC9ubN8rL3aHU4AqJIFA1ONiuVk43YJMjUowmHPvZmfK/qps7u1ZmbmIpCrp3L39gK/3
DwAOWP+gcV2ysctgrCEv1/t5sSXGRqQIHWNaRNiPk3HWM11zTzPXwdMEYu3GhOKSlcHpQbYEfTUQ
AUyGUE5+uYeyRg5OWkD7nuAw/uUPqZRh0RSeEQ9b+2z6vXcyZgxnntMxdcvjYOfGX6nmePWZPt10
y2/zddQicyNyAOaEQsA08uWvCWZ76to5X5O+lNk3nN+y+6rTf8ul0z5yqNBz8dLyA9dVf+OLvw4i
e8oIqonDxFzuknC0lbIZe0CgSbq269EsrCzO9MD9LJzJeGjzvHy/zH79aKfb+E4z3OYWvOjqg8O+
ZzZGKLODi4sinWdjcDw+A32tGc8DJinoAs/lGmbz4MLqzKDM91Zf/3YV+MT/vPlwwqV9S4a+z6Av
9kCOFqhMVx6+zjftgLtO9TgEO1pVqnmKF2cacTnUhxul/ZUtj7EOLXIGgzSqLzN1ZuwugtQonORd
XhyU7anEw20hNvVKDKFvTe0dMfMWxPNyErlveOgNu3A30FzaSxdXU2XouQN3ekn8FEMCBYE5dvqy
QFTFzYNnmOTFYe7W7OhUzjttz/wMfPbu/ocXDnaNK4s69hX4fdc52TyE/RMtT+cfQWl9z3M9L0N3
aLQPaV70HyYN8tnbi9qv7sl91E4yQB0CGvySMaMD79+MyV+58Af3TsMcUYTtlKe/3l7m2mclrQSu
BTGH13vxfsGo7araNZLj4zoQvTxVhb6u6SJazcLLGHhXxjuFgbK4kQdcuSP2dqK/xzNQDJdH2Fb1
mlZFwy72hDimzZQ+L/3wqUW15MbOvXZYWce1wQ9Q0V0q5VAi6tIc5zUR2MN8GnuFKmVX+Sctq83l
6HlKvsvMIaD2Yqh4I2BfeUruepiDoFoJlZdfEYWF1KRnqxITvfmQA7QkwOS64Z4ZiHHLPP1KVKQ7
S0DYcTBIN15c9VZeI7pUoJ1qDLNJDSKsOLcn80yJLe/movmFSKf1j7uWn2yrFD//80b60wSHVw7i
yL1sTLsU8dtseFuC8p5Kj+SUstWR/OtTZAaUDPKHdi6kHnvo94ob18GVL4xKCA4CgAJ376+LiCit
ciz9auU6tqWphfjk5dvDjhJI/MmntzCUzDn0SdP7sCyQYr2x/B/098uclvSdPGmvqrFwvXzx0q7S
pR40vnLgz6zUBo4WZ5Yzj4+tWWwtvAZVd2gsgA1towzmNYKHmwHZnwaEa0ZNWeb9wd6l9b/rQEP7
pCrqLpbm4um3ZmJX4gpTYvTeMCaHT3mZQWy9H2Dnbq4JQjXqq2+nduTpfXkLunglJ2MYj/oDIio7
qeIiw54dYAZG3qiE1kLpHYwNVSTbgnCCcGNTtnerI/Ub1duV7Q/6i7KftgZStJeq71OFumMJvTsJ
aAvhOgky8wl6LiJciHa/myYja7F68Kz+XOXu8qMYdExS3j4EV447/Irgj+4VHYjLOYIND1CbnFLn
J8zjcdQrWXxKgbNDGnXmur7R7bi2GpGTvBceP1aAF1lIqYLJH/RGR3SsU48C8nMVKiD2xrnNECm6
EUav3BTUa3/kPPbVLikQOE4AVy5alMSsbLkrfXv9UGAS8Vm3pI7U9DqHMqjUjerl2jf18CgmcFNT
UFW8zDCpLNfOaHIdDcCmikZ0VO9HofLQYKh7AEeDNZKpte81H53u1OqzG5fwtWf+QzemBb83ry+W
zxcv1wFKGglNSO9nIzfvgclQfl8Lw+giMuy8i121G4m8vY+unR5SDQ4PzYjXjV5fM/OsGmYjcYW1
wOgDnFrLp4Gbejw2qa9NaHcLr0j/eXvZa3EUXS1uDwIDN+XFoV0tvS1MjYOZw7CMDWgniBrqQ2Ro
uRujblCCOGO6iFp1fUOn5lqetxOG9lRgb9hfTnEdnWlHuYxbMtO+KiIg1rJAIScdDO9THVRocpcz
PL1vk2yW/AEZPy/Sq9U0QBCkxk0B+P1BLwL6Pghk5ANoANmci+6T3docoFlsSd4OmIVWWKz1qCKF
ShdLrJZhChcQI3fLYgdnWQ5NnHa2Ho5Wnt/YCNcKPlT4mYNSRkMCusRdYiyQlb7DL2m1uf8BG1z8
wGARit6YFadCrVbsaS6YZV+iLHLcCtXdBxNtFGPJOJFvb48rpwHICIU2xExocpeEkpwbsPQXk2/U
qOnk0Jk7EG22JdasWTyZld7hLtvm/Y1DeGVXgnsgyoHtglF2iW2qc7drma4jCR9oox4ZQ6fmqKKz
kx0612+dKmpH3Br9dBVxaRt0DW8895U4Sw+SGQ/DaNgkl9W+pdG5k4pqPwdLdRTQQ0LkqduvfuMZ
N4Ls1WclzNI72Zu9l07hdrcOM6M/7jCcixM1lmvicyJFuBDwHs0Rn9ZwVGXVvBdQHG6Rmq+eQjAF
HEMCPGOt/ef9q5+ttZ0NScfgCxtzEc22cp4Mo6q60M9EcY8+VR8j3C3eORBT3y8rvfXQ6bv0Vnl9
7YWDdnGp93bY/OU1WutdbzjjvultAwvBVhVxJpQZtkuh3b29p6+kQ7RyaKYwHodKcinQZGGzI1G/
1ROKLfN979bjwSwM4/3bq1y5xl6schFPEKAGljGxCiJkxpdprdOvLfodR2Pwp0NqSB96VlqfPbcf
YgvHkS9vL395cPEuYYvyH1LBM6S4pHaQCRbO6m8qqYY0wKii7r9WuGp80VVTlNwkZtCGcrTsG/nJ
5VPv2oRAEpnEUhSAP7gYNTXMfAbTyr3EyputjDKQOkFoFb26q5pJyFi5haDRKvqP/eTPQ1xXdL9u
YFAvt9L+G/b0Ex4E1fSrmBUYyxioyvASSGazDyNA9XZsDCUoj7oCV3wjVLx+00wzkdRAwZpZLcu+
PEB1YK5ln/pekpHx/9U0ZR81Y9ok7hYs7xW2tQeU9owbpfRltrA/495b5l3zmd3LuAwfqhR22/pJ
Bf4oCoSvnBBtBu9jZ+OBtKGXNh7+64aCPwMSDTj8zjC8ZN72iMchXyX8RKWqinQ5yff5qg+Jg3hi
EQ/a2H00gqXdbtwEV94u7VZ0YBjscwFdNivwcugcRCX8JCtN+AaWxDOcHDR4L3Npxk2rvEil3nor
HF3GCN7vDrbax8IMiLj8Xn7UzqpduDMBe0i4sgpLLw+CuHFtnIDefq1XNisLMR6AtIlI7WUdaw8y
hTRX+0nj0YBpq0Ae+9Qxzw3uhzdCwtWlAEcQFHaZZvvibI5dbxfBUvqJs+HnMA4O6ijQzaLFzP4j
65V6bNfQoT4BlU3j+vL6HHfOb9nnQSKk0z8aer0cgUE5X5bZu+Vfd+Uk8Cz7/HfHRzDgefmlKAqD
TcMsOgGoP6N05XH8zCBNljTLn0exBue3P9i1nQGcHp4p3eUdBfJyvdXo2rL0BiMpi2r6OgIe/Zma
+fw/nDZglAx9aUChInZxexg0cZqMrC7xvQ6/dNWMyAMN3uScBWDw9M5y0vZutgr/FjzjSgB3ob3T
F0Tyam/TvXw8uBC7LENlJcKcjC3EHVLd2xi5nUZHM9IIAKJ5ByddPUh8yLUodZr8VkC9TIj2zcO0
jvsDGgGv4KIk6Vr2DhR0M1lkb4/hZntdPNRdfRyadZaR79aCLKFElGsza+ZLb3/fawHHgxCJbCiq
JyShL1/AQjjobXiQiZePmCCuYjjNLQek0PLhoyo0PxyxOY7fXvTaptoj6/7QaMtcnhewNxrtrNxI
LGtq4oKx3d/4L/Tf3l7lVa7Hm/VoXSM0sqNmSfpePpvedn7upoWZtG1Q3rcMaQ7uNGIXp03mgRm7
B7RNE099hsV8Pamti8ci8D+//SuuvGDkKPFXAGRHGLhE25hO65uQho1kdezZhlyjWaMNaQOTdbw9
rLWaDjPzq8yMgKdzRm7cnFd2F8wi+sK7ug4Y8T1K/ivfLaxZIh6m24lcsuyxaHzjU9ZN3jHvZD1F
alub35bXarHvy1td6Suhip7C3twnKu4f4uXS3CfdqKreTorCQoiwkJ1EJrwyg6/WuDoiP/TTopvZ
jVByJewjQss3BxvDspdEB6xQAn0xJztZIZ0dUmcbP5h8GxztLPf09qe9EjyoY6hlsOaGxnaJ4PC2
OoNrK8xEs8q2O06DubjxPGQC+LwOCLaNcgoK591ia23xsYfBfW4XEYj/fpowe+Xj8qr50JfvGfn1
gewoMDF+Dmrkdgu7PviesG+pZlz5nrsEO2KaHFuYghfHyVeL6Y92YSVTEWT/dDSkhnBz+vGAzMQS
ynweb4wWrhwdUhEanjDEyYcuY9Pmb8RBs7WSGd3UH1ADGAOOGzL3SFiCLl4eNnw1brTjrj0k5wUW
PE2i13gn25wllse5ldQjbuH+MtvgjcDEGo60DxTGt0DgV9fbiZccFNr6l4S8EnMNm0aLlRSlXcQe
8hxRoQ9thKxwfUcCI89v79kr8YDmBkxilqOTfCnQgZ2OWcpNuEmdziYsI3rGwfotz5UvD1hqG2t2
SseAYW8q6lxbj0utN7dAnlcC867FRJ8FOyBQc5c4q6nyOpFPtZv4ve0LERmNkYu/lkZ6pBhD0esP
iOnNs3mYgrItPwEcUVJEo9kpGdbpWt1Kf1+/FMqmXQOSmxBdFmv/SP8KkmsgvEp1vZu0dNjrQ9aN
8r4qnRl+pF29r7xqeu+PKLj6Vvs/XP+sDbybgRIdEQDzF2vLDcY3mytZ6m1e4deYPuodEiGGSNM7
MT8s/lTMEe03IwtHsO6/394Qr+Mlm30X39whsaBZLqL0Zk6dUWipnWDc3tkhtMHlboY6g2qwbtU3
QtXriLkvBp18B8KCp9h/zL9e9FSa3IR26yReW6iDD8P0WPW5d7IW5FvyMf0cOHhFt1be3iFCBBv5
7We9ujzvmHYnqk202l4uX8hCOJkc7YT11AOINCZpjZN+WHJDxUKl4imXwGHjxasFTNeRCvhGunX1
baPwub8FIvXlbCoY7MLzNo/r2GmaT0qvP4zm0p2Ldb110K+tBOWPzGd3JnQv5wrD1pW9m/t2ovX5
qc7c9GdWYHlkz2v+Hzt64EN2xIQDHgoQA3Col2+V67ZvNWtwgKoEo3hGmqL1liOogWZ9bnKZLXmM
+XLwFTynniVIJ9wSebv6qLsuC/XQHy27lz+gsKqydnrXSaptsZKhHtcPet6jd9979Y0d9Dpz3Qd+
ILqZmeDx/Idf/a8NXKnKkt0cOImWjW4fdST0xSFzrfbL2zv19bVg8yapG7n/9k94eSo1exK26L2E
ejk/Gv76Hs7tnIdoiKArlG63GlnXXiG9M/tPA4Bmy/73/3quTHAX9pL1UntWaziOFtXQtEB7d+dW
3Ngwr+91Hg7m4t4E4BK6nJxqvfB6yhwv6XwkLVxMzoYE3qtsfikfO4of5mLVczikU2ef//trJcBg
LrIP0l+ZqviTXBy9St1k0BmZh76j+aj6Ok6kNXVZhUZX/f0/LEhLnfO364VcTmwHqzf9LvPdBH8N
MZ382qoxq5nq7N08NMFygC51q1d27e0CrGH7kHYDZ7r4lHM/+9asNJeMX/TPPZzXU+717jtHyPq0
FZk+RrVftP+9jAUqBkEaiVayCnwRX+4g4maFUzM7yBtsEU2gIilYh6p+KDFFjA1nUuqwpNr2cZV6
c+NUXjktGPMwssW1ba84Llo9ZmdqFuoEftKmmozyrdYORZMXx6XX0wgkfXtjG105LdAn0K8Mdj+s
V4m/NPVuNHTWo6nrnAHo+Q+z7JrvC0oBN7q71x4NoP/uds6bfdXd9VaKWKSg6My5wjpAQdcPAG7s
aKuNGXaRd4tYdHU9Oo+kZygIMZJ6+RnLucZ2MqUB2U5zf14XLXja3Eb8velqfGqq+RYs/NqrpJeM
kBmkfvbs/nv+FXgKD19IAy1FAJZtG4/rxG1cAvxcLaXdgve/GjWS3nFHcfczdN4pvBd7tGwbMdZB
FiTp3DvHqSm0T41fboex7dWxdIYhsjWrIsp6ao6Nmp5U6KWO8YWm7C2z29cpJz9ln/ixfbg0L4Gl
bkGOzRwk4LrSigjyUf6lVY4xH7Ziqs+uoazPtt1n3XHAUeXH20Hpjwrbv4e/+3tgHLQ3eneM6aWC
kTn4mbloY5DUm6lDsW3bMVy8YPwx6ruB9Wo389kOGnnQ0g6zKafzZsZgwWTXsbJn/0s75O07nDNu
nWPC1MX+Q9KfZJjSZD9bzKwu66EMYZgK25r50BkmAKHOqSoroj02TVFeZY0Vuk2q1/GslPd+cCj0
w2lQK9ND2Wnj3awtQxs7WiD/wpfBsQ4yBwcQBZakrrLqzhli1xjs+7SyUuewOQUc83W10y+5NtHl
gneits/7nOdkiFrDshtNGktFJYnrOkVlGbjSjhrbrA0ZramcM+QBtgaxjWge5yJ9Kje9hcCOA+L8
I9PNvji2LjnCCf4KzqqhKF0nReveHFA7TxvLW5fIrzWFfMrqD8Pye+72l3xykRzW3DCdMPz6ZNtD
VjyuxeLLY75xqX2jtdCpd6Lo2uJsCVsLvjpL7vmnVFcMEcORK8CYw6CfU1xw4AYOsDnxKmzuxVDP
MvRK/ALPri7sLBpnPzWeHb8H8VoJOYsoL7LVRe4aXpb42gMOsWCDVNtvWeiqlrhDbRgaqcGEuxUo
fyjuxmzpmweF2In9Ls8QKkwUiN3izrRHbEyDymw8JMlV25x6Eej1GZXGcv0LaMbaRK1RD+nBDJRr
fx2rQVWnwqfVe7Bk6qhwyijXjtowpj5yNJbRRIx/sj4e3Mwc3y/SMLdfKQ0l61FbHGN9hAZcLzgN
OaoZnrQVal2IiJxbP0vXzbdfjoZ09tEvyyJ/nGTRaEc8OvTpvYeI33ZXuR77DSr/zqbC7dqrE9Bt
c7aegb9uyKzU9ep/nbqsW38z1l4NNyRqV9N97U7N+HNLGS1j0TYtqnAOC3xrO8IIOOBkGdbW13Xo
522WNyHoLAsVrZUZW+aHeGKV3l+mnFJmOlyPU/cY1EqkMd69U4HslNVlWhkGWm77D8hJMF7TunVa
TiakIf7ZVmN0XERMhNy8eEy3yRseCw0KWh0JV1m1gV5Fa2wnlGqYy/IQnPunDPU76mkLPSO8gsXS
uP0X1eGZcl+urp0eW6sG8HfYpFZmJwdNwLY/kEsPRhHRZsUFPTRUv+QLHOENZB3mgxxSHG2wdXXv
28CDTLwxJOnOlazG4NkQ2BW5kSGNunia0ywbf2XpVhXRqqP9bBxyF53xMVq2EdCPHfRu9dXVUo3A
hPstrxg3aSsvlsjocuZ1sXQ2oz045YZnS6uBSA1XzCO8H1oD6Q98otE9DrMquzA1KrRFdrpR87ka
tVUeJiFG8RhQ59LgbgY0xOnJ+No5a9JJHLee4Z4ZWShcmE8eI84tTufRNh+k4/bOWfn4vOdx3QEg
uTNV2vTf04YhwX3bIJn7cannfs0jTY3SCMtlq7JfohgksB7dSIuAfLbs9Q1nVU3Hrw/6fQvqSfM6
rUMtaNNTYpUvM3Eq9d6TZ6hhZf246qOpnkdHjeMC2jVLg2QdMmcLm6707F9VZ44ZNoDlMmMVYQXa
DkedPT39ldqNpn5YohPDZyPLV3E/VFNefciKrNd3Kk6mfffoOtn03dGWD3tES4PndNClfp/DqNyS
UnNH0zznnfJSLNE7hgexmU0eYNPGccFL9LVo3O+51WvZz0LOgwNCiNHlITdlKe8qIfT+aMrZzO75
uIP4KZCawIt1dTSlh65d6ZwFkeb58rfM2mo7Qg3zyzo0UJ2cT9mCIAXXjD8ZP+nv61kWDmugqw8a
Hox1aPlFWp0GU7nesaJbl70TYy/nJyPvtfmsi7FZP7NBPDdCBKCXkTvYo7ibXWPtT7k56/lJTWLf
7qhez3+rzvPKLRkm/BQid66N8ozs/5ImhSoQXotaoTEQQqWyMH7MABjGc+n3rTyuk56uP1rBhRL5
gJGmOnQ7f5q3g4XO1ooUiPDH8fMWdLYzRWlvw9zQs9zWv0MLFc59myulpmO9Ntn81bQG5B8Wn0vB
OHLtNPIuEG4gxpDOM4zrHMLF5EViw2UCZcNlESfuwL7/hDBGN34FKaer7uDKdOy/r4rtw2Wxjq1H
kQN+SbwzjcJR58oHgvbkuTm9Tej3aXpi7ru2QZRPmdudG10W2pm1Pffjtqil+CvPONVnlC699YRS
ZwHE3EFtBUkYOyge5slNJyrT0a9/ONilLIlkDtKUsT1VysF1PKjqr6oWC25HXAQqPTUOUIWOS7Ma
jbuqdxQ22IqetotDF5CJD/SY7S4mY+/oTQ7CEa4IgalRrQQ9QMFnRV+7PbSlD/AgbJym80Nj6Qrv
uRRk0Y89oi/NoZp9zZpCEMtZETdQrlH20XwXbbVpJQ0NJcIi3SlXEsPhoAe+G/FtTSQ4msJ2TxnW
u1soK2CpSdDqXX5A67vLv+HlHKh7y10HezmsFhaZ9wDf/eCbHGet+JDNgSkPLqztwToNg5cG4TpO
MIrCuneF2cf4hi4tImRL/pfUQQw/yM1Otbt5a4siP4AYLjwRbtItth/VuIj6n3HodX5hR6c7eFbZ
0G+fO0x/qzISVMyYJ9pNSu64Ysq5PFlyDNZ32xRY6lijt94Yf1vaNvd2xD25ph9TZAuOW4NJIPCy
cc3vWniJ5lNWqLxLmJ1BcI3hfKCsFRj7G6lBUP4iKrXrYeqaOkbXAFKmMrdhCNttq/vnstf4VGqp
2zoCXqM7oSYC5x8cMYqP3jDkMze3hWyMlPNIfpatMqlWlf7si5EpvCZIGw4q9zQRoZXtfHNK3y+e
BBq+eIaN/tDeybYiAdfRwIDnnJn9EWKn0xylSE36ob3IA36rNNqnBUk0j9WAO9+pbkyNUMzT/Kvw
pXRC38+K74OVZp8HS+nAGjNvNo5FI+uPFuJBDgYA21IeAIFIVHWqSe+CO8gudnWUyuvlw1o1Q3Yy
NAlysy+4Ru+bul0+rpaVrs9972vBt7StjCKEM+x+sGkgax80VISXn33TuB8NlNqtiLQvfVabw+dc
rdkxEl1v5K8KAlwV1bawP45TZz0PxrbZeF+YQZ+opatitROBznqno8whPLzz4saYXDLh3nZI7cyM
hrHKlNHdEW0z5yTMcbVDWBHjR8EUoOBS4DX9Hjq7HyLPUJuKfTeVWdzZIv+YzmzIyPC05mPR9eJX
5ftTemei2Ke+b41n1b/U1tT1btKJolKYC0NfY9cB/XPIFyaX30kwZfBeq/pu+TyZozOB3M3W5rQh
m9NGeqOVDVJorqCTPVYkMwOXeU++nvbee663Qr9fGE7aceArnLSGYfX1Y8F23ZrQykrvnxTsFsVZ
QHl4l4FdEXd9SbYcLapLKzABsy2fzYER4oM0xLJ8tTXGVqHo5NIe3MzPglPVMTQgidqyDA8NN7Oc
uG9Ml+3joNt3mOzcu7dX5ZItG4TBh3mWenFn2JnmFqR3gduFcnb0D4iJrb9LvW3m2OGXfKosLZgO
XGG2Gbr+PKt3W6qMgCrKJk1oiW8qKOINcQMROXXfV3Gl5jm/Z7zc5HHZG2MRaX7miVMHvzz4xvXZ
OIeSW0q7Y5i2bmm46fqAfWgHIYxZNf47d5Xlj+lTPlT4G1be4LWHReijdVcuto5LSe44aHd5ZrE8
jmqQTJREO3Y/6JrI+qB5FVdcZhHOvvXl1pnnHQNYQFJY1uCUWYvVfbHs2cUESgxAfxpLSUTbq7XK
D8GCgvczlQXKYuSM2FLRWDK2sykgjlItzmlVpYne+WXGsbZK754IAtQ1dAZ/cCMsMuUxA8o/x+4S
NII3ak7Mvs21SWO7rhcvgmqX93cbRK0ptP2sar50g27Nx0a3xBZ7cpW4zvtdOocqqEr9vG5U9wez
HkQdl6KCjmhVTqY+bcvg6V+lqDsVtbggtjpHiBQrO1FXqXX6tNFFBUgBQjtYgPaOxoT2Gz59WV0k
Trp6Rv+szRZX7YKiLxUojXmXeUQ9+/q9N9WGjfFOP/orJXGeeSSw0M4f+m020OMiFOFAjbz+72Kq
rB7CIKY2j26DT+UTtXNr/53zRZtYrn7OfpuNiRoO1+olGoMWmKmxSvejSkGfxqWUFEEr8ltffUDy
nL1Bs74q2yrWs9GnNcMaM1+ss5HJabgXGF66aD0qhCcLfQw+ul7h/FVZrvrukMvq4drP9RTi7yB8
uCmGqg+cYmtAxFNl/o+69XC01iQzFxip9RbWo6iss7XV9vuGeotGyWgE/Vm1Wt/d9UZruSHCIcqP
xdCNyIKuWhbEqR+sTazhsulHnejmd7IygAkZ+QqyoS5Tc0qqzlbEAyhiYUl/soyVgXZd2Lma7pzW
osKeN++E/ZWOR1Acu8KfrChrRNujsmgN4lBuAgyX5eeeHa5BhTpp6zeuujM11PWirYEnO46tjgie
Ofn/BPOYfWtzdEJDz87df/QhyP52N29roqVEisoKBmHwV6l6dLQdmaBjOeeRcwSldhCBndWhKTLn
68JA+J98nZs5yi3Zq8gN5uZ7hfQppVNBGIgBjXdUP6Js0/NW6rKP/A4EsWnVhQPik45KPNkF2b4X
ZDaSemgt/O2sCO6GFUPmNexRuPjkDhQnYWGubnlYq9rTQMh5dRUtsEfh3C6yEjGuQKNGLPXk+3bB
LjpK6WI8aPNKj2ZupDEeeltl7XkjydRCa1TIJ3u2SnGJNYcGJ+ANzeiooDjJ8aodAnwgtDV/1666
GkK3l+t2N1ODvHOrfIecp846HyHXS6Rh0mJ6MLwS9u1qy+0rRGDqviVFKDLa+nUYwwyZkE/SRH0/
Wjy7+kl51sES1gY1nNb97D3M/VAaEY7xxYzcYgCTOFCj8exbW4U8gh7Mz5ptVzIulHIlB8n3HxbU
aB6hTdQiCgiQC8F3FP+YY+nqh3SQtUBaSevupoYYHYOWQpjWq2qdy3JN8yysM8riUFsDJqfokbdT
OLqD+Y+G9GETGSMyKhG7rB6iueqmDza/DNVheihY6epq3eIctw4ZVzQtvLAqZPNJtOa6hP4quB3y
kYQ+ztzC+NlY+jrHssNoIi5pPPJbstLlagZI9SyttSQuuFr+ozOntoLWW+laSEEL2t2R9RKTUU7Z
caM4eQRqRRfUX0qHgg5fh+GAeJU7x1ZeQRnxvcn9snQU2ZOfrbgpS3f6zJy8dULLQbKT6LxZK1p5
OvjKpQQamK4jUmXBOPGBy9EnwfG3nJrAsEqZ8o73DM5cMzuPu8n95WHq9rw0piois/L632JRnBvd
+Fzlo79Xts7foiiN72vlLzEKosjq6GlbPv0fR+exHDeuheEnQhVz2DJ0UJZlybI3LNsjMxMECSY8
/f36bqamyjOy1CKBc/64rIAtnCZF9F2Vx1SfJjfgwq1Q/KhEobsBA5HG/dRFTMwojVcjaznYwYXX
bHA5KNUtqH2bdzdpXOWF2eCYo+Rrb8TJBnje+IIk1SUIl6otI5FYdnw6XBPJvNt2gQ+u9/D0DkfA
DEonvX8T1AdbUqh2xYda2qtKwrFx6Gb2Zd9nNEBZT0E9a4vL2XJUgmQ6dtIyaOL/PFfWeNk4+D5r
p/LpZSlCMhfDaZWvzD+6BcDp7SE5AonJ02Ea2F4RLxYIBA6+LcWbq0BW3G7Ien0Ihp5xVFtKp+bu
PQcFil4+Eds54e4H4bJ7yy8yvx7qP0wMDs4btYj/Njm3fr53U/A2cCn3qVyqkf3aiqp/VqOlzoGf
jl+9IxeZ9QtbW6IrnGmpoVpyfkO4XPbPVaj3+UlarroL16B+q5spIqi0spvHhUt6OJkIme9dpxXf
5LCEVMFY61KMeTn0xT8TbrpJm33sfIZ7F+bRY46/tICJYdp2NT48DOFBkfBsGZn2ABLVCTlbJ08e
uNNxAj9kaZFBZyWk4xrudbkWVerRbKfT0sfDmzNcTM19B85c5xaMSvzdWk0BrhlsHYti33wem6ij
XJF3yc4/6r7NncVqXoNaeNbV4Y3ZUoyxw/K3ExbKaNlN3vJgKyD+a7HgQbgUtWm6a8wsMGYFU9Hb
6JoG2IWUJkQWA6WUqcuWrFN1zCE7+uh4jwdsup3sAxkPaK2Jlz2X+xwcGQ3qFf+JDr3yyiyyW+RZ
C0NGvEtCRgphCtdkD0SqXsadhLg0qn18Orry+NNu2dbx1Lnb0T8KYQadrZ7HG+wsfWNdrAYRYD2N
QXuW9LI30CBojigIOqw4ZSMnYR+CvZrPvVooARkoPPc/Q78J11M4gwelnV5olAYO1frvWO8+hIJg
9ySqPwr7jFRbMjQTEw11xANgSfsGB/9/aFrMd8NO075Gxtk+kK/VYzqOAX/VoHU1P1YN6PqZfhvx
pkF4nURN/VTDQK0ylFTDChszliyCf0Rrc8HRuDz2iapjVuBhcSTvPdIekW9sRXtqnNm5jrFW6jwg
u/go0Vz26Vpi51aOL82p8JfpY2rjlmoanrQm69j3erJHIHRybnogQ1fOVZh7YR8+9yIEr/GrTVsn
4sg57Tjux5ymBNGmUAvHN0eJ6NMqRdTcRaVZ7BdHqZ75xmF4y3Enz1PCraLcxxtqqzKnPoy5hgiy
vtV4NuZsmysko23PS3myzVoEKa/0sqVxxe57xYRSvChLlypfRt/+xp0bl1nRW8PnvC2+SswttuW+
pg7HywdPsfrEm+t+60BL62S0B/GnpbKI4lmiRwoM1MsIHFFTj8oGVzkuDeWeunoNDvu09PrlH797
8bUs8TAmLfPAP/IuWW4G2ZgusSbvFlWsyvqWGwWHcIqbrmxy3a5xSb3eJqO0C+fur3TNOOcjiSfc
v+ZYn6T23T/ebfFJZsP6cGYZ6EuI4k7eDRG7dnZQV1Jk27guP+teBr8D+MB/hV3L3xQWkghYFGKy
E8t4zp5zuTBVNXMPGDb3BLI8tH5/5P24zjJrwQP4mdnqkpEY6udunac+1c3hv/K7DQ9eZm/48FQo
WxJPqluybbVSA8GyY6fRaBaP8TUIif3uZC9PZTus4IZzxPVVENIxJNIz1Z4vnNCPt7fynQCsYkoj
3GZ9XkBlmFMA0POm9vCWkuBv71NEHHdWt71Rl8PZlzd0LEOVeYQkv6iZGy6PBrmY+xpQ+MhZs/h1
1QQ4xIQmC6ggp24pg9jU6jUpRQL8ZbpQ7paOQCRDPtHQopN4QUmW+HtXsapRMcnnXA1BnRrtmad+
ucm9embfnV9qE1ML5s91mIWTirKmWwndCQhgPIElOOXJs+b9r82dHuTl0ZfXlZiwNht2yBGIuZlM
nK2oQD8aT1anxRv4BAdya2UiVV29LTIAU+fZHT6lve/MSluwtWlPyOOY6EUOL0bVSmXKEc07VDu1
JrDc5qugfsSmkbmb/HRs6+htl0qFZ2VU8SuWorvbxKSXhzLwqmvtV3PAeG9v742/adpCUFbsUEt6
uIU3R8121nXVXFujwvgUFW1oUh/mSLDZ6eoOrGXTCRUG8Z3y0IgnzmSmLV2tubpHhdROaRc4xZi1
XDR3bMOKxIFwcnXWz2Ov0ulAcJKqaaxuqFssLTwE4JpAqKuEym1LEtstZcr3maAmlfvwTsxjTGJN
1pZCvzFPyzVZ3bUGoqxaB8M3lvN/bhFhEW4daR75wU316Pui2u7qY2XVd3q//B2RwyQIeAeETj0e
qcdIok1Nl9iRP8cjAkGP6r2IkkZ1y6eZDvrJjz5SRbqATRynEvPch7Xj8bRg5X4W1GK/e6VV/A5C
e46Ye1qw6sPEGHWBX9sEh7C07ia3lFvq2JV/7zKTrqnrHcO7mcri384JfCQs0e2zh4/UTcD95ZLs
BK3aaWnZ4mezi3bI25gVMEVGbZqcJPEBfo86ECfpiyHq0n4RN4Fe6wA/tWNMxtEa8CBm24qLMPe0
qRn1jtEPkmAZSeeRcRnWGRbyZc4iN4JMZDXm/dibaYMZEf7QJ1ie1Jptk88uYE3V4d75ixI2rQXU
0RHdvw4vobvdHLe7VlFCjFj/X7PTB5tgMts/w3WkjPXwY7Fm4EVrcRXlNDhPAvFod6LIj3jNcq/D
B4KxNwcIp68/7YUMQwZfR/agBeyJidzVsZ5sr7OxdgUWN+W42rwboToUc+ex1z/ckcfvFFaVVok0
Q/UVqcgYGC9d82XLsPIyAV3K/987W3Sp2Wii0+JXIGi7Xbvn2Ku66iw6yIXzNA7j+qRxk4aJM2yA
gPAeK3vyxCSb4xxSUco029Tsb5zRJ3RfxXYpbE0VN7G79vdmDytDu5vLIDtTMNBmIdk1+3ONIZg3
p+uBbW8P+jecTtOQr9022VwSZUVrDSq4SoAExmbb6DMJtvFc69nJ+8pT+iTHxVNUcEdjm4AgxNYl
8Dr/B2cqD2cEEMDT123lkbjB4gsueIYSbOnTcT+2kwah3IQ+EgFiRRkQLB84fdnsDSmCOorTzQpq
lTp001VJzLLcJcUQE7onQaZ/OLytBe3RDiH5km6xJuHR45+qtNu7vpnjNyMFrzOSN9DHdTA3A5e3
N78PKBymmgHZQl6Vh2NfGns6DFOdX/x2+5hQWnfvFpNZoajuQtJ3fuiqQsVsRxN7AuqSuMubYNMj
Yz2SC3RuFgHc7brWIoVZ8D8w5zZrSnwBef+UAXufgyp3wm2UGz0S0Mjgbtnb9AB/IcszpKHd30Wh
X7SPoj/m8jsuMyUuiE248m3jrRD/o338pIlKwYn1RC7c+6pu9A+eiNlJJl8TnNEwOYDNF87W0EMQ
rBB+bu82eV2NIcd9WK/RiVJZSC7hu99oAaHcbt8HwX/dBrVFNHQpGdAt3KiPN4Hd8bQBwPQfvIZV
3yZFvDnHYzfYTf+2ced/FKXTH2/EB/KRE4kV9blL1sMfb3Ln/sS3tVeY8shbf541jr6f7W5r9Vgg
617Om1PNebQy3dMp1nMljiaO/MSbvODXTkszMdI9L91FkrjuXizqyKw3D/mCyY6j9+Z8jugnSAJy
Yw6OQW1erbrvjwtaIHijxNhT5Z8HgCs7UQOEzsMxgjwkHiOrfpX9zj9bkG/DUk7sk391YNTDzy5E
kIJjKV73l3HX/EJ3FTkavLTx5VszV6JPzeqq5n5t2GhOIyXW8YtZg1WcdCDXMSdFsZf3VWSZKXEd
KNSLbwZrhWp2a53KwdvkQ1V3uF5vH9J2P8TGD75vtwaQJ5snrGSWgczz34w/b7afI32cqGLxahZj
hknT94/tPh5/h6Pn3lq5di5T5BQfG7gT1qN1hwuDeY/CRC3TtGZFW05/lhXaL4cba38ZBEJV7vh1
F2drcAz4jXXVPa1+cPTXUixLChy0psqqXlmoJ8609pn75qMIoiKNg2n6023LdOVE8z9rem3ZKOnG
+GXw3Ikne/NYdimpt3ljot8tQbkf4eb/aEnpIHqsG9/LNaoTHhGVuP3CwZV5rRzO9VR2H7beveBk
jZ0GKqj2X6G3xzF3VVcs/3UudRqBNQHmtUwgS+IpZcTdEteRTNHlgIU200RwjV79+MssGqoCN3l9
KZUfP6G2ALgqijL8q1yv9E7c/rH3TYbH6JwqprU965uSsof61ljor3XgXErfMWdIc/cevAtcz5P9
Nwcp6gl8IxoSUVfrX88h3XxGGsF54zU6n6KxWU/bIPV+cuvYMc9NT25Q5RMRksP4D7nlV0SyYR/z
s4itBCInbPzfzVABA0TL7Xgpy6P4A409/o6a4xmheTxkbUhRRLJM8cDl6WCvS2YxoDATyqHPrNSA
o3NdHEtmNr2eZ6/xpjTQVq/PTscdlVRLWFsZj04sE07XqWOQZLXQu1ktXluPZYHCieV1Lbb5Otc4
fFma4vYXA0L/hNLVYgULJv8y8Uy6bGOLizZzLNvo1HV19Y+0rgCom23up0ueks16Fh1/KWqJg3Qr
xvorrPil+L6p9Ct+0zBBPtdWkG/L8NT4dMWc1lVO7qeiO+1rG/cWsNnSINOhro4fJOeWrAfmBgD5
tiUe2j6e4s8DBZD71LjD+lmZaRlAGvtdXIpu6RqEOVO8caygXkmML+hb65Xg7Y+0A184oSY+u4UJ
i5Oywnp6VKLbAui+yv+qImn9hyS2nBPc+Jb17WAqwr7j1lvzdnQW1sk+WqMvYQrenGJv2nygZr46
+1sI8zoxhD0gqWrv0FjZ5J2UqDk8flcCHmOfc+23cvzGI8gCOPZ7a58sbc1bWgeNmvKN4VdlmJKk
/tJjtaxocRwuG8H5b19sfExAmgqQLXNhS9YHKrKUzV+nYuTjXNDluW4oxgEc3nTFjD7486myaRFP
EQgN8ZB2SEDarAhtOhW6eGeEn0zAdxUUbH9diOzstMSHx67NzjHeTNXznJmqHUVqN/b4I+gQ0SRb
7S3kiyjTRMm6lAXihtgFHXUJuogZbjwug0hU4ZxMaP0Rg21BW9+Vkx3TIzuO/pfQ6zA/HWJluPMM
KZFIUaw4aYkl/euKRcuUcrFdZ8KUyGe2CNFqdgy6E0lxNONy1xlzOKfbZgD4ZfEUBRuIe8KtS6Wh
Pri9kngPa8CZ0agc2gHlR6ybGMmRt9QMjgIgJR2WAMVLg7qIRfpQUBljN1fTXSArE1xCPH860/5U
HteubL0qr/lh/NO6e9EK6eMPVRIMjf9Y7U33Olb79IOFpmDhFtbwrSxs/8pdo60sNotiEzXDDapf
OnGdelP2CU5r2eRFPQ3fDmjcP81+xE/e6I4bc8xU/9OMlADOMLAyLRcIfYBuszqX8HCZvZC3PTdU
ZH5Zom7XZEc85ya9ivv7Rjb6qgAaSWCB67pNpvaUWH3nfLG09wgPqRb6LkMqTLNJ2VBv7Vx2Ni1n
pRWmdqT3n13V71fue3MfgtDDbXpV2WWcTq+lsfg3qJMNS7Wwo6yLOjo5na3igw8LCzlbYMvNT6A/
jjjXkTfdOU23fXikxPupLGj8yuvt6O52mDl5R+Jo55HILRYfU6NqXpxya9f7dWFfqgdklAmufLJp
HQgwNzk8e/o4HBmcZlw+qAmoY4roQTXmFnRVN6wmQs0hkElbdIk2McO4s9fjux81/RfnIQKQtuyq
F4qtqvx21ZssWtyo+IqQBJ6iqIBobWy/Qy2iiumjIAUDMpbBOCJtv/C7rO0HzgJuckIKnQoBES9N
53Gh7Qd3xO5N20JtA+5YxBjldlrR7D/EZud+Aa3u5pS0Y1PnSDygjYVcdfetbezhp9eDUKSbZ/fu
tbU63T2EsqSiEWRvHA+655wKEg19ZQ73o7vzzM+J5FT7fp+ANg0D/D2Pce5PVT1mXaA8+AW3YWnY
DSnYZ8UaMTzpeLG2awFYBEmqlrNSR/Nthi5vc12VTffWFS1+poZvl9mh50eknAgCpCyxY110XeiW
XwRpl3d00Uid+qb1wBcFKoWHuWRVyrj/SvtsiJ1j2/Y3gWShHxzwvkB01qVFdM/uf5BYk2qHuJxE
N92wZF2o9X9729Jxy77XdTkwP3LdheXnTxDKysmgiP0qjTvhWmlnFeFv398JY9ghrqmjVpjtZRtX
p7APwofO26a/fKriyxqPccwVS6h1cYcwhDpDQgk7VZQMoWHjTAsKw0bOf5BYs7EjIHceZWjM95nX
SaZ1Idb7g1l8z+2hsf6Qa749HORtVedNWNG3DbOJlzhdt0yXYDFMs36vWyflRWk6TLukFaZuvxKM
pVGRgmSpQjIoSGKaWBCK8MP4B7CNdlY3vnhjMRYvc+eV9fVA0BGkobduPalVobukoq1951SL0eIC
WOxlyZQhVxfWvIut8xEEcHyT3c1PhrgglbY2PWk8oajz/aSwwg26YIrj9ewV+15cNmdC8aQbyQYx
RgwkbRM17pUlCCvbwtvup5yVm8DIDvx3Ml3jPpEbikDEdmgDzqzZAK4Cxi5hUvpU+DGLD3v1o6rr
SPwyLFDlWQKKdSlPqFztBPZl2K5ckP6aoVEFz9uRHoXZVkkU2R7ZVOFpCcE8023zg+2ykffTp0Hr
0LEWoZIreaZHrhMZ9NZv6tair8bXTse3UNCLbrOEUNO+3WKzm4PX8Q0utVnSSRQR/6cqOakR2ljf
6jLYEChjgWoST8Ct7OHcfzYF2rJHYnPL6uRuw/6jbfVUp1vdBO7JYzeDphkG3pdlmXaOgDhs7ess
uK/PbU3i7oMH9iVO7F+hThzorPDMjAWK2QDiWRc8LEJkVKFO965eKHUYCs6BKGr5eIVQ/61dECzn
qNaFxwRSt4YDR3jTQ7Dzy0t7Va+vFD8rOOXVp6Ywnm4yewGtO5z8wjTls6HAPs6CxfWWU8AdEf5z
wjH8wBJb0CMJhxneNXE0/3F5r8E/egdEbgwox0osAFty8voStYqZaHpkeJoe7dFq7ht79k6tWLfH
eKxswgW4Ep4kTQbvSCTnIDcdlgZEgdHsPiLwhSYTk+u+jqFnynRSZJfeFWrzvvuTip97Tx1tBtff
b7m9+sMbJkC3vy+Rf6xgy5UFPxYV4rLEClgl2KVj5SGUIzuN13wcS6nNe9/IoL0YfuInLKEtQW4B
gpizaJ3xAT8QUhe14pC46UQaxbWNU5dLPSiDDJUnTcrepj1mXeOzGIfujN1ceERzoEz0epikuNCg
aEShpoSilv9IiIyPc4jn6MgoU5z+oopFC1yBbWuoDc+cKKO3cruuijvicPWYr+5evx9zwLN2YzO/
HUfJ3g6pepOPl5W2Ur3W9c9dAPsmAfcwQtfiV9fP4QNE9f6KFOX4D09UiM8AmBuEBpEr6SVV28uH
tfbQvQzb6uVL7Tcfy2gDw2zchJmF6PZIRpidb+hklr/7inKSxaAJX9ygWotkqIgou2H64/1S7tHd
XMn4u4QyfqIZpvua44Vtaq48fdeo1n+pnXV9lpO9fFqjGzN0xOv2rPjmAPpHv/vRKIZ6o/1lT/Q4
eV+94U1FtkXWW1v6/X2vjMXchQ0v82Jrf1S9BZXIXdL74bCTvt4H5q+9ALyP602cr/3+U0dsP0fT
Mdd0UF5OGVipirw9vwHHeb0E6tTuw3g2djh8jXvnXnXhB9d5sYb32Z7t+9KjnzxhUr4VPY9VFkuo
Pn92HhFQLjl79PaK9PS/alhLPg++maEhmYi6SiYLkplQsvSFuXRV/Bv/HREfzY1/GtXZCkf9jA4u
eL+90OfWgdITO9/2Zrz6MrilPkdD9FCOAOCOd3gJUb4QzL7qfiLkjZ/gfk9x3L0OFItDb3LXpjL2
Ts16zPclWQ+DtfxCofDVLxtShOG4l0gUE/50B8YK9od5nOX3YiI4M61HlDjbez0K1ivSPpdUR+Mq
M5RywXt068DK/XB204Fd89GvghCN+Kin/4LAOMGptbvw0cydum5zMJdAv5NCCR9RbtvV6xO+dZ5u
MAPU3tGwzCcjV7nkVdMehNmMdpgGUet/aseIV4MB9GOKMIVUspyepRjK/zb04oxWpDj8DnrP+rGw
UPwSk/C+D6K3n2Gz5Ys1d/2dKsU2Z1bVuqeSu+LBlmufxwDR97D6TMnL4fT/JDJLhDZyr5LIG4N8
QTkE/+7ET4f2b0qjVefgrN0vu0UblXSx3dx18MXnCI00hBlp6x/BcES/Nbf+nQNd+i/uURyFTzY8
iULLv4BZM+eoE0qJ/ZHUyuG9tDVTfKTUPVAZtvW+NOObU2jrt4/zJGcMgLxdFXhdbJyfFH8iFTWt
ky/z5L1HvCuXdltr6IwVILNu30ru7Rc6VPlSYgqdP3V8M13sfonezz/uOHM72ENnmJG6x7V9glwL
P+LS9A+MyJI3GlX6i9163Q8u5xDqrnDuLEHoJyKIo5B00tXWed+i7t4aUGYjHBID9Ird739cT1Sv
e4Avp6sb8RQO7f7NNJOzJ+6snNM6OvUvsRbuz3qb1I7hYjquDGtixTriFW9kB/Q/d+J8EA3bXv01
VYXL1y+LGmhErc4vAAH9DUPSiFrlCHjmdtnxdRoI8hcU4JQIMGOX8dXuPQEWGWNg4hghtOaISmwD
68b7Vkr8MePQ1/kmlfuImHK818gj7x0EHPRoD+Z5JzesSpHn2SLztwEhZFRx1HXskTlQoXyJx/aA
0QdBfC/KuX5tIb2RllpiB24uZflrOYphwW+FhEgbWnOrZS6zGWlclATaj1ka/JpWCrupDoVi0PMf
Y8bIp1FobEkB/q+/8CooEF0vMu9yiPH0xzi8MI4FNyfWXSmE84fxqqdhC7WovprRK27EinEqdWEo
sb1XV1u1c8c2BlJkYiGWL9mrzUrA2KwPt1JzgGwcR/vPYkUMf2lVufV/18ULl7PGf9j+arujt1j4
omLK2VuMn0aLaL+jhPQ7xCn0zPY5OpOtydTcjYZlaghskojMOGHL2c3Q+pIfbmudO+we7XFl19AI
+W6tnHh+ABtIUFLYskactqPoo2+TOjr9LoIKvV0Kg1+bUx2qInzRURE5j2WPODr3/TK64okx/xGP
XVMSffRLdanYBeTL0DM0nNAF7bt1qia7j8yTFIEKx9PMntGU5zkEq6PtW63jihkvHo/6TSl0uSv3
njbRzwHqIcj9upb6++L2N7lH547HgWvBR7c8n90JVUeNi87QJCoPuIccoWyEjEGbQuEaFkgprIdO
omKkeQ5Khu1WWo0zj2i8IZdUuiO128vM3YLKfhpgmqILXfK64POEzFF/OeQcwNTNKHvVV6egsuNH
P5tVnJGi1XpJohUtr8sAXyy35uVojo6ZKjJ2ZusURvVWfl9EyMUcLcROPiGLmRYwjdm1WspBsRC8
B3a3DNcVp10IKcLcfechGYhZafdtS73SKcg/7xBm5jWqv/ah8kJdZPzc9WzBojnR/slvpEKGH2z7
7wXDrfX9mDgpf82h1e/sB0cD9JeUc9lbPwnIdkieMUyu7WuwaHt6GmF0nStWaumcSdCYUMp7E+QM
T0I7Yozau75+CkY4PUSRs+XmHtRNeO5kMeh/QTC0M0wNCuQ3XA3F8EO6iw0PvTkOCIm7K+bVtR7t
+mnvccECnNMx46Q1RqTibPZgh2VjSePqcC2hGXx71KdZGRF3dG+h3CgMfo/IrU/CcWv3s9J1KB5h
PA9+vdMs5uOpgOKKvuNswWBgDZUk79bIuHnpkA6H6CAHt7jgpgyLhHT5w1z7A4Pe8xzXcwHbH7rs
F0bwl1YJn1ZUXkS0HPuR1mBl3nACzZX1K2k9fvNMmwcHsoksJBVDMPpgQDSYTdOzqFagkKQUqi3j
VMNb+P6ZHzAOL7YVtiiVcSYv3RUrOyXdYThBpSfBJsuSYCc2aP/T6qLF/u01QYFJZNN4VnKcxWMB
5YkZ6hYdVEzxcpYlQ1A+8h06dtbp2dNn96Bj071ytkdM2Us9gRUNzui6v0ZL8IiEcysckd4U8wy/
Au+WWsnOKphf8dn4+0OxgtwmnHRCZgW/znBB/XcDQ1JXDCN6DCD5wv5oLOmqFx/FUPNc2BG8uAKk
mP6h+ezLOy/iy+BWqpBuJy4YSnk36mBbz2gYt+I3idzb9G9S0p+vgwNgm6PyrQqe2fJQ5yVctv6B
pAURn8MI4OJShtJQITIURZHZIYLQNN481/uF69RrcmL0t+2lQc8kTjOIIJ7WARt2coQREBluZBjs
amApBw0slclF6YwBD6lD6k5mtdXmZHbT8eyfIhDv8gczo1aUQ9tid607P1b1sp24XhwIhKkOa3F/
iB6Nq64tMUFst6Ssc30EA/p2hp5969jthmW697w1HiFdZ914mQo9cWjQEn3Yb2KHfoBlYil/Cww+
EcS3trs+ivYYwrPfwQm9b3tPYxvGBv78Rg+jK9gnfF/3GzKh9SZLPpqUkkClfuI2brZrKW3X55TD
1SpJpvMbzA3xqJv84ENZjkvhk2P7JpWEXnBc6TX3shgtdMJuacEA5BGosHrWYdM0v0a7KXlV2fUd
02UyxCpbnBiAaFU/LY0tx/E6YDPqp3PHR3KMH4EGr/9p4V1xDkBaXvsXGflzF7w7hYu/OakoZwgy
u16imo2qVF10N4zl8G/lJIlT0a1NfPJLvWJgRptvmXOxu+32QEQ5VljDRrW+hHhJcbaSS/MabqvN
QuS2/Z5uHbE+vBmz68x/JMnrNm5FH5IhONWSDpHnJZZT26cgoqJ5CP1WeD9DI+kCpeRoGU7D6FPo
kIwcxZWFXR0L3lUFXlw89GFgg0l0VOp5dwLvdZe7nJcctOga4/sDAkBekS4sENjKGeSjcsa2vQu5
ZyFzNsgOmSAj2GIeJrPZp2AAmb107k7TIv4Ydyp/uKIt5QWMMhbOZbWP0bXfp5Xz9m8VurL6MbQk
ebnoUXHQ6gTe0cyomeiuGpJ1bgPUQY1GI7TT0FDl/gq+4LBGbrO+m90YoCrfaHMaHwZtY7ghI6kN
53QmI7V+HSKI6iHpol0iOoYS7JJDTHX8eyI0cC4B50VVV4QHkpl98qbG25ycwP7AXZ8jfxnMFYf1
OPzBHwHhwU/hitdxBPV8sCPE1FU2ipJ9rd/2pfiGcVtTOLCBWhQJXmEEztKhG/ue58ttoYxM6ZeY
RQuxnycm2P98Eyh95+mCMAqxBguMSaji8c1YVTx9VgJZgce51sbjHYSQFkCSEGRywv3hFew5LZ9T
lVXRBt3JwKOCdC+jtj2zrI/YIDq/7/52BIlVLwGhF/0/VJOq+udut07PZNbEk6NwR8x2MKfVlsK4
pXw8nHgI3Uw4Ze8Dx9Zr+YHHoWuuCzJV+RygR6heOxvf1ck0Xjhct6PRDEKGBKju6tbSZ2UOcRVi
8YyMb0EhI7X7vQ6aO4moPc3gs27z2K+nbtSiwTuu42M9V75llzJrVriCCzZOSPni1tp2by1tMOSq
n+yvY+i69hWZvj+vaFR59/7H0XktN64rUfSLWMUEhleJipblMI7zwnKYw5wJgODX36X7dupUzYwt
kUD37r1Xnxv8XOfSRSilVCcO/NHJOEp/cKlLbW1qiaM6GXCFhRGL7fuw/7aXKl3N0WRZKN9EC8+i
3eQuYKdNBrUExgszHYT8SGWVAOUrIvqtxV2CMBmaTKl9z+h1+GxGxHbSkbazvGO5UC1hC+4f58XD
YsPNZPlFNyatj/3s2rsmYuplHDs72MDBcMP4vbbQkpwq3XP5c7AqxHOmVdFgMWJUM9PPfe2WN+MY
I1KPgbq9uCfHXcbykFIvyWMXUu6XVIBlZX2uSB04W4vCjt992QFw2CJPpvOykaFf1r+U+BnGXfCz
dC2CeWx6Md4cDlA6EFufGQFJb1vi3abgYobaPmYYsMxbhgcMZoXFdZ10kRX4P9wvg33QZMxAraYF
grbKAQIUG28Q6bAv4sIdrsQurWIXzab3f9PQDtW09e3G1/sSeldJSYJ/eeEHzILxC/GKpcE+5Kty
61g+itCG5B1ZXCNqF593VljwBGTERMOy1QxYbmpVzxLqtJ3ErWbO+lcrVAumeyGLstnP4xzm/80p
xxmO0Wyp9Qvx68gcOOPhmtMALRnAcepD55YhI9iIWZC+xHV6r/02a5tqO+lrRS0hR8ULErTKhC9w
73V5wWxDqrtUN3/AGMqiORadtPGgsGsDWsM8VZ558edY+bdRRdDfESumpbLC0pQLNSQ5rr+wRcbx
MAhyaMc5Xupu5knureUPiAkmePveTAgzRihSRoeWqidP2KrqOmZvaRzGhyrKaHj5qrU4NEIGuCkx
MrkeubJpSTHIdyYjaKdTtxYXPvfVXOWSe/3en5WKv8mkcmIldjTP7EbJCte89Gy//cQN5n/2vrNw
i/WYi4pLKQVi4A6bKWQG4Uonv3Pc1iIAxnNejvhHZjSohMVF9XqZ89Gd3qk+p+Hd1cSx2RnMVaUv
NeVDdqQQC8fESMLj9YnnvZ2ixFBVkapVIReoRR+l5ujFrshaRIfBqmSGezQtVxZT1S3M8KiPl2k/
VJOZ/7heM2uNuVTnrc/woce9yc4evEbTcSIlVs5gi1bZPTghb3aLzD+tPML9WObLHzz4Vv640j6b
vxUOFetLQJpbvquMhY2njoO1WHGa2k78xcfamYMZA/xQhCeXMkvspp8X7HZDREttK9+sP/DLiDpR
rCnf5U0NYzziDMPywvI2Yp4RAHgOB2UNGxgYvhUzfcSlze3NhRsMlxWE8TTukBvDrsXfMKnAS3y4
EU159JXXl6/sVuhwluN2EMtvvGaj+UESsOcfBneB+yxJsIb/5bLS7j97GSZVbRiK+rV7X+Ok1tMu
tVvVHga7mHi/Jx2rMOKSyvQsEmfpIEpsw2HsSbfU9lzUhxq9HyyDS6b9yLS98A+LytroqcvgotyB
OB3m56rtI3EdByttn0dGrOXH0GHt2ud6jfurzTQu2HiWX7KDh/6++BKI/+lJYJ/mHuEWdRLFEu1i
a+c+qxkdRkD+64r+HzzbhpoV+onX3v4GZtyXRZnIG28WSsPCrpErhIFn5ym/uUsze63fhahF/Eym
jfw+bXLltonTcyIf47QMnOOAwuXvwo4T6G7muRgOwJ88nD69DUQ4ytlPkZiFzPnZFIOtb5CBlR5E
gGVYOJTM4HuP+HJW/xg4IJ8KPhRPyvkwRjG+GcbeeiXJI0xYnBUPWBAkhAjC5sRYanBXONQ+yo7M
1sLaNQxvxMydi5tsSNjekWP/6kRkjd/wYppabjXhSej8ZrAW/67XTrtYycoc6/+d2kIcGb9vSQ6T
NPAqSrPBrelZ/7RHOdKzWzJIlwM2Sl1cxUD0hjXXq5fvs3rKxHH2ka5yMBT0FudpWQl5kVPv5M2e
GhDEvudbsw1NsdP0WAJ0Nrgnktitv29Xq5kpPpoVCEBHgi26pwZrnUdFas6MO+L4wCVcTlZ5P5dD
0O7zYZGix0kS28EXpXoOV4wUMC3Z1AQtfSYeGebVuK6sTxoIsfBEY15atr6PtX1KsF5m0LsLghyq
vMRLXrT05m01e58WWpX/NFQcWKd8YcRx1+IFJiTInaUglVSOk0xtEOVoiWXWlmfJpLSEWbRymAFm
GdC4wcUM+X7lD8ZPKg/MeJhAXk0vIwaS2/nWeWHw1hi693+AE6L+VQZtTZgrdZeQ+F3LCPWNQI0N
ySTAS/umutgb9wPtc/eJZcCk+PCglRQ/urdV/4Tx0aKQI6LIa4z7wlVPloFkzBzNydcEu2XdPEWN
vFlYnMGh/B8jSWJSBbW2wk3cDekQXPKuxlw/Ztg69utcKnkwYF6KnQ/0QsBoGPFfXKosJAUc+8vS
/Ol8v48f+mpl+qhnye+qI6o3J2Gpm9QfOufj7al9BGfvoSmRmc412ni1E3z2cbytliz2D1kYjZ/T
DQZAxjM2WEmU5+ivSM7QHM9ofQyc6OWgulBPs0TwEvYkAf+mkV+gzdPj9dT8LnOH8m2FTqCp2DDP
VhT2AY5OfGspQUK8Er31WcM2nV8YTc3tKzNj5qObTk65vseJoNfbP4yE2umY5InbzijahRO3Znxw
8jGrwp2JOwcROp09VoVgZyXTolrbI9M+uLO5cm92DKWsmXwHdsuumlTOsD336QnKSkwN/mEPG0GJ
rlVc09gfrC2B0Hn8Wsy09kd8212xzYoAAEJEuYPTqMg0QFB2z0ghog2iQM2gZYijZbz3c6+OX5e+
i3H1+n1k+xuOr3yg/3Bh9WyQxhZBFiYa+JEjUqZJQQYuel1bkvZELYuUY21XOCWblEbRzcTJuyG0
CJiJzGnXpLPTOvKvmeNSeZwqf2B3czB0rukf8eDIXDzTWHnsrmYra+i/lLHt6dMy1gCoUWwRobPG
xCE6U1l4eyB5tvtUN20xPwmDAv46w05wPuyIIeg+BVRS35ElhueqbNVF6SbIRRqAVgj76KrlXDXn
qpg6IqJZ4bPV5ZAbX7NMcfQg75dYdE2O07a7bSxlNu6WDa29aOty/tvFsufDyB3nrKPYKh5IxPW0
gmNHKZO0hELag6V6BsQbzImE/BKgSxgBmNzlcAoaXBg5IY9qDGlbiRWk47pjAoyGGuHhpw+zisAf
dzCdVPyAstsUR04bJlLofZYbfXY9Ve+HGQcX1ZBPD98/QUQUMVLAjv8qLUO5vCHGjrULHCPiMiOh
0OZHpvUqT4rwqZ+U3FNDuS2yFj0zZAmT+1ynOJXmbdiW2fo5g8IADMeOqA6/AqbvlEfL81updvGA
xxRjYF467g5YEK65xlbR9LgylUL/x7QSY0GzJNzL0GSYzSFT1MXRLea5ye9v2JtxV4+rwck00Ya1
DxWigF2c5K0uKygkCAW2iVRzh0cJ72Ygo+yMSEXvd+11TFwBx72Y5X90wqQlt0x9bs6rNijr5c+o
HZBgezayO+0dXb+x/63TEA8eq/zG3LX2rr9UkoVBsuMTXVdmEAl53dQ81X1uN88AXqJAn8LV8/v6
TOpkLq8EdMp9R/Nd/UNFVxECUYUJbyaGCkzEdeSLowNJ+9rP+mchIMZ9ma36GV0iCg921xW/eYYf
dbMuQnohqqs9Wc1m5fjy9paM13efl+I3VSCb2CAEXmxDS+ndVf4y6v8o753HzG8LBpoyj51ESOJK
BKAG92GZ0Kj2tZXm1cmK3Hbf1Cb3SGou05NybrYOjMsq/OsgqXaQRjRIGZxDGCs1geXyzwhxsL3m
3MLVtyLXaTt05XGuEJ3cydOvnLNh5G3soAvM26gMFcaGVsmp9x3S3M2W6sr1OvXkE0ksrqPaOqMz
0fj46tYR+J1gezN5INy0+YB5yV3ImOO7xja/n7jiQWOE2RQ+cfHY33Wd4wAn9OOdtQjz7oDbmcZc
gQZzeUY7OtqtrFwS8DkZsBSxp2C07jVmdRNmdu0/5bYw8ENsUi8YdzyMDmBQ3Y+piVizUXf4zo5C
9kN1LqPWc6Cfx427a6eplJcCJ+PwJFiJ5r1jwJ3996zxpfuQRogZdxY7Tse7AtMBlJg6aNzxHQnT
Fyf4WPW5n4YFuT1o4xjvDZjXQ5zmgHT5Za3qVNZpOmNKzbrA+8ap1472diwBw53w5ITlPvdWsluB
Y8fWdSpqhdjdGDqeDSPfaH3LK9Hoe4xEQCH0/2nxcLbzRx+rKMSJeo7Xc9xYwfxpcVtGM+Uioiaq
Spvzb7D/xpFY3uBtKSwojOoYKagh4wnkXXmqbLTWldphLooWETZuwmXHF7fEDREJXBOM97q6iaut
8NcK+xc4NhRSbLppq949BFMf91mEfO9Uk+XfUUYF9l2GF0/eWcShfHyiVVfJd1+IwTrbMS595Hex
uLjg4kmNRxcNX3xZ8QAOjgUKQp/mqiJ12sdd9YDpdGmpuLyw2jlipGCgrtGcKpFeAxgvQGQqPO9B
zDlVOPzNdDUYlMtm8ftdVLdLsK/LGNaOCwSREGFJwLVP8InMXzTNi04iunACpaU2fxarLFFQXe0B
W8qwSl7dQa/dLaQRPLKKXKld3WSZ3k2MIMtHnerYS2xu9PxqanMLI+jyb0Fe55phTSSR52B/3gW1
MM9Dicf64lkAue4WjkhmWtXonmuyTJTIFB1I5WtIZOoJkY40J8Qm2zsMLslpjOco5o+jV6WnmiOP
aJLEJf/A3VNMm4iDLDre7C/+BtxE7/AkRATHfBkEBJzCQs8PmGcr70fDl8hIjvqs+7FwtpqRUJca
JkzHoNLyAVCxX2MuGbcxPbZAE+upellQMpWj0Tu297KgILNp9zkZtQ+UdluO9qwgWVhWTH3dOf9x
ntaYkwZCdE17zgrMrP6BIFkuEwc1bN1Ni8l8ZE23+Y4W4/bTdomG7hOmJ0HiIpRNdNt1OFsxDykK
Bmkxgq49xsY+V2eWMNZ86akLOuWwijYMILl3udUd18WuzRMQD9JU9NaTeTU5FmPING3pm4euq7z/
Bs/r/pEJtcUhFlF29VJKzF1ZSKoqu6VHoVWmJcQePrFhmVRYMX8IbKxqn1FsncKsgCA9p1YNgGIt
PH42qAo3zboJ5mqf4mF5xhZfEt4iRXwBIdiRHsez7ez5Pbxnol7tl+O4VXEs+XKafT2OAk0BQqPZ
hBQp1pm/fNmXVrgWf3qx/D/SRTl2Tm0WwiYgD3AE0bTy4qIrBQwrdP7j1YF6CTnhfizXj8ylGOZw
vM6dPbzyG03+Z9ZUk/wWORIQovZctUenUGN3yuuRwejQ9Vm6Y4gMHyWLJ3IJjiEMz1Skq3Y9tAks
6HnRyCcXS7s5WkjToEycusouPFrtN+uQ62C/jkX6LJECvaT3qa53DcYoxVNA9BK5QORRAg4Va3XG
hhHcLONk2+2XqWaRbXm4qYoKWsNh57KOofqu2hqoFMJWOtUEpFvhlm5iW4wJN1GMr5LE2VCr4Aia
OAPAEZWUhaQJel4ks2PTWNdvmcQMTbIoNPK/VuH3y8kdQIY82naWmhsligWrWLn7OgTaMDgUmOuA
oXVT2hMTuE1M7q7cyaqwcKCBhRPXzJ7mf+h1lviVkE0/xskpyj+MgXGChEybr8wHAcdGq3ZPzMq4
5bPBNtYRlTP6RXqqz7EFsYtUhp/3Oz8Mwyc84nO5DyYNnIX8pwN7GTxwA0CAZdLbegRjB6iFMDU+
WvIaDx4pV2TAdCiAD1SrRYpPzL27VYz6h1eyo+MhRfQ2lFgVeA0ghb19TeHmlKcuFhiMUy9bxXmI
ef0ZwzvRQ2arttvOC/OVM4qhqqmoejB9qnOwOfZcNAkxz7kHRmD01cWdqbYdCDAH21QU/tG0Y/1+
5IH5zwKmeiMRdIYeFW+qvY+rtEkP+RTZp6avB/+CZEm+cqpu2Bdaq/ylQvKB+Ue34G6BsEYHw4AR
eV/UDglwixWG90MbDg82C5LrLevA2l/Ng8NMVrFEPEDFY3EE83WLpSUNg9uNU7ROgCKCGSSp2rBi
j7GKp/BIJcBgVOnKxnLG+IjdVnodnzkNMPOuRT4tCSyjFa8lg2cvPph5WK9tKPrHOdV+fQhuA/GA
oU14CJZ+gtgakw0o7jpWdvnevuWLqo6MQTKaZHotZzdYkwjHc9QjuzhvTm+JedgRLsyxApA0af5q
GTjlpZqI7x6o2pqZBaxB+muYsN2l0on6w6xLaHcewYOPHF84g1J65rcArgetH+UTOzIC7gnruAAV
nr9UTZTmQKW5tklWCo5CZHki4VkVuLxi1M7+XQbH0N6tCF3mCxQKM/1vM3QtUWo7bfIa4GCf2qxF
JZYbZXgkhujO5k+GzQuTt56bJhw4MvCHcIIXT440DeNMJy+cDC9Rl6eLMfiYs6x5q6d4PXaTI7OP
2l5TsIougCS1L0bTjiQtcOomUgcAKSbXcbyN66n4CmFXMk0acInsseEyM7IsC6xQ5PC+4cIe2aZE
4rQiLM31tWKvX2b5UYCvXaAEdUuVeADD4h1zf6i9o3bB5/CEnG3imONRsbvyGpkiXJKwMYqFMrmS
hfPMKhJV/S7DMDBBSKMeiA+wGcd7x0TFCoSdS2vUndwxBDU1t138OTB5iXdIcqjgRd278tg3MzHx
KM3kmSCaiH4iA/bhgzPe5BegE2OyxPjGmabI5VTwUSKMNBG8aOwZxa9bBSye5hYVhvnDoB/o4Zf2
pYY5998kyf+RS+5r8AOuWDkmp3aqmmQoNJ5iEkImu/hYQZFzSg3yw20w6ZxcoPJwT4rG1AddxYvY
m26szZ/CZWEog9Q46s8DXNMcl5CbDodobARJ2x5Zd1OuWGrRguG/VkiSTDSOvc4X/FgRcIkMK325
x69DtxnqpX4KGIn3STG7Vb9fclcCRKkr7s4sirW8X/qyP/c862TNwtU6NP1tmZ5sB/spHUor2pWe
kJd1WB184Ctv9l2Ns5TEdDfIU+kRxU8yV1YEAEyBLTRNHUagG3Z/9RgN53C6LITQ6aBWa7y02UCG
rlUUbC+jxc14cBWNzCY0ohR/m5nE1aZC8P/lis0eo4kE/oHoWPlkacuHg3AbFqE7j8uIo4kZvLWB
48FsSjuL+BsGt8QKzwqdOylDaCsDSdPEOEP+OAIo4M8rlb1PLJPTCbkKp/6Lzi69DcbA9QrVaM62
qEchflOUO7hctcBCHoeuj6l3JmK0dwhk99vIKOtvMFnzQpDRoYWTJUg3Yvfz92IUga0brgFDUsAO
NzbIqSsse3plhy2Br0sXzkBAHA+rFRRj/TdAWS0e6tLOJJFlC7ghR2Yzzo/dOLqE3skdlYfcDqhj
paWII7DYq2WOsLJqZFwmYgRLDEiauF1THMbO6+X9QKUrj0Ols29VcgijrNrLS2aU9nbSrOCcCqZ3
Q4IgRE0DTdsetjUbYY6AwxVqfV7KlzgrRLBvPK3lXpd6+MljCu1bUzw/t6UlAFRLzHkQdwIPsg42
Wk2WePXfa0z+9a6qjFdtlrzkIfZrLv4Nnbz+iLM+bJO6bb0yAfqgmHX1bnRo164gENgXlyYz9esM
cgKTZNtWfzEaZvVdDwv3zXHh6NyBL/KemPPXbyB2VqZ5bjado0hJEuYYcTC/rUYTpkyX1auv2NOi
f0xUs/Dkg33TZ0x23XCNA9Ge5NTjKQUYEb8SvAaqrmpi1Rivyt5c/SYjYl9UjOBypUpvx1BB7vAV
GvJhg6yRdFgC1d+wXSnmXkBG8b9AqcbovU8/r/ZlL5g8pC487n3PwoJ0C4QiPlcpRpaEnGKlj5Xy
ghOAxPkAwnAmfKDzGOe2pji5kq1s7F3RGYtUd88uC8JwmNJd7LaHwsvZnDNjtaPzW03F2VOFdrAH
TLa+OmnpWvd5x7DqhkAfySRCCuAFTsFl67n4ZP5q88iaXsXhtQ7K1HpmNMX0KFrEOJ/tYPCm0zJk
9bgvMIJbm9KK47/LkIKiqKn4gO8uLnGsYFoy+0g6ku43bhmIvAxVJBi6W0soPgiblxG3x4Rhwq6g
NieTDJ20w0JuSgQiz4TMDdewbZukTyFrAx3PZvnpuDHtxiad8vlVsRMM7deZx0TOVlg81zez8GZu
Y2t4qEZ2SB3mmmWFJyKhljnMpR2CCVMDxp11qOhnpwntYrvis6NxZN/VeJEqatufCeLBg57pui/p
CDIWCyo+fYQYH0z4Zp7KoL2g8AMWg3OnBlwTNoe/NiQgk25dy6fKD+uflN/xz1TS7JDx54NEtFTq
BTzoPCI41ivz39AA3Yd5znigF/jBvb4NkcKzvmqTIlyj/hgYPFsca1XsnMcwDs/LZLw3ERXNlfXF
gHUcLG1vue1C5PJDF1IpIubyx1A+wX8hYD7dY5pkZp4tGDgJpUunS5zcasOvVbMt48z2wSg/FBM9
OV0m2nDSw68jRGxBRQSLwnFTzkQztq4P23UTgsN5ZXbLF1yaNuVcyNUy76ku6yiphPIAG3dW+TGJ
QL+CMUdD7EG+veGVSKsLq+2s6TPIQpbl2Sof92gWtX0FwCzuW49xA5PKovwxdtZe8rEey3+T69kj
O1qQpSn0I2inLHlgaEU9DLxSKTMz4dL+OnxoonFEWRq+tyPW/fJ1ZmlC9TrP63AfMf1tviLhi+ER
P5T+b4baV25rZ3X+Uk317RlG9djghdDVdy+s6rGZ7AqDXuBCljOVHWNcd2aj711hkyWio0E5mWN7
HJ/iXDBsDPm2L0aVxY/0Utv6tonKElgMRxPueSxSehnarzpx3JBcECNC/7hMSAEnaDfKf2IOF9rP
zUolwuHbdGK5q+3cjZ5CcvNegqN/qc5O18y/yont/iB1XHd3LIysGeUUgvFkq/GdbYZoWBTinZns
RLsB6tJmFtY6/Kl7v4kf8d+6C/9ka//rqiL2z66IXPuDPKt87uY61eepaFRIJMJxJniveHMf6U3q
9KUnn5BuFb71ZTeCh31esAN2jBzkdIpLNPc/HYBedm14UhyqdoIHTn0PcYl4Qokz4hObWiDuI8i7
xUZF+D3ZKsbShWMV47wkeVfG1X6yI0xhMeOZrQ8negd0nJWcsvAt73HUbBm8pMadsV4NlVy2TMGQ
FRsdL0+5yVjqRek+q63xCvFZLaPTZdsucxq9afq0wZ8t4N7hURlykj4UBSARx9T753dIBvc2zqt3
iHulfUgZTIRQhNz5WWguqSTIO3dluUhfzr8COBqjvhhlBjYtH/au4XvGXDMVDtLKOnUiKUrGzJd8
QNhzRSP9j3AepPcdUX2eJhYkIAOypab68XzjTVsKnY6YAW8Edoh0js9IDQ5t/dr0l2Jm5WRCLC6F
s9rRVW1zm3nWBmre+Nn6Ts68vhuFIEkcDt9x1QKJGFd/LJhIzZj/wfmuv1bq0UGAhfZ/14a0xn2m
pWHIFVUpM4COlmaYpEurRivcbdjoQbkGiRfXgBpri661VdDpwHCGPEu1X08P7FpBsGFwm4VbUWkD
yXRiz+OI+XyElFSxZ4Q2q7tBBzFDHbFDpIhiEseEU8DfY/TUB9OW3bXtgILjuK9U7AEkfq+FLFZV
kFm8XMiNy7X0n2MwlUPHHbsfFgZkLK2gpeAoTtHpNrZK50dSn5LbmwsyBxwZ6ReNzeQH5Du0hrhQ
2tA62PDByD3jdBZGLEeH4njZoMOQ9hzgNj1N2FfxCtYwVDYDjiEvgQkpP/NqhSlaoVyxasVvgvK+
WEPQGSFJBWy9QnUf68TA/WYvCoFL6ea5Xo088MQA5IF5YD0NeGZSCrZyOHtxbBOrFJYLLbiS/n9e
bCNrWJ5X7wtTWd/Y63F5iTEuH+TSc8iloLx61N96fMNpASA2LNlFhhbqTtuqv2nGDmGHW1wEfmgS
e4v71ru5/WdqVNfuGEjjv65k4/JNKLX8IpQ0r4IgoADJxahm4zaeZAMPygnZCch7DRi4QBBTbdbP
rhrq7zVwc2iiDGlYltf4pNrSeU5R7qogQEFHW904XtQ85zrEhVRrDLf8air4MTBVj3xpgdnmUDwG
cnBFYe3tPOjZD25uZtumyvvHoendjIBngeCA1W3Ot56JAfGyMXattw7t2Ytsg+GRq7MGUCg40ckz
tiy2D3BdvzW2xjO/5N36LpsAEyBvZpNvQxVED4WjKBTotCXBSNcy9UY6LiZRSJsdvJ2UkN0+JfkS
bdnp3Dh0CCUKON7//k1N7voFQ6AMCWzins4YGAKXFyr/79Yfg6xf7eVPGFYCnBtmK8o4Pm9qtgzt
07Ss+fA7aZFzM+SUbTZqPAxuuMDahdcbbW52ywNrZ9qYjO1IuL1EDSm2Je/zCb5dNJxNzTh4k8O1
IC+bR/hbNbmXT+1WGhM8CNgnVbnMleo2jX5qwrQwTAKCv/uwD6I3xzQI5zU17DMaJ/+Jk/W2wKaY
eDGtWfbhbu1CWB8T1L1150Zp/VRkTv7Vyxt5kMSdtW+5dvLt2E88XdBw0mvgNOSJqR4YFvJBcBub
NKaYDrN46bZLcWtFmralSqrdoMt2nfImRL+yGDBTsDvsFXcp03aCMLcotonHk3KwhiQzRoN/1mpl
/9gENLpM8iP3lAbN+q44B+U2nurwY1msMWfoVBSvhIP1R90INyIG5suHCFiSve08DXtP2dxam4JW
9k88OSkCbiBhBzHCpun3SizrCBHYEMlVVeJchlP3HhtUrXPKh/eDjRCOCDA5Wvy1ysNziI212Ncd
dARMALPctTINHwJhLLmbRJNf3GbhSPaWtMxhdYj+QU1t9GMKXpc9gYzY2rBDyW12wCMZMCrGFOjQ
TH9ZRxDQh679wtBJikV7iRAjkFWGUc6vk4cOjj5/EdOxkFP6VDUeWAyFwT9PFtjF3bbrZg2Vaixs
v95oz3V5WGztn0mcWV8x8lNMDb5UVz5L5tYTKyFPjL74DUgBZXLfss2JHmta+ruuRO9Ootgz/B+k
/j9eyjBt2DDicagZAfUTdidITT4FAahxLl5upYAUephb7yXuqHAfTcD6iQKhmYyP9Yg1dsNGJd7e
dh2ATjBlzqK7TBTRt+2OmL69bhz+0wrnAStCOj2z+HMG7PmzOpBR/E3j9GN0vdEBcKPxWHWY3pCo
PZz8ODpa96Bhe8uPmgzASBiZDQsLZCKcS+yXSYsj3uoeLQETg5rZBGtT6n6EwqDR7w1dpDiCS2Wk
yUQN/jCTbK6cIY+WI/NmQledGs2xZDECtWFY5Szvislki9wbvooxGKNdlDs1kOUhyL97DqYvIhOs
7OrmLs7psHNku6WdSayO6JO/cdwHa7pt8iGcu/M6el50QgjuydvG2Gr5+EcxSv+iuIiaf6znMXS1
8+S2t5VQ462VAePW0FL0sYz/hg6GsQRRNhOEzBjJHNy+zS9eg+14eyvmIPbXC3E0QwiARGc9TuV2
LdAcZJ07ZP69VH8xk/axHjh9u1wMgPMYdLzLbnk+3K7R2IZgtqrhWZCyGAKSPSG7PgpKd4LMGRrN
Sa7j+FrZJX+OdRSmfygWBJFNWFvRV5xCtaIqI2OwafFcV486qyY2slRp9R0iucZHGc7RqzVG2uA3
DIjTeE0n/xuMT0asgR7JF2OB5mVLNF39Dk5fNB7iaehesC2OYiMpe8FWtGHDrpxsXMLXmQ2HLxp2
N2YCL57M0Vk8uNYZS3XMISZY3e9E19pNMoezd2XmI2eOAnTXaENeqxrutDMW83fGmNX+Z+FXd7kl
phreDsHvg/aW4DHTKK7vfaEZO5ee3etTV0UNgXDQaV29Rcwq6i/JvHOekjYnb0xNYTLiuBuH1J91
obnh5cIlHf4qOYMA5Fex6kvRrl4MmGUSjJPTchB3U4QFk6VKRVpuZl/0rJaC6jS5D1F6KwN7FgCs
ADnzACecV1UlFhCtzZaxWw6cC2tIs+x6u05HqN1u5ekHjpa8+ScYdI9HH+GWxR8SVX8DRShr/5Bv
78yzUwbm2WBhRapaVMQL3gXQC3lWCw0Vfi3dPyvqe841Hqv8FbZzvLznU6m6i+3Mrnufswqc464s
fWAK5AXSO4mXj/VGDXG4XRgQTyJ9XP1/AFWODygJJcSjvqzGpGeVN6WqYMKyQWtPp4dIjsYch7ob
77jeuWrI22n1iyTGeiOB/wjTgUkxmMnWHV8zU7bhva5ELBJb8hO/17Ls/A9SpU74FMJ25dPGkozs
CikL8xCbseQDh3hHad3DptsxK0rtvZYyO1CNF+G21i6Ddh4/2W0anLzTF55whFA4R3geU6MR74D2
AJHM6kUNr6SlAGFk0ZjKKyOBTuw6icb+KVfekZrvDI7vHk9DXTzBG2NC4geyfsM0OQSbeTD6IZ80
hKN2VSsWUXiu4dGrRb/cMdQd3Ldu6leVWOJ/HJ1Zk5u6GkV/EVUgQMCr8ex2z/ML1Z3kME8CgeDX
3+X7diqVnKRtkL5h77UVMZAb9t54uufEdor/WBYY96TwXIyPAwF43XvrSh4TZimMPXwU2Tz0f2f2
uuiJgho5xuoMATRRjdaemMwZuQ5NSUO8AjB6D+sM66PuQkdK21Wj9PGeSKdQ4ZsLrAvnK1KM5CsU
MrOfYRtO4L/ocs9AaVRwr1GgDHcV69oDs4+mQYWPeOGEtQSIz+owlfwFxumzzUH4LKxTPlmyeKVg
RCgPmL9S9hTXBUaW1zBQjfeKCcwFJ8gcDgsfQkgrHgBYYBjEkmzDOoch8JqjhZAHyn37iDSiCl9Z
/pHJ5aCrzLedXMTjXOfZcvSBH9zNc+q8JlGJAdHCLbArdZOf/cZm9sbOIgWvktcUS9HIox8bd6ru
TH9zlEjN7uypttiln0f8N7h6sYvgNZgW6DzICkfrtKKJzHAx2rAJH9whJTnSXYd5uWeNhFSThO/c
/S4dtrZfvFOFv0PoieSDTsXnCtcVGs5vkuMRXgaMFMhyqwI11YTWL0wsKHIDXBGbwONuPguGXP21
adne4wxLxmsfWRGKQBsIX4AjLcKeqljf40AAK51F7INHxFJX1436V0ROzQ89bJD8RPyYPzoYmGiW
QpRsUvK1+Q+fmwqZl1WCHZIxJstOpk2zJ1TYa7odwR8MsQbzCr2E9cGVaa9iMce3lFdxL4rbceTj
5op7qxZbv/D6+jlZusHZe2tNnzoatKvgU+Z1If/LDh78sPbDfRk1DAr8MGMT0UwGnEdS99HWY6nE
U5fnc7uduI+td5+RrvwcR+stxXGDmaK1Dl7AVeE1fMIbgiFEeCXhZZ0Y3bgt17rCYCQoWaPOKu5b
z6yYjMcyZz2pejZq4RKYu1EQU02ZBsqcEI6o1t2KfSFsr21lq7elV90N57Y69mPBtNi6KhDp3iPk
/NI7aN52dQgX3rj3VlBebUYH3hzQuWgqD8XoR19ZFgb/QiTEFARrNP0ta1kT9jDoDiQBQPcXNcqa
8E2ydxrkOI15p69F07Hkk3PnNUilSPiaM4qRHqvWMWGCifOauJLs5HQ+cCEUEthI15z0hUOOBeMn
QLiwvNwYB8tDhOgU1GnPUndXL3maxxJlYXGo7D4n6rPu/1RRZbf02VaHcNKKZveYUqy1Ox+R/10f
sdbfMlm3Z4aKnZhBrOL2RudcVg/T0vtskCCl2O8QcaDSQaumBZyCWqx3Zi2A9Tpu1OljLYeu3y82
Q3fEOb2oYlJfHetY4t2mQXcLGF1CovCMiWa0mQgGuJy2CWuwJ586EqIo7ONhQLyqc57DxWqWD+//
aTNFb3KstoLYtysSe3OiEvKyqxBt90lnWg8H4UgfKMKgAbSnIhu22LQ6XDkQ1PaubOa9FRASsiFL
dzH7eohUfqpzNO+QUJyIiScvDVM+OQfmkLBfqu8dKoT14vty8ndjEohbzkc+Fe1R+Jn3mOjJ6778
nBhpwkOWQR/Y5gbvCSFi0Ngq9p24skOgbIDliSvIhTXOtEtCwDgIqKg82UvK7ShLZffkLU518mSV
W2Bu3WHdOwzHukc5rcO/CN0rK4xlCZ36MrTpstXixsJmurRuJ4th/YVpLesNq8Xg8DiB5yf4BsPF
YyXCLt87FBy3JJO28D57RPOYz01u/Tiujb+NTY9X71DjaTePJ+AT1ZH1w/q8irSPzEFgR/IosLHo
C76O2WUz766WdUHShD6krhNKzVRa7GFh6mH7VGWx5zixHlEwdk7cjlitI9L9SlnvQukFU9xkrBRQ
VyuXzlQ3+nsZwvLiG4RaccTsPTpI7coeehJsH0kpGVDhxkstFTc4doDgRDPtGLT9kotgbsAVsxJZ
wQ6s7DNlFqF9baQprY8MDeJF6SowsYSXs+xJEiQItbfQDVBRUgkDNlrHjxVTUL1HigciedQgitAP
t08ccPYLESHJ+qT6gAKP3WbbUCsZPGdVd2Mw+35tAUKoxk+C6xB1OOiIUMQ2yVuCEu6bZaIo+A4N
AwzEUcI9tnVYPzi91/60zY0esvYwk/soWty7whq4/MdVGLhKRWtf6s5Z9G9t51H3ZGNg3FMwd/T0
iy+bV6er/fQcsOiuzjaDsoOXuwpJhWmE/dSxPkTz4Ujx4zm3JyUPxUzuX+u3cFDcEJvnAvxw3kmi
SRIqE+0w/HactNuuXQrlm6BIwoPYIbjZy2KmxNvWyCGCreFbKHc3lqrHEU+U554Oamm46UdVPKvF
nuyDpwng3MDBYMjCXg2QxiRsjDrMzLWVHFgmSxaHQ5oE/iGZOn1bhgzu+uxlyvwl6UL+6ymJ7qBC
ZggUBOnVh0EF0/qGmJxqw3dM8lfpLh2vyrGSRw4cCFkIl0ewYi7o1o07UuWf/p8R8mnPCxckGniV
iD9jkJL9bPcYSnaQyjk56y5rrB9rwNkrhCrDhzLL/XfMHq39xXK1CZ/nhnMSKSVXoU2Q8tr5sePb
6/jlmsm22BrdpA/bLOvDBDUI1uXNTAeAQr7OOnXKAfMGr2h0PNBYLEWtr2H1vAuoq0UBECwc7FJR
qaGQa9+Fn27zC+BUfcw6UKya8+wE6bz1KHnukPoN6ZWvqPrC0lkSujF0wUTcQztc9QDSE8ZtN02X
0ckIldtkbp3yQvOVNz8pcyH56XXDIGgcmpKILkauaNXpifhaNN8vFR5ILY+zpyaHO6xH6w7zH9iY
ESPLN6yDKOQMsJPppFRommMVoNfdewEH7jmjwvOPtusn14pOcn30uhXRxxCsJiUwJBPpiS4YNfbG
ZlGZnPtbFvcjmoJ1Pdi539kP2gVCXgNLQwrg1HCtVNVrqtSGnxb/YxkJ/6lxS3W+mWTXXXtbEADL
cB8lIKt/YmGWtp1QSaEWJld8iwPQOWMLlizh2jBNh9dymofpz2jVQzMi/FLB8tyGWWXt1GxuD7oQ
ktaBSuo1FSXJ0JuZB+mHjZwlvm4KB3cHDTFxH50519Ep6mjWrnUdyPNKtIV/h7qSqWDIKz5+MMTU
1SGqXMvE2RCN0GAWNWxBp1TjbmBowW0a3mywcSU9aX6WJBngE/P4mnGNo2Cd3yxA3u6DD9aL9TP5
0oz7t91iYYK/9WxXVO2qv2eWKId9S1OBCiOraNwRNJbmZ1wazWBRdfOfYu6S5dGfTI95e5wignM4
b7G2+bM/PTFJcRz0dzd9FVdOdg8DM6iZwDFQY5lPqFYs/GVungjsHKpDNrFQjGcyRM52PUryLuaR
U7TMi67dgu8LHm6WXNol8hm9jTRObT02ZJItG98diFoZe/iLe3vGDg4BjED47exb6QsZIMI5o/AN
+DF0OtV7BUbg1fQA9mMI6gH5KWbKWL+ZKUiDfZ071pkkJTQrooDKs2MVSjXVjaHTxwXRnrhwCqRN
BHQUhVMvUIRTW21XMDpy7zJ1+7WjYklYR0TDPeOgmzgTGu02xY298mkYeH0YP6hA5kyDB2NgUTd7
BjCs2KGM38hnghzJOBhhjbt9ZxRJNG43bxnqto9pgR877pOBTgGFuyIX4ZYQvDgA5+JwtCabrd7o
/wm6WrdvI85v8cDK1xZxL1MH6SfAwiu6w/KioC2u8VpgLCMlrS7mM0F7xT8HNFC6T0GfXdxA5Snc
A7c3b03RW8ibx8i6FKQqybvcdtfonOd+WwHM8sy/SHQ6/+Aom57qKA/aM7tavLKbgAXZUxE55kYq
tmcmieGEhtQl1JIgc9PRXMysTBlEOZQ5jh5x0JJjPe6SNms/MSGu1QPfZtOc8dAR1Lbk4NBO7BAx
FfCYu8vfgpKHO0PLoY7x9QmSCgQj7C0XDft5q0tmYrobIokoqJPKJ32kRNfe4b8PN47GWxUCzrUR
2ebtuQImDcKHadgx6ImggCXIMGur0UKRgM7C9HlFGRgc2RJK81aNASaUAXLDUXmqTGOk7LcMSoJw
2ucxRb8jo7m2XkKDtZLjjWXfI+MD78lqmQs8pnxCxKVnCSMeDwPrIbAKRKodG6+ftiZyeNPNSqMt
CDxzsJY6v7K3F96h4AQ5z7aZM6QhwDjvI8/XJKdwABcu3lc/bB4wztoHSaoNyMq2UcN+yRD0v7Cu
TF8JUm26Y1OG1mGuR9JI7D5U5zJk3vhkWHcWP9jkNZy7UK75X1VYBKLCBeXBZ0Hq9h8Tko1zYPU2
mZkG1/rUW2l9N6+4cjdGlS6c4wBjfRzieu7Oi4aOzRYs8qt9oC0DaWchvoFfmSHrOPycW4uMB6YS
E9s0clX89GECgWfOkHwAsmfQPv8DfqjRMrHXe+b7z/j5wiAPdqULigA9wVjpj6pKWvzUATtDQUYx
E0j2Lc2O61B5h5FbB2cOwU7ORi0VIFKsFvqubthVPdoKFxSzC/zDJKLm7W7uC7iDLEBWyl8wvqRa
zkOy7pJ5Bp3rM5IJ7jxopo/ZRIZd3GVZ+THWYeHuQ2Lnc9LVV/9haZwx2eFT6n3cijcI98oq5wkR
DQsOZroucojCib4xIQG8ASQy9vctQ/Fgg66m+4ZJlzF5Sm6kw4JSjsXYhIPGklVBYF9Bi7fxFzAJ
T9FsoyUUdtE9tVRl9pFGQXz4g3ZYDxfhfCR/tFkfjY06Cw0aWmzc1Kt9QXVE8JhRXRg9Z0Edqt0q
CsVYeBT/MRGdae948v5SUs9nhKIokG3OYtAok7L/u4mfSaAkVtE997LTTyE8Iz+2rBn5D+o0fKML
wV83OnZPRpEuq7/OkKNgj6nswj3IFi951eGQnR0Ql9U//Esu/DnsrwIlXz70AAlnJvMEdrvGng4a
/oR592hm7b+J4/b5MUTvxFAQAzPIfKd5nRIf/czq5Sn+37QnC3TLumwaLwAxQsjy2Il2KzR+rAqN
t7wMgECotKJsib7IAgwg7AjAgJBNmuyekIWFV3pxER9lViBysJUmJ4kxR0t6ScK8+G8IJBozCf5s
ZCgTFg4mhVvWJuZ1iqJgUumLUet0Ny8si+OWUNoktsd6ITIRo9mD4K4ZXv0mTNrN0I9NfmgmywMJ
EZn0npUaP7hQmnC9xmnFJRphAm5UsuIZmFGwck4hdvmlwtYpf7HH3H2jNBmIx6CC9nHUg9UfWg+X
/oGYgltlaLFoP/V1Xx6NQuEfL1WwYupLHXUBLGt+UffUFQESVFr3S669ZJsNbQi7WKN/3wJD9LGj
SmAHiOyJcDjaKlxS4gi8hGw+py6T/xgXcWTACtHRlo7Z+kEXTfeYtTYox8TzdP1eLsnKmsnHuv5C
Xw861QpoGWMUEmjHRBGIIxF6etnLtZXdea4yv72j1DP8RmH5/8HYGyFWDSI4JFEYEnAoa/S3KXb6
/kSeIK65BdZYwiidD+w9HHP3Fex6yIZY4quCS5MKeBsFQsEVF4Y6Mt3oxs807IJAXlzK5OWrWY2y
ToYozusga6xITBq9d4mIRcb54BG1BcNgJYRhttoBCaDMOkSBZGECArAjJQ+8P5l3mKMSdl+BaOd1
UMSTHUGgZ/DoVKHFLdrAgwhrDwz0WNTRtIuppDV0Il1amB2MvtmG7HDnqX55ACUkPNSx0XDru7BT
70ThJtMexgE5MSjw4XK3kx2qDeGyMEm5cPUdcZY3oBXqXHqTxVhAmtxi3bJG0GobzYv6mGYynahh
EKTtmGDhPggDod9g6Y7kTtIGfGnVskzuEBNzrENasxHyE1u1SWhnIiKWh/EZpBXZFPSkFrY1W3Rn
NcxS3dk0wzfa4hjMB8du+nte02y9LOXkfRdWSddOSsew3pXFYv8MBBN1cbJ2wdswlw1dOV5+kkk5
SbMY/3S9sOCnHdjBcJRvNMcpOQqFa/UkjNjRvSntMbwO1cwFDTbDecvmPrpnUl3m3HlZxZy8mee7
RrSEQ8FNmfZqBY12Lec8fzDOHKZx3yqy9qxCN9mZi6d8qGlbiYJ0gii8GsasWLXd0f2vgL5xcIKl
RK8PQ3LPFMSSZ4iYhsNCJNkjl5k9b1hkS2c3rzkazKwFNidQwvA49b31iZ1f/AmrnnhNnMr9gTig
6l8nrPa3GQlPQ4SUMIinky2KBups6jz65FdCGPKEhRQTvh7NsFiYUsSDM6JDT5yBtW7ijiS3tkxv
7ybC3ETMSw0FauxW5HybgId32abr4uu486D2bJ3ZKvctgzw3rrvc9Z7Yopd6Z4hyuq3gJ5Xs1hXU
N2pVq+6uFA2k/m0mEg1feGAakg+ZXtJFucn4LsuWUswuiJXC8h2hGnUmXopdEyJK30I/wCk+4PL9
54kpfCspa0lnNln3C10StYgw86Kv3dyK/sNl47cLVKV9RoYWixMY7uMHkR4AmiRaxge7y1Ctk9WM
Yge01kdNFlQUY72AHJFz2vtsqqbx7NehsbelcFmQlOQ4Py4ew+7jUIxmPM1DHj6DNGBu4DG1iPin
axKHcz5z8pbA6WwIqKDLb6KEDEUcoVl4DHs/QMojcF2eiApHjAyETBD1R4Tku0sPYf2iMU7gcs1K
XY0/p+mTOwVoqpnbfSL0QfDj+9gqd0yeMpbsaeU1w4ffJtF6olvTE3zRNgKtHiarfVR80sy/SQO0
b9Qkv3omiWN5WHRAm5JhODvhcUvrfUdiZnvPqiu8QOL1eegkph2QCy3c6ZXcmupSg2ZzDon6P5/d
hCF40hYY/khG1i5aE08dcg+sxzcqffEwG4rCrUMkho6FgtxF9bUA24gRgGSElZi5Cyq16SAOlAd8
ghNGSN9yBJeX51TkELjr0yTcgOlvOQ9PNfw2Jsajj4fr3bfJBfipQVTISwRnFphYFKTa6R7DzENT
veVvaxaL67p0GF0w83RZhnIhzjCQworo4xXOAA92PjHbdxDXvIBUmNv9bObwicLSa3fjappLN1T2
tPUdD+96u1KQfNIWZemBrcHEKLwUwzlyoeZtKTbcaFeNcnhrFk170GX2DHVoyf1jGzBz3gkl5F9M
wprDUXN9bLqmER/FJMIL6MniM2wJudgQ0aLJy1Oy/2mVTUfdt8QtEIWLYmbjsyCjw3FG/xExZ0Ja
XtAO4W5UQ9NiemzLk4vIRh+XtjXegfEMyUGUkCxuTYnS+kBiQ/u1kuFpfdr2Qta6BRWvop9JpiPp
peYxwuSLwMLqy/bHspDpxhHYA2pY2SIlJITPYvSRqdr9hmW7lqeRQIHrAGDFbESyjP9BtSjkdvVc
7LKrxNF9JIdiljumZ219nub1Zl0AwIRslRS4iPUeRna0bv7wJ3BS/zfreqzeoTVWK/Y64p+zqcEr
gUu1yk5Z41hPuNsVprQQycUd+QyJfaE+T5BCL6Kf/UNLiFZ6IqS32tY6Qa4RQz5K6mMUASS5zO4C
hgYeAUI2j4F2TEdTZxc2t8tTkvOQHrFzLtzNMiPxU/lcoUj64OjsqeyRx63B3Psv2OKI7axTnbk7
7EfYCBCqzjNoDI8kJshqdC75wPwcIrqrs3wXjJUkPQNO0WJuLQT+EjAlav2MJj37J8uuhvxPWZZY
FK1aCcJXwPGj5dtQP65U9vw5OHt7NqylcrYFhg53R0wU+Xuy9Whoa9q5FRAE9kCSo/gfbzFWIdkH
EDHuqPajfxoZ6Yj8uGcR1Hq0Cxuftp85jqrSj9RtGGk+SNYwyQt5cfgsgTRGGDd5SRDCXJZq6Nx/
VCFrsZ+4oP61ZOF8dSMh2qco7KFZzSxoVoQNgq0JT2ATnbFXqDOpBGly7vrBeRkjWfNasq1w9hV+
qvlMdoT5j1Rm+0/DFKi6vTBVuMN8I1mCjmG3bpUNoRstoTXcg2ubrTcxYYVKlpwpA/PG0qVRTnMk
W0zHSv1aA5ixr0nKLPtvVxIXcFiQJPKZgrHyPnkAMV/EA6Sn5Jjx5YtfJUfbOS05aj7mW52xqmMQ
uHaJeVV4/9FE9wj4DV/ROTGSJNmt5Xgj+kiPKdxfyy8owEPePcISkkHZJwhYGIotpLzJ0Vl4KM8J
blcsHQLxKCeSgEaf+LbXBSS5IreOZcIoV2+FgRYLOgXOCZs41/K5xrTLJWQnmSWvHWBmeKMRRc8u
jYCv78BuSPnsOD17Z+wuU763J/7F96ijEWfNg69O0rKke1oDv2Im50msWhOkLpdexvL7fdoH1T3P
aULC2cSUHuhxCYAmGGu5y6FjeXykLJPN2c4Q4TEj9sPgrcbjACiuUoHLgrjVn3beiZ8e7Uz0OuBO
BIzPgvAczYMmbVcWwTPnvEXC2TIzaoVN0NxNnUcQZ7/WaPUh2ETHgSUVufbO6F402GBzoMSk2e6s
MGS6iK+l3vqh8fw9EoOg+nALVh+nbKYkf40yECYbPaaZvBI1gQgarrTMURcUtcxeGMn6NO8lgwJ5
GHso3ox26xuYIvLhs4JOD9jdbNfUomfdBD2ppi8IrLz6foVTle+ZpCW/TQukFM8icrR9PZKRGdfO
zEKKFokcPxN05tNaJ/OZBbO0jp3fBd6VmRpePqSU5VYBKfnb6M5DzigLF57r4DjWpsbbPaMtlAya
VrQK5WaZbDzzhdZm3tUE30TkWnldcxwtcix3vgrJdLWBsFinVk5Kn7mZnOkYunRfzzhpppu3sKbV
HVOY7HnEsn6z4jQglMyzidsJ7cT/pnjgRBkaKrGDWBhYbBIEDUhrK+KMDnXkETOPwRPUqRj9+RHt
dVi9BYztbhHCWlz4ARaXkxG5yLZMIgibrgujN6q6pfqKMKovEAa6fLKe5dAgc8k1kBVcvug13gH2
SlCCOHdQ3M/IA+RO6WLILwmZzohwLS8rL0s3e83XKsnt++EfpZKfzhd94Pw0A7vTI270NNq37uDe
jyH9C5bvLLXiqQRqcea+WaFPUgLydzqysZ4LWFWMZ9auX8eXubXbEvW3hjhw1vDJ5F77jMDObCb0
8pOJcvq8kUxBzczrxNwxSewtmIbMY2Tj1Gl2wkUdWBCAuwAV6JhO9sVStgxjQ/pgdyeriWTFiBEc
A+TcS5uZ8DPOTjAWkOey2ClVeH/buqBaKvIasqQG6LVB2BtcCpGkZIhDtEH2Tno4PTFiKACvt+6l
ndagOJiwLrwd6Te8PHIA8gI5kQfhhTlzCFtoiTjbwZdYc2xSNGtoXSOPW6wd0+QPFpYpeuoUN+9d
aVbJ5yP5s9FDIfUyvJKFp4oniT7nps7RTkLVQE4O7mWWmacG7hUoPsh8eOuLJZcQrTAl7wMTCdoF
yPUdsr48SQ6tzID1bxzD54SFIoeium5r4ypBQHjgNR80uubJlm7jAKLN8SEwIJNnm0WSRRNveQjj
g1K8kL69ktU1V4A7dlgX63ArOFZx1ORde9Cy74M3L8rpKllGrnts2Lgcepg/I7JvNjVsn2a2+Hkg
gjeOV9TgOIcl75MKNHGIkLa+hykQfzNwcuiKOCrhkEaMi5BZ2PZHxuCVSEoUg0ST253/bfKS1GpK
EZLh6TIJmkw6gnhgm3BdPqICIsnLdRr3oV+kT6IatHHqxXYIOMc2fQLBB9u5gvcgyii3dwuyplvo
ifTtwwqg9ZVFM3uUBk11eZCMNJCBpf+PRAbahytEK2GfPSOiAvq8JERA1VQyLAhHEkpHZbxvVCjQ
StiY4TFcQubykFZ7v7pEtfL3LkMKYl36SpotpaPgZCWLDmW5LAxLN60RenH+dHDZcUcwfOZ6TmKo
Gum/fLR7AhfbCbR0tLp/dU4KX1ol+S89EFgLNIh/oceS7eDgET+5NaOyDQHkhfXLOYyUPxl4CHcU
iUR/VpYTICmroA/eta0Hj85zdd8cc4MqFhEcoPL7jHb7u2ZWVWwDFRSvduc9GG2i6kEVRtwFgS5N
vCjfJSNmCcA4Rotlu8deGg/UB+tAZuJgH3KOCLSaL/Tpo9yzW11JM1g1ZU5VLQWVaD1QX0H5W+cG
+2VN/wilCAEgBPumfAo6MeVXLdbyj7O2nrOra6wNmp/Mou2J6d/X33JBQ3ioV7czMepUordTTU94
dhj9DXETOEW3sUrZInloavtDTeX80Tt90O/rcHainSocy720aZR88kxM/QGOqZ9+TBVA7jiwBgbk
QbDIa73QU2xD9H7ERJsuJeapT8TCDZuI1yicCafronGd3lU/g+CcI9++a0k4qbeASkgGZfDlmm3r
eNl7s9g4r9wSTAZWI/aL0dZE6O1i2wxDfcVb0lLRNg2qncVZ7Iu9+IRVdzhPgWOEqbZRuxU1td+r
jfPPfp6wYOUXAtK65pux+QgXWmVYpRaeRJNUz3S+6Sf4PYZrWLGYaekgSb3YT20LL2Jao/attwMx
A4jsWglHLlZZa413axPoLl7oe/KXye8Vh5gJ/GgbITHDSDgx5gNrhifFIDNWfVJ5HOraxhs3WJp/
401jgimFASsoKB7wyRnSQ9MOuF+7qu4imOmwmTrWGH1aMDsrOvw7fTcznGxyqRH6zlboIA/HhkdT
UQ2u09qHjECTeb3iOs5YyPYWdnv1KLq8d/Z0Xl37vjT2SnKX63ZjtC/zZMBHLjM8yoPE4/xcd57m
g4UsB3QCkbHGbckyO1rOakXGuDfE5dTXPmykvCvykfPx4qReS7IKSu1wAmfHOefBPeh8fWAtr/Uv
eyjjfyZsSIt3ldVomYlAgZUQOwOhtttCdWtzZzOsR01WM8EFExYmI7ioPsAdPzFCrw5Owx9/ySr8
TiDWWFUg1O20b50LzZz6sNp1lj/2FVrNDQ1/z2+q5zkDYpeSF4DmfVJ3o2Mq81WkrSCAzVo8Yhrs
qomjzhsuZNF464sNZ849d1MFHMpylik4aRphs8kpQYkPJY+CGUMjF8pdrwfDdJhZH/yh/5nxBpSB
g8iMIhIlFZd0AwUoBRtEJwU99KxYqeo40a5Y6Y9Bam8dCJ+QEKQ9N9uxRUO8jYSlq2e7IPNPbXpJ
eO5VLVxcyL1GgE1X1g9SPxfCHZorhdQyvPsz3S+zzTJNt75lcA26CHFhl8h2/DP67prd45oXd42j
1Ssyb7s+ur2ADiYxg9gMDFribBaXSrBqBLOg1mlsNkF5P94VRsNBrubEoDXppxsRrAUU9dUUqGOx
AZXhb8n7Ne8Ai8qKSBZKzs2YARJDimpHEND5Yrzg4PYRqu4cFK88LtE6sG4jMbOKUWwRhgqqGTdS
RBlIgGwAtI9V+zx3V9MK2vSmByZN1K5BO1gSuhKdytHT4afD2PajRfmL5gURzjWriny9t6bJrr9B
jKj8scFwCWkHTMyKHFxVUfCi6dP6LayF+acdLEr21qcyOaKHTz7RBncnaGWo7tHF2bz0tFN3U92j
YhxvhRqxjkycXlk49MEFoC6+AhvxpRPPvXHMUaMrELu+dkb5mPHwYgirIHzcW5pMh63h2vsNFXL6
g5C+znBAMlzcKCeUxdZpuio680STTgHh75bPMHdfbEYqtfUlvQAkkWE5G75vO559Bst3PboCVBuw
Z8eL6rp01Udfr079d/XDxTrzNwT1S+705pHkV2PfWcL2P6gMvboivdkU4DahM6AtibtiCJ0PU3tm
KQ98F2XKIhr7oM9kkYjT7y5zdbKv3KB4z1mlErNW8vJh27sB1F9YWEYZ6++oGd+SIk0VFnuhMFGC
wqucvU+FVl1ZPyfJNy/v6gLDZaGPdqHPUntLh3nz7Y/1TFwy/iYV1GAARFH8jCXAzttZSQdU+ELc
WCelH4itCCsGe7pKBjSUOs+9/mXmP6tT6XMKc4YyefZe23U05ywqQDD03C2k2xQtFuVOwowHEuzf
HrWykD+0Yd7wUWMsPfOEzajopxBnlugkjSCJ6h6U3xQI8S8+LN87BmFBRn0G2b77qNicdCRO8a1j
5l8chGY9iMG9QCX+4RMXf4+UgahAWFfDvCdpTIyILJLOMAoJ6pERVei9g4iURLZVk+W+odH32sOM
8Mg5lTcCEOUUGUbP0sfPo+dxqo4V8PNsV/hOh+8Tcdxlzro0IkoJl8XOdXD+UbpYycnuDB6jYS3K
X15y9T1jc4cmK233k/0RuXQLVMTokElBaDNbtO6zCRKHCNtpSN/XvtaPYKaYXLe4HZC3ESyNw6P1
puaXqiya/5WWy/3S+cRiblOtcnPGXFI/N5EO/8vAj8xksos5RAwbQsYqsrEpY6ThZn0PjCdOw4JX
MrZctpbxyES2Y4XDVXRgoZogBW40lJS88b2XNlRLidsKIpVyqlvF1Dm1y+LiFqmO5rwwjAuJGT2F
44Sspu6mut7no5FqO1OZEQUJkZ1EYYTG5P2ajrVxFqUtEhmVM7sET4mYkdrMUSSUaLHXxJRbu9L3
/asoLY3mY3WLB64XNvFTJAQseRX4LO5bI/sgzi1Opz0pKiY8JCa4scGBaxfjR1LeaEOVClOFbsfG
iDmk8/BTOjnYtRCAEIZf0hAm/AcDc1Ph1q8Nwhzecwo5bzNjVIEaiz1aDM+zjpADbNDar+I6YSX+
b81Bhcdq9qwyrhdmORARyMKpobqlL45wcVbxzC/vbPaooGEA0o0zhxjgk+ZOi4Q3mK1/Q9HnF69u
o/LcrmmXHS2ZNtemJDgb018/TWJj8tUlu9tjqrOdMJR9GRxy6TmXEPneqRyKi7ZVU9wstFF7nUmO
sP8sviB5Cp9uAnLHEuqTxwYud4pJoY+ZH/vgjWSRvrsO5ppDXwuUlifA3rX5mvAGIF81flQdNJOz
ZwiB4d8JGR86/Kl2vK85GbW5EvNDlCf6WIDNsPhbQsBGTPibMBMdm0an+YPLIrwSlYuAwcXl8RLM
/+PovJojxcEo+ouoEiBAvHZut93OaV4o2+MhB5EE/Po97OtOzdZ0N0hfuPdch/xhNBNS3CuLoZc+
24tY2G8CYBmule315MaItrQfvGVK3aPHbRQiBbdk3jaHYcwLoxGhk5owAA9DQEgFX3lKzJeQyi8A
SWYHctxAhM4tmhVW+KwLtVB/cUUpyT+C/OcTepwxIO4Yae6mTDvGD/gZDTgc0c3YpVO7A2RfzT4U
KUm3hOOuxO1C5Tndhg3J3AdphLqBLBF9jwFIzd1Q2G7zQR05ZmTac1Z8OUAy3sCYDMSCxNVv0I7m
WMnJfcOSEfwm3MhEXdh0BHjESeYi6Pwaoi0wO0fDwsOYMtX/6K/H+TSJDFxfQwDIG5psDn0MddzG
OhJsQgLtMKVJjO9FFzDByx9UKcsXtkz3D1hjPoyjWOswwcNSdwiQEK1ROpjuUsJcltMyUDJs8ZNg
XQopBT+IiLYXvvkwnE4kcQyrU5Dm/J65ceY/oJ6qBDIXKi5956WOv9xCK7TmHW7BAD85ESqw/+yV
u9VWdEm82wFgwBZdVfmtG9905wZAE2yDwM2KSwTPygLITCzKkyf4W9kmQpXJMBitPccnyAj7DoBr
jq1wbIOnpelJ2UCmn5JgPeBr420gETnlCn11G2H9xQhvu6cAPpl4nJI+4vZGTUBoCr60ete6ZZld
V3X7K28JeTJdVsxbMDiZwyp2zk+OrXOQ1XlEPNcPXhbEn33kyNNALAoL0kxOt36YdfKcEcoJk42a
H5o9liPSVdKQtX39ZhVZSSOW0jWTZYshfu+OJWE7chidHu5aYpo/U+u0wc7Vdr8cWdzm841irsXu
HeJy9RcdccgXkfF+15+lD0jwiK/ANYc1HGh+83Jr7LdZvrI/gVuQJsJaS0fhk5vxnlO5Sh/PGPZ+
IEsKjEGbN6TVbjK0KhtRW2TnxjHl1I0flp0GxIvmPDqs1zkwmIIkLUf2q7rVtZ2XinVZwhZ07qqt
S9C6s10I6ByfCyr55ABHSzzVMejNjVh/ZQabZZ8esffkISOOmhO1iHuDksiU4lYIVZ6InSSrghZp
0SfAPQgFMkr7z2wOMDOEnLSnEZUrnxf52QNAGj/6hj2W4p2JfU3JE7XkAbJemu/YX5BcESWeBfty
9CB1KY7cV+PMiO4GabMvnXy3hdTYW/NeOK52H5J5XLhtcPIjBkI//dInzowTcUn13Si4nkOnMeEh
kTaTKRay1YLSt5Dk3aL5aJ/oJ1pMvPiIflWpXX0hY8CQVTClwy3vfRmgyxXNC8IMgr/Rc9C/tFZu
IoCE85Dsh9rz7jP2hAv8TAyjaauX75r3Paa7GuAaM5b3bFybLPoAocC0jaAm4HwlqiA44blhBw5I
Buaepv1DcuWGTnZ0OXWqc0cXNu5bSMvVcGB5kjp7flcbs3tiFLulYnCXvWa+E3a7tmbT4h9RdfSc
jyIFSWk/OXlGl6dbz7KOfe3O7dFzOr4FJ2WXwKMYow/JrFm8DtIzBc2WhRKhEcycdiJNo+B3gu8S
kQJFagdCMw04r4KDjcbKTB2vGJPV4gnh4jxfswZ7Fc8yGNt6GBsuU5IS7liGDgxEB063I4AE74sl
h4MQlr66P+oK5PwZySQKqzSHqLD1cGq8rEawhPvZ0tgkqrG7yywKXLIdZ3Y71uT0zIbjnqqxLxzE
foQcxDiF0DP0N8biwthhguHoJG+tim988m+B1XcqvmeqDgPI4NMx+0DJZXods57MFMqGBDxdTCrl
h8pFcRfGcAxIZMY5g2EbKXjvyi3DUo7zyNLqWyIogYin0fDuOubljBiqZHhc4o6EEyYP6obkDdIX
mzyKL3ZuqfBNi2E4FWSA5BtfjUgjSAKbUZMxll+1AaZdpKiOMDsdc8v2NQmegB9B8GVKr66lLQiq
qvGm/S6kXPY7BJRGbsVqUzj5ZTLBNPJCunAL6apBV+XKU5PMUFwHj7QBCqBKqQP1y2DuG1KR9gUN
erCPAXG4t50KW71vCTKRm3EAR3DIM4eKayRPLTtPYNF+dTyhsMOOCGiTXMB/7UJ+3CnxA7DeEFtI
VDmxfEqXsx4NQMI0o2DnTZYEq4PJauNjz+aGlW6guaKvDXqSwOXX6JrxlOdd96fLpt5D0UTe85ry
Dc6Be7sdurS5xTur1XjySePrbnLhFDY6Hq7TD1s3uA9KA3MISZYu+WmMM7HZ1HgWtwjdATi2tDFf
OmjyEcXBrOcRYSZ4l89IFPURnFgp3iRi8PwJfkfUXidAWAvnPrWFmWAu+mtQahphs3NYPTNbXCAt
oFfDM7zRDNqyZ78MUB8E5GorFvcJFXFG7Y5PKY87/4pnghwgNgAro2UhXGje1k7HliHPx271rZQ5
mXZpzkDRDj3/cU7JHTgFieLM2vgFs3OS7HqiblDpcvyzGS9mVrPRXhaqoo3iqZRRdnASQi7hswzg
hp/yUtjhCmCxuukpRKKPzEJ7TdlvciIs5/hAg1FIvVvmOvzjWUWe7LRtLd1rQ3JbvitQJF+xnE3P
qRVlZoPflUHPRBevth3k4ruKgeRT2VIos5vszI2rXFSaHsb9p9iKU7oZQ0j7gdDM7Bwgmp6PDaRa
+WnRrWdktKD+ybajlcXg/Za0gEvZjd3yuUiDEHfLy10A0hWOaVDPwiH77tOhXPOvQuPrq8t4i/uQ
ASgaduXlRcS6FEnp3G/KqEHPIoIUHptMGBFfhwB5yUVBkWMjWEboI3fcdZ48kNFtKdIsiCevrxyA
kUTUGXvsHzHSA9bathxLknzxIIYsA5gKGuiO/q0enI3DwhFyOzq2tPhRLio0TkvOZXT4ZG0BUMuJ
bkSSSB2QWLeWnpz5bqhir/nLMHBiehPZwse8XjupfazAH6HSKzC0Y5CH/Lyofo/8Po+/aluFzl5O
yRRfHFArA8mW9pREy8fEdfU3QQ03UUZ1ongk3AU/wq5BITJR7HaFfc3ScPVO0fy+tSU+vSf2jq78
aNzeAuLhyNFOb2uxtN5+msC57JEL58OvpIeQEUvVBDZGO3L5elf2tl6JlrGO4NhS6bjJvSIe3UbR
lGYtZrtiHtsrbs4x33MOFtU9gCiJlhDEXXybekg3HlqbBvs7mjq4T3u7k1PE8hhZZ4JXniWN/+NR
Tjir9DcqPlxuNjweA1Osm1DAXP6YseYhgS+7RqTs3Wp2Rcaw2mt2DqbtcE+RD/uG/yO44a9wGhY/
fpHYG1gqsmJJg2PNann87qSyW5y5SWMdTN369lHpnpp5AQuYQCIKyNjYdSjCQsKvVGQEpumSEmvr
WGSosOdOgvoWFXgYE66WLpKFC6qWMT53dusJuF3aN/N3TWxwcBylz4oUIi/O5M88o25GeOkk8W6U
dTMjrjRheTvl2qnJTU/ooMcIBsi3bTw4NoZRVI/wgUsguof5we2AZ89mlRUmAupu1YzYT7sUlGUw
NkBdADOrxjku2dJOVxi0gWTiBiEHwY+YwteJkUex78pwDo4DHpvu0KDNzqZt6fUlifeQbsQz2UEk
azKcctqzcJuOXOFU5gVnHpYeF4BJHY0MnkFNWgHJ4RO9GWaKxUkBCSIGQpMfUt9Aw4XHcIAqqKv8
VAJ5kDUGDA5D0tPGwOatJTooE5uZ3Xjzmfd977/4GqEseUutTyyRCUi93NaZSdwOKzkdLftjJmFh
swsyrCX8R7YV39Uw59UWt11nNlMcCfmZq6TNkgvvTeBii87R5dd4CUDmb4gL4ZRmJCzI8ItFG0Et
80HEbVSmfSiYrSSvgXXYBOAJXhHeAjrmhg/TcnF/TMw+3Fv2Fbn49SuU9UhxJwt8MWJpqQiTyJmG
Qi0mzdwXyObBNgby5Dbx4CIxnFkp3JQ+k9aTkSpd3Y7C5VQnKoTMK8wzaPB6Zv5bDynHn4I6bvyL
voGxHxFGjhpIQ9FQUiSElo4rzxjrqScEg65KGh56aWvf9/F/s1e/C0CPywflQtAZYOoCdMIJWifD
00D5pcMbptkdoLgtrs8U/E6F3bdIrwHEIJNdgRPWRh1qIGta7/H9OiWIxUoEQm3B5uOTnsk+MKjX
VbaMh7zKguIzog4YL4onrz+aqiWboozD1LBGr7rwNE52b46NsEngszoJroixBUZXY88z6UorZfTM
uL8fkQEn6DjbrnTAgxmlSFSPoX3ty8GfzgW9FWpQvqRyV6JXY5GMWoGBWVakTyhlNXN+b8xJNtK0
DdsZH0Szqypq/p1lwp7SiPkF3VpSkU6HctrZdO7cJycGNt58Ctj8iR0rLfHi8ACFJ0Go8jenPEPG
MvPlbe32hNg67fKuC+EMe1HmlcEW3uHekphFmCl5ESoC3AbMRZspGc9EREW/Xe0Sp9x4kep+kYd4
3hetjd3wk6CA2/rIWLwT4craPKKeI/ZmmFzoCnXWlcGBuR4M5Fx31rYmWo11nztaI8s8TqRu1+Dp
MxhNFiW/c2XqC9qQDKBevtBF2VTtFESFN2HyiB3MbAokKYZxnaeXrmvr8AJ0YaxxMxfo2GJC7J09
qylKtSCOiSwJspQHK7DqDPVmPXkLhyLkRqS8Kvmw+jpdTiXIxo5n266iC6cAMql+VP1PwtbxRRRi
YuWL4wylvF1TD1cS+QezKeoEhuI0bBuVq9rbTNjlgErMPu+ABfKUeKXQD//YQAK8h9mlENlT3fgI
UGhQkhvSZYLxHql4lp670OvFJZiK2duTDJG8dqNUCvUvPeAd/HL9linElV9+FTOVqzxwWrvIYy9w
aHLb+hMrr/jtcZRX/Bp29zpYy4ylisy/cmtQen0Di8HiTw4vK4QmWvM3R1/oJyzJpXNeSG77KWK/
qUE5QRhHz9csKYmBsXFY82Xm0kHf/O1HNGDQSMNweSQ3K7mvIT7Nx6gsPb1lw7uG19QiqPcBac6E
zLRBdUJlnMid3dShZgaKyPGxd9g1HfqWWKr7pWey/8y2ihQOvp+k5rglHmnDwsA70iJBy0u6/A2E
gvvPq9PshKQazD3GrfRF6iHWN5nvgr4gZwcuuq8scZ3jEecv0aLl0yjkWB9Kf7YVCUuhJEoP1K3e
SD/tnnU15QynOYwOGeLm6qjSOr5XktX2aXSZdhG7U4TYUkeiIvdWp33gUTKJxMYNGEDfJ1VpfFDj
g8Tc0PWKgUycWVvfTrEgkAEggzMzlukcWDZO78EEkjahijH3kAGtr3B5idux/ADHqY14iJBarDHE
UIS+dazaiFSMHKVAzvRZtkT1tCl7aIJFrYdaTUAJ4dpk7gZRWowqE6fTelpjajton9f4K4oxsu2C
yPKe0B0BrR8qEz/qUmR/pZWJ24oxOYO4/yFdVugh28+XZT0Q8d4jSiznHgZ7nzFKA8db3XpgKtCH
9Z1YddJTFJKBBM4sX6GF/QXWQIDcrFu4bfy8ND+2TQ0ckGQAZSOo0/NIFME6Z8L9hxRwlGRzWUvZ
74Tf6PmCtj1ubhGnYYmYsuSTqm/2CfFq4pcBr4d3Y7yExCucDfl7ZfXNd0Z4/N8MyqZ9syY5v1gt
ksstW8bqRvOR0l2ClZxxjU3exkttd+FbzDn65E15U6D/4vAVaPBb8VKC1G3OpPGMB/Z+fMsqCggi
dBvPbAPE5x3FDeDYCfhz9M3YykXOAaWsOAovc52T0Cr9WYRY/iqWSyQuDkt2DCHY4sqzCqFOlHoz
a8qQT09CtYixqvLqhDS5wgS7EvEH0V6x1932gAQl23GeFOYmtQe5U+bMzEhgWm7MMAbwtxDa3yG1
6uMzv6ALtNlG+7yrhJez6GhCOrrJyiMg3X3R2ZceD2O6GdwJXxU3b3Wd29SM2BOMDZXIsaudu0DX
uV2WVr8NKh8+8DmC0wktlef7IKaO3A69vXaIadz80QyDYJ6kDNk+K2vs/raLwHgf9oYwJMQima8u
hVP54zfOO8azwIf979jMvJSDI/W0Ybknfok9nX/ZtFbDrV4i5Jgbv4riHxsJTw6nbunck0pJ+t7U
AHc4TVHDOwdk5Kq6G7TyqkNHW+du3UB77bMsIxbhxNqFB+SBAxkfRLmuL23bv5gYCsueNeqKEkRE
QUASdTsJavBf6HazKnFxHCF025peYpiIk8T59FkHe7cdaWDTS4V7GqiNm5TE9iJawuxsjWB93Miy
z2oIC+Jc8pay2O8jr7ogKyMjFOBE/ZNZC9PolML+WdUy/8BJFn9HcPDMvpq5u1FzhHSm/RjgbE9l
ex81VInbOBmhptd9G3+C1sZ+BLbJZzVXR5phUMwSD9GjB9gHXeOw8wKXLCyCqopym0tc/gTcB2so
obTkE+IfFo5+ShDzRDy3eiht3/0LMGAEdC5b96tI0JOcsFvQEbs1Yh/CvuZg7xNnVN272EZy7u9U
5FdbYNS7mrT1Vgoq/ANMVAp3+a7w1HKGuj6BKCwnkImiDBt3l042fpfG5J2kmtcDaEz0hf1Jj/UE
2Ayahn20QxSC/KtKwot6UCS7BFux2ODuUMOjaWl5NqrFqnpTd152qga6hMusEw0gvGUCsFlogLx9
Yg1ZcODsns+0FBIxMFGuvnU1EhtGcBIRTc8eg6k7vjMWTcR92bBH+IetBp/2fggaYKOHETF1Gt+x
/CNE+siiwe36fRbgKaX/cEYv43vO42drEl4KjCmMhva2Gjz3lUM8CPZekmTddg6K+LPDMdH9XWb8
1XLPLLe3t77Bu01gt3TLL50U/mXosQ9gL0FKUBIChcZ4l89y0HcI8ebuMJi5RlCIJMaadh6VWMTT
7li4IHXE6O6JHS+OCA9Wrt7kc+GEMBoCp3334bzWR1y4TX2dcYZa2CYjeM9bEFxV8kDyV+ow+V4Y
2qC6mREPsziF6oC/nEQcqGN+sc0tuZiL4WBMTwsHNDovYgNjPMiIjM7oR3qaSRmMa9CAH3JoYHkr
tosnptdkCVuJ27cr2wOyIrvc2ygSn7wYk9kuKMkPYpxiFa8ZCQHOXdT4FK8MJJCbMtlv5StTueE3
5AWmVlbeSCTg5HMt4/3xBdtAgmu3PDXr8R/Uujz6jTcGp8ZmtMxWC4TNieWOE/8l3gsxJLhC6R/q
JkHoHWDwTU4k6Mwui3PZiuriJUM//OWCd9I7oBB8XxmGvRWiU8tnZ63Xn1BCxNEzlKl1ozgvEjhB
MfNYH1bHeHIwC6gv7rhYOSfpxYguqWKH92BO5vQYx5j+N7qbMJXRkSNZp5cXDFYSm+bFp2SETOMX
qtxmipp3W6FQsp88mnp2CyVR6tl9ojCocgOAkMoXyM4URVAfgTco5SnARM38QNXjkAugoELdAXf0
fjsAHfMtYwzVvYy2IPSNmbhGQBRYwbnMgSQ9mpTS96PBMeGf3JjhEBKqymA9T5ZxM8eeNbwniafq
m9ogqN0yWW0E8Va6De/deurEnkGl4G4gnrL+59isBA/I1zwYp0mVMAJ14Xg+o28fi/OYGEZmzGNC
pE8x0k756CJA/Rzwg7l3LanF/cGOKDBgKDjYfeacn+swkty+0iLayegt5r6EBO22RXTyw4QE3zcp
AfIWMeBkA4snygBZqhU1yUtTqvmLumIeH3VIgDMRRcb2jijgHCxDViNVuUFrXjV3cVx12YW0hiC7
NjXLn10IwJCVNV6PiuEO0G4XwyY2QAD8jgtdlQG4gsOEHqvRIVEBuNW62xrlS98+TqUXZS9DPqbo
+/lZOLTmjGU810wYWQ+pbwdt+0KnYYgeje24ZANlLT1BFFpGvf/eYFCZgFgMeNb5E+WG770K5+5v
FtJGnzBCDd5pVJ6dvnPl2dYDE3MTPck4092JMoZkQTMFLp5x1+ZKKb1OVg8T2uxkv+587JPw8Lzt
/RTlFj0162x2TYIMkkhiN49Kj+KUMqcjZhbShdUiOpIHZtOGCtshzEjdNDGGm73vpV35A5AArsWU
BOmHliY+TxIbCwMlh1wsRCPjq+Mz6UA0p810tscMT5iMjf8TkbfebVsG06QP5RaXaBCOzpVROFEk
ecazultvMH+duvrvoQNaiIE3nCgWgDVYGmRCwDerzm5PyyiGlValMVSJELknK5s5b4AKKFCkbaWW
myjAysTMa4IZqUclNIBAQx5Px1wo3uY9ApW2UNMfq0qLxzkJkwTjVOKh2ESKDbkZJt771HA/Yols
41eRwHxhOm+sOwuTA06ljhdqiyCPah7RmhzXCN70Db11/y81DWokCwk+G+Um9fgrEDIYqFspyHIK
wL8Yr7Ege6iJI3bIeP12XjRghUT+jTS5Mot6z/08q3cauf0Hun6We6k/GXJm8Rl+oqlxCAwiS+Xs
e8TX7UcG42/9su54Oqecry0P6R1MQwabRV6r4R2saPG1LE63ItVMZG2TYHAfQQWZJ+NE/SeZldU/
p5P5d0Te7I3jmAGIY4MwfzNxmWNzQ1r0xXAU5VU767bZt3AYrH1YFtlHOFQg8Gz0z58pPrVnC218
grwZ+cnOYFm8lgmBWZuwrdFfAXFrf7qcaoU9u5M/YqV130LhOv/yNP0/rWkYgu2iyhZ19uBrAfnS
zokGRH3M9i6u7J1vO5yLE9LTfMcWubwolJmQj4g51hsUjDCVDbjSikNP41+cpSa9CHski4ws4lwj
FYXFUal8TEKOzDhvl2zGRqETxGsb1Qk6Aro9q8DRJ+t/rWw6f0uaZvtLnVWne8dUQUoBU0HtzCon
uPSIDgVOKskmXNUNn1UTbpPSVgRhceO7RY+xiPNqICwK4aoSaFTQK2bReOQwKH/NqOW3ZThvVyB4
ad0Mja9/AlZ8IRq+siL5NWQgv48tyFf7YZH62ru2eubOif0TSXzEN8zoZoFhVHxPm4Fzle7NSoP2
3DICBe83xsVzqztCKR3uaxJ9a5a2e5uVyz/ZDdaLQRF8WnTj3MNUXuk6YJk6dmZ5guCEq31rwswp
j2kUY0Kbk0Jd2mIJXysoGMN2gOOAurGusY2kDkUKKhDsvSEbwQcL0Yw+m1I5T+PYJ486srkLY0mA
FtCBeLra3VgB5kBK7m4S4GQXTH3LtxipzreJS9b1xp/owtmw2jhq5ThNb0bMcDJpRtl7srNuUWe7
FTPhJCzPHmKncTu0Xv/IWk2/ZPFc32UV8VgbNDMMzrwu6B4LqI+MaeJg+mfnGdoRNmH+0c37oj70
gnzyg2WRQL9Fd06ApdLT8gf7lH5W7RgjIhGrN7gf7ao8UDeRaM57X49bYVFO7SsvXczWpAq8FWI6
sWHGlz9kuUi+sT0FzIhM7aU7PIzZU0hjG1A1RuXX4FrBT5j1Y7bjSSAjq6Elewqh/fDPsPHx7Fki
6Eu42hS2S1xaTNqWJn9twxmdSmkZ7zZu7Mo5hFROehN0GQdo3DJIIjaIc3UTAif7aKcpwHzs8/tT
NUQ8GlxoCIQ4G2CzD01qP5CFyDkFkMv+itkT8VDVgzx2c198eINTfABuqT773kVYaYtZ3rJwyF6i
yocF3VeM689jmZXHYoL2t5vYa38iw6FDigKNlN8siKCoHTLK3sCpIW86qM2TE5QHluMd9tbxLCva
ZxUh+AbvNLPnankZwTM1DeUAwTaIrOxAQDOmdyRPMl+CH7LcWwPGzGs/SrrNZ9e3CF3GAKKwA2n3
ccYtNO0tnFh/iiQZ743CpEd57XgUbWMpl1WIxRQMpFzxagmUXhusowJNZByHZse0p8v2AhEQQs6O
OfCmG8IVv862hWlOHdhviveXhbpf5aDHDc3uJm7jod8yHBob9uIoAfYIJ+A9k2ucv3sEf4nNkhti
zfO2U2DlxoRkCN1FtGAx2DB5KDkqrypY4gvCmGbawb/P4s+sS9x/KVInf4OGq2O8XvSYMMqk/kpB
NVxEalb4v7GhE9N1xIpglbl6h/trz/cMa1voHyi27pJpcsqznU2QTIB2lKCKHA3ZM6NxqU9Vm63C
SxgUcJ90K+K9BXp5vICqZJkoWxSeDCts7zrq0vodEGMfvfWfDq81NljnSDT98efSRv0+rAJ2d/RW
yWvewiQMs0Y/51MZfIdtZ7hFOQPxqcIC2c/CkVCVGIXeykGC2aRBA9WjgKYVR1IP4cZxT2qzaR2n
nIg+ACCHPBQbIRwdXRxJLK5xCOk4Sk5eU0MaUYbqfZ/AH/M41D3zzyXBKN7btEI9W+zOWk0JTXfG
yml/AFhnhzv53ETblHk1+1wLDDow0jGoGHgIL9pwo7EaAfbF9mFIVfiEVI2rG9tafMdOmDWWECO9
nbBN9V4QjptB16+jN4T62Dqj2LjHpmdxyY+Dn9wml3DNzJzU6q+u6N2cpvxsi7JKLhQQ8p7fX6MK
b7LkGwty/VqqkvFzE8m4vIkhbDCYtwQTgpRVUndoR1U/RyTkUD7nsXcncTmB35l88xnHPbc0Ow7Z
7hLbiYP96JNjvxFO2aDrYWK9M2y61GbMcEgi1O/ae5fGF2++Z+lv3nTyMHw/qv9NuH7Ik0VigVBV
DtmXCnFQuwOd5KESCRwonHn9Y0jcEKPGrK7OCNibkflTQOzYWnQy7Agm570AMs8+hF3x6mUmhgZc
parORZys4/8uRy84YBImr4D9K7eRTlDbuu7EU0rATHWdAG7/xHCKCLtZdKq3SZ/Hbx1y0okXt+qv
qi4niyUGL+vGyQfcK4Xb9iQchNEvDzjjHEjDFcP1TDxzMpbP8VK11c7ru/mPjfXikYVD720Zr2tQ
3/CwrtHSr08MmXXvQTCbM0m1UmyXLhQrjyoCnmHHYx4DJpmWDxup8x1uQIwVYgCkwdcnGLsF3tig
0yds2kAVTWA88mXQ7c+TDbtLsFilaMktr94VoeXe2RRgZLWkpbqQ/o1ViZ/TqXdu67I6nCeXYqwn
YFJsLdM67LCpTrAC2Uto9m1u+e0ekTbfPsdQ8FbIlJltgriHuYdu3BPPPx+tKW397juK9q2cRuYY
PYLnx7lcrVIUt2pXgdfP1kEPtlhNSYtvqJC0ZQOmgVOL64bAlnQcXwk1rJ5pvMfvKclybEUdMTkW
o4ZmWzGzLDcJkeJiGy+lfXR6wg6pV1fzbutW+RuS9fatg7yXcTmuTobUmtlYh8C84TFkBHq5Yxr8
41BRwQ7vSab2pujNVwIV631p2L9ufJcp7p64uNQ/aYWx7BhTs953aqD1Qh2eof0yRfrmStwLoDgJ
pr9JOqt6QleYoNXBII9PK6qmz6Sh1tomFZPKHaxG+8zJRUPfIUIpdhZyAXPCShBfMXOx1XKZfEBl
TLl2SCYrvWyL19AP8eCnMXcAq24g6XFtvsuCjc8BZ1S3t4kOYEuoEdsw7mxba8cWf0yemC/HlFtN
be0mnJDi2k+ZPe3CqkBnNivWtOeehNEX/LzdCWCgYD24IHdkXcuKlRW2kw37bFgi0As8Eu4OEo/7
OVg93MiWBMr+nCjM7If1cfH4enmL9myzYW7QgEKrRDfYksllBb4+WNieaaCIA59hCZI6PtWa8qpQ
EjaEkoQbIFIi95XNaidAIIa1OSrb6GFL8cnVgU1ZPwVklcUHbfvTny6dVuJL62AYZuUqUTAg9yC2
qx/qL2atEmyBgw1lYyE3fs0A2kCJscnQ2+gK8eVO5jksHiFSxCEtRG0wdWltf/UNkOktR7hzv8Ab
QibjGbKjRjRbBLH2cmaZH65Y2S7JzXK2pyztDlXpF+9qnhNv00DZQoBBvVCc+q4JSZHGyRcdyeqi
DWF6CKq0pbX5lw0ZHkinR811Lq2gg1ZIKcPsURoZnWJGJVjbJ/Kv4Q0Vd8s8SovrJR6rFz8g/mSH
bSIKrxnn858hMQm7olore6eryNC+kuf7zWAA1sgwdQ1DJXZ57iNsmKbd4bfMHtK8dQ2yBv5wh2F5
4b3ASkLmtqLI2bmelXwsskT1Hadu/FCMldvvSXeSxzEQZCpNXj7cUe9N6dGhpUw3kotI8PYP0HQ6
K7d/ADxlX/YA62XbNlbVvsBpV4+lGNgsmsVpxdEbUIaiW25p7tghpPC7IVAx43F09oXttPrFXG7X
20JEeDaInrSXvSX9xMLRhbuDYz21mKnQp0Dao7hLSL0cd1yYLZUMZK+PMVeA+tqh97+kv6gWb4xr
I8SMkzWd2h/GUzR4EiEkEXbVQVHx/roMIONdho6cAhNbywN2IS5cr2Zthwmr/1WMaFpGEk4ATAlX
XHQcBa57sBRe+YZiiNVd0/Vyz0AFRQgTPRq5AtLCC/O25lYzlMNjVbSVeSkBGgYbBDlsW9DmkKqM
jNlhLJkF2YrrJ3o0Lr301AmvDHiKyxnoPePW4e+Csirbdy0Si52NXuMj53T/W3EcPc8gaNNt5fnL
XtFywsevY+/NHbLqIjqSTHaydtmiu179pwxcZDQwpJoHwGbJ/eIqidFgKOZ/TGmnX4Gd5ZNysrlR
zFuzXQPiD2qV7Mt9AW30LeEHfmJJhVIoHxjtp0kNuF6HlURTXq6TtrAZuoklTknsFGae/MobBtOI
Wnc0Dch3op2HvxRfzFB5KZuseEQ0k/hoVFU9OowiOJ53djIPHCLC8cbwOcSLVh36ZPSDjWPPJsdu
04ogGjelYg89bBd7mvvbNHdq9ssIrbo/5ADwNQU5O2YG3F0q3HMMp39gdVPPGuURY2X27NXiMPHa
2lbJBjjl+VxjNHo3PfbEBU7sumfBm6LtOMwltx5a2POK6XBJfdfgQ/o8dKcHB9kMXgqPE0w/RE7g
sLyBLeCTv5b5xRC/Ob4tSrUd+M1xgOrMA/wPIwuM5XNGKDSQfNMEw4XoulAe5DBn3tEn0LD6wdPq
BPAinKYzMBib2t8DdgCSeOOGkFmp/2N7ADqfFLaPi5eh59TfJWoIuuqkQjKX/At+fRYQ+zRRKV/I
5DYQd/ZdjjtC7kERTmBUEnLrNoL5vli7Bzp8PH0TpVpoLQ8FnP7yiOSb1R0ITw7JUvZc+NxQXXCT
kR9obSe7qkmdQOxE4CpGq5UFZgC1Z6SPLwBzSAbeJgmWdZALDscP7p/kPQshjG2y/zg7rx65kS3P
f5WL+zzEkkEGzWJnH9KWUcmUpGaqXwh1S03vPT/9/qjBzlSyiCRKgzu6phsdGcGIE3HO+ZsKXCov
izDT4NCaUic/5613MLAsfS+B1uN3XwEVSWri0w7+tfJnRcHtH9Mwqj+o5Vb1PkJqgAdVilHLvgk9
6dLUxsGnzYUGBk9ien4Icwg0B9W3E33fdWb1zwwZxgOgN6JZ9qSS8PCBsuN1HutIjiJAbpCODeM/
tgnRGiPsdKAjBKyflw+UhvgID0u9A1IoJCWIonoqWkWOO9S+nb+spB9PKL1TncdSowF51DZU0SxD
BxXXt034bQCi/6ePUV54HDI9o+5EsobjGH0xecfvoPdukzRMdxCmeOUjEMyjrBhKJNz9SbYGfyr2
k5EWCH+T11mAgKYGxuFg8lrdowDqVUcUjzCIzyWuImGXORcq68BXoMKm5oNJCx9IZR0DgHSaVHlW
TYP6jNSj8p+AIuy4Tycp20c7qsRn3nwgt3yHh/FuUnEOPfYGmJedlAgrGaqqR/d4n8AnKTIaKnvI
j6CPQmHj4a4bilU+NPMWOUTQZpSz2g9TiIKUBnjX8yLL32NgFiH5oU32V5OMlmYqOAqBd14nIIKB
/cRLpIxxU+9H8GEDbSzecIKiT1FAACc84H9GEgzAGzWCDOOQNqhs866usuYh8mrfPISd6Lu9LT2K
Eciv8HejqyN3UZZ7f4Ekql0HVCiPVEgWP6VW6j8QCOvYJubIzi5Eg1j8gG7tLmwQLz1AbTNcR6X6
e8qoUn8CMEZ9ibnFdy0Y+09ILA1/yUwvnoSJoe0ppIfjHbGqMZxjjQkbN6Y+SxvpFX3rgyEgHu9l
yQfGn8Gskj2uGlTV0HJ11B1KW2gW2J030iyNoh9ZkuHNmtWZ8h5RpwTtN0utHrI4Q1/ZMu3ynIYY
ON47UO4f1aaKL1ZAQMYjFCHBA3oHYBBBN4Nf0hrTsHbeFKYuGA8Nnh9iXH8FYTz+3aNgTH4N2qTe
ydEPwx2FYXIf0mFEZ1kObv6amuhXMxD9NzE1+UdP8qGoL2YUIjIF3XosxHTkcsde/R6lMqNN34bP
sTZXWMNUHztE1m32m4HnHPS7gaoN2R4kAh6vEAIsv4++qzmirVocdnAWFIQc4D1NoeuMmmUeArCE
zqmgQV3seBDQKUBUWULS07isETjvA4QiMNiC+Qt9Duc2q/+b5G/EJrkcmke+I7ShSPPCOeuiGrdr
CUWIWRZC2rOmgvVNOsZMS55S1GjIvTLgcPhRfCDFGsjYlVC2d1Qmq3Lfmpr8iIzP8B3+YvU9ImP5
m16u35LwTcMlgVv8TP+zuSDbXX0e0ChHZSjQkNfRdJMZIwLJQvwHzDfQl7z0jyX6pMVdqVoBwhqV
0+HB1RY0gh5CcP3YU5nwCMTx3//6X//3//w9/G//Z/4xT0ba7P/K2vRjHmZN/Z//Nv79L7oK8/96
/+M//23pUlUNaTigKi0KnmBQ+et/f38OM5+/WfuPQA2DuqppNBd62jx1SOEXXtB9vD2IdT2IlDYs
CstyTCKCjlfVYhAeS5gOiqrAgk1T4GKm3XvFt+u97qEfHXh1jAiUl55uD6qpa6NSrbSQ2UIZxpx/
1YupDYIkFq3K3JW6leBuritAscL2Meo1852qZ9MfcL+cO5ix8mHwAT+EYx59u/0jVmYu8YA1VVu1
VMc09Ovf0AypigNOW7lVDTHLVqECDL2dfEMEeXivA7MEuWh4H24Par+euLQ0/mWZpu5IOS/Mi4lr
Bp6LAvsVt8tJ3/sRvTLqLuM9uJSvPKyme5nkyi5Lx25/e2Dz1cAMaFmEJkDN87yvB3ZyjLS1Ou9d
FrdH5VD373H+U45DoX5PC7u+vz3c63ma3E2adExwbLpjyevhEPzBPiQbOhcx3R6QSkSaN9pkkxaI
UF9Pok91I9JPcKrtjYlq2uuZWoLBheTYGIY+//UXS6xGk5YMKFS7hed0D+3Es8lSMLOIykT7qnpq
fCroEQg6TlSII8UeD3XQi7tBAVd8exHmSb44wJwtk8cqtQO0plRwE4tfEiDolOZ9M7jeMIqfDcHr
TpIMuXVZyo1Zi9cnyrTAetNuV21N40xfz5oONdLnsh5dp4NrzZtlQiUi7/waLO5kgdZJisSgMWBn
oQMpspj+QkpGQ/O/G/j4gNSDr5UG/ZKCMRY6emFSHAmLQVdQ4ujTPxEbwMIuAk82X0JjQxmj9eTX
t68XAY/nn5QWTguLOSBZXXLxysFlTUmuxkKjLVx7Y3E2PL368/Zgrw+EparSAaViEISkWH6cDshJ
41gaxb7Qew407B2OE++19tBZKGMfS0HP/nx7zPmQXW8Ii6xFE5pgjtShFodQ+hCQTL3VXBgZ04w+
gNuFKQ66iMhZPwZVAK+mRD+qiQWKuE0SDxvRfmXS5KKW9muFdfbm9S5Bo8IxazsSLm0MdMzosL1L
01Hd9YVq/hOGefd8e8KvYyw8KdsyNHa/bRtiMWHhwScNpClcpbE9gGdximKZCWBBq5yT4hf+wQ50
7XB70NVJOqotpSGFCRnyepJmUNsKirACE9GqOnsZxl5pmzbvJWDnI9WJYuPsvT7mltCFxiXKH0J9
dZHg+pFMwI9c0vT4Uk91Q9XQb7VP49BJbSOmrG0hQ9DhmbctIWUOvC+iGyRDHY3DWnetrNKCu6J1
GqCPnVMhlujw9D/mTdfThAVIftSS1PqYYisQbMz41WeFvcQRRaHStClsL/ex0I2CqqhuurB76QMZ
1aScR8Oc5bByHDBboErvOXLF0+0P++pSYVg4b5qKM9r8dFhcKin82F7K0nCzCRK9ibvDzO92yEoi
RbpoGXSPVi3GM+KC9d3toV/tKWceVRM6fV1eZvri3uZEK0qgT9ItsjD6E5e46MEZPeuTUUCm73E3
Pf3GeIZG4Rk8l23ai4Njj4ONjrcjXfj9gARsa0DjCNmb8D32MMG5KpNpY4avv6mm8igBqWYQIExd
v95YURMUGhwU0x1wqfiKBlj0AQlM86RoVXnAbbT7Ch3PVN68kzRBdJBISjsCLvm87i+2c5xOfVKh
AeXiBvsVJz6I6YDKD2STYtyXjf4zJaWLNwLEqwNLCDZ4OvII4yXmaIt9hP0MqB6sUV0bEbbvRWNy
D2Il9LXrLOvr7e/4esvOQ1nMzlR5XRuLWGTHNPDwlFRcD+7XY4Eaz1kfAuNS6U70uTcMXNSbjmoa
dY9xI1KsDm0ZEosPy+BhsLjg8q5oyeEC/6Jj4zc+J2FtPDsy9afvCWSycu/rijwByYaFkWE5X24M
v3JidDikqiUJVgSLxX4asS2xBWDLiwHE+h8bCfEHAArlp1mNDwIrkPqNr7o6oKETIGxgbZa6GNAY
HArfhQguA2abkPVE8LUfiuZbXaC0hSK13DgwK7tI50ZjJKGSwTjzgXqxdZOm0tPJB9E3oiqIWavH
Y2JPS1wWiNQSgjbWc2046SDrTi5IQDAXmxbZiRpnQMtza5zYjrJUJY1o4al3ogLQ+/a1RNGc6ONw
OrlDF2uZFPZYxzDkLoOml9pdO3TGqWlI7+lkKLSWTMoh97dPysr8GJLEiKeY1CBTXS8neOeCB2zo
XwpJMQnKW6d8xhoExooXlj9uj7WyVQwJwVyzbFWwnotTGZiUmK1iBDOD0ypizX78IQMQdW4Q/j+l
Qv/5G8OxjrYD94dMcxHMgS9MciRsX6CrIExCW8l4wEuoOYGymBQEyYZ+Y7OsTtAAdmyhY4AL4OL7
xZHeVkjUBJdE5HGzp4wfdg81urXigIl1FOPHFkNlvT3NtS8oJdmObrK63JbXX7ALIPvEoJFdLMcV
9akMqzzb90U4NidAdHLrSl65sAhuHD7JFe+Qal0PVzhhHaROGlwwJkM/y6Q+m50qp0XkHbZt8VTU
3VMMqu/dW2cpOBVcy5x9W7y6mbUUA/taT8OLXQkAGKUeyH1eDdzU2rh1DF+vKGMRuzVDI7uT6mKK
ItdicERlePGzQGBqgfmbyIb2ia5bvnHi14fSbakymHDkYqiKlu+oFxXTMqWWH0BLQa1sY/OTo85I
pN9YQ0L1/x9svrpehE61L/DMVeFkFlHfl7vc6kY8MYQZKXdYM5sbgfr1RmEVaeToKk9HGsqL0SpF
awFbMDXUUo0RNTsb1gA9sIy+kZ2/n/BqeswIF1/ePEkqIFQgNMm7xnEWZ1Ar/UCjmhheQvTs7zTA
8Rf01vOjirdt/PYFpeBBpmVR2gFcPH/dFwsK20KYPb6jF9q92VcoOgNla/qJO4zajP1vzIuXjDZH
FhVNu+uxSux10gpKwWVEV/+daQrlCaiGoCNXb2VyK5sSkDCzMuE9EFMWgdNBe6HQrLn1HQwpZ62u
DarfUDuRLOAxEWys4uuoyW3HWwmVQ9sGALXYKBH7shWAsy+VNLWPZp9/pY+v3Jlaq33Bn7l9vr2Q
8z/uqhowX64vhlvMbjTzQOLGFlxAhSvDTld1LIZF3zv4FpvlBxrBav6l7guq37A7tOPt0Tcmu8xo
FDBrAnXp6GJ2YUc9QIAj4vUEqhd0Lt3hdGPbrI1H2OSGdwyd4u38119sUURq7N7g/rvAC+sfYydS
Pvs2tlVOPMrvFV38rerb6oCGQ7iyNWHx/9cD5o3IM66P8NKNjvcZ5aDsKTf9Yt/YU3I/mV37/vaC
rn1OUyfCGNQeTPmqwmq0etk1kgcvBWXgRG3YqU/tGJQQAttZt8tp6R889iHs7j3KM83D7fHX5mua
cAy4CklSl9WzTsEsARIhEbww+ic0i3g/jVbpppma/2A1lLvb460dTtOm92JIjWGdRcxJEiXUg9oL
L0lRdc8JzHeNzmIIcQGoXbhxNFcHc3hBwaOb09PFiw2D0C4ebDW45AqE/w9V05X32OiNxfshQYDz
9sxel5AdQfMFPTMELVRKYou9ipDabIrhRJc0L+hxJUjf4ygyhHJn6Q4syMEvkz9t5H9R6UBkZoco
FxxcocXvBhKxjYfxyvUlBQJtiLux0Kq5eFZlGXbwXVJwcLTclB903xlqiKyec+pBhXkYuePIc0dp
DYXLjXWYj8giQvGQ45JCMsPmXbf4xMhrh5C6mvgCF8JDT8prxq/G7BJt1rFjYDDQ9PypzeZndYji
bdaXGW8H+Kvvx6ntnhpR5BthZP7Qy58EG4+DO7+MaDBcn2q9SK28oEV9ydDkHfcd9HCYWRzs8+25
r5wmSRWdFg+5N6WCxTg+csxoLU7JBdQydHdVVaIzxGVwsTYshp9tWVufbo+4Ej+IiiQedIUMDWzP
9cxEzPUuJXhpZM+9x3E0Qwys0wmBVk9MP8LSUZ5r7OzQXrWtx9tDr0yW/NUgOHOWbfkqXTCDDFCr
kV70LruUtdqMe4RPyoOfKBkUKnMzNq98RcB6lKGduYilW4tyWqd2ddp2DqsbpYjo5nipATmSOZq2
b56ZLfjn2xqyRUTmxbN2SJCdB7ecXorYUIFy1xWGGlVIFxkpi/yQm7W2sUHXgocN7VETUqexAN/r
+ju2kS6xT5/SC65TSHjCpsX/cgLKBjL7AUMtVO90HSetZDTkfu7L7WPYt6dIU8avtye/EjkQFqHs
NGfVJg+o61/SQZidYJBkl6ASjkKpdJYlzTlbO7O2LqGK7GWgx+rx9qjLzWQKahQ2kZNcV5WGujg5
OWh4i2rp6JadVtz3uVE9RGFL7Cz67ic4UlSN3j6grgp6bMQoHkKLASd89hKFmdJX0+1HPKuaewQt
0SWh39K+Qwk6fOPLfp4hmfzcP5nzQLn4wilQ9FSJhHD1FOTgXYBK20+BzUB9qHE23thP80d6GfDm
wejr8fqjAG3pxuIuSqgMQttsVdeDXxMdKKSm9bOCN2CAWGuWTBtRaO3rIWRI65LLho24WEwvw8TK
xDDCDRJU309RlKfJO2Oo9D+s1rEPfgxG/3D7+83/yOUMuWsp+ghCwqvySNkFGhLozeQizAKjwaSt
UQF2fOzBkwT7fCKFh3GRfqNsM53b0PG3gsTynMxLDMyC8vP8cOJ9cX1OkBgsiq6INFdQl4JOAKD/
OZU041CCNv7qkCD42BlO8vn2tJcx8L9GJS+F0TQ3UxanE0F+lPybUXPVssS6tMjItXamkMbG8q58
UUPTf2WhvGde1fKAE9Y2YimqO1m9UZ9hQFQdKGSIF+cwEuoXYFjAwW/PbXXMuQo7Hw/VthdvFqUB
UaMiAuail+q0s7IQbfhdD6E5emg9KnyAivFz/XZ71FewEpaU9QRx4MwVRKkvDqY+dT2Vr153ISTj
46Ma6UH1EIfcoyvR8x+DowGy8FlDqBUsElBItEwqc+P1uHJgaY7/KvcLou5yNyENip932RrUhS0I
WLVtIrcf0NDCWMqsN6LD8tEwz1ifE3+NhFVTl0X+yRjgskHXcGNvnJwHFbvwQzGIx8aJK+2I4iS1
mxptnncl5hkbcXdlAxMgODHAOxDuXRY4wgL2Co1qw+1GvU3BqA94ejmNn9/f/qwrm4m726ToZkq+
7fI1niWQ15ATNwALycp5CNMoOKOr5xmXfpyib/THSufu9pCry2rROqZ1TaS3FhsJcg298NBjaiAE
x3PtF8NI4tgAyUOkWXnXoIatHbrB8C4JlO6Nj7oSEM35vIJdob+gLrEc/oBpkEXC6gJRNL8XwLaq
85ClIj6FQdg/YIuWjUiPOv0zxm0kA6Dlnebtt7hJk1lqVB0JicuEK/CGomvB6LqJ6kfx4wh3g/RO
CwvnQ9pCRsIx2h62Up3ViVOrc5B5oGamLsIGAkSlhU+RcAtM4OP3ijfgqaTakXrUkw46IbDHaX4A
Z7mEoliUCJgqgXa5/e3XthuNj//+EXNS9KJQoYiwDyatEG6pas0HEFXpN9yIxNHMZL0n6dM3tvfK
7UOU4P1CG5T+8rKrjTjIBHXQEa5Ay3rHrZx0B7qf4gtqLLikjYk//kgHx/Q27oW1cblOeB1Ts7eM
ZY8H9evG1mDxuEFe1d/hrAnvKUhVRTmFqYzTkzdG9p+ijbTnt68vlzy5PAhHwANzWHm5vn3tIQll
6C4l5vqIxJVz8loN4R2E+8PjJIfpfHvAtYla7OI5o5fo2i4u2o4OBEiQ2nBtNMLexU7fPeVWHtnA
TmM7PSlZFkCKpmxVbQTI1YEF6n0MPpe65532YqaxAuXRqnLdhUCsnUIPxf2+j6snmN/luEMBP6/2
uPwGyW98WUAKGsAByl+c4etxMerpNMOvdBe5qvr9MLbDc5dChNxhx43iNE3ZAeGjqIGEeXul164+
YDBzBkn0AlB6PTCKLTnSIirgFB1I5wFtW7Te1MFA6VSdKixCbw+3ur7ATKjT0MunoX89HEqzqI8E
fFizDRIXV93p4zSOqO1lYio4qygPHrFPrvKNDbU6TQIzJWI622Tl1+NOIg5ycJrcDkj+iIM2TvSf
whAxfGh9lHE2roO1ado8PdlHpOgksdfDJZkxDkDwDVcNjfcKuq7vLbtrTywxjD59mj7kujJ+u720
a1Mki6XwhMQpz/LFmJqvVB5SZjqQ+qH6qivlpJ7ApyUnCnF1uvEd1wcDnuSQMWoUIK4naKmRZxSd
xbYpFeunEuRIPE19B1LUGNVmON2e2vzTF+nGnN8ADaP0AP5vcTp8Dzk5DfscFxVT71EUbZ4ecrQ3
y6q6KJCezhpRERsVMUGm8SBT3B5+5WsSiZDr4YajDC4XZwT8UIO+TG669TgMJh7XGMmicmT0bpUN
U3VnogsTH4w0HJONkVcmzp41WGCD7Jx8+XqZkUS3zC6xGVka/X6CTXXwIhE2u6bw/uGRYSLh4gsq
XKgMILEy5KGhbnzp1cmbcxUTACTZyGJbRbBycftRLTdHb/iMZc+swT/Q2wgcKI87vJ/qE23UZOME
zYF28cnpVAFGhiBAgrxEUyFWF9tNYVtuiUQqYH6pwzbXEEhBy72FI232+m+s9YzemgO/YdIou17r
EZVqPnNoua3S+7NmIYKXfxVtlAaISbeectJRMFbOjjEhatBWlvgCT3osNuLx2rypZM9AwRmYuLwI
BiFGdUS90I0qzJQnKKE7ZN0DGHGR95wmFBs3Blz7vi8HFNfTlnneKMnoma7aokR2RCNbfQ4HBN2R
CyaxtTswZDst8pXyePtUrYQQEngahaAMQdc6i4JiJephSBBac8ssKDAr7ZDGpNuURXvDb9oNHKKx
sp2A4SBGROoOfGRxkHQBeds0ILT5cYUTi0Kp1oAr1g0bq7k2KRIsgGMa7Vai8PVqZuQYEe8WkjtL
lBMsHz3rPgUDlhDHcNDHyn37Gs7YDZsQQSV6uVsMNYFjiEyvm4/IbD5ATLRqzIFNGp8Rrp0b7aqV
FGsutUCG4FoDQLVYRAuNM5VQL10zyx2V6xNUE8RL9XOWptZX6bRoOSLm9ByJftiIQqtDg7Z3JNUQ
bGsWh9PMEuoDvWm4A3cuSHZdre+N2MiiewHgqHoQZZchEYfW3w+F/578xmcF5g4ujj9sYwlcCR0k
VpCPt1w9gJIcdF30p9qVxn5mv27gvV+fR8BUOrc4EBI4mstPipBH3RuhJlwUnlHRQYel+IEUmjme
kkSXLQ4tIa5Oaoldxefbm+l16BHUflhhx6FASh3keu9C0mwbhC2ki9axD0/X89MDMlaG+FznenE3
SUjD/9we8vVxYUiLRxm4TpxhlqVLTU9Lv5cdGN0ybd/5kLfSfUkOi3gTTKqNj/g6BoDAVucmBi97
2guLmwxtOlsXSWi6osvDvzVrxHvGTxzkEW5Pam0dDWFLh9IvWAixWMdBNJrp24yDEmuVneLYQnsp
ggIJE1nPrUOMQax9uj3myq4B7kIxFJtwLrFlfRuWslnLuHJcOq56eaohGl+SqIygzFpd7T0Wdmf/
rC2t3CpVvn6hkAVTbiEdxnKTvXO9aVjEkZ4umFEvz6WzH9TOP4V0N8OTXfv697S2p8P4ywAbvafW
OKRDG2/VIFYW/OVvWLamSgHjbvZkumQwZj/4dRNGx7hAZe9g4zW6x0uq8d4cCufkH2z7XHjHin7x
je3ebtoO7esLV84UPOqBAc+1DJ1YR+m8yx5rFFKQuR7T5g8vatqNsP86Gs6jG6QW5lxjW0Kww5HM
OafCcRGe1L6gmdF4e54T5peqQTyrHLLoI0/U/HOIyfVGIF45sZxWXkgU/0mllq1tdPLNJDFMxR2o
xjzimTU+pLGlfG7AA51v7+m1zyp4+fJCsJFHXIITk7hOJoTg/Uuu9dUOGTb/oxN546Gdks9icOSX
28OtHCFzbijY5DOOTWPqeieDg1FThCsVN8HGPUMGoR1GbL4xmkJDHmUuH61FsGi+NZgbvdyVwAQK
hUYKHQ2Cobp4gtWtP6Lv4gUX6uyjeYq73rfOjRXK31hQir+2OWfBlFfm3/GiuNHpRZSXgQwvGp6q
Zy6ZYTehe3NObBRrzqFUKLHfXtO1T8iVQi+M7ioiCYtjUqVd6ESDHl4aSIv9KQQgkJ2dsZLBHSwC
BBHT3Cw/3R5z7TvSG+IBTz+XtGX+TS9mmcYeRhEGSGHR6BZCurCCU8VDTSFvnE9mK6tjbaTmxtKu
HQtqv1THWF368otBlQl6iSht/wJ92kJSnWh4L0I9/VRXUBZvT3B1LHsGlxgA7KizX08woj6ngCoC
NY+D6UcVgQmkWdPaOeRtj6nb7cHW9ibPLr4enA9Q84tTkVman1hOEF5i0aTfVQ0xlHOThGV2uD3O
2qSkwQXssHqwD+aQ9+Kr1cFU1XqcOm4SWvi95Lnl7fWm8fV7OU619eXto7E1aBXM7Qkq5tej4Q0i
Q01RHcpBvWodSywY0dFrVGjjdaQHP26PtraGJLM02JkagJD5r7+Y2+AVVpDw0nAl7f33pciAAAGK
quLj7XHWrgUu4l+AK8Lm8pE807dwC0g8l66HTO+wFQyfaJTYT0i62Cggh3bWgYTCJ/m7T4ZXbQy/
9hSgOkLaStXWZJ7X01TVzoYYUypujJJ/OpusdMdClPljXncQ0wenPLHE4Rnjsrg+pogvfL09/7WT
DzsAbDloUKofi7eI5iOt5kVE8KAtvCcPXttTTM7yLpOIVUnfpCtUpfrGaVzpYAIpByapspLgrpZ4
FSPTfDX3QsfV/LGKn/K8QkbYQgj8jN4Sso9e5qWzTGk3CfFIvwzZOunVxgWHtvrn7QXQ5tN4XTWh
RAaqmPyBdJAy4PUn8Cm7omaXe26aJIShiuW+gzRfeLMxYvOgdo5/9rW4QTwOJ1oFTPCsyjBqR8S5
+3GfWIjjlTLb4t2sXQPIIXDatLm0vgwifi0kAhmRB6UqT43DUCdlf1/EagjFe/TbOwU3iPvbS7E6
JEfcMOedQEvweiVSTWnRSzYsd2gmtGwVvWye+Hm9fdQRM+NpFqTyj9tD/uKgLFYf2M4v6B3wVXKp
6zGLMkwwnmlN15wKW3MD1anHEztD0Wa3h6rGxx2MHKZLSloh4tP576xEV7/F0+B98hw1bM5xHmT3
TukN2QWhzF4ebv/ClQDBz5qJbeTwvAEWt1RoIbWoo1NMH6eIyh0WV62zH8mj3aYTStQjSiLTo9QT
W36UBfqvG+OvfBSuRgq4iDdwaJZPrAFvZLtWEv8yDrV8ovyOSUhl46wWkTpophy34JArIQkw1UwX
QoRfhQR6/UWsWsN8YFA9twU3mP5lYGZ3EXnv3ZVjqTpPODlG6TPcM2l+1KhaOHtUwrdutpWoRMeR
dJN2P6/YJWgkI0/svGlSXBAVHvaXmYNGID5tovvR46+BOmRmooeIQgzakbe/91psAkZGXJrLx/B/
FyFZE2okOrBPl2joZgVvP9oXqifxXfMU586SsfVPCSXpPRr11VnNmiA6TmalbPyM1RV48SsW266r
6x7XTXhwo57XeHnrwB3wrtGn6hPirsPPHktsHmlRhf7o7QWY57c8kXJeAcRjiIbLGmPizWJ6aFi5
Ah1IqsbIWn+qC6qZCMlDHrs92NrpIuayvW2676+uXxlKtazw9r3gRlOpz+gpCWU3aJCOD50Roxtc
N3b8ExkF/NuLrBYbw68dLjp4dMFn3KCwF7HfmmSR5FXpXzBPiE5OkUYfpiwrv8VOVn2G3pWZG6d5
7XBZtAXAG/8ili/CHR0sx+9zywc1ObtDT7yAjqXRRPqhURDdOk9oVg1YYNoj/js5trj7LIuVcgPD
v/aJQZeTiXIBO5Qnr484Kumtlk+Ff8Fxxrvr0XI76GMtD6WZbSF31oei4wX6C0mG5UlGSZ/xJ+lf
tKGP/6jEnC/hCGTutKbD8+72blobDFoAeEWHsSA9X88LlcWhRtlWcWFzDk+Iz6MAWOCnicaHFkqx
Uc9YHY2ATDBi4/J/16M1mtNPNf5yblBWmnIwYz0YT71S+1gBsaet0+3Jre1VyOOIhszRGZT89XCi
bgakA3mpyZIuR2+J+BAXhf1xDLAx973x7e1f3kOU5Wf4J3XrZdUiVHFd7dRCcY3W9HaFgwv2Lumw
IHMM5P72tye3ci5s1eElPAORIEwvwp1R0cJRoMu5FpJhe+Y5PUDIz+/bqbirx875gnSZddJjBWlu
O0dwYuNcrnzLGadtUsRAeeHVg7SAg+jRB/AvjTZGdygsNo8INGv4m+BYubFLX0GneUUwGLJQMPUA
Xy35BhJXhSZtWoUbNq+y95avWD+CIqvCA39/eUz72bZ3Qh4PtgU2dpid2thUHDOrtLpDWRdvJi3N
P4hOJU1TaBAG7/HrrYW7XjogfMPWKrT+nFTYce2QY8fTemjaB4012ALVrX1vvjXvW4vQ8Gq90xgN
1TqQ6cUQ3T++hV3QAYd5R9+jZG3fWZMSfvAsLzl6nm7fVWjG3d5ua597Lr4invJfQhvXE/YFlhzJ
7GUscL77M7F7IBXBZHzPCPw/fmMooPmUHdS5C7I4triQtbXuVNGlDRGc25PxwcikWdfjwYbD5EZZ
bOU+BaiBwAXSN3PesLjQDKQ/hwaT1Esy4djynBcyVT8i5Fz0X6sptJz95HRd+renafW5kuB+NwpJ
K0EKqTPyKNpNlCWW7KwC0JPnJzbuTL4x4uFIu/sfA2zuF0uvZYd3JdYzG6Fj9VvOhlGUy8DSLfGZ
1EHBHsdKdDEycxz25iCthBdbl0wfvGjQ/nz750QkjfqqBbbiFfbHa8CID2EZwx8ZvBSb4tKfrA8p
ovbir7DvjbffMSR/cxHJkpQEl9ifpE2LgGpLdMkNSCs75GCV7NDgz3ZXWjkuPr8zuf8ZbRGFPYGo
q+aH0UVHMnT6NJZT5T2GuSN/2E0wHt8+2C/mBOUHVnM5NRmFOGMpMMwz7Cib5yFKInuPzq7UP4nG
8eTG3NZOBsVUkrg55ti/nv0vCkppU+bKWI3hBYxtl+5kQeKEw6OGL5Pum9HZ720HHyaR4gZJi7hv
fuNkQAllyyCTQhhYvPwK1MRyv7BQTqor63ttYfWtRX18zJVa/4T0LZLRv7G+NDvmui7AMbHI4xrD
bEPKq/Gl1yp1OjixkpqY3QYYtKZqiVr/bwxnI0RHfYYy8vIO6YqgawrQCRcz0HuIchVmm/taRbK9
sftqA3w+L9YiRwFCBe2IDIWwumz4jl5T4wsaJTg39Xb5qI7hpD/22N5uxJaVcOaAIaJbNaNLQKBf
3xO4H/ldVerpxUsHMzlpoSGjYRf21XiSpTJND7mVGFslydVBaQ9S/Ed5Cqj/9aC9HuD6NNMR2wHr
ul00GAE6/O3Q4y+Wx7p50miRbhEOV6IofF5qPxTD0N1a9jl8ytlSlGp8UWQVwE/R+qgFKVqWHga0
EvVesbFfVmfJXTUz1njNLnnLo6gGf6rz+CLLsf/mZMPd6Au92BelljZHUFzNVrI3v8eXmwZ4CdUU
vqhN7/x6XbXGr9F57+LLhFbzszERbfdDOJmopZZE2SdHiU3trKqtlb79VqbHTF8OyA5Xo7M4+xNe
9jYQu+RCDSktT7JoxqMV16n+lExoieyDQSALuvMLDyv3Skk7+483H07qORR5Z/Q1SK3FI4TSYafi
h51eRBrnP+zOUZ7MTjc9XHbK4fz2scQvhtr8AgE7cL3MjkLzNvQqGJZ+Kd+FWpZ9JTXyPEynmu+3
h1oLA9Al5vYHTWWek9dDKUbDUwT40wXbXQwmsHm2/GNt8bS6Pc7a4YCRTd+ax7FOyLkeJ69M0RuN
lV3wdZF/tS3Kz2bdZoc8ymBE/8ZY1rxTyIQYcLFX0qQxkWdw0otdy+QuAjn3EX6/Ze3YYVtQydV5
ET3p3s7172W+7LdUXtvMSC5lDAfiPo77+txkhIizhn3ol9sTWzt+gncab2HK7CjZXC/iNGkBNFA4
qnEXmeA/kcfC9ij5EPeZAThwGH5Whj7c3x50dYaU0S2dvI5i5iKAV9bsO5qw8StMfN8lTdL+GGXV
jQfZKHIL9rkW0sjMUQogT7OQSLieYToYEHFVdn6UZIl1rjI9HXehhkv8Xp2EjwhEhqHc6e0zJEnH
IoqGI1y0xRlw6LwjAwkP11arPNyhiorftD7aj4VvyY04traakHUk0FK0CTlw1xOk/GcKD6friyP7
Ptuj9x4dc9lDLtCwlv6Nuxf4LuYCAAs424vBQsMKMTg0qeq3tUxPelcmKS2IqjoiThTYD+TEW4I9
ax/w5ZCL3WKDlCgg5mSXtFbM9h3i6d2f8BZQ2rZLtX3uy/btLGJB/UtT0cCmIfbqVRqVTVdjAZRf
0LDHWjNwhveeMlsGdqh63I9alH2+vV1Wp0iiRBAj4Ued9foTyqmeCtTw8gvGAukZ68wJp0SkyNu0
qh+5nqaNcLY13uIr9tJPE8PP8ksP/7RhhnxESo/GT97e2fdEK+yN2ubanUDZnmojcDI4xYtYPdZs
F7+u8oulplV6qMwBB546t8uN7bl2FnghzNAT8BL8+/VCFkProFovWMiqLb8lGtretZ/mn5rReTMO
F4HnOUCDIZqZ2IuRpgZwnpZ1+QV2WCSOSZMF30ukKreegGufiioFzyPMj7jnFrs/8zOEN4kfl8iq
/E9pXs7O0XV7p3XDc1ZW+kYw2Rpu8aF6PNnA5kX5BaNseFhdmjm7PJu1kAckBIqDadW/kXKChwUi
P+/+/0fame3GjUPr+okEaB5uVZPtxElsd+JKboSkO9E8U+PTn4/ZB9guWSjB3o1GXyRAs0iRi4tr
/QPfbpGakDd7c6ebBcpHyJHtnQQTKTvIm/rJavTU3V8/ams78a9AAk0kUDVL5lmkFHUaRkMJRMly
viRKFzd+WlfWxhW38rAlNSe5lBxVoJPLdRz7NGgnqzh3AKGCD64eqd0pw3/1VPFy+SgssIy7JohK
9b6Yq61W/tpXfDn64s5TnVamKy6p0WyoD2GZhu0xz7XS81PHG9W9V4HDf/u6ygUFWwOaEOWSy5NX
NHam5olWnLHjSIaTrmhDfSx6XA7fMw4vPzg0MAuWjcBa5BT0eSqccw1fiX9xjRmqLx7lH2VjoNU1
pI1A/xsZVbbM5YQSZ5zKOe44CXWcK6cob+7MsQS7XDifIpwXi8P1ia2PB6NM4tpQvJF//6IUgtld
oPAKLM/mGGC0mg1BuZ9CpHabWnT2LrK8ZuMorO5RE5c2IjLBeUk0LmpcHOtWKc+I7jZ3bomPdgE+
5M9MW/DEaW0fII3gkKBz812f61rWab0YeXHkG1EMBl4l1XlucdtTxmG6yZQ2RyKliE4ztMVnrwqU
jemuDorIMHL4sra9jDNlaFchwhLlOaBBPfqQzFy/GlzsmEhl9iphvNshE7Z1Ja0FHOrZusTXgtVe
ihtW6VDRKQ8JOC69kxMirY57mFvsCt+xpi/GkV/7xf7xZpWKRGKTtAz1wcaH6l9IZBqe8SZN+UMM
UuU+DYV4oyIlTQpAGJIijxol+fVi1Nicukqd5fthzpXxlIyYdh9rY6yMj7GaYKF0fZJr9ztWEmA+
uRN5siwOJa+GthsbLz2bVqorv+AydOm92lmVjYIc3eItn461jweqDv6sBH++EicS5sjdG4ni7GYN
hTpNy0gI68azt3jCa6ef/gDFLOaGR7bcvC++nq0hQISEQXZ20jL+JUrUc25Km/NwxGqtDQ+NZXQ3
19dydUj58kNlSuovLa6oWZ8MdcLq6QwxI48+exZWL3/6UhPtXSiAE+5QxDWajfxiDdglu85gMTzI
Ra8IpfTQa0eNEWpNmjm0frZzpJdHsqlc+42vKVbfiGNm+gmBJlv9nA2Z5iQ7rRGGldH2G6LOd8rR
aU5N3Ubxx4lk7+v1VVnbYbxLUcGStHSK4JcfohV2iL5WwA7DL/KpmPDAxMkpmzCK87yn62OtRST6
QiA3+QrUSxa7mdevKGJDyc5dWU7NXo2ianjShYljtEolfuelyQ/XnXN7Y9y1XS0tEeDeAzJ8BbCI
BEXhGjWzc990mffN8UyhxDsNtu24MdLaHpMpEGxLG9j5ssRVjA2+ttWUn7FKLYO9HgfTH+j26geR
BsUPq9Wm0/UlXZsaNWFYK2AAeFEtbhYnK51cTDGbWsnF+BCJuclOTekWw+76QGv7RB4ew6bxhBmB
/CEvDiw3mDWnBa9SkWYGit9aE3c3rjp17bGNJkyurw+3upAWAvkUZ8mSl4qZedUjCmJn5bkQ43iK
dUP94M6Qc3Agix1M9bDdDt6zlKhDyOY7pawl/LxJAZapulKctQQGzAFvWrohZpeVv98xNTgdMqFj
Ty5ra2gHjkUmePzaiohp/3QYrO/ixoyHHc5ikb1PCpFvUajkPliWneVi0oFB0PxVOT/H0i+dBoN0
FTfIPeadRecH9tzundmd0l1P/w89xSC4yZO0+gJ3ovp1fdZrZx+dNoqxPFZ5qS7yZbD1RHc6BmcV
SZHYD4SqVUdpJfmjTirgVmqL99weFq/97frAazsJqT8mjtsTYW5xQrDc45rk8X92S0XFEjDRTd/u
hWfvaQa3X1sQbPNGkrA6VxIuGIeogoOVuTwralUZ+Noo+Vlgu5Zg3icc705Rqq75qSRzBIS0EfAM
fFwp060kd31sIoHEshERFutcZ5U1aFDKz7NBRSC0ktz5AC5VonPcrPg+ulFr+L0Bkm6jG7YWIGgq
0PN3EGsDS7uYtD219qS0VNzRme7Rgkjb8YNrE/gevXlKoq0S9RqABUQXhFaATxzbpd9N1SI44KYJ
dfdm0L5ZY3RrDjpVd7Ubw4+R06Q/mqSP7hKk977paQFm19LzJ62brIfrO+z1kv9VuyY7k51/LpjL
mWvxWDozoMEzcqk1KhGK88EVCCf5dZMEDSbzFPR9DKLbL9fHfb2zGfevKhTXDVrbxuW4PeiLuMdu
6mw4fXXSMZxODhxcS+yyuJvlp67SjXx0BZcqx7Sl1D333KuEVJ1HpYfMn/DSFqnj986c3egURYev
Uva78Wkt2c7dGHttdpyC9D+eCa0X4qYyVtpGavU6pPFTeACg70DT4BVz0nEgvFudE5+TmpfNHBfj
72qI5/gur8EqH4LRHsVJQbSEF4KCqaYlUtM5Xf8EK5uQH+HSTJepExyY5XuA0kCBNmp8dhIyWF1p
SvFvYXQIMKatfXDiOLuHYwlojU08nWN74A/RHMXb1a7bOdy4NV9nAwgXQiaVNGDCzjLwVFhRNujj
o+E9unbNU6jS8iO1PADi1+e9OhA4tb9tU8qCi6BaTiq4JWgb5zpSRAbFL42HY4YE2xauZmOg5bXR
6I1t1UnNQIZX38QUKZKDU1pxtfEh184SqB1XNoGBiKry71+kN26jqmnqjvG5TbFLQTGPavnJnBVn
ONa2lRWfsJ6vt7i/cnNcXsrsGnRm0BkmXsJBuRy0plWrFCGq2Vjal9GHOTHGX56WhZ/GshizE6iK
CKnyYe5PxVRjL3r9G67uXSZCQiDN2V5pQepYeGpGjeOB6Lvym4Np6Mc+EqF1HEPeMX7WRob5KSwT
/LQTqrWmr439YBe+G7ja76JSxVstGCjNYFYvlTzoPPLv4goRJuI0gYf6cjJYxbdMnRt6LTCTDnbO
Obo++7WNpcNlgL8uoUbLTD0CTN5qc5KexSCC8R4pLL24nZtm9LaKP+sjIb5lSI7qa6Bl3AepiFpm
FZr2tK9Azoo/mVCqra7K6xsY4VLA1HxS6ce4tCtLMr2tHSUF3KNnn9QxKr8rvfh3mifnPXEGWi0t
fHkQXvlyZIFC/w22/5mfMWT4x3gdgjL0BdoN5NlajEceTmo8SiHypXFgboODLxyOZRxFzvTolUMW
/2x0K058qHlV/Cl1oz7w9UGtu1OviPAzuiuBvfH2WbvgX/6KxQWvGr2qA5lIzkK06k3vZu50ykmc
92JozDsrs/QPICu6LRvRtWFlcMA1kcfrK8BGQhPX6qoowcJ4KNJ9GIbmLe726j/grOAkoWkaKBi4
trNyvH421jaSiTK2rM78Vbi/jEtxN6AVUuvJOQYf/wEwJfmL7gyTvbNGMoP3jEYd/W8JAjjuImP1
osm2kmFMzj3ct0M9jd6TF1cTJbwxfro+sbXtRHQHsyXx+fSXLidW9kVtWhWmE6MdBQC8dTyrfJ1k
ONmFbWjpu9YxAOFWaZrFfth0zk7VItN9vP4r1pbXklg4Kb0oTa0uf0Wjdd3cm0V0dgMLh2N1jLXq
oczjwfGNvoT6fH24tasN5TR614ha8BxZTFqHn45RNldoRaHnd2+p34YOH5EkFvZXMN3JxnDrs/vf
4WQ4fHGThrU5aQjQQnK2jbQ5jDWA34dqnoFX8LiNt26xtUPyt6QkUeMy57kcLm+FqzdaGZ7tziyz
j7mOhQ5G86Uq4lOTeMoPJ6gH6xApjb2lLrY6U0oUADq4P16VzrgGpxFaFHB9yx4ee0ynYObh/b13
C9V9R65voaol+X+U6pbgHzGh7W00jBXV2rBzQ836UFediiV8Eu0jZ3Te3MCWdAskeXjKWegLLhI8
9Fymwk6V8DybZjHuo9wOvb0yd+FGgF9bQ5J3yukUJrhPFiVBZxDg7RF9Preijj8nTZPLoouSYvcg
dMShN6a1dhYovUipWQTwqHhe7hYv7/Ogq0nXR/pPkz/OpvVTmUrj4GJA+20e0YDduDtWJ/gX0Ijf
N1JPi+NgpBRDsfqVHgphf8z6yKt2SlqKP5Rkgi1179XBaCzLrhoX5pJHjmV5WDpA/M+RbjT5wZ7U
cvL1WMmEX6L6vZFAri4mECo6IvSxX6E17Rb1kiZ2ovNAi+I+dtvqXgOxuQeFk1i7WI3JFd8eyig/
gmwioOm8ei8/nwY7Z0o63jdOWRef8Zj9Y2El/FDU+BpoiBju/0/DLW+mxraVDmE+jFCsctgX88gz
zg7TA+/j+M9MNeH3e8aTXDgLiParBmU3asqsGFgwRalj/wcQ7t6abC3eFZ09YRhk9e8I1dIXTIJt
JXJrcTPUNm5/Go2Fc28X2rSr0IT5B7WswDuR6W9J7649djgCFgkjvSVqM5ffDm3ydhioWJwzrVYP
OjW/mwqY/Qc7UvFLcI22vEWt0PPnWld+vn1dKX5CJEZembx1sW3KwcvUplfS8ySM75kyqolvY9b9
wdRG/V6EavZ8fby1O4laJwtLhKHWuhgvTfPWKpQReoZj178prYpin5dpcegRib0hnfVuvKDR58P1
YddOPyUv/gGxCSNw8TlbJ4fZ5nQAKbtRvx0HClG7xobEVCSV8nYdUao/PDMkUx8VwiVBVzhl3IZq
lIFS69szDGhOiOX03aFxzG5LRnR1ZmBReQkAmgFCfLl3MjUuRIIr+jkNoUq0wssfXCWjYdRa0XsS
CuwmJDxbovuXDMd8DPO5b7T0PCpdPd84bjr/tKuo+BLDsffFlDqzr/ehvsV4XoumJISu9LAlfi/r
p1isOdhcQM0QSd18N0vX/UQiO5/m2Bj0m5zCurOxX1a36YsRF7Wr2Y3xeHZt3osIbsDgLLydp9Th
A0ABc2dI8RbfzqfodH2XrsUBD81iqVvM6Vj6BuQUEN1ummBNUMF7yKzEfjKMQlEOoIBjfTdPHsK3
ma2ejCbB5uj64KuLLKkv0k4bUbnFS86prbRNQcidk7aZPpaZUbgPrlsFHwOlDYrbqiHF2nr/ry4z
kj9c/0wJgvnl5tXwLYlsoWbnouDliHCT1/xXRCL+3s+p50+RNhzxBE7LjbtyZZ3BYXFkHPBJWP8s
Eg9UFSkF13F6tuvxMQ+Uat+7aY1wVN9r+QFVgeg51UrcIaY2y7yNrEf+zxeVLQaXLUkIplS3FsF+
0qchToo2xRO1jm5rHlrirlScbKunv7K2IJxl2Z2sThL+LtfWbnBqZBgmqdj5Advw4DAAyKrR/u7F
t8EDolGk1vD9+i5aCUckPIiqywAPaWzxRd1uLCDFwIdjk4+lH2UimO6VWCpzmKWooreXqhiOgCT1
1ICQy5/z4kU1lqmF33JFZGjQuPC0xHqOAIVt8e5WzgamFlRz5Pl4zQ3rtbkd+7zOEAQcKVhrZdI4
RzFOvpMgyuWHdaQHx+sLufb5KKRKWyqgQmyVy5kpoYLLRAzfJx5MPX4EnIRenMJI0yEcKrP84dah
2qOji2PhxsNjbYcCH+eAUDCjd7IIfoBzAeX3kG9RbnMlvymq6n0ah/3NO6b4YpzFDnX7dHah/Wc0
acJ6N4o6fILgUB+6ak5v8ijW9ghzxb+uD7o6OZMtKmk+ksRxua7gmedhMgzQNV4p+s9pWuv9gx0l
7f4941Aa4wlAcrU08XS9xoGz7WaAICdD3Q+tOoePJfhWb2OjrE6I1iI4B9BQr8CJ8HVtUXdFjpFW
Zp3SwhrDA7K1zpYB1OqGpB6M8YlkxS/7GllmBfj84eJlZ074NS+9SDtQdPUyhJRbR78j6Wq1g+1Q
oN4I12unT+q0/f+Rl40OYliPzgEjA5JRP2sORHif0KOp/lTk7q9WJPNGjF6bqw5SFzkMUN2vlHkV
FVkbYjREkQ7TvUCNo3uBN+iDGk3hIc/KeG93Sp9ujLoWOykrIj5PjoNx9eLIx7U5V0NbFOcgTWgM
poDpfuGsUvGkc5N/r2/PtTV9OdbijKdjXZLExXzN2BDfPEXUlY/AqnUzqqHz0Odt/fh/G3Bx2FFV
oVuJTeI5Bz/H5BQ7Lg5W71ZPWqub3+tiCN7xJJaYDgkBIjd+5YAUwQzRq5gjSGncPKWdZYl7N/GA
7c2IQeX72UnsLX7/2mmEJmLKbjflqOUpCbwsBcvBQ6OK57YG1o3z8oG8WdlYztUd+r/jLM+EVSQ1
WBzSfmWOfuLrMe2gpcJTdlPL/adIyyG+DeLA2UrYVrfoi2EX0VOoTR71Tpude6rv2s5y88Dzg7os
0xNWPWa8EdvWhuP6+wsVgV+xFL+LRNJPcwyEqwKAc0zFZN2SGYZ3/ZBvmemtLSjgNJ42lPUxW5Uf
9kUmwTVVhWmkkv7q5vhvGpntXWHoENEzNzzZbn3T4x648RHXDiHhBS4M/0jJocsx7RwfTyviAgR9
lDo7CyOr2wIU+oehy8LiKCB1bJQ11kAKILzBzWIIoGN+o18OOaV2KWwFcOmIYsBPJxtPTd/fKn3p
7LBJyXfhVOED4XnTKPxGcStxtIai2wIor35XrMngVpGeIvJx+StmTzRWbqBCoWCNWPqqmXUfQvBA
7o4XR7UF8Fr9tFC3MB4ATc+3vRzNShRHDyeaRYFtiNs57yrLH+1Zf7TzWd2hP+Q+oxxpbkTYtUgg
latl/gYrSF1EWDOFVj8hSUcmHEHfElOPL2OsReP+emBdW0sSGTJgl14YlN7L2WX4ytWhAWvaVHRE
cRDm7I5jOtea7+V1sAEsWR8MTInsQct0+HKwvhy6IvIm3LpRIPypBJlyp4Km/wpiujtcn9fa4YDN
CwqAhwQ6NIuhhDHZBSU/vhq65wm6KPxnjOrpSzuk4B49q683vtjaPkGZyoQKRM0PuMjl5Oq8VHOn
iOD1i8ZAEb8ch18gt/A979BwEHuFFnhzEhBltzLhtWXlOEiBT57ekA0vR3ZbLKAUm8JKDOpP7Ka4
0g4zFcBhj8aJs5F2/xWCXb5AaU9TFZFmJK9eoNyIQTGlIjtbcdvsKtOM/qE8L46lUxsnJSlwTMJt
wdxRWh2ezK6z+10c2e6XtkbKwZv5X+/cCfKnnwbh/A31M/v2+qdfg1/g+ikxD3BmgSIsTuzUumXW
BfzCaXaHj0NgOze50sy/U4SX/mipln5WQME/9KguV37UaaLbVbz79GPkDRu/Ze0Y83z+HwY74l6L
TyOGQdXwIk3OWdnmpV9GahjvykFto3fcdS8HWuw+PDDHNq3QWxC52v6Yqzmr9jpANu22K1s0DK8v
sYw+yz3gsHVB+3PlvQJnqXDXReIik5NBDyl3s94qCrQJoDi7bkS0TJYw7+sxiT+pCKDs3j44bsDy
ypPP2yWYBdwewdoL3Wcn12fbbxPVqL6IMjCVpyrRp+RUB52V3DdtkYp/Iiezt1TYV84b6T37X8pN
g7xdxOauGqKm5Xc9W7oI072XYaRyYwqQNVWJyO3bp0v4B77DTUdZZPmezvrU0Sihec+q0TVP9aiV
Atef2puPFuaf8d4pWlfdF+HQfFSaLNr0iFiJa5JJQo9UhWpBS/Eyuugjmv5pbSLmKwB57Z0QuEKx
y4Lae5g0r/ADM47CR6vYFsBeCzVgCpD0x/GJEs2yvRAkmqgT5Bie7Z5ewK7vAOhgZzt7X6q8au1j
4yFY9zgrrUeo8wZklpEBeDBUzPkOSuA1zd4Q/TB+DE1qAru5mjrjfhoLEEPXd+T6D6XLSuGTxi7s
pcs1MhqKWU2sB8/eqNsljrRFgmGH1U9fCpPru1emPPW1npr4zhXj3N0G+MoOJzwhxsHPqt4KTmHN
dRX6ppc6J3aDe9Iy9R0IAl4XEorH9YufySIwNmEthqBS3Wdgm/3R9AJI8JhV/GsEQzf719dkbduQ
CvNF/sbgZW0tzRQlVPM8eDawLqz3ljlbuAXWg/ZB6YuwTvy6HSJzh1SlF28ApuU0FtFJnk4aYtyI
PIQX05xDZZQoOA8ntj6z950Isjv4P7z4zULNms9tY5V/MtKPH2DVsscxU7Rk45Zcmz16Daw1SBTa
VYtwnKklcKI68J7DPrWe00KZQDtWpfm1C+YMk0hk8H5MwZBusYVX0h6yYvpx0g2TQsBi6npYdE2m
a+idDwmCQghE1cUuAWKZH8M5jU855fFiY64y3C2X+y88navApfOwSLVmM43bvgoC3HvHJr6revxl
k7TU0VHmOXvAt6xrfDEXIOWNOeq/X99na8H4L1b9r/YOPkGLo+fphRZpPTSwXNGnve3FGSKSulsb
yU1vimaLZP4X1bOYLggOVhkkAAFxqYE39OyeWlHQBaVi1fpq7Tq3c5CW2rcwGdXHvi6np0RM866Y
4vqmdkc9uXGVolL8vLYClqYo1YPiBupGMXst7SHjkaBT3mivL2XTKYTSVyj7IvwXfwubub9PWRvc
WGPdTvZ92+efyhlNnb1RZK25n4n5X7Koz4xTnMnluv5hVrYiF7EKZ4EKNNWZxb0RwGSwhwmB0Syg
ZcCj0ErM33MWz35BVQqSmmPSTL0+5spW5BWO0qVU/CcYLzZDTlPVFXHoPXe1Y9yVhY4RRIXSpLv3
7DqtDuaQB+2J4kcY+N0QZ8G36+OvpHtMlzoqlW/w4ks5XC1T8gptZQev1DT/PtWQj3fom+JYd32c
tbWla4G3Bq0+noeL8AKSWa8Np5LWEPiM+cWkqR+dqNeCU+tF7Z03lH3/cH3IlYhmEFOo3jAutW95
Dl9UOEat98rIVbxnL6zaDwm06+gkYj31oXyW9i5vEmRGyhCVtv31gVfn+rd3gkAi0UV+8xcDW11v
N94weM8YYkBBqILa8XU9ME9Stfdrr4XN27XLmCmld8IZ0DfU8i9H7CGxT21cBM9ZlEAvivXw+2Ro
NKcp2qr7qotH7Xh9jitBjJuKJ7jse3FpLL5n05VFFAXCe04JpkdIs9mHVI//SZtxi5W6tkPJJIlc
HEl0Axef0UYRQJDBuc8TvLh95/AS3yk4kOvv+GrYI5uSykKisYySfWhTZ88V99msW9xzhVlHcOIN
+9FQ4jw7FqXydulOoh6Af2Dnsim7vHLtUeviktL3c1uatbefCG82gLDKLu/q3ozF22sZyB14LCP1
RVmJutwkYxTFCUYGFH+SPNxDl5+nXY6Yp09Bp9nSbln7atzoNvg6skwSisvBEg2Xel3HUMNlMx4s
mjT5LrWyeYvjtnbWXo6zqO8hwjSiQjN7z0XiDI8YwTnpscS/u/KpDHvBzsXx5r83b33ZbcHGUMpO
kbNdTk2b8AabMC95VnT9pxmk3vNszM9wRu2H6wOtFS8ZSSKUYUqSai9yo7wYpyY2eE3AvklPuWjU
+3mIQ8e3lKY4FYroD5nlZRVGNLH7bA1WstfbKvt9/WesLDGAPrJPqepClrqsCPCU69JoZN8gEn0w
Elv7Ogw4LzNe/kmrimFj2iuhhUcyhVIqNZBRlly2MqrQHgk85TkPExLw2Q0f0iDSHupc97Zs/la2
qcw7gWDj9gmtfhE4vbRGM1c3g2dlLmzhB14w1Uc1lhXTNy8iqh+uRqGNhJM6xOWm0WNHWEOCorXp
tu2407Uu7fwmt5T2xqI81X5Fe3XWN54VK8kFIUMed+xTSLAWs3O8PAgbMWO+NthG8RQVoXvQ9LF3
bq2hnY29NvV6dF9FYZzd5GO9tXHW8jvGhz8NK4yH1XL/zlptN/UYIOvfOFp/1NlInj80fejt3DTw
HjQr1G8pS4AEV4uu9lO8ZL+PQ5P1p8gDnrt7+zfgp9A4RgBJcgwuvwFeAqleOACZY2UyKAWMzoGm
Ksridjq6u8SatX+uD/hXMWGReUuLFhJHyj/SC/RyxCh0Kji+uCuUrlI7t9RFrHPOI6i+wU4xcjB7
ttFH+eK4oRHsMdBNzHOf9f18585Frh7VkeLQTViKyGt8d9biTx2KScIf6IY1R2hcQ4z2nBkG7Q7O
YzA8j9yg91DWFe2z28bC8blZ1PQrrLXBRJK/Mp1DBaQD/msSiObX9dmu7TZKWShbIGcMHnCxvGFK
3W4wUZEvbTLYFHp+7Y2fc20q/hn7wnnINSe/HTPb+dhjaXi4Pvha0OB5I/U9yWRf4SxrnEmkTR0m
KZ7WfgtipK10pyhaPwXgsjGWDLvLr0pMlmxjKlw8Xi6/Kjbmo15bU/BcNAZPRF0Ng2YX9HpX+WE+
3DvoupY8YVytPfThoA5+R5qYbGzmleyWDi9Ri+gFfWTpl2nobddMQj7qzCjogZJlRvgUFJH6SCDP
hn1nZOJ+EtaY/3n7SnOnywYMC0A58XL2aOOriJgIfKC0qjzYrRuGPpF5OKiIq5+uj7V2A0JhBYtE
4V6SHRY3YF1bXg0ugDJVGM2GH1d58FFVprDc2UMyftHKWKRH1xUAaFFCpiQUw3x2jk3fjNVWK1FG
y+Vnl8p2tJwQv3slmF0kk6VFWCw9J7Ybf+xG0/yiV559cictx7FeKZ4QiANOp9rJZ4ypjG92ZuHi
2igzR0+Qjcf4ZXgb98raNuBjIFlMgVdK+V5+jQ79kqbr3eC50nPXPdpGW6g3ZTrEqt+jHan5qqOU
u4n+6Dv2H0w0SzJtwP0uwRuh49VahXjKc5y5UbRz2rH7rEYuKIOQ8j0296CtDnBZW3fj9K2kI4gl
8xJANxjixpLYEEVIOIrJ8J6N1Jr37myp0PwziWzWbo3JGDY+++pwriFr5/B7mOzlAqtzaWMAG7Hd
vSb/ao8UQP0qUfTd6Ohze8fNF/cbzJS1+EIAJXOmiQtwa5FwleU8VF7S8U17van9OMDuRFXSKP1U
0YpL/aY2sYQ1cAn82pjIJJmRcJ+uH7y1cMpsVQuIIa5XS3H40tCmthlt7zm2ivmmJ0kSh7xz/uuS
qC/318dauzfkdUGCQH0AvcfLFY5TKun2yHStYphvXA9vO3xd+vG/XAXGgmROqDzYuP/ysStQnu8I
MZCe8ZeSOvyQrxcviEkpo77tuDmGhupOlBXtox3aZnIwJzc3D3Y6cHbEFJwnwz2GUd4DESjBdt5e
X4WVFQfUBuYDFVQpn7w4yC3ujqLJG+UZVX7rGxqhTn2yBvGzV6Blb6z46lgUG5DfJsmGdn654lgp
RB22nDC68ia+Td180H0ny+wjVj/DO8DssssgGaRIEZMEXw7W9erYuViEnfvaTR4kBM2fgjy774tq
2OtKudVHXzk9fxupoC0kKXmJ+EAzDDvCHip7Z6RGuxNIiCrHoRFN9tEOp7mDmjDZv9R8hq6L7XP0
YVS7qHvHCstijKxZOPQuFiUgdwiVFD9ScAOKbK0Dfiv/GQB8ns1WNTYi1N9+1uJiwsDrfwdbbB3R
Wwa4PbQDIjPz/o3BJKsn9Ci7UzMhb02q3QUgd1VzsD5avMGfRNmb4JPHpEkSXG7TguozMj8/XaWc
9Z1mdtOWQubahqN/I68pQBtA/i/3gJGawPojfuGkmuN8lyKXbJ5yQ+AUTxF8U/tiJWajpu9xqiHU
yIrO5XBlXFsA7TyGQ7lOP2Y69OnjmDu4xGcAfaKPWFFsJL/rHwH2m0z0KTYuewpBFIUhKJTwXOge
yCo/biz7sUqnSfczEQ/lTa/2ineLGm/7scg9O/GF56RO5He4Hd2q5C6UteoUMJICwPs/tzMHbQPn
vPYVqMXIi5OiHYXCy2XBrqnLJzBycMrsLtmlYLl3ZR5UN0rTTeZGYrI6mOz/guyUSKTFNwgjw8lb
GEdnzQ3g4sNMF+I4Z30uTnMdFX+uR08ZsZZHQDYQqILSRIJIfTm1urcmJxrD5JzXRYRPbAte8TF3
p3nzupDXwauR2MRASSzkbZcPeVDpyEPkOXoHteLEu5RS98/CHkzvoM9S1BnEk0C9C9AsxeZkvA2M
pDqAZy13g2XVN2Vk9Mfrc1/b7Raga25OqkU8ty/nnomqw+FETc7ujyRu+jv4ZvUnLYjiwDcTs92K
52s5OXclILb/Ge+Vy7PZhoZd2PHZNBOtv52SqcuPHSq0zU61ow81VZbgy2Ck4c62hebc8ALyYuy7
6nKLlLm2x2ywpxS/Qbrx/S9nLu8SMqgsOetFXk++GkTJfi564z/YqFvqM2urTKkWBwTw0eSCi/08
i8GbMSGCvFtYieq3o5Pjw9kB6/PVvnbMHamZupGbrGRGFFAJ7AZFIxlaLuc3agIZU9QAztKCvbj3
gjEVJw3m5H2HLVJ6jOshnE5dlU/GDh5KsUlEW7tLOcBUH+kKY0m5yESrPAbIaZIbKS1uE/6Y99UB
QqNp7oSBXTqyjfzsw0jR8asFCc93lMJ8BwQXgVVmTx2UIujSnE5B+D5QOd1no1T6b0M1PfZF5nFP
QeA+Xz9Ja/uJEgz5JjZshK7FfkKaPQZJCAk2qsc5ubNb1TzEZmoc86Ls1Jvrg61VxwDH8I6RlHAK
yovFHcaqg35FSdBrFHtfNbn2s4FBZZy0vOTWKAx1votEFin0pp3Y+9WRvbj7LvEEf9IyiY08Ym2H
s78RsSJVo7CwuB5ioyucEoFgPIwU5y6cyZK6GtODQ4WmY7unD5N/ub4Ecv8uYynlGk4TmS9DL1bA
GlHcSwzuzDwQfbjXA7037zy0oMtDpViozSpun+1NJYzDjfxsfWSag/8z8lLqVA1StdFAOp9n1+2M
A51dq3+s09YDwj4qzn3u5QC1PBKiLa3r1ZGlkiWwR3wkliphpplWCpcL9skQmR5AHAZ3SEyW5s+e
v/J7cD/uHRJy9e+3L/VfjKdMUPAiXXxcDeQihUgRgc7VxLFHRtyPCeM3UeZF3/pqGMXOVJJ0i4e8
NlskJimwMypp+eKlUaeu1Y0hJddSzMYTjunuU5vN9V2tDplxTPM0C/wQ/eutF84a5oFgwS0vQzYw
J3nUX/RgSwbm9o2xtFS1YfrgYshzq6kQlHehKpzHuarzXebGjfMBiK21ax1nr9RsBgR3u3k6emql
fxVAq98hciE7ObTC2ffYKMgFe/G7jLki1WvYeMh7wqQrJnv4oU+Z+M+FbP/9+jdfO9CUB7HzAMcp
aa6XY9ljA+DbNsNzmA2auSt7Z8Sus4E95PRat8+Saqsyuvq50VSWVQN45/bic1P0grekZkjgpWH5
OM4uDbi4Gv/g8tSb/kxVYa+ii7d7xzxNKrJSS5jwvdjbI+U4kYgoOidzPJ/p53Tql8GrjfkxANbU
7M1W2+y4r10VZLdSZkZWJ5cUbXMyGyO0egTTUq/93iRIllKhd6udY+Rut5FLry6rReIOs5tG3HKw
Us+LuIE6CIU2anU/r5z5gVeDHu7K0Wgy1PbSmbJQXOpvdxDi6qf5RyWIUgGlz8stZMwJOuAzl2+U
qcHPPo3cj+6Q9saRxtGPGtu7ZuNbrq0rxV5uRIlT5XNeDhgomR6UiYHOBgwnfacHbqvepa1ViUPP
izregCCtZFg0NLH14JFI92DZoapdo6IMwYaNeKa3H1tjKDFnccLJ3eX53E6fui7V2xsnC2LNj5V0
eodwELqVCKWCcASb9crQb57nckY65dxFmr6v9Eoq/1rufxMox6c3HxPeRmwhieqGDSPX4kXo0SbY
3amJ/MyIjM+4n2dTq+4UakH9XnNH4J+Dh7bg2y9aKgvYmUtitv0KdGB3dU1FzYx5LvXa/+PsvHbj
RtowfUUEmMMpO0lqWbZl2QonhOT5h5ksklVMV78Pjd2Fm2qooQFs+GAwqC5W+sIbtkHQJsEWbzTv
X3RwnGMbF8UhMsC5XthGy0WziiwWJVg0lRcNDGq3p3P1YkP1mgOYA2AtopRCT3vxvVT4n1zIqc8c
zcU+DAiHSz4EUfR0IAxOTDdGKfCRHDgyN0XhJQFJoe9FWz/GeeB7V1tut6FfD7r/8+vJuVyoTZQc
DH912dqJ2ZT6VACxwMH91oXXsO8zIY+Q/8ytNLTpwi107psCH1lYN4uTxJqhDU+rKbJZAjToI2O4
NpwckKwniuECTuVcKQWBBAAWtJgs0tpVGO7YstKCQvmP4BGH66zWkg3MmOF68iZtg9lt/mBiGJoe
4rbetcWg/UOpBwe82JVudwXfrX2oZ082+1pZl3T4zt0X8ByxAFvUG941H5pyVmpUnf8IWijQb5qC
5OjK9OSgHrK8d7Ww0Wx1D5DCag423an4+vNrTtRANQ6iFf+u1tzreyf1ZtCyXlP6hyrppu0EZG8/
ja6zaeboPxCDcQLg+icpgAO1xrOTkyRW2TFeB7v8TReWiYrU4A75sE0FptghRpLlcBxnc06/fzzV
c9sNzALP+vLyABs8PVnRBHVJN0rtMfJAZG0srVH9rpRe9/s/jMMbB3FtQYGs4biR5dWll4C9tuZ0
vMpFi1uzTYHuEgLkzMuG3QTW9chTI76+LhDWiTGjsQEcUXb4jmHjUx5B7XZ7CIHpz4+ndH4oCpGE
meSX655VVUqtBlrClJAAvepL/S2P2uGn6HhL/8NI4BqAQRHOUoY5XSRTlW5mNmn0WKaJ3OZV3Yet
6PVb9nB04ak+NykqblQilqV6J2SAI2SPHQRHz0jdOZzKrpy2Xioq5ChEMFx4K89d60QhoFXJTBeR
+tN5VcWIbZsZa49uEuM3m+rDTHVD9HO1ye2ivg5oO843gTXXF5ZuudvWDxd+RFRbdMJnjBtPB7YK
6rEOgOAnUpP2lfMhfhSe/iaUGdwaWRId6AZiYDWmormVuWz3H6/nmXn7OvEIoh9UAt7127UIPqyM
e9KTMqh+4Es0TpupD8TRdPrixW2C9AcWNNK48FyfyVRI1nhYli42T+lq1nlD5BH7OS7xnl89L+80
0MvOiUJXy+17oobswuVydkC27HKFkxGv962MIFoIB1v6JJ7rX82cRN/GLv5hlCo3eEiK+MIE319m
4KAoUi5Id0Zcw7ybwgFi2cNjmfwqu48Mm/eKIMx6/eTyQR1h5cCDUJ9dFLlWuyfTy0pzEvHUuW3x
I6gMX4b96AkUeSdLHvXa8tOwK51Pa2Wsxl1FQah0YGwfY+AFv5tHIfKc7/4w1IdSq4Zd5qW6wik+
+uxbuAxK/cZA4xA46zqVLkY2ZmJb4qlnNbekfvY2bwVhrJuY94FQ9WfvOsYjvVxk3KB4vQMIG3Ag
qZQiT+HCYe/hSQhLD6V0hfY1BXB0yQv33VFchlvqgpTGFs3fVQibp6Rz3pA3Tw5thW2Ob98WG9Xq
Km+d9lAL293YmElcOBfvB+X4k71zP4P5BCl0uoEQMRWl7Yz101I+wf4sOOZR2iWhO1DtRvaYymNy
0Tz93c1uMShZtEvax23rrHYtbm9tUppe/WQEg+5tEypU98WU6dO2kRezoLODAdplKWF60Gw/nWEu
nAm1j0I8NcQ7v3AfEt89QYd/lpo+fjZiXib211iraK1P/XYwp0o8FZPrjDuZx3YRAjbMLzXb3l1n
y0ALgIFAbemzLk2rv1I7cxYZbakB5RQh/O9Drqo9PuL5JvJi8yYbfXUhRD+3TWCho+HoLgqD6wBj
5DVogSziAERydC3ZHNeWV01DKAqyOq/utO9NKncfX27vYm8m+fegq22CXmRFUQd/zrKt51t2hqY2
Xorb5M6f2uqXaor4LQmQq+pLJ7pwsZ7bNUgOgW0EZIie6uoDW+i1jeg14GRnVR14rsLvt2Ovee6W
1vb4+PFE3z0Wy0QJt1H/W5Qy1ppikV/g5pLhwYsjafM9H7XJ2zZ1VV0qgp/9oIt9HUhGWFjrw25q
lqfhp4o/zER7MigDGcbB/L9Wj96wMdGnjaqdhLaaqIoLV/e7KOfPDP/fyPTTTvdrM/dmHKkW31P2
6y+xGFS4M4BXU8XiqlB98DBbYhRh5VdFtICltYePP/G5A2N4fGCQosj/rmU5bTUEQqQWjpODczRN
Yd+Zrd/tzEKVPJhm9fLxcGfOCzgbyB7cqTQQ12UmEXBpc/ZROqptSTViLOdQ+RQluTzyB09v/dsh
iy6pqZ+ZJLw6MoA/3nrvZCRz1EyqQPnVE3B975jqdXSAXFfdQHo0E8DW7vxpw0fgSzzEoKtBXSBw
vLrwGjG03RI5PlVC5rsxac3mqpVdIT/9FJ+OsxzXv+47LL7pduJF/TSpNuo3C8/80Kve9MJcUvz4
ePHObFaSbdaNxQBZvI4VVZkSEKQ1Rm6WaAw43YG6NlTb/V6Q1DjVZ1CTw46YzwzbvO38+wxZ2eDw
8Y84u5bIABN6cL8DuzydcasaI6X4y1pW0URpKZ8PsYz8KwISdEEluPmPxztz4YFD8w0QeYz5LthR
hgbbubeqJ5GbzU6T3HJhR9v1ap6DqroQHZ+dHJhiFA11CGzrSM50Ghk5ET6h85SqzZTU8z09df26
7RLjLp+K+MJxPDs5MqwFj8YJWUPEDC8e82FmcnXet7ejsrUuFDgdVJiOjYG1//hTnjv8aE9SHqTx
Q1N5mf1fm9UVptcWXVo/cTrGMMtKhD8jT/9u+Ep941Gfd5HVef9+POi5KaL6BxoGLQ+KN6voMXb1
KneTiRNiG/6XQBjQvIbMeam88pJiyLnVg1OBfRM9Jh2e/un8jNrKmmFKsDiTWTXellaWajf1qIzp
CzHyGL3oSqO3eGHPnP2qsFbBd1GM5O/pqE7dUq6GvfOUCV1/AEmGca/Ux/zNaEz/oYnyL7WeeNqF
Uc88mZgq2dzjf2or63KvJ20gk1ZXPmEtkP4MsqkJpTKFv/WH1Cg2UeUESZhMvllfJVqZJxcCyrOT
hg2GTMAi7LTGqtLrqSNDQ7SrKOoixI0D90Uc3fxQk62xU8mMXXHRW+JC6eXcCmNSwUfmIuDuWV3r
CBfIRCQIErKDSxBN/rzhjRRXWYM8RAxe5j9McyFWAOfiuiOPPV1bGG1WlQh8+mDzFM9abjTbFn7y
t1mX/bUjQZRuchzZL8Cuz60te3hRf6BPQVfmdFRf0yMLpCpSYWaUbqIJXSDCoPjR0LtxPw5K2ynL
lr8x8Ml/fHxYzy0rYTQGC6bLP/pqL1czDuL0xounppfel64y5CbO8AYKhRDT1mxLsQ0ccUkb7cy7
xu2yoAEYlabt+knpdQQ80pj5EuxdYVk03A8Yy2yrCUblNu2EO4R5pXjWkiBy7pO2994+nveyb06K
XYu6LKAAoJpsaDp+p198zntDjxp+QWXOfnaT9njx0j/xP60Z/mecJU+ha4Gj8SrcNLPEbhsPqaEm
9vx2o4pJqet2bvN6l7Z1lV99PK0zdy/bCC+QxawUBf/V9qUGY1KOd7MnZC/YSTX8LfPWjexohmtW
Fwj6ff5WOhlwddnPw+ySL6Perbhpt13gaWOotKB7FC1JYNt39VU1ptVb3gzzt4/neuZqYGiANLRR
FzrQaq74lZt57qGrZMXSx01TKT/fV7OpfjXBEPyTZ6VzYdOcOSyMuICqUdIDMr8aEZXyUdqdnT+1
TZt81a3EA6Q11sVrSmXi30rrsSur3T658I3PnZa/h119Y9U3lWbgRvIUxO1rLWrvWNkyz0O37ptX
EbVHgERfHdmpm0pP62b3Hz4z5WhgFQiZESidnpSumgBHSVZ47kX8BPbw2JTx9Cp1ezrY0hs+H1+T
LgDbIUXjz3oHI9mda9mQFzjpyLeurSdClNh4wu8RL+qPZ3bm1gXWR0EfPX+kudbYBkOpqAoW8wCM
GW6iRpQ3VhuNKuy0WB1w+JV4oyaRfyPiz+Ohl2vhr6FXSxo0PlaFHSrXBu6gGAU1gbcLNNt5xBJ6
vPBFz+1a3kmQ4cA4uPFWTyh4dHr/uZ091aXqu002m7K/MZui7/at5gXbXDObKOwbw5mvPv7A524j
Cl2LoTcIOxz1TrdOpeJAFhqob9Ct03F0oKP5EAN+26pTF+KEs0MRA5IF/oF8rYaKUAVXRqJlT0CQ
22u/mbvrvob5WaAmfv8fZkUblSlBy+IFO52VVk9OjpMsCoJumR38uUnDMVf2XerxkPyHoVz8TcHP
UcRfkxe8mY1rLN4I7dz0fdjnk713E1v1+6Tw6vHCPXPuPCD68v9HW20UTCVG5B+RRjSxbO1CJYB2
fTGiwd6kBR4BjTeWUYiEsHcQTlddCIHeY7s5EoADERJB3YD9svqsM+BLPe4ZHUs/A1JQMhSoeJrm
gJ4CNDEPjPVo3lKGc36UaefqmxmU/02Ra8UlX8FzewlhMq48mFnkMKvYwGzUZGRNVj6VQzfse2xw
jjTm253r5Noln4+zYwFkJkdbnOfWyZKbS9hWBmb0bYPlQ1qqzNiItANU3Uhazx9vp3PfGByOvWhR
ovdJA+N06xZOJ7SpqrMn+qZyAudr5MNu0me164tW2QfLNdSwwZHSnW4MadR3gZtg2QDqq/n+8U85
cymRH3L3YoCBa8IaIBgHeKd3BeJyaV14t1U6WMHG04bQiX5HZb6seWle2t9nAgaa3z5vmc87Rv34
dPZ0wtx5EgC8GjCnbw7QPGPvtWXqPQ9Z2yAMkPpVvvt4nmfHJGkiS+Wg8oqfjinNGtXVGetIX1XZ
TTSPtaJ5MoxX0Ez1u7jXtU9LcYPwWVJTmKpIcaOHezoikg56MroRgr+ThjWyqfnXnZYV36Cu+hs3
i4dLA54JpcHMsJCECEhnrKkC1iBr3esZMDMyd6OkOda73BgM/cKnPLdlUKYmASbp5kFbbd7OiN0x
Nnw+JSZK382sE811WdtDfBxoccaHRvjUFiM0JsbPjsyJoTW14NcoE4FqOP2kaQpawjSg+FRDQGKN
eaGbIN9kiQIgbx6jRwKOtt04QeX98/H2eTfnZd/wrJGiIe6IoMPpyIgP6UgNB+opNmiPbzwjQ7sD
l5EESnfqjtbGqGa5n3rj0lXx7l5i4KVqBCgFiCLVldOBs8r303osBwTxZfulrvubWKFDHE51OXy2
JLYElYsiL00Og2bjasOO6dRGKHF5T7ndTY+lssf7NI6STdBP3oWI7/2sGIqWMDcOAAdOyemsmnZw
xt7IvCdF63PY1Rp4AHxjnfFYVna+/Xjt3h39ZVpUwYiawd2AmzodTGQ4hs+ZXTz7sNR3OHvO/9qD
Oz0mnV7/XPbZpXj2/WZhciZFNar9UB3XEu6zsIqulXn1PCROubPbrk3CGTrBsQjE/III2XiN1Gbw
H6ZJHg8sbfFwfocviCLpViME9ecmaN1tVemaHsI9AfkYuOWV6DJp/KcRMfVdEDIIna5yasFJzGiG
F8+lmIdwhOP7pfRU/CWZsmovan+4MN67uIiFJG72F8WNRUJ3tUEnyxWDNvrl8wgfaDepVNtJ3Rl/
0m1R+zaJMdws8zEjcQiiT1oY8WCQxcOwBY/Mvf4u5SyrLDF9JvZDGG04V/NGXjIvWpOBCHGIuegx
LA7KS8SzHJq/isTIiWjK7Szj1RibaV+3Qj5T6oMaMOsQlK3kWYydts9hCfyk7tDdZqr7DhxKPnx8
XP5IAv1VkuF3APf7o0e4ABy5b09/R1VLkCL63Lw4ZuFqIrS0YuyPsQVh/KhUgNBUWMMpSHdoYejw
JPIstrrQi7ps+DoX9mxfxcqv1W8p0eTYljLwf3mR2755OcAu+C0jHIRrLa0BMoBtDfq7dnBxotUc
51FpUu9Cwy77O0u4Kv19YWrLvXI6NczUQMZApluuuvW9I105iDQy0pdxAO58B9JBvmRT6uCDFURg
6ydPj3c5KtHOVWo1trVr3FEvrF2VVsV8nHRhGN+8VEuKcE68IdlOVRZPMD3TWRwwDs2jOwNIdX2d
xRQ9rq0RjZ1rUZql8T3P+Y+e21vOBYGn1e3GWw9wggO/cL8XxcqlaPHXrpkB9EWe10yvQI3re1MF
qQoDA2sFaQbx3q0uuURCXl1/RJ8ImXyLkg+HUF8jjEQ6VFoBE+/FKVLhHLRuIhELAcY37s1cjl68
a3qkrjcesBjjS6sgjgVoHE07J6qNKlyqNeW+zWL/RU8SzdhGwVRmIfCv3t80KeZ6+0xL2uq+7HI9
D4d6jr86Cu7HreNLywNuEwzVIfEbo3rs7CiKjy2qRnPzdR6laOQXWU7lwbbosdzPGaKSV3mtSocW
dqaJMmztduwPdGPaGz2ryi5si9FIv81GPHyp3Nb0ITCq7M3tkhRmtN3OD3aFBs+203rOZOEVzT6b
prG/kqWWR4c6681uMxZxjX1c0WTZXolgVDejP7dU4AZrity7Givr3zllsT70zKhtdp6lVenrZE8I
ynd54WWbosydOBzR4rSzvVsMUfoDHkjxHEx8smNFo9zbNE5ZZF9Eg163olhg05oPpdM42tFqIu/F
IzxKdlYTFF+bdlYSiYUocw8OEmrxrgumwr4e/dQQW2mCm9zNfTuInc/GlqEsxuAeeVVThPrgdMEB
pF4ehZMDVX0zxp3VbnNhTXIPp0el161GnQZlg1m773jMoqsa5YEyBH41Jg9BMwh/Vxlu4m87Bbr1
ttJ1USC57ZZBv0PZQ8epERlV79jbteHRPEBdbtM0UQY9aBr9XxZlUvfoTWbQPJA92erOqZ3KBgMw
5zemQkfgh0g4s7dt1Y53utMqFRZOkgZo1c5tfN305hjwALaNs7Ot2igPmgq87Iuem7l7JzC6Bt2L
tP581aV+FoTST0Cxl3MFQd8etWOqaMhtej0bqpcYZTS1GXnm33y386ZN49biG9fn8tUyOx53Nurp
09FCW6K48+ph/ieeZYJWtqw9kYcZMiqIP2A4GnlmKPp08De8We50iDGPKe/mQdeMIrRyLlex1Uok
BL7YBCbRA1Y3hrpumjgwvth6q1XXUVm3Y72xVFOVD3FZavF+RPsweTV6F//bTvcKWW87WUTmbohM
gRaVV6Z69ivSEpWY4WB0Xm1uyiEtnR860EP3WNZArK69po5rmkZkDxuOnpIPuq+ZVbw3Z8sS8WZI
Na8Ph9K1o5thcEfcSto0zlvY3X3hZzLETgSZxzYy82RrulNEZR1jpScxJbH+M4lb/X6mORiHLfdC
dp1yNRt7JP/N/0V4huG7ilLAFrb41O/MvtWthznRpuHVsIQFHKXXVfZzEL1zZ2tW0tw6ircp5IZC
ONn3Y729aaIhGDexY8p22wcu4JzBrEv9PmvK7H8KqKtzp+vkRROVPTcctaycN3WWOYcZmWcj1FvP
fXPnynpskMMw2N6J0W7daca2OBLWUEAC9bourFE5ijdmE8/ogHtd3aG45SMtYZdiBHA0pwayubP6
7RvJVG66XCu/dQAX/TBxa3+8qmi2TGHfxdEYOl5VlzcNllTdXk9kcj1bhWVsWyknLQwmOUmU8LRM
6TuCqrrcolDrf+2xA27Czsadd2tHTp0cLDsz7XyHnY6GrjyM0fy6h7nUgUXAxNF5Rpik/B31Nue6
UEWXbBGl7e2v8PGkuila9GhvUaTP+nKf6bPt3qRtlDw6RTZ122K2nASxftOuNl4TOw/Q0LNhq82T
1/shuo99HYeNTx69MdHN/hrbeSSfigDk0oY2kZnhEKgvs6tFr23p7ZtiTxSASJdQXFHf697sr/Sh
MknaWrgkm3JMyvnYDUWkvsK/RjChgKH71NI8+pfnzY5/xtU07UcDdavfEuNlc+N0M1AvlP6L7uCI
ufqmB3ngbGq3zZydNdpK7CdaTv1GuI097jWamyC4c5wwwykH+XhV0CVJtlVke48VGI/pOMiFbewX
jq2ulQwWG9Q6rcNhlrK6bXMwXzvhpqN7XRkD+xmWtumG9BHr9t5Oq1QcwDL17i7SKzDpnfA047bv
0Rsyth2SVcbbVCJTdadDM4VK74xZYd7GSyEVNEDM94QFPqpNRDYjHlU2iDo9wFO3NW9biGQuNx9H
Q6t2Bo2/xQ8JOAs1L6pRa7F7mueRCib8bLPY6fqrOpbFQ4PKtPoaWRFn3OcZMUJeG3fc11JaIiwr
5X9SJmf5FVT4iFuoliDVsmb74XVguHriGq+RVaRpyKX/ZMggr6CYXBKjfBcqMRS5OxVw2Jpk1PZp
qAR5IUtiKcxXbsXqqZtkfPSStH2RmL/3B2F4+SWDk1XGwuTwsEfQCWHmJY9flw1ypLJyAtvkLSjs
xAk1Twx3Rl8at1JDJi0WOAp4tcBBYZSGuLC8qxx76etSXaRY8ScndNYAu8oZ6Ay1WvYmpRibTT65
6XNJSWrrjkVxKWdYPt1JYO0DFP7TkwMoBNt6VdLr2th36E9lr3EitfsMTpT8wttR11sDPoO/dWIK
uYfK6Z3ga1lC/941umz6XRvPBGW5lcEsgFPWXEeA8h9s0MA9ZV4Z9P9GQ+LX9haqvkp/DVqi63t4
JqV+nQZt909TuW7BvemX9XEG5NhfEetV1gWs67uNA1kfiRFSMw4jye6q7tRno9shKeW8zkTL7fKa
G/G33Eza46D1LZu2UXW7+/h0vls+xlzo6wtzchGeW2Vhrar8yaTg+7q8WiqEHzGkN0qjdBLWQawu
qeA669SIj0NpZKn7w4Jl66zmGA/Ijc5Jqr+OGU5oeyGMSn0btW6Yjw6JzLBzWmOG1cPqOdvKLPwX
0Bm9uaE5A1tqQvpjLMIMRmfxI2kQ4XMPMEnn9s4UlTKuiil2g/u5IURPw2xxV65CYVmJ+F86icgh
PO9hJ4xhjdBH+lPwksW7CB2O8i7wi7LcmEAX852pTOMZjcnBCF27acBOCrpoJDki627qMpmTB7sV
TvstrsxaVbDNR1VvQXnr8UZzW03zN8h1Rtl1aQMqDes0MjE8hrSp7Twzd7J+I93e8PaoAc8z1lt2
56Gdw2VBgXxX9k4/1ltVy4omWpSJvru3Z56wxyCKy+rNS1qn+2TtirtqIQqS3uGuDo5gfWWhQpyl
QztMz/QL4l06VzgWJal/583WGxaP2oU+1/pJcGG/kSDD5aKQatLSOr0hZZuMxpBI/VmryRX27pTH
+0nLzW964RTxQffnfmv6hZWFeYJoR9i5dW5f2Pjrw8ZvQJmXK5oSCO22tarpEOtaXASV+Ry7sbXB
cD1/qIY6Cang24QcUNkuFCPfFV7+jMjBBq4BtInKwOmsc2Eop8k689mziSpSCXm/SNp0P9RRFGqD
Ox9Q5zA2VSp/aamWHQ1lxxu/KS4J6p+ZOV+eQ49gBYUmc1VPK52k5IAX1nMk0/Rah3m1s/t2+g7w
Sj8qqYarj68Y492ZB0tPjYcHalFX5bU4nXg7eWpwBtd+nrKg+8eThXsXkPe4R+g0nh6mKvODrZT5
XByw/9JIcVut3SmzF/M2GsCn7cFaRBcKGqvqKc0SfhSasvAYqNfaa2JBjAWPgupmPwMDSjYmWks7
v26UHs59NbyUNVoE+7m1Iv3xwtdYPu/fb9gyMB1M6Da8mu/lTLt8At/GzficJH70C4xJW24R1xRX
TSKtYJfUyTRv8yhLnvOgbh/pnmY7iLe68cnX5s/vYHzASlSmqQmeroodpHXmDKPzrLre/5a1preJ
gsSVBIGNR9Dp17k6fDz3M98cxx8q/1R0Fkrt6vKnG6lrM6q1zyJN/80Guz7qdo37VAntaku5Tv7C
icj8HG5oWWgEQmAU2ygJLyIap/PsDUoSeqnc534c9CtbT/DlGOZ5vKfAbYe+k8eXyDhnrjdErJaP
itgDsJbVlw2IsYteVM5z1XZzu6umdj7i9+LNIbLc0R34LJlvrMzphw18oHqjt9Z0ob2+jgiXSTNV
Ctg0BthuqzOurEbqRcekddQADhLwxw0xer0ZSbK2eg71sEytajuNziXHo3d1u2VocKMgtMCv4jWx
XD9/VQqVRYEN+0L/OR2jfPiSVeyI+6SwHdAguWOqHfpheXsH1dvaTK7yrV1PBj9sMnTK72ok75Lr
Mhu0q96N1Pwv5vOmSkOdrkO67zrPGH+P9iBVhlNOYtzP0Cv8jYDMdQs1qBOffiSoQNKqQk+f7hEA
9dO5NG2NQFVd8BkFT3jmKJmFyWgXoCWCPL8zQBRdCKff7x1GBNxGH8mnB7EW0ndjOzIkNernfoB0
NNuafBo1Oe1lUpY3AfZVV52lTwfB03YoeEgvXArL1jy9nFg9LkaPIG05L6s3CkdCaZMbu89Bn6iD
6ddyGyfBiBrtOO8/vgzOvIdcvhxJNGgBStLwOP24CdXUKRqF++wOLYpuCv2maxkYKgnrxrXltvdV
QRVLGV8wlK+CK8lx25n0tYDdpaKOP3058XN4poCw6/7STT/9OYgi2X0xGe5zM5n998SNml0ipmLv
JcIIZ5ilB6+wPylXyuXEoHxwaFhIvCM+dzro6GuwL4V0nwkRvYNb68Nb5nmAQjr4O59rvP7fsdDw
oICPcN46eaJEbHVtlrvPRm1mvwbUFMMK1f/rrq6rC2v7/vpZ5oWwxvLigx9f3blNACxLY+WfC7fH
3ooXOOxjs91MeX2dOrG2iWeUHE0nTi/s3/MDo8IFcB5e23qOiUVNyO4d91kbumA7pn11hTcFLlBV
gJi2qnf90L5GjlFeuG/XSiJ8XER1GJQEnJgSydPThXR6lTp20hQv9ohSyQP44sAILT82aP0qvQhr
h27Pfiqtwd43pd14W/ZWbmCOI4byaCeGZMMPgipy11vZzsJx5ZJZ5pkDR0+RCH/B0EJoXnf+0lrW
eV2O1ksi5EsUFfne6bNkYxWFuc1jLAjBYtobu5tF2MRjsenGODhklO62H5/895cMVlWgMDHqQPDA
XQegMtU7lSS9/4xYVwLwqB+/dU2vvU6Do12qPr0POUBAohZBZm3T3V9D6gCYi9IlA3vO6UAcI8Nq
r6PEyQDd69qv2ZA5+prtpVO9nNrTW5Q+EXh3aj/05gkCTjdDNsdeMbt9+tKaFs0LmvDPCp+KjqTK
VugvqvGfj7/ouQHRn1tsEpay09rfibLEkMS2nr30nTM9AuDtdkFr6gcIDdOTkvrbx8P9CY7XEyS+
gJqyuLnRsj6dINxbTyjPi1+a1Bfuj7rMTbGhntbpxyLR01ATlEYR2PqnG5Po2FpYK4aTJ42DIObd
9W6Xg6QcUlXsnQEn+icB1fXCJzmz8EiAB9zjxCCQL1cR0BSMk5VGnf8ctbbY1g6BVzbKgmpYPvy2
S+WHbZLxwHz8Zc5sbQRb4ZeRW0D5WtOjta5oZuy1GRWNF+BKuXk7B6PzpGtZd0mu9P1dx976IytJ
tElwsvyWvwItrXCyIkE37UX30mzTdHV/KNuuCCvC96Ob6Op+MpTYxDmkks/OktEgUgA8w1fsHe1A
YFLQDSopXpAU86wQlFK1GTocQcK8tC9J757ZbIwGmg5oJhRl9JBX88RvS01Dl79gm6mbm0o2I86F
NkK837QMY8edLWtn2sYFal+7Ih987xWq9vhV0IONQseM9H91hBC94yT6ZtqhQ+lnD7ns2Kef/Czk
UmCrPUyQKDS/q9+l2GLiViKTt3Ti0dnU2I1uiZKnaIcw9SX8xLvVXyIVZD1JYclgAXOcfpU5L1ts
noLkrTSj/LZ38+LglyV9cj5P2Nea9bN101ur69sLT+y7u2YpE1FAID5FngpGxunASTVSKaOw95rx
PrxSopuPfS/G76JoxleoIZfsP86PB4iLOJzq1LtiUeVZtT3m5mvUldWVWWDX1Y9VsasQzGvCGFXm
C9WpcwOSwaAdT3OGp3I1QS8qhjSNRvsVIIb/Ovej+60q6I7p+B5urd6uLjyH7+sjXE/YNnGG/2Rt
3nopDT1plWNqv/2yVe62HhpJxmMmtMCjIK2OVpsU/VthTJ6jXScQnut7ENFS/qisqYn3qTX3TXtV
GuPUXVhr4nFW8+SmXzjAcCV4RD3jfVzT6XHWStSYf4MKSBAPNoMuIZICy5t6m2GsfCe69andHGLN
L+avdks3iLZgR3KnZU4S3InYLLeI0FTedjSccriTQiENU3m23l21lTdU16MWIzRUQLRGgBFQlHM1
d6mdXrVYd/b7Qe9L7UlGCvgjhUqr2PlKJr8tYoUEmx5JdD70Rlrd5wUy8MkGBmg1ZTtXWG3ThBWd
45/0b7XpKUik92w5JMZfDDu1n4nNs+L3bPex2mVBVSQbAAvFWyKll4ai8rDdEziGHoK4QWV/6Mcp
+daYLaUKKSz+142jk4ygvkcXdLiuY9dJ770sU/doVUbjlVZF5Q8bPNMUaguOaTtlHm1ALR/FcTKl
+TAHnTRepnLGcqvO8zL72tMCOLpoQqbhTEexWCxB3PJnZ4+6fu2PHVi3cO7ATW8718puAyiv/o0d
+5YKvVhrMU4p2hwH5VQE8ppOSdL8ryupHG26xmjpyMxmfZ/BR7Zp0qd5cYufkKWzfEH00/EU/i6d
UU9u6Li5jXzQkGjbtIYacECqWbuNynIMNung1e2D20yJPvwf0s5rN26ka9dXRIA5nLJzS7Yk2wr2
CWHJUjHnfPX7oQYbULOFJvR/mIABZjDVrLjCGzaNXuRRujE9NHl9vICEb297IO1PoxTK+kvkt2G3
DRKqvFunkLQ3PfDGLIHIZDsUzM0OSFS38ACfXYtTOWsCfBPfwludl/UUR8hBksvDC1dEvfPjrtkG
ei22U1btluDvEN/FclsOumghBTgb2YIkBoiWPiolF56B03sxM5EGSIZW/2d2clIiMAGvaA2CTrmj
v5Tdl6BzsJ+g+pk5uxrbeBoHl5+fs9IBgQeiLChNgRuciHKnP2BI+sBIklS81Wj0iTvNru0nqVNG
ArGkvIFzHoZXY+GVm9Bvkntep2HhIjsLucDZUjugFUnmRbd5FpDQblNSEpfomfBe2QV42oh1ng6p
5qJf8l3CUM6mme7kS6DJ+YVNNRFtGAJuQu4p6J7lXrFd1H1eyubzgIT7thiH4pCrdr6LUR9FIbHA
AePyTOuzS5E2NqoTyDTQ/QR/O/dybGKB3rDVO88otlkjGKI2dqXpjV7QSZ9HkxPqHaQtrxB6HiYl
xdMVlSUpH3llnWcqRYGr91X7y8hE8groxviiMBryTwgUTPEk0Ys6eUGdjqUOujcEauc9y7hC7cNq
rI9VUMjo4iLPUrSLUsrvAfjHl+V9QGBJkP84LIQxpwMiiR3HgZM5NK0N/85qnfbGsyEht3JXHwaM
34Tr5dQMkjLXD1qR/1XrXNpfXsizlPj9R8DpIo5i54INOP0RZavkNLZj5zkpGrVce+ZouwER3r1f
t8OxG2x945th9NL1wntV/bG7iY1UTlwjke3t5d8yvz/++ymUqukPUTOek6TjtJH7sW6d59yxG/Pg
tG1aum2DKanrdKjYrDWlGGk/ZuGd0gzi7vLo51ua5UdH5f+PPpsIhLh0o0Hu87no0mBtVvYgVpq/
7NZ7flYZxyasgoJODWJOtho0te+cumLCYzX6qTtwcsyxNnY8jd2VGTjjQpvns/HArsB/xhIISO7s
Tspa2xwcZ7Cf+87QUHPtsTsfhm6FQ47+py7KYOH9+ezIQt4gMubQAo+f5vlDUtZOSN4+Ec5zLErj
Vu1L8Tv17f4w6mG8RCb77NvopFNqmMhGRI+nY0UlEWGJ8/EzRvVWv8saM77KtMAeXSmWHGx7Y0O7
//I2ASugkN1QtkHMaDadupJ2thRm3rPkKY1YVXSvxFaOeMoXrthPTsNkW8Ci0amkUTtL+nK8PwYc
CrznSs6zVZZ6DqiIXNqYGPbu1XKIV0Xmlb/CsKx2lz/xkxWcsgzo+1ANqEvPVlCtEeDUi9J5VrBx
d3ajPIa4Vun6uJF74HcLUcP8zeTUI0dJAo+IIopfc1a7Gai1FCtCeo51Sa+mguwQu5Vq+i9eLsVE
EXXiCs3xni5/5Cdbh0seAQgqY+zSs7ozbipUmA2m1ysFQhNZuydV7A8SRgYbI2qWrHw+Gw+uCsQY
UjjGnGKXD8eCZmAZK/IgPU/4iKMEK2fdZrCoNpIdhNc6s7DUbv9sGScdLOKgiSKjzpaRtlPoeEiY
PAs0N8UaVq23klQzTFepH3oLu/WT25OxyJQ4+u/9r9PPi43Or3K/9Z5TPW9UGsk68DKlH+WF2+Wz
3ULcQb5P957tMjvxTlsWWjRa3rOViOYwqt2wieIoONK39q6tYowP5TB6C4/kZ4NOBuQUteHhgdk4
/bg+8zInqhrxIpEprPS47Db4SGPo4SvFvskb/VuuBuHCKTwfFL00ipkqDVTUNOZ8g85r5cCTTfHS
BD702MQoWjpEkNK2di+K61QtndyFBa6vLx+M85Vk3CkCoq4FDWhuzEPFuuyFb3Emolor3YKFICSh
ZPR2eZzz7ckFikYT0wnehj7t6aTiimYmVdb4L31nOdfakAxu2FnmD12VnM3Xh5pYFOA9yA34wadD
JSKIQowHA4bqkutBUsNfeEuCbUbK4svXyrsBI+wX3twJVnM6lCgqv4LWwVc5WvotkSrp0A8KR6H1
r22/yraXv+yTTYI2B48Dd+gkZjO7VXQvt5ImgL9TyZWxDqy+fnIkLT4kThiAmdNUFGizJWH2eZrF
JNJBQSec1gVlvvk3gm8pUz3NghdZ7rqdpobeWsMl1Q2GSPtOhbmGZ9irD4A8+o0TyebCVfPZxiG0
mEphE3trrsXvBcVgFZoUvFCdaw88k+FKt9L4hzW2weHy9J5f2mQFVLKRRucssFtPV9PI7NYYzSJ5
qfpYKzZyEmTRrY1kvnpPhaq+Ezmk6yXhqc8GpRbGQSOZJLSZrWmSRxEQ9ix7UTpIvjI+xnfUhbTr
oU/9PSIb/cLt9sl41AlInDHwJJWbBxqpY44l8KfsRSstwwXKHKAt2lX1uhs6/S2kTLzw4p8v4PQK
0pBCY4+i5ryeCTAoTEXTxy/yoI5bOxPWfRtoGAMp7ah+ebNAskOymG4EKF2qxacrSBiR+V2XRy+S
R6fg1xCVpP+e4yXSIYMu8Ovyfjn7simPUybs6lT8PptKVCZF3mlB/TLJPP2p0T5yFQJUHl9Ja/8P
Y5GZgZCYSh0Uw06/DPRYbspj0LxocmaAEkDWasObCMGjkoKlFsTZPUMSTm12yo34MvLE08FaHc5y
4an9i9NX1bXmBeYKAUrjpm/DQ+uEm0BNo4Wzd/YOgZYDDAw+TeUYOHNEZpbbXhqLUH2RI5nwBU+8
Qt6o1AoX8r7zNZtIfZiN06mnSqdNx+NDYOZEbdWSp6kvNT0K2LV4jBz93mvrVSw7S1HgNE8nKT/r
NWHt4J+iv0wP+HQwpTLgvDRO/C82Gg3wY2rcwwsNV2MfWwBAg3QFkc3ZiEhN/13emmfVBmRCkViY
VK7Rn5VBKJ0OrfWmljRlW75RMjX/BgidXZFZDT+KELZRXIruX4544K9QV/ojbpP2g5oM3cJcz63C
JryzpaFVSiGduIa/Tn9EkEq9l41G/appYLs3oxl6pWsEjSioiw0N8iaBjPYRYv/6vaQnPqC4QVP2
SWeUETXjRP1bR6DfD7GsZPJ2YYbmO26iaPCcIVRLloyAxezHaQECInVsqK+IFWk/Wt3T/kogrZ6o
eJc4mCnQ2XqqR5uCTPSqCNPWWjmGpEycxmwKJvT2oRyj/hEWRrOkyHDWIpl+HADSyWGNnQp8+HTm
lNKO61YZ1Ve5rJ1vAZ2nJwUfyMJVK1u76eAIdq5TI6vkdpTrE5fuhO+v2zLv9rXuQ6H19cI3FtZz
/nRMP4pEmEiArGZia5/+KKslTmwjU3kdh7h/NQolezNiqqo6q/YDsbIlz7NP9g8HlBr1ZIVJ9q3P
I3GIRYmv9NZrmJUybhRdWqOKaCW1W/iVuMmqPJWvLX+QXT0OG3ud8VT/8FK9deEHJv/SgXhm66t1
Eq4vb57zmaD0OyXrJEBguud5iR1n6Eo0ivcvaoy/UmR6tPvTtrv2LLQbk7B8vTzc/D6m0ktvHW4+
W42EZF6r9JymggqhilfBI+COMh4xlVRIV2Ve1YdOS9uj3tn+5vKg88vrfVC8u6jwg9ul8nu62tDl
fDhmDJqNQFZrzdd3tLwcCIGZctuge7rr0Zg5VAJG7+WRP5ld7mjq2hS6J7DybNm70S8Mo5HEKzpF
3e+8trO1Hwbald700bq3/f3l4c5mFwYRmqPc0rx2aJDMPpRISQ6CMAxfOThV4moIa730WjNUSHQk
nUtdC4VeQ2+X8sz5U4QUCLM6FUQAFZwXhBVcaxpcI6LXMuboQLnJ1sIpPQOvX969r+5YBqO1CbOc
UGzSrj5dzby01NZOm+gVaEUwuAWcVmkTa1Q/wN9LG4Q7yvyLwRjfRx0f6pkGLohYYnaHQZIMaZS3
yashRLovPdu+gg3sHcYACOvlJfxkKhkKAC4PDSI2c87dCKk7j+Q8efVjNdgkjiJte19VU2iJFAgW
vutse07fhePIlGFijjHXIaEKGSoStmOvoBf9VRD12r6hGbUbhla6TfCc+7+Mh1CNTZAJMHfumCPX
oJpCJcheg9AQKELkWVEfZLU3rkSZZpKb57q2AJ08O/vTJ3IapusGfOh86SKfnrwUWcmrGYb9nRcW
+abMQtMtmwjAjVyp9XWhG5NNct4tBU2frCXPCzpI7J0p8Zv+/YcIbTBIGARUz1e/6TPoTG2R7aui
CwM63Yl5e3njfLKWDEZawj1OLD+naqSpFiSxVmWvYxppmwz3+g2Qwn7Xosq46qDeLdw1n47Hy0nr
dMKSzSc2UdXGz5M+e23K0NxTkIhwCyyTWx6udF/xzC+0A84nE3Ulhbou+OjJfGg2mUWfWKJLlOh1
tDr5RyGaYk2BebilkL+EHT8POQmi4DaROL/rnsmze1TJwXcSLMWvwi5yTHhGNUZzwTYfnUoN73CM
hzMWygXIqVa7MeEcbqt2LBZaiOcTzI+gQcDrgQ4Jla3T3UNVcpDDIeNwWmO4M6IsRG4i1f5ZfR7t
Kyf7KlqHkfDoAg5L0YBS07yeja5xm9fSmL5Wg/63aop6LzQerny01gGp0vbydj1fTqBhdGIpS07W
5XPZKihCTaR5UvOqRbr3PZBHhGtCJzjoWvv69ZFAEhJ20NynvT2L9QIHm8xaKttXr1Pz61F1/E3X
imCL2Xy5uzzU7P0F1oWkJehYIAwKMmBzO55hrJDqkBL1TaSZDl+4UjdU1cRDLirzkNiGWHu+XC2R
Vj4ddYKUcc9pBNjTRvpwzXQANbvar5U3CA+6vqntQn2o9brZgdDRXrRcjR8bRFaUr13m08dSDKHF
QzLP8z/PP+nMgohWavVtUAcFF67U034INLnv/KTyFDeMynbh5Z+e2Q9J6H8jYsVF63m6A+blULPH
P0YVqfbm93SRRJOND2poSQtVntm5+2+U6auIMaD0zuF5SU1hMk0V7a0Gx3NAcAWYZCdB/cyiFJfJ
QcU39Gu4NYZ8r87zRJFiEm/P7ja7b3pHSnTtrchw2d5Mf092xRBA4QgaQFIjAcflnTo7fv+NyO0N
d4EqIbnt6Z7JixSVQDXW34AgBpvKCc1D4KNWKrW6tLk81Pl8kmzRB6BNxh+05U6HajonmJy5fOHK
YigHEGJjsDaqzENEXE6gTmjN85dHRFmNhFjTgW7w1+mIirCzzgA5I1w9rJxjYzt3IVmvsw5LHaJv
hYHbws48P4JIjjGPPPM8+HAYTkccPAxIIx3pDrdR0FX71kBEQQhEGt6quLc3+J2JvxpouPTv5S+d
HqLTE8F4k+ogOSzU7DmQ2IkM33TiEmFVUJ/yN9E3/gGVMNvVilw8iiRSbtG6wfHEqvQrc5CtJdfp
832EbiVcJ15KhCaYgtMPr1WnNWs5C4UbGTrgEywdb5hlKNx6tsQQOTv+kw4qMJdpLMpec7PPPM06
SaqsVtBvQT8FxDYqPm2eiPyrq8lAkGzYP9CoOI/Tan+4UK2u6IeylXt2rJeM0cZBd19dxzUiXncp
V6LpgqirxbFRUeBYuH3eQbgnS8rgxHFT5ZA+Bffc6eBeYfpdPmpsJQ/60rAdqSKqV36ci9sg0RAi
i22rlsGGAzZcD1IhO0fFQ5oMFtKYrYpQmKlbpNlQu2rUJWSBvUKsEroIIwT6bZagq7ZCaqHWXZCy
Jua4qHwEf42wyaQ7s8z99GiEUitDtMcsz9VMeSAuVnrEknLXgxsa9CtdE/YzSkXpk5/4qDGao1Vq
zcYbS1vL1hSBRvhCJWodT5d3+9kp47GZvJGIpikbI7N8OjVUlAst7jVFuKaTVIe08pJvml4kK9/P
0z8kgv1TZdvlEjNglkLQNUIlgzuME056TRpxOmxrIDSjV4kqXB8KUXXoimwoV12LEt9VnLdWfIQr
1V2h6JYnm4ImyFIecXaDQoGZFIenzhzc1DnyxoTmBb2n03yUqFRncAG+1tSxwfLLq8xJm2dTF8bC
rX320YyJtCWaHUROU9n39KNBiiOk06Kn5OpG9i/Dyu0mRZ+cxm3nHNW+13cG6P6t2Y/mwgn45GuJ
ujGr5umd6Bizu5T0KDKcCC1FdyiDvVWLItoLVR3FjzrQKv06IwpOFmLts51Fj5xi1CQACtEK0snp
1ypCb8KGQmEIAlfX3RolwnqllIaSuEkn8pWUS863EgCLt3DVvNfXTo47GQ0YyInZB5IEyu/pyIgl
ZU6iaVBMarmt02NPOlmVq7zRlPixhusPwlhvlHpv4wgY1CvLBr5z3ZtB2nyz0o4nfEtGjcZFie7j
TdOMku8qpQoMPZGSJl/bTq3vfIJVeHx5hX40QTaCby5UXmH986PYbNY64bF8sDSSVcSW6Nl5V07N
aVZdKbWUAL8sqRo3epLIwXczosiyRp+6zNcxIMcvSnoT3XHn4QJP1oPOJYX80/mIiJ9l8h71sXOa
taHeO7HvJsPPr10k80Fmkx41Xa2Niq8+aj+Ry5DcfnCDG2dhT8338XyQWRJZ+7h/G5JQH0ndXE1Z
CelYBgd7Sf93vnVnw2iz28m0oGTn0vu3iL31Q/45HJa+ZB5lzIeYZVCZMAySCNYEoQH/WqldaVib
L+JXfa/+uLww81tnPtLs1imgkFtyyUjKTXREhcvYGN/8I3Ysl4dZmrPZQ6KC9c/g3amP3rd0Ha7l
nzjV3/5vQ8xusaDTa0/yAvWRi3qlrz3X30jby0O8u5h8vDvmszULvgIsiLS84DOKv8X3YrcNYB24
zX0LTv9fILnBk3MQa+mAVJyxVBGdawXMz+k8+0sCqYjqju8Lxa7U95W3GpJbuardUjKOiuqiB/Pd
sDdCOyia5EpGASDnIMlXY7XlN687NDvMX4izVRCML0/LPCSdz8rsBpEB74dxzx7yreeku6vS3025
cH98eiB4Lqb6M72TOWlT9Yn80OBg/0Tur+So/HH+iLXYZvvLX/LpNv0wzOw0ZEMYOH7EMNlbtM9e
hifpMOz+tyFmJ0Ey81pLaFc+Nhuxmbbp4H41mn5fjw9fMTsJtQadfIynIY75tTiqh+IQLZ2E6QY6
OwkfxpidhNLXc6vUGUO5SR23vQaTheta+ZyXbqOton/y8/82bbN4oRKOLNUJuz97G6+kB+2Y7pYW
f85L/++Effim2T62IsXPJUSlH70/+bW6y/6Ytx3v9rEtt/WDf6+Pbv3kL5izLO242cNYR1lf+gFj
DsNKejSLtZSvnF/m/f82e7OXMc1FjMIjs9dt+v1/m047XB7i08eXoinxMuJdHNPTMAKHnRGQXqQ+
WuUxk37a+k+jG12t+/2/DTPb23ImvDgcGSb3N46xC6Njnq8CfeGQvrejP25vUnzoRqQ+Jt4CYIFm
D3BtwTsvY3n87VS2n7pK0Dd3HvDGFpo4xPRtlmYoE6KEFewlzDrSdYRW41sQlTphB1YIC1WH+eQC
yAB3NYFYgbrQOp7dS0PXl1pYe8pvO4qxf5P79KYkQiZcKzSXNLRfiKSmWTz9/EkMhw43YkAUVefs
JJTW+DmR4/8RRuLorhcGMa7OnrUUFs5fDqJ/kh7yAHCrAGfmcvVN7yHLrave77ZS7cJfgXVr5COJ
8WgrK5pV1RcduwDUAJMjxgUpP3Hd3x/ZD4WGGLhqIMo4/6MVibHi3KXyypZws7KMEQvgsM6XRAPn
B5y8mSdrqhMjeqHhLnN6LmrqVGCvtOBvpUrB1ehHwY2Jp+E3BI3tmzEbs+sYwP5CsfFs/SZ/MMVm
UhGmobUyO4yJFsu9hPAyCp4qKBSqDjuMAdTV5bN4tnqo4k+ddoDc1OBAe51+mpTbCK4nSvq3lAon
XyHBnf10JkvlHRCTZOHFOf8kmDCTxyb4Q9LUuSipnVMPxPgm+ZubaXNdYtt4lxbG0sRNq3Gy8QHA
TzAyBUEhKA1zqLHkIVWkR6Z5H/hZu80l0/jWWoGyD0Xy0NmtuZewrchdSVLa1di03UImPu+DAQyh
kWiTl8LB4fDNHbANOY4KyRf2feHzLEB17e3yr9XLAMfTzG9QtrXLIABrPcLi/YUiZao6rilEJL1G
Mf/ZwqS/Ayxn80HdHw0+IKb8wxzizXPoIcyui4daQvsYKZCostKd0dStuEuQ7rCuyjrVlTUd6LJa
CYSQHVfW2X0/S9QW8lc8fJvBW1Wo50W1a0LINgvXiSuzOiZqZeRr0t26TVaDoLi1H/Qq1L9obcSU
0heB6wgiiv3DnJ7u0iJ2sDXoIv1+aE3pOyhhRIVburOPpZ0o7RYRnAwQ1OWTcXbobZp6lKY4gjSJ
AD6djlmygX3bTOz7XGHSKHp6LlIY1hGNee3ggRP+pmdWsfACn+9dzjywIr6WTB48/umgntq18ZhX
3r1f+TS+ylCvYpw0Kw2OeFPb1i7uNGU4BEkrpzAD1NRbqx0c5oVbYZ5RvjsOw+0FDMKJBCd5+jPa
KQ3ToVjfm6Ooxu8oqohyjQO5qR18UGfFeiyp522o0OQkgmHiGQvBztm1NKmKTB0WqmmQMOalJTnM
dSOQ1exhjIagoykQ9v3WKLzBd9PGFEsX09lwzDV4OzYXCCAAr7ML3halhduGFT3EYxxT86lSGPBS
CK3cjZj3X5d31tnsToQWXkwkm3ibgYeezm4XQSIz/Ea6x25quIsbrVnlsZbu8kh0rj1SWxrisF9T
sLMX9vT53fReIMQ7Z/oDKN9sU1OlMtCHicsHzS+l72XiONd6Gzrfs6ExVny0fqVFiXqneLr/XVf8
N1Wpk4W47Oxc8aJNfMGJMMg/zBmDjpFEuiQKonEem3DS5Ys2udpF/7rOSI96IX4H6JZtvjblaHvT
pgcDRRyEefccs2Po3RRRNMZDmWfpbUUX9K5LOr29Qzp8fOtUqzbXiTEW4XfPH72lfs98wSk/099m
Y8Gv4bmdO3GijF5Erd31D2Zm2ddeTBnyucpVJ14FWljSNQDNk+wGve522YAo7ldX/b38zXNIE4C/
n6FcvFZQ+jSD4aEjOVJWfqjaxzSym+iotZjQuBnY9e9ppeY/w6Iyj2k7BM9a5vXGwu02D4Gn3wE0
H3LFhGSkVH268SVD6ZyhKeSHoqq9wSVIyMtdp9ZxiRCeECCLmiRfQMCcjwnwGJkAhv2v4XY6ZtMn
uDwg1f/gYI2yrvXWuRkLB+mRSFqD8lkSfJ7vbnBhOP2ga0LSISM6N7tJIqMe1arKy4dwRDDEb+vu
G+Ie41ZyHKG6BRsdjd+k+nd5e88DKw0WAi8U8qrsLt762bEWkaHlIOaNB63BVnqSuQwfDX3Qlt7E
z8bh8KAayGD0k2bvQtJ0dlCi+8M92UrBcfSk2FolalnqC1t2fiHzQSAyuYtBhky0mOnff4jxq3pw
kGlrlAcR9ZUbKV626RDudn3ZW7IwPD+cDEVUDyEAqCtw09OhnAbqJCZLygMC59m1NpbWVdPpHq1Z
tihshHBd+9n4HLdIHF1etfOtCeNu8qEDAMOazVHESuVYaJaq8gPmadY2jUtLPhZEHLZbEL7+0hps
lL48ItR/WsFsUQLCOWSii1I5qlpZPFh+VG0906q3jpI6Gxt5E9eCULkA0Tg7DQBOYW6hwQjqBZuv
2dyKlO79kDbjQ5ip8a4cKCulwHtXMmfkIBLZ3ORZ83T5G8/2KJjhCb+gT8/5pLV5up5KG0FAL9Px
Icoc6SaKNX2rVUO28KB8OooNGgsiOgS5OaHYE7gaNFgGPjhKX6+HItaxHPL7hQuTn86v/Ri8Izg1
Yepw48UjEdbKLAs02nRskMoI7j2plBD0KwcMS00tK6Ln3iyCSnb9CHaE4QJEK5zQ1cLAT5/GsjWS
SREeBPU/cBbVsDe72MZmpY59XG7DFLeZVQzoynmmFWINkesgxuA9aU7otcVK8s2udFwA143EE92b
5rjSxs5Lbiota6ATp31Vmzsa3w2FrhAGirLqhtI3orWHsevQI7xr5cmVyD18A1w681R+d1XFJvFX
YT1qJtV2G8ugA84uYPlduNmxDfijTFr68Vqs562xbzABxqRjyNRCMV0fhHRkUZlEedJtO0ga106I
Q813OBxa2a0RFOqLaGMUlR1doUvmZ09BqGbZT/Th/CA8YPCmw4buTNnDVWlI+0H4bq6o2Pi4PlI2
heSqah5jTqNoWUueI9Um/cDOKIoDlQ0lfBxDFU971/dQrFDdsct9syFTol6xT2RjGG/qCimkHVmd
Hb2B83Iwn9AFSo83njE0lD2xLAy3JcZYwQucqjTdBLjFkJjiXwjGRAZ03h47XhBvS/Jthm9ZX0fy
tkDVp1sZxdiaDxriSYWrGZGabPsgG+VbW+h+fa2K2AhwsdHyJhJurPmTTFxYYyfqWnrUxN9rxYsB
vPQN3s57KNSWtBdCq9sfOjiYBO1i7vuN0zuxcRuVeLT8lmUKLf1KCRNkOFawlnStZJOkmTgoqpS9
opqdT8q1ah9svFjrjK0hcHjZOU4qyetBrfrqJ76CVbobCHX9XU5dfjj4Zh6367zXvHDdpr6o1pYt
CX3VeV3cXTVCK/UdNi1OtyoLDdsl3Wvz8ojVpGn/jGypsZ8Gb3DKcRW2wF02vRRnYhWUjW/sEG9J
fNgJpt1uicfgLBh2hcluPNpl6w78v4N1q4BPiVZOgGMJAjPAnK3BVc3Ojko2OxZaGwQtCsz5cDqs
h1vJl6TxSEdK1Ddd26jB71atdGPXeaBJ7sc21nCLF3HfuQk6fONfEeKxt8ELpUlSgrpqMnCj+FbJ
v6DjAJ+2TM037Y1u5ehwok6qa1vTxHL+G0BLfSK2mi3CLa6ojEpO4bQM0MVdu0FGytViryp/8RPs
7tCTtcb7sGgdedPoWp/8yICg5q8FaX6EwQ7SJreDrRSGvApQxQIKp3ZIfKlsP0x3ilEfslUeWcaQ
ruRYKSt06omKkzVLpwU4wY2Yp3zPdd/CQzkOvNb7U/CTMOaRsFbzjHVc6YhwdEXq9X/1tu89qDma
QLQ5SbkIvoWRl4gD9M7ANldZXof15CIlp8ovO/HRydRBDBAGBakIR8OFhdrwsiqpkJR92wJp/5cC
ngjqfaSGzMdaLciI/sGVsINNCgPJeb78Xpy9wkhu/GfwSTZGtXQW0/AxIRZvsfRLiasUDJgMpHAV
l2X/zYwDLhw5zYOFZ3Ee3UBVBlbLtU0OCH10Xs4A5QM8qJSS36FvFfXaE6pTbhsp0PoX5FQM6+3y
F84jHH2KC4FkEXSD0wBMePoipiHGCE4ZlQzXOc6q8fLSf4W2kNpXUdly56hRaLUpCz/W1c5XjV75
ffkXnH0wiKfJ/NwBaAtzfY5OAdKf51w88WOObduj42v+v162qztVL7Dz+/JY78o+k14j8N75y6xV
GBkOtRU+Nqi27rPc6NU1dem6df2ksIuFGO5sbnH1IJem7K2jjYVs1encqvog4dzWRI9Kl+GWBujN
+YE/bX3bBUmyw5BQ/U2YG6nr3Iqzx8tfetbhAAlOIQHtBqD9KALM86lANyTMk5P6ET1571duhpQv
tpXo8xz/ZCnVm00ssLZf4aGpvmTlIHroTfAPGmuljnqv3LWWJ/ULdev3xsLHkAXlRFIDpgOCDNtt
PiVVEsCQFKX8gOZcqwU7HwUpdONTm8jkljur7+NtDfhZp6ATjha1xNAv7SeRWglQvKqNqww5cBnn
m5VTpLbYUxBMTbHGgo07Rsu7RQXMs+1JTkxVH2muSd0VsNrpIjpSNgjNS9WnHkFAc5dYRaTuu9wh
EiJC8pcyjrMqzKQ0T+RIVAyUf+K4nI4XFOzEYDDkpyQcde075Xe1X3u2VuXboC8S8FOd4HrYqapU
h4prcQWJW5EbnbYtDQv3ycv76GwPA/klWAY8iXD09JNOf05fyKqodSt4qirP2ihx1AOZQ13XCJVq
rY5+u/VGo1j1UpQu9KjOJ37SAuFP5IAAjhqz6JbFl4KcV+GJtIx4Uxt95JNzz9GRdIW/nXyxFoB+
M2H0xJ8wJ37RPDlP6q4aE0LfJ2u0ogN8suBgVo70I/Dr8GA2avxFOAvjIfylcN1zDVH2mE1sKill
7cV99aTUmYfVkdkmD3WQeOW6LjK1dKvRgHWnJZ6+0IM4n1dSoElrfzp/gONnVYiONu501fdPRoDx
zLEIHSn95gfpGK6tFLnuhXn9ZENPTxoC+LDcUR2fi1ikNMiSru3KJwnik/wrCCvi9qqwUxxPBqGH
RyoEyOpl2G8ka1DAdb/2UYkMVnYWREtFivmDTuo3iTXzUxBPBvk8Tc6H2kESJbYftZ3/NMFT14Nh
eodK+15a2kpQ09pfPjvnM012AQ2QyjFxCyOeDtZ7Kgrf1eA82Ugm3ENBUG7D3ERnW0b98sflsd47
Ryc36ySwTuwK+wAFRHC9p4N5Zlo7ZlNKT0mdCvIq9HGtKlghP+vQCc3yOBnuMmL75BpJK1nC/RXx
gYe8oJ13nWuSEDXNn8nkAhuYsvPu5bDoJ9tpDGPtfVm3lfItGnI/PiZA1xBSxyTMuPd7u/t5+UPO
Jg3IPwEB1VCkQehSTyv4YYVqgaOslcrKI40cyz+yN4rfNkmhj0ZBZErrr46GlAW6o0hVv/cyZrOm
JaWMTm5iPupSZDxiaAuszJSMTZHn9sJBmM7VyQJNqhnomsGymRQz573wAQ03LGlNY8KgKlM2JtZB
MVb7BJn0Na0U3Q1Z1gPPbrgRo559Na6cBJUnIXa8IMABzzufjQFqKAoK+9EjHwnoGDlptI0FXipX
QsiOtBD7nB006HWTTDIspmncObWgQfuUko+MjrPR1Cu9HbVV2AhxZAoqIN1puICzmY/HrgHgTK+a
JjzF3DmALAqwtHY6WX1uVfPWtltxLCOz+dVlySMZ0ZIj99lotCamij1caaRywBqfbtK86uqInkL/
AnGA3vtYyvjgWpkT7FQrD/LNgDrxUkVwXu0BrmJOUfpEiOFGnfP74rYuuyYa5RfH8dJbaBbpVRNa
xcKB+OTLqE5P8ifTi0/Kc/pl2K0GqW5n8ovUeO2D0Rr9BiuDeJ0NiDa6qlS8fu0A4sskA9SmAE/N
H/jGbLwGv3BCUi96wcpcdgvHjzdtOyRuGxbjQkBx/ml0WVg0jjvlY8K500+jEMXclnH9kvZmuZPz
sduRlHzLCSC/oajUfjHXeEe/g+eZeA4T6202HEFsWAzmOKC22U3OGna9FbqIV2ZmLvlMTf+rj1eL
QZBPfXo6A1ydyImeflkfTpgGC02eymoyfNqT8RCgznDtY5P8cHm9ziaRhcJ+AGkzHlGilll4igqt
OWij0bwMtRM/2ei02MIKcnwfa39fCnPhWZuioNMvm44X1U3q0Tyk801vyCP4BBgyL8LKrScjlA1q
aL3cYWzdWH26QWcDyOsEPRJfvC9pQiJLQFuMIzf558zifr3L5WG00+TFyXjlXKI4zx3Jgld9+/8o
O7PmunFkW/+VjnpnH87DjdP9QO5Bs2XJ8in7hSHJKs4ECYLjr78fJPft0q4O654XKyxtiSQIJBIr
V66FK/QHc+Wvo0o8oZZNpZnoxeR8/wKl308Yx3or8cSPzjJRTX8EdB78T1hTPR8z8VH8+gvZmPYX
6qxaXQJGCtylk6cD4sprmpyMJwRuwuXJh+K2nRtBWaRWEtYybYck2Naqs/cbNhrzebcUGE20fSHy
8zX1UCSMp4LJGHdjqJqdmoqyVZiCzW2pLkv2BTu2zMI0RtyGnLSx4hEhoSCpS2SODZxH5UgBBRma
7iMtrNOR1FwQtI3YAShh00l3cmowB6tpVh/h7zW11jsBgnlWR2u/R8yp+uZZ6/zBmztdenQQAVm8
OvcQxzi3vX9z5tgZqd1L5ztiRmUCL2SJ8bmvjhXVr48Oz6c7gBZsYuvWPDMiCs1s768lCtaAy1H4
CanHyX/pzKhEVixbs9GodyM+O+KQbT0wsl167IbJVECCXOKi182iSaS0VURCu1rplLsBTpeLH4sr
x5jwi1/BBwPzFwDCR7YEagwHfd2MC93q/d2yc+ZTnXb18+hGan6xe4xmaVCdqhmfbrBcY+/kg1m9
TJmB5/yiUKb/nOFQ3CZZ2Ba0KJVUwHrxQV5yElAAY7Q6Dz1JLG4sgk7zhJGT0WYYproLBImI7UzR
gXYPcDYzzPYVUknHoRPN/tdB8/QM9HpVmlijgO5gLM5OQYQmk2Xq1566QxQMbk4552d1G/UXwgb8
kN48XZJATAeXqJ34tOl9wgb1I2L6ycrQ9wBZicQT6iAr5FTcbww3KVI36u+6uerKBI0zK0yacQ2P
gRzCG5UV+Ud9fv9hsEH1tAoCtCxOXScTFh7v3C3C6u+qcXVu23npjgZuNL/nWaR2YUjI2VLXPv56
sP/jRWFFUnmD0PAXNVGjgCCkmlneNVjxnOfUKo6m1RfXSKqlCc2MU2yIcv7gDZ+EgdfBRTLMY1KB
cEGNej/Zey/sQF/UcEdLO71mpSTIOVCY6aX83+q0v13LB06keoRj8GkeU5eGpMphy7tcGH57PgIg
mHh7CDe93LZhyA4tjWXUduywtO6kVbrrLk9tWcZuaNiKXjYr6/93myW6HgQ/sgHNJYQhdUpr3Gh0
W6iKiLt5LB363sL6TEUmxZR0qT5YwCdB8O1SOhngiuBjpyIeyOooezZbbF/qIrs2ImvajyL/KNk+
Oay9XoX2b4It+z8JwMk2oqyCs0bftXeLWPPrUQzPW2Ms93DdcoSYPLl3kPPAwavsz6BQfv/1DD6d
THo0wY1dLQNBg+opFbY0sqCcMre4M7ao/MwubSSR2KYL1PHEB4vlP4ymZhPqRICTEyyg9/OWAtRS
G14j7owJFcJsWNQnHACqx18/0H8YTc0KAZuA8YpT2knSWDdVimGQ0d1VFt16uKLJpExTf+dEebCf
Rrc/m1aXMnWvfc0xYP9ILO409Gk1FLrP2ZBg/upjzfunrPtqdoJxJuibMv9kph1VatMpzHqHBn/3
vfWy9KO9Wi/4PyWuTCBND+XMjQycVtbSUepPMAasjq7Ke3u8w7sUMbbBMu2d3W7Y9MD7abNdTe30
pk3V+Bz1qrmAxaKexyhvni0E/Z5qnuOnI9d/PS//B52127eLD//8b/7/LDo6ebNcnfz3n9fFsxSD
+EP9t/61//ex97/0z0/dS3uv5MuLun7sTj/57hf5+z+vv3tUj+/+s2+RvV0/jy9yvXsZxlq9XoQ7
1Z/8//3h315e/8qXtXv5x2/P+Mcr/deyQrS//fzR+Y9//PZ6avyvP//9nz+8eWz4vQdUyl5+/O1e
PaqX4S+/9/I4qH/8Zvj+30EpOBwGmoiHPhBzaH7RP4L7+Xf6tdk7tTg1XAtmbyukyv/xW2D9nQUK
VkUWTfL3299Qqdbft8K/I5tN8qOJg0h3w4X61929e0//fm9/a8fmVhStGv7x2+v0/Pdc0ld8reBg
Tw4Vn/6Q0+VjlbK15sp7CZklY7S3Oxc9/MTspmL76nljVz26hvSGQ9uvSA3tlL14lOcNkZpPWSvd
1kiEDZPjIsrhGuwqAN/+bI6aeriuvQabe81D97onr1LlInaMVV0CiAaBa70EBMDxrs6XoH7UlN70
2Wmc3r/JfPS9nLhhunIrbufJ5lNumWpuMZ9DorOLUQxpmisrWAEa91nTWOul3Tht+YcxYMn2v0s1
NHsRVASBB4SCeH1vXJk/rbfAaoox9/MQTSLREpVV49buWY2CiAwQSMkUTOGt6OrijxqOh50efh3h
TkQ5uT56sRw8NH8RqSJu5v163+C5DPT4FD9Kq3KqIlGCZCGPIbUYveZ1ULRRO5krGBmUyqnIt7ez
66yDnVju5s/OhYI8P1D5F70jrRsa23t+9uubfB8GOV5qwUaoQqBjYGVMy/f3uOSkl7l0jB8+nALi
UbYFWdAf6tBVDhmEVL7/vfLMVJ3/+rrvM7LX68I9DIBYUd2CBn9y3W5cBWQdJ/yRrcw5n/JNVw+/
525qt1mMOsFYfGpTrMZUnOfCtj9SCX+/++jLA3vi60DDBZAja+j9Y2feVBjmkjs/jKBGLjzxZtP3
HllIhjoXMDHrm8KwhHXtVP063leDaW6cUPKiZlB+PRDvN3buBEwI8QcAFJiLNpoM7+8EzhD6Y1Wb
PqfR1oJkiL5r0nVvpM0Qrcc1lAtv5deX/OvDg9HQLaQ1jXW/10kKngc5AMlqyh+uP7PKD6vlbxZm
t2CJg7svwtT1v0v0Q20IQjjf+d+FuU4y2k+FMLv5g4lwItqqB4BauJaiIC1/PcW+H4As2jiZoon2
lBcyIDNeMP9iQSB6hyB+Ms6lu7lJ0Qyr3cULPUncFVT/fLxvKGCviS6atfdRkzey3fWekPZdMxXt
8PTrMdPx9E/xFhEndm/0pjXDlHThVE97hMIjzX5bnhapJJPAhP3DYJnLjNFeTKveZNx3dtXrRaNm
ob8UHR4Uv76LvwwWMBAavw5iKZzaOMicHKARHYPqOvjiCe8agxheEr22OZ5WU63epZN6xH3Y6rJ6
bEo8putEdo3EMBBTGk5ZyOASbXXkX7Fq4g63errEO5LT7Qdh5aT05DJeDBK648jF6HaMU32vxZnb
Lmo3BwMV2zeafamGrh5v+00VHaS6fu25OSNoJn4m1r4R6y6sttW4n0F+z4dI1mWWNNtmrpdIyLUK
CiGtW6lKRs806ju/ibKtSUDGF0KibZSr1V6YW1TzV8H9Z5wNPxh5jX79eQLgW4LlJWUoTnTIsJ52
mDAz235qp+574OFV7SUdhR2mYpqOUSQTawu0iku6vkXPenT52fgaTjqLSn0eL7Ny/P4wzs7HC/o1
JX9/c1CSWUig2FrA5nRaVEuFj2Euuu8wdQrZ752hCt1r28qd9dKhG4vhiFI6hb42iLqtkCJz+nHy
hIA/+3cYwKTGmWzccvsqjXHwb8LC1wkCktVNHR2rkcPAuhODEzGF1inwprsOo/Tt61ZjwFihQlDr
Tatg9HlBoo1yvumQjW5fw2ZZeHeOV658GTYzU+Gu8wZnOPjBqN9dtWQFCQae31w+0kaU9LSIpeRP
CJIH7hxmis4NVEcnyOMy+G3fHXB6saZ71xGbupKyQia8RorMRq8qS5vlLHPZXL+1YZu6Xydzsphk
QZiRZ0yINpGi/HpunIZwmnMhQ9AzjEInEn2nSK2Trm1mRR12v1YzoIe2wHHphngWpajPORTOBIpf
X/E0GtGdgFolfZFkpezdp1ccqFDmM17p35xt1JNxHl0d/uwhqNi8/an3/O9p6WxMwtke1ZBda2Uz
5umvb0Ons+8WBYUMKkNsXBTzOU2dtp9tzjT2RuQ3Xxuaj5QTKzF6xovo855oBGW8tfYyDURxOyHQ
SMTpcvz59lmo7EnElMfneoqVnfWXNarz94sj63CNh9nypzsVGmaR9N62iEsmEXLeWGamVBXcFCID
iz03mYdiyskuztMS9RxWPqxI5xP4SNCtsVNJZ5k+OBufxjWY1aFJusFT61LfXyTGke7O27kfgodp
bE2SWE9KmyR22vS8pfznume5NS9M26WKHL5k6jWzRQNCT2lnLGc7vdeaYNyv3RdbI8+KDht0QiSV
X9M69DUSQsVx89aKVZfOjc6prZUCzlcZWD3L6IOXeBLZwBSoDnE00bA1qP+pCUbvtM0mytZ+CFWO
ot1BdZm+AWU4o166r+sYPHfl3tJ80UucWKlDiux6NhosC0jjrcXT34JnPlSPdVQG7lkx13oc+nUW
/k3aL3yqyB39iGvW+MOhMgLpHDrQN2dIVvYLHveDRzvJMnk03E5dyG6U2yhvnIIMaqmsoB7F+uAg
RM/wK9kztbZ6K8SzMkN8FOJViX77Gtit3h+xYrV4IYvf1Nm63xrfwho1coxxfiBLhZwTzwHk4pY+
qI1o0hZGxBRz57rT0W0kbJ4VNu4odqLISLhgoUA57IQzlsVQNJnLUOCfC1c88eqxZEmgGlXyv7fx
0aHwI6DlZI1qBQGyKxpG6J+OQB1OUl1r3lx/haT8ZWoCGlAPb+ktNBRMwBNOlnnWfhQWTg4V+pKQ
s7TVKvgulMOTLMXEAM/1uyX4MowWM0StSjGh2PsZH5dWTeHt0xnX2yH2a6yd5Fk9pS0pC0GPUZrl
UqvbwB/CtDykyg0JBizI6U7Wgk8tjcHCV0vLRvXztWX93DKUSx22rBVWkX4ddALpF2GUhcWXaC2j
6c7EHpI78aqKvQn1MX1O/fWUo1D2Piby8HoTIEhYELn+eqIiHUQbx1zWL3m+4roSKyR4uySdzbS8
8aFRynVPo7eP4jEEFKiMsZQ47l6Y9HUuXtyR7YANZY3hXqdNDgmpn8WSPZtFbZ7N6ej6uypoRf2D
0vsGni38Rj7Om1XPn9wJtvq2C8s28rqkJ38cxgNNkuF0I/s8XUTsN2ZjXTmmtKJd28rISspFjTKN
xRL2Wxnn7STpxc6WamIxTDTtYra3GF7plgdaM0f33q/V6maJuVjjPB7h3edWSv4G4f1cISrFcAZb
PW8bx1qmYne+VCvdkf3Qlf5hioLM2XlgptuX2Rd28XV060y7QynbSlbOp2Klr10N0Q4x07mCBF4j
tmU7atcjnb5dplFrmkdrRlPskBmIdJj7rhKN+7B6E93wD5GAK/plUYujro0BH6Y7doxg/OFJ35cP
G5qWrYg7Iax8+Ez7Sl0d0wJ047AJN2xEHFXCod0kkBtMtCerKcP2R253Ylp2TJW1f4lGNc9mghzH
YJVnKqWBLtxxDvBq/4hlUOXfRFZgVNVx8jt7qPOXPGwdxSgvVM2le73RJ8KU3iyJ7PRnKNDKN/ct
lnhdcD6iD5nXV623VH22B+pV83Q1e2lWFIfUbebRw6jCdvpzv0TkNTwwV3ynQu18M9nW6yEs5ijO
DNeHH56ncivX8zkbjLw4Qixmt0mqaHYJsFNXjN7vwhh9rbE4e7ORJrND2mLdjB1ZVxSr1QkX/1MN
fskX9fZNoyhqfqZb4rjcJga3f6ITJ7KnixI9y8w+sxbDCIJkLaGSBccFEnlTaxcEvS+aSLPyOJnj
sak8LukKJTDR7ude9mmdu7kLbsvUKOf6EFRQkrpzakNROH2iU8grIhggkcYkAqm8vPoaZKDf26Xr
UgnM9sbaE7Kvidr4l1waTiqD+soq+sKqb8tyLsN0P5cEgmwvCjSyZULI0reE9n5t2nuw+1XbXXdV
KcNdq0zDa3+3M7vlek1ZRxGV9rDvE8k5mJG1w7FgB0ksun34I9w/KUvc95HO6d184OmTLsfl2T/A
ndcj5tSq4osYcmXct02gQz7CklmIO8ysBBNga8k3jiqSDZ/r3h41V97G8PUllJyAvWRIuVqdWxwy
W6vQr8ei38L2/seqFz3OrRuVYEnGaEhehUGvbu6+9D0Hmv6AdgSZVjKHFsZoNHjkWGXwBt2xH7+q
skWGmfEy8g2SyLi51nIdloG+5YI33W33tF3NXAHLHat/gv2tJ5gvDf3m0cDle3UE/1ntponKScEW
G/Yz9zC1A5dNfj6PlI7TPwG45XzPWzrh36Nkm0ZOQqM1AFDcBbnFWPycPek2gIDvUCnUD5eq9XUw
RmaNTH7muJG3YTTHAXDwqmvHLKRx/3OojbeP/2uQ3z4HUmBX14HdNdyAhcL09FQVflfIY9E6Kw/d
29vCtTLbyQrzngN4JqLYe3tR1FkUU42T9yiz85Ym/NSLLdzbV/9T1IyCUZpsKHsZKCwYm0yAOdIp
QrNn1Ulv1tDdwRoNMrN/it5GUHSsIOLa2zPldsEZLaGpxp+ts3UM9encfHu1b9PDT9GQNPc09vEb
ey+o9cMv/ko/yCGzpL5M7qJSjCSs6M0gf9iMwh3VBU/q6OF9m0jbSDc1+bft6L9ioRPB7+E1QntJ
PKhc3/rbgBrbTONYImpHuMHeML22KrHT9FDFP2Ya0TL3M4Un1jRd0hr5GGbebzEFdv9k+VoMKR5Q
btEPLyeS3U8DLAb9B+1Jf3GnLORL3Zp6OTSbp+9f6zTk8wPm4TW68W0W8nfzHh1a56waViRDLumQ
03MFtnCkguPPIY/KSXI7C7IA/BF2AMHFy66gbn+caEXzzQcytzKki6w3VFsk5pClXNwrc8GRSdUd
2GYNYABkw2vKx/NAZHo5j+yvfK9aR78MD+h+2st64cB7WwSeScJsMH2K3LqZ4nTIgA3ptx75PHoX
A19IGr36pulH/l2bGRDNM2csmeIeLL++mSqVAgrMcAD4zRw2z1ek3RdOAem66bk/U7IHJF6c3ibC
hDKvx3BfN2yxDV1sqAcN53jFyG35ZvpLSbzJavRrq7OfcHJJ3yakjzGvOe8+o7ECK+asK3OG44gO
KmumF/A7eO3pXKUb8g6oeauHHkvf2T9Tb4++RNnAEDndgjwy22M2D97e30yLKKekq4fPWjo9a8Cr
9BR/w0/DgdKaGVsjbCMjRgXG5otkgvP5ngYz/lfUG7gy5iwV2jFAFquPxnBnST7hr5Y+w07eODCv
3kCWzcI3Kj2MbS9T+zxL+42/sb1BbzAWHFDD3nMr8NLUqjj6QvepRJuoGmDCu2wqX68n5c4FIHxW
hYpQ6fjpyp43rESa8sBZTw/eWDgaKrDHsAKLL+s249fxUuYpv82kZ6lxMdNWJ4ubiOo2ICW9rQxl
UKWOrz67wFhrukffyljzgz93Xj3sgC7otooDQCD/u5uhGNXHbIYRL38z3I2n8ttGbxsNQhuMmrSl
Lgu+jWSpBEg0RcnCodFz85o0+Iy+yGzcS5JpUIWt6yP/O/GW+WUgaM0IlLSr6GnUtQbBn+OlRqnw
TdNoLvUdMXff/WjNe+vJXWq/vvH9vlvTg2uLQRl/zIVVLumeHc2pvXiowb8NyF9WIMFm3LlSX8wM
9essoUPVyZe7OSC36X9AzZ96+9uQhkATR1mNU0MXkb0N1dfNHW1XxCO7A8oRyrJQrIhpAI9Ga2SW
N2VkJxPfNIIpxkqB/HP380ne3mXflQDECR4iq36s13BT15OOf9Ga6WhC9q8XbzE0+hPtK3qflrb+
HrVYg0+s2ao/iHqDxyc4uevaRgERiaWckS2mN5tarW5fslD1qozgSIqzn1OWnJJIpNmx/OgND9fh
1MgSudCZF8SWLc3wdqTVcKZd0mxBz11chiP7XLc88kuZsWk4cNA6FzjBkZap835DQvPeNak/3IBb
6juvCiqN339eyJMRWxrtLrzstxNbW9D8VNGK3Y3u5+otYFVvQGMfWhqMxu9Ng5CD9KXr7hpY8wLq
eu+Pxj090B3PrGaqeNNFYWc6jcvdhWsEtKVyW+PrgjOQuGNep96oF3ln6zLjDpKOnpNBusEWj718
aJtmn5c1q/HwNiDgwDroVVDM+bvuYBnlZW47NS23vz5enRzowXKID8xgm+CmbVROyp65ooYAXm3f
50L43HWQZQurYaYd/KY3XL2C6gngJYeK2Ot7//Xl9cH1Tzirvjy+I/BsoJ5qY7uTgy0CgcKYhwCo
6i00lmDA3AXnAFbSry91UqRhNcGQw2ZEq5Hz7ylVmBbjPkxJJf81R8xqEbS7danrfoIDo2d35Of6
pY5FyRuG1ujyyn4Gx1/fy3sIwaMrElQI2j4kX9jtlDQZlj8VUtPJsYFvy+xeNxP43wvP0vn4MMCp
22+C1Pmjcf7rBWGmARzAP4He7kUnmEWVS9OqGzO965eWjSKr2PHPUR0gzP1c2b9+wBMynn5CsFs6
ZRHso9/VPQUyl7qERKlq/+5nxJjzTYP2q++snndY3IEm8bJDrfvzODtruWvGVsdzRxIakO2msfID
VO5Edpg74iiF5BKlUc2OoVT3fsxXtE/nYHX6OxyR9KKayetY4zTkp8T1IpwKXkHujisrM3LYHEgt
jFzfSNk5/bglU8/J/uA1jvDMeCG0rAmhvufjrI/UuinguTi4K73Vs7q3MPvBsL6HFjmbUHrXepKw
l0jwWDLvH6I1Uc8vly56RmucffltvGDd6hxAOo0+J6Cw1zYJTdTSDmKo+EDYcU2OMWAh2C7BQznj
O3r/wX291f7/vZKx6YDwyRwDn9KVYJpo3t+ZaVIICLBOP8rNNnNYn96iy98jFJ5R/DFsLRXURAwZ
YF4UN+nG8SRWXqas5pLtAc5HhlNNB9RwZbscds1bNM2yTJytbEaeuEmXorKWNUltahzfhr5vyLuR
3Hbbft/U42arxBSmPzS7UGInWF85iyUc/zZ6KyBViBIYzqe0RUxhua6yfEKnnV3VLywO4SXcgDMy
26BoUIcvO5bfzx0xMF7NBKq3fYyUEDOH2H9dN2+5bfU6mig4QgdOOIvofWeebIMMSsC6r29ae2S4
2dP9MbhxBrQyyFfeNtOOahzvzexCa0OuflCNtcXtIKO22Pm0K5dj/K8zdk+czhGoeN05X7dsSjl0
4uw2OqqZlUE/AWWQzFa+ve9CwSWbijR2ujCBx4ssqZdmIIEHQIYe/uCQZ0XOjU9/gdudl75p6NPn
MEmAvfUt8aeHe3D6XV6NDTgfR/4AWDsucxpT08QYRTabTdzr7j/7NkK5Mpj3WU/Dff/FWyM0RL4A
cOsSCkkHkog3Qg2g1l+KDngz2zHPqV8fctlbVpk0ENbkHytnnSG88Pxltr9b3rKq8AacJtXmJVFZ
2fuyHQyToxcOT4tK4A5RvN1jGcK73c2LvUnUggyOwlNCLmB5YbK6azpfVdGghi2m/jkXHN+iUFKI
K3JzOLpmreYn32yqNd+lmLu3bdwEbSN/bznqQ6tHOkDXeH7mfD0F2My/ChsCRXlo89q3R9K2140d
pFUnJmurdJR7mxr1a/rRBphLksLhED928STxlrRiOWQi4DbwbLXjuTKm6AtRQ4T3XRsZ9aEpvMyL
8yyb77218ModEnzpsXAn56wwne28kct0xtFZ3AXSt5Ml8vKboFC1CUg5yS8pk/oMbw0xxKy+/KmU
Xf17ZhZit0S0csRh7agjpyswDLv1LsPO/C4qlmM7d/6VPxfdLnDznLdrGvJQBou7L0UxftrKWmEJ
3TsKuSLTqZmxfvOcd+M9InPdJWTz7LKZBrX3BjBPmA/Z2STGaJdHc/g56PKeQnJX/CiGPt3VeZfF
q9u2Oy+Foh1uyKmsaUvZse08lz8doo2BWkxwmPmT5yEHgCe5iPFIoT390UdVfawWCz79GpXeIS9N
cd/R2bXFNZjAEBuOyB7mZQsfa6P1ODuOzZc5xJnStJV5gUKClgU1DOfKBRc6SDVgH1cG6WfQqgKC
jHKiHxa1BRJoq7PuJrvMi0O3tsbeGhp1NyDPeK5DwW5Yl/HCGSTyPV4zh0kaRGke/l5M+J2cU/Ie
nwfbLa29GDtFXo2Z7hpPjhe+hMoLmp2BptBFE1H/3rmWKj8vk4NoCsXhS29QVp+kYS4ezXLorhaa
5i8H39IzNPV00S6b5ouF/OnaDKrpHLjVuCgqBwfnkOj3w5pxpY03FIBxX4HI9m3u+vmlN4wlsQtr
exyGUtiUsDv4avCZmblY9dQxFB057rptrpYLH5dorISsrrhZrYBATA6fIPtTOxfQQOvuQi69PNjd
aF/iWrXEQItfvXl9NrEbQbqQ5TMNo9qBZZlFjPDBFOy8VTiIr6j2pstd+W3tFpIAk3oqrppjRdG9
SlAWRvXfGB33kVIoDhR2jUg5J9PYNhv1ebHa6vOQr6pKKqUyFF7X/ne5dA3SbtiRIR0ku5IeT7Om
xBcC8rDwlnxLXHpobyN7gH3fblP5iOnNFlNVaL62AtmerpuszxGo9XlnyzAZpZleuPToPQ6hv1yV
AMwTOLc7clGchtPR6DkCjdmVHxqiiGurih6lQfaJzkXXl7FXDv2tP/vVgUDv+8jdbMGZskR+CzEE
MsGcywdbtN1xGhfrWHaT/yid9AFX6fJh65stPPadu8Zl3+BkyIAccxWM4568Y4VSGnlpLN2eEmGV
qdjMp+ncj6ru2JP4WHEWDNFDRJ/yk7N0zpdSpuJp2qbthT7GdDcFwr52qWQfTXaKXb/06p6Exohp
KpquDDlU3zdTtEeHxiWoQOCXN/g5uuxlCxHJLIsQAMKr/DP4+WnSDW15rLxRPkAmcrj/yb6wzNY5
lL4zfAMI6m+jNpdn1lpH900jt8tsKGkTCgi5nLua4qZ1TXUhR3e+xRZJfpG0AT071URwsPt1unHX
hsUDiPLJctR4uchgPi/mxREABWF7TP3G3XEeg9LHOTs63wyZXqVpLj9vGPE8hJzVv/VbqL6w4Wdn
LLbgerMMBWnGLw51lHpXlFQtJ1FNVO/CbW0d5rtsD1tmiNsKzPc2W0TXJ1ARzIOcyx4v5NHF4srb
NtST3fESZkzFcbQRXzKUoRpidrPs0TENzyyKTMnUbe4n+mQdoGBp/KCLCdLT1YrnWBHhPLGQPe+C
EQw1vEJBcArU3hSyqlVcR116NRuoTnCsr2/Q/Wm/1ko+8jsZyGJhfR0aMphyDMqbJSrh+3mdVVxE
orO/j0Y6zhDAZ/Mabsn4UNjT1KMqgxBbEuVWcOmmQoaHyGza6KLJw25H4RBd/okCK8Y7WxPE5YY4
QNwgyXEjDArMlzh2BYy1b85KXvXRRGXBWqQ1n7c0X3xyFtf4HLRR0SU+Svxin0edvCuzYmr21BjX
/LIpKlHsDNl6UPDS1DKOwTQM290atmhHHXXqYe6iHj9WUTFqYs6qi4pDIK5YVkDmkngNrbLXHM/L
IXFGK/sy4xuGoIFZ+1fww1JrN1ukiJeKk5/66hUcN1B2MGSnPJ/EKWvhsZxNyg8uPHsx2/LL5qyp
jSwV4hvReGET7Mzz0AWCPvb12spdPg3eeB8ZWVVC+cjqSMYSHaq6wgU3Wu4LB5pGbOdu/VmslrEd
Z042JTJdvW1ezVG5tIktAY6vg5pwSmcv/ecCKOWixOQowXu+ulDGugzlpxoBm2hzGP7WXJodwEBT
aVpQZyO/oZBMC5G380u/tkF0B8F6CKmnJaO12s3etcY6v6pyyoFx04IrJpta+hZJi5VKQzCW1Vlb
oOa0z6hMXVcFuNyupM3wzMnovd4hE54HYDCltM6rTHbUv0ZPK3LNlFt9Zasbw4sWFCZLrMS0kJkD
9gNI9NXqDPljikhNHNmt2DwIRNv22ZTbo52QwuWGSCgGw32a4yD371bDFQGJ2RiuRZ0QSRUfEKZR
LMUzQagP/X3e1TjnZL21RPuqockr33f2Ijzv2jImf3ygetikiG6F7mM2Td+3Lc8esrz7nkWdV+Kb
MTf3M2SCfRqmNB6zeWgzOF9Sbwm2y3q16xvpFONhymWUdH23dbEWKenipvGae9nW/k5Kf41RuXKJ
r5NqnlWWbodA1NSN6Ly5pqQVmom1DDPyy2w27m005M59AGNF4jULuMB8YMLEELDmH5boqs8YVg7h
fgiC7GrA7eB+7AeV7cclm9JzYMosiI1mic4bUfY0LvT1oepT775FUHAfIXp5WaWecW1Xi3tpd1TJ
RDZQLUWoVexQw54e2zEYj9ti2wi3BmzCOxPFnGHfWb64gbA2q/MOlYk4GmZzSfoq0wJnw9TFkdWk
kBZh4I3ng8/D0UtvWPdbKosfKYXW/lhS0NlJFuUc06Eqb9jl2fwLv6p3BT4GP7iF9I5dpziM6JEk
Y9vlX8sis74D9Sw0+1nRUZhRc6CZsrw1SnpRpsbPfzfb5qEuoR5lHNwOgZ2W38Rs4xzgOUJ8c8xU
Xoy2ky5xKpcyTDBMcC/ohuahMxNItVimJESo/1PJseRimq3iucqd4HuVZtbvleXMVxOlwp3X9eLc
AaP8CtprVzqmLai8YH187aepQ95KcNST0H12qwbAZ20bvWsv9vAkptAo9rWP1HoMein889Zr8R4c
ZIHMJDi+AJ0K5tJCI5E4Evt0enrXdTfYT3meoypn19xDXNZBHiYVfzf5v8ydyZLjSLJlv8hKMBuw
bBIgfY7wGD1yA4kRM2CYDfj6PswsqReOSk/vh1WL5CpS3AiCpjaoXj2XfAtzIl2Ue12BuJHQTFEO
dpy1iuSmUs3wWXFrS4+Foln6DzbeGcyf8OfpSgyFFw4qF1dZ61ofL4Xqk7lOxXjIgFC+cV2dfxsn
X7E9cPM80fqJ/KaJXfuOWlF3qxZUDIcu4Uhzp/tRfSusQQMrIa81HTK4w9+HYSFWCEruaaMibfZj
okwywYOapqjOJ/uGrGiCRifTK4d5dIo/aX2c4lMl0+HWWbi/HQTHkSEs4xagh2grRKbGOrmfhr4s
v0g16WPR231YGlg+PoyzNN9TzvEDZCic4Q7eMKfleeZQdcPqV2Os0qZpzlEu4OiJbEA0D3Y6mwJk
2kX6tUB5xAhdTUjakUAwiY5OCtLOKaZTgkagDarimBcc0rroco2djvHSZhZnaruO16e6H+vijdWY
cx9yqwDDf2DyNqs6duaYlMtZGBYs2jfeaMc+zNs2s7+W6BRFfZyEr/P4RIWm0MY99uxeExy5bWtH
HcYVnjDOHmy4Ll2AFEz88jAiH6YnEJJzXBW3i48HpXHsMcw11dtyokfGPmh0xcF46kbVZk+4DzhN
Es6ECnl72j/sujtMum08iAac1WhBTEdR/erbXk9ulCK4qWpYmxR33seGRbL/jM9ANtRhtzjCyN/m
oyr4HRyBPmfMkc6SdJ7QVfP1f1YikAbvsc/rJQxUqt0nt3Ot9P1f2UGhLhnuoQwuuTjLjLW6vbS9
chOmQH1JvBOHq/yROLGhvTNC3pV4a6HpZl9GNafgPGt/XlbBzTbOZzrQOpbj4dOYklDw7wYOlPrB
yANjcY5j0o9tcV4pp/BrseXlTf7N9sd6qkK3HMalvrVHvh44tYayfn9EZQGu6b09uCrzIg9lZGbf
GOPYLjjz2tnAGYe7Q9KeYMtgi4gurAkLZC/3Fuohju4qYMVcgoxDlO+cs0FWy6JI+02k7rIjGp6x
nJ0oqbWTlZGakXgE5A7qxr9bOfr5EcBlL6bsMsWBGg+m0wZOJJfVds4UmqpPyh/LjwI5Bz6mDd1O
QC2JnQh5Q/XDqAtOWcit066IGq8P0nDqEEbow2q1VLtWb1z+lHXfBFkyvXWRY16ReMzuGiPGDcry
xvvcXJYqUnaFOgiQ29lWonwP3GOW1y1HOHmwa7U4uCQCGj53g4FsTvtqrukGmYofagXezNLqAKD1
2EfHED/B5R1Ng7g3J7OACiIHbohxrlz33HkO0IG4glwg1lgv6mAmc2u+w66ncMMZs+nvHVAaIFr5
xNWgXsXEbaTLzTTiONH1VzBBi+lHIvQl48KJ2qqPa5EmJxqDplicqtH0UYNYbVAfY8NpmshZjP7K
7Bv5pZxKh4SljK2kOZJQzFxuqHLpHyroVmMI220cnqi1U6dHNIms64iIoJ04IJkWQhaSWw8JN+/q
4LScw+81FR59mO1CRlhkljci6Ru00xD3O4WYS1VoBaxl7EO/dgNqIGJIzwjl+WGkTsTBRsx11aqy
zY8jCbNvKxVy5kYcPI7CaPieqzp5ptJvF37s0AliP4gwpp1/CtQy6aHIVXInWIb7P7hczumjzKvu
cuqyreyKE4wHf0m62TeWSHs525OTv2tmO75Hl5f8SDqTN+/Pq0YfFY9kRtY10weVGfNHX7vj27kr
U74CfVOUIwH4sZpKGiB14QbvTNKHMgzyBqNAkhZZOCPG+DwDKtBHt+idq9rJc/Rwnfu+jZPmNODk
8+TRR3kIJMK3tCtXJOH9CkXCd5cHmvisLLTGfqKLqKxRZAfZFEzXidchh+rrFf1hEs+ax734X84d
t+GjquVinShJUNgzbDrZwmSyJ5ZegcA+OwxKomezk77lUFAv/b09qvEusczJDw03UfJE5V19mLUc
kLkONd+S8rP8w+lSPzlUHMDfQLDkxNtfIIUHztRLdvCKOED/ULRZGrKh50h9SJe8XSsyAIfVU8qL
iglFV2gbVRat+CaToXDRb6FTqFQ42erX3Kd1ZMW9Ps6Du3yRrBbTrR7qi39oO/nvercbRj7Ohcsn
EJHc2JXV3AOJtW79tCwkupQYwk5nYksk8Ln8tsAyvdFC9W8Rh+VHREfWV9owxjqqexksx8zt8+4o
ZydbwnFe8v5Qdv4QR2Oa+SXrL8bEt7lpLe5p8Gb3k8BmWT+QuSpskgENznGlqswvWUCJ/VBR+X9o
kDQYkZzhIh/XwEJG38aGW0WVmacfCld385F9k1Md5/MwtbvWv7w3781sz6ShbauJH/yysp9ayvrJ
YRrLL3ZfNU/d0DQHSHbkHpHwocxJJqZ82X1JxGzgp91rAe5yNe+7kX4SiDzzH3UyiusuJ6jDLivk
mwFC7s3g4oDMjby4Iy8gr0Rs+J/IGIO/TerE+6as1Y60Y/Tvpm6xrou+GSyYw/58Oa0ZFVqNmhSP
7Hv/qge27IVrIDg4VVmgz7VrTeU72jOzsCO5FXZMdefY2u4YcXwxb+ulSRGjzeZTGi/6KYgH86D6
0aBXzy2iCh7ML3SsRggMbvjoc9w/m05sfmuQPD8Z/Il7EJoXh8b8iSYP/15TVT6raSDq/PEritjh
rRqNBbsaoAEmcbC+DRIBFroznerMftDVXDN6O6TX/5YsmribW6v7nJPsCLGUofBKE+t60KnZfBJ+
6bzPU9upjg5Z/WulatNtsBIvC9v+voxk/7uoUOSDum9sUEU1hRRdaZt54kbbVOpd5/TgiN8Medqy
yve+fxHDdC0Nt1Sl9ZJXLbUGKlzNG2dBu7GcZ2ySKSzYjaGH9NoYUxiZ1yiHl+FjnOnZ/e7WTgM4
pPGrwTnGDlguEfoTDh8di1eBfEJWFQX5PDAzzwhRepkrx0bfWLIjuLDO0NfjosliHjxLuyfHqWf/
D1jcA4tKqzBgKlnH3NRwQ855FMZDseDNhILCQdSD/pVjPDKeheZbggbdND3ty5Sq5qeBcb3sQ6qg
KMOiXs1LkSIKyZILekQl8UW1zBxsKYMkebIa7eNk+wNXGLC/Xtd9AicWT3lI5c/n3kePSqbzByxX
+7EJ+xnamxkZyh779huEsMlcDoyisoVCosOR7LDC7WunK+gfbh7gh7ZcvonjJUZQntNET7L9PIpk
tVwczP2C/4f4Wnr6Vgw9F+bbfOnj0jtq6L1yOv1zee55kZ+qIaV9GvMvxWTqn7TdPa/NkSrzBwNZ
+s+qUZeCxvSXeMF2644KaC9TZ0RrNGF3hrI+yynRvfIAz8vPlwegAkxXJsaGVAkpCj1/gMxdaHpJ
Mvmj+OsBqr8kBVURwA06i4a62Cvl3uefyNnoUu22Ddd2vT8pnJtCKReqdrC0mB7SvrhoONY/JWOq
d+vxcREgvV/hnv3d57kAeKjLUn/yttggqbUimWeMD/8uFukk5UppAIMkWrs+S16hPWw/j+Yo0/f5
fvyecFK3wgmbjJdZA4R6+EvAg5zwUreWRYmCoO7bS3T/8xx6rtRw+e0MOj/QKtC579D7sfkJOc/r
rGN9vJK16Ar3SJBL+w+vQ1rwmljhvz+Kn455AloKTTSU7uezpYqtClq8l1z9JdqacKLmkq6t9nJX
//Nb/a94DR+aiv+2CIZn6Ib/N6TD+WdzgSH026H+P6Q5XEBSL8Mc/k+XXJgQNXPyLzbEBQBx+ZN/
cxxc+18YMrISIXJzEAnbTIa/OA5C2v+i9frPBnj/0rznWf8BOXBV/JfEfQnwygVW5aMR+Q/MgXPS
v1CLgF5AqQa2E43K/4bm8HwG8UGQsCSXj43Gw2nHJm5i8IZJOX5GBPYtHj/99iLe/iVo+J0T8cLI
Ww+/0k2MwUH9yVWO9Dgn8LV7zRvspaE3kZWty+C0GhOuJZBvDVu8pSTxmvrlpbEvO8NvQiM10tAT
F1j2GLO93jfkvkmJkOrc91I2iyxLkOzLzC8iLACNBq1U9prx50vPfVn+fnvuJjdyjYNCEa0wI29W
OgPDsliCV2QrL41++fffRrdo55hrErtc4jqJ8W2+hp5wPu97KZd2pt8Gl0jIZ8fTRTRyUblCBPV1
NorXZHsvPTnR9fvgq99nTiuNkoZkWqWT9S7rkqt9z024/z60W2vomcZQRnQoB/3XMtsZOZuY5GdT
CmhEEfVcyR8uG/B3PHJISO967C1pO/Yn6SOtKCPoZ9dDt3C1kTuH3gSmRHk0e2VdRrk/6tsmH837
2BevyBJf+CXdTWS6g+TQhT9JlFrfW5UcPeqr+97INio9L9YYfPBD5uSnFclIR6Dy3zf4JjCzqecy
1cgiylT7hgJacuUqbZx2Db7laHgogFBaDHnUj5Sb3NH5QdvHzgffxDwHDlpETFVG3bKU39fu4pCS
W8ErPImXfs1N0IPBQU06YRXqPpFOttXOh7aex2SMuGqhO6OM5l7VXB/JQDmrGe1621vPuhp1aitr
ZmCi83OXzNahmqiT7Bt8E/VTYQ6ktbtLShFxR6kzuuL88TW31hde99ZHIK3LeE1Q9EY+lyvcxamo
Sqfb9+jbk+5a0WaD6WoZSQQ7JAE8eprl8Bqv56VH38Q9mrGR7nBGV/ldP35o1CuUwJfG3UQ9ejp8
Bbh0RpT776sLsLerX7NyfGnsTdB72EIYwerkEQyV66aoqq9p49qvAPleGvzy77/tl63n9z36njzK
Pa/4g9Yj1BwBbTI715RNZK6VQe+i41EX7rPTyl39inK9Pu+a5VtyMtIGpAgGL8YqyyaM6eq6mrxh
5/7jbHZkvKyMocbbl8K0QsmHC+/0Y9dz2xet/G/vvB7WXJQpfk5o/8JKqz9SkyTpvrE3u6YZu7Jd
7TaPTDhNB1riripJUnXf4JvoGShQLF3HgxczxVMoKIcyLx73jb2JoMlP68rCESfKGdaw6499Vb3d
N/QmgGqNKN2vGbqTg7weMLE2Oi33zXB7E0BFuSCm6xmcSujBdcPO2fnUm9BBFNR36KXzaCnnY2qx
wHoSN5x9r8R6PgXRH3aL4aVME9pMjn1qOBFtVB/3Db6JnDIWqka4nEc4MjklTWzB4n6RzYyt2r4P
2GxvUjaDSocyj9J1INf3GeLbvl/T2oTmIsWoY5uRG7HcDIkyD1W/ftj11FvGoXLTfJzkSoGumr8J
Md6Bt3rNj+sy2/6nD+A/V++tM21jQB+C/5ZGE9nUd7mhPzpuYr2SZXtp8E1oAgbIMjsYsygx0/ta
DNx7jLnft3P+yeT5bTEMrEEYDtJcboM/aUf2XzMOeOmhL//+27iUJcgHJ4wbwzjA/COk1WTf9LM2
kUljDVdKGqajuaYbvzwgat8XltYmLOljM3PMVNPIoCs+tOv6Cxfa/10u8X/myCYsY1Xw2DAHomwo
6sgXdII0VfeKBcxLr3sTkpheBnZmMrjKvgSpitLU2He434KXhaFyzOmdlNmHSUFHgy7pArPZN7fN
zX5p5GhaZpSHUZyoOwLoET2Ute/X/LMn6rcpiJlJAsKAoNTJVzZliv9jsfPH3LYi4WFizmN1mSml
1UR+Mnzqk8Dfl4z40+Lutwefp6yyEF2mkRzcQ+6eLQxhd62B5iYqR9fifE/1iLgBGRQgcBu9Ij/u
G3wTl2CTnCGdeN+Vj/wwrxrrmFCX3DkPN7GZ5xosH3TRyFqm6oA/R37EMuI1ItcL8fOn1cBvr9yd
pnHS0Isi0DAPuKn+bFfxGiX0pbE3sZnHXTxZKLWiTmCvGjhOVKx9vO+lG5sd00nQyrVgaSOvtfKQ
zsvhaFZtui88tzAv6uZjQl06ZblSx1W99dTTrrmydWnsKn8dkgSVq51h8QwoZnqkd8/fOfpmxxSz
pXJkaqwqy3pIoSYl/r5jsrE5yybNjLqoZeS8pTEJ1NT6mqvFC7NkS7nqFlQbLU4wEdQwEN72N401
/L6wNzaRiWPEUorLvlbMnRmmi1sfR1294o/10oNvAlO1vg0soid0xgDjxHUKp4tB9b55stk00770
qlS0DD7cZcu5mvYde4xNTEoLzPa0jmk0NMudKsv7dYr2PLG/NSM0On/VPvrlqCnRjB36XRs8IP3n
56namcc+7TtOD76+9i74kjgN9z3x5lqJJKL203QiFlfvpprv7SV7hVX/91MDPtDzhy4X25i1w3bT
pnn+DlrfxxoR6q61ier688F11SWF1PyEDSKRzr9Xbbxr+aBotxkZ1zmAJGxkzvIhGbF93jXpwPY8
H9csHdF1yK8jUG/fF3RG62rvO7rS6P587CEAdTZUTDut4vEcF6iTANwku8KQRvLno1d0fvQXRUzU
NKKLVuRRoQ/3ad/828SiTSkdzFDN4EmtvkpfmXepu4p+37P7mx2yDLxuyunEika6oQ5Tqs9DIux9
z77VdqhkMPy24fzqFl37eY1pujjZcnRfszV+IYK25k+JYRQCoQ1nhzJ/pAec7r7latdr39pgNkjf
SpoU2XAq8yql7QcsNlD9fYNvgrMBaya7+RKc1Vk6y5tFq13bDS1xz6ficoG40QXBalX7V0W9tmfD
1vmu/ANWfs8HL6qCbjKbVXYZLLWcZLIuyORz0MI734v1/AM6o1q4pfEBHbieWzq6fuSt5bzb99I3
UTrS1mNbs8G6ZX5wZX8w9b5aN9Kb5489xqU147DI4TsNjqkdI0UPqn/LUZ65h7yuLvDlJkAlgj+h
NYOXc3OVZvfAxnZlqP/LSrD0aXi2a5atwu/flr4wT166yHDX2976r6B7N/HWGrGXwffsbjSM+q6l
3rPvGLHlrHqGSopqWL1TlncJzUhOfb3Agtg5+iY8i9rM2YoGOF+Tqs5BN6zX8ZC85gf2wqK19WWT
EpKFOWSshPE8HW0J/Db1cr3z2bcxKuhVnYPOO8E2GDGEXM2T5pq/b0HfOkkYkDeDrm69k09nKiYZ
yRqWSz7sfPZNhNZunNEAmngnLKLhSaH8OwM8fm26X45V/52F9LcCoJqNrnYFbNSKRpLvctXr27y3
VzDKiEZpZff2LcFbOZBXpHpQ9NydZNyZt+zexgHKRrwvrrYsFRpmLT0vDd8i8OrH1mnt6wLDqH0L
sLc57BqcGVu9Ku80jHp8dEWrr8pU6re71gRvc+DNOPNh/F57p3kE+JJPg/9UOeO4871vorar1lQX
Y+md6sXKrwTdf2+ndhge9z37ZmNF0hjQ88rsaQqrOdRGUd3PsPb2XQW8TdTiLmHTEMybqfLRh5vr
teu9Mbhi58Nv9lWjjx2xCIYHyNScWuGbYeUn+0RqaJ2fb38SXrrvZUwabA4e6bio7hRi/H03u614
trTJHOYJvypNbRk8DVdfxbB89s33rULINcyKrgjWM9fR7QeXPrJfKTafO0ff3EqzKclanfBi9DDS
LmVAyoDknO6bM1uVUGD0Nh6arJaVvwwnTT/qofNWb9/hYGvBUdlLQc9/7J6SkSZ8TatBNPlGsStd
CWbu+ZRx0OvlncMOO0DvOfUT3JjeqXZOSHcTq9mli2lMBc/utjocjLm6BcG8T7Tmu5tY9Yq2BQhT
MWfcybriOOYfV2sp9p2xt87megVZ4Y8GwZT145sUzlW42mazb4fd6noqei0QI80exIr6HW25zs0I
QnHflcndHoOLolbWPHknY2h+FL0Kru0hb/YNvpX1JLTepMbqu6exdL0wsYvxnAqxTwuLRvn5fLRH
zCEKT3snGojSP1qntM85RvK7SnJon5+PXjg5HVoV3FgTo41zFTvyRiz2uK/aAhP/+fB1KgKVOz1b
UztCQfNtGr6krvaFqrMJ1Rgae2lCucfUuDKOVb14R3/N433LzLb9ZIph4dkWoUp7kngfIzQNTeVD
S9m1azubWPUlzZ20FDLfKW3f5nWmj0YFKWDf6JttFaPOodIF0UQjuXcAXJOdBDDwV2b85QX/zXl1
K/HxcytroFl7gIX7no7wtr+lNW+6LprW33eY3IoqtUyrNVYsZQ7dg0/KNLrHoAroePzn9/PCN9hK
iTKHTrJg5Bt0QVM/dHFZg6momfytVPqVz7is6X/zli7tBr9X0mmR9Zk0nnuylfaug1QkT2zj8/d/
/gYvjb6JXLpoQMDTVXfygNFfgdHBnnowd6aWtyBMAPWZJbDROQHjys+a5mu8lrzXrBFfevZN4FoJ
D8625558uqu4BMbyjC6g3Jdf3iqLSpwHuGAydVJHeJHTA1BDzP2aY+JLz76JW1r8RDs4q3tavHTG
tmGZj9CRg31xu0Wsuoafev3KDVz0SXXVZJhyrK5a9x227c1xGDA8jUtZKU+Ly1qJotC/wpd3XyGM
Dq/n890c4jmjufCyyVbqh1a9dzvTHP1h13zfKozAd8WTqTj1DbZlRZaYg6tuyOS+E+tWYzQZLSEt
OG3nw7SUochl91MljbVPAYgZ3vN3o6XX0dLM+P2yWM7BX6U8x5Mjdq411majpUO7qGufeEWOMXz2
sVS+W8tmemW9vzzl36xkW60RSlcgOpdZ2UMngcpJBe4YBE3wprIzO4RIAiCCUmWyLwisS+j9VtOf
qFDkFhZmJ5tycAj5RT00s5nvu+pvVUhc2lYM4UjQJSVwFgs8zdHEryvaN003Gy8YUE8bikPygiAB
+2FNd3e1Ou/3jb4JYJcJszh43516Y55uqSoOp7Ub9skDfWsTwFSPOmz4XO/koZAxj3XXQOxiDbLj
fXW0rSQJ8uVaJiw9p7ay1k8jDqO/usDfmcPZSpKK2p6nyZXcTyat30+1Y75x+qR8JQZeWPe3oiQ4
CVYhhc+rt8zhLX42Js2kZbPvbrWVJdEyK1IBUuEU4BoaX8e+2bwfmKhi37TcKpME3V0KRFtwcrsx
OMQ0wJ3Ewnln17TcqpPy1hl9RzUBLPDcfqhAdt8FfSGf9o2+2XEdyER1mkJf8nsa6gToro9A3+Z9
ubk/3Zt/W2x6g5ZIHDuCk3Ta/FotEGQTCJ/7FputPKmOm3X0IeWd4rVA/OTaoGcTu/m5781sAhZH
PSeYRov37onlE4KwAdYx4s13u4bfSpQ8mRZBJpfgJApQP6F78fk8BnGw7EugbUVKrlH3GsOR+LRc
yBtNMQC1Njp735TfKpVce5whw9TxqXRNfW6NOQ5xbB3Cfe9ms+E2mQt4lb7hk43l5GGsDHGlYE/t
fPPu8x0w6+2spFs5vqSjy9sZQ8YbxCnDvnDdKpaqkrYy8BLxKVWcjT04+A9DfSGE7ns1m3jN0jio
/BTeGnZtRiRskX+tsAX9tm906/mr6ewehi02jSesxKqDN+XWyZ2oP+4bfbPBSh00MQkLcUqDyvzo
2U0Zwgbrf+wbfROvqyrAIgyVOMXVoqPRN2O4R8Lc9bPKrYCpgnCAJVIZnxIodkBqluKttAv7+55n
p/Hj+XtfcKTUlyLbqbRL6z41RfuBK/qrvomM8t8nTIwrno++Gmk1ABITp6md9BPY3uImlsa6K1EE
He/56I7M8eQeVXyq19U6zSp/yGKYU/tezCZW42o2276Zodm7QkXmouODXtN01yomt5KmePJqQIuT
ODkTEEE0/zmom26f+EhuhU0WVjiJu7riNNRlsl63pWrf27Gn9q3BcituSqqBSmliixPkWBvBxzwr
82iNmbEroORW3pRL2zdbh+evMFEMSSHHn20ny3YG1CZcQUTXGqCWOI1L196my5JfOyBxdi01bBXP
JyX7tCUX32UVXsby2qJ5GCvSGST5P0/Ly9z+m4j6L4ETHMVkaWZx8tPRxahp1Hhmwv0H1ppi3+M1
nlyP//xRf380llutExI2kFuOFqell3ivJbZFg1HT7xx9E7wZ5ohllqwsybYGmugkzqHjjr7r+Cf9
TfRmaKkCUSXJuZ/d2bkxIPN8bEiMdKd97+byzn47XqaYmQIzNNrzMJrYsNjufJWrfufqsJU9DQJP
Lex8+3NTJGU4LlMBPr/J1l/7Hn6z1zojMDKIwP1ZBrqDAOtCIE2LfN/S5m/22jwFIZ1ZlTjjQYlb
aVPO5zYHTLfv2TfBG8M0joXtxmd3qScYx7nwfmIzkexKGMmt9smg6QBG05BcFZYw6lDVlMW9otM7
Z73cbLdT3wKn9sFkSOUYh8maxrtBFcm+WbmVQK12IDOc5bsrvA4cEaoyUcBE0mpf+zKAnOezvhhr
uyqgvF3Nhdsdlc+vCrRx3Tdx5CZmLzZbIEETFydDqB/oB9RjYQ/zrvQxDLDnz94U48y81Bd8sfq8
zG79s5Rz/2XXrJT288E7f8rnKqvU9WQ75R+umasfaqhfE296f9bt/mbV36qgCqizi2ON6hpsrJ3c
umSLYvMsBxtq2t1ipaPAFROSo3GL3Y507ot5Fv7ZMsHK/5yB/V4KdHXeZcDn+0ZB4E3FKrBRdmQ9
1UdRLLY8SU+k+be2niFFSguLa/sglsqzbtJmLFR1tDG9M055hi3IN6FtRV8Y3uOz+UVe/kRzgMza
9Z2Ha155g4NlVt3LVOb1jZv4Kvky1jjSZvhW9Lp7jw/4WKpjgXO4kx/4EnHyTVizCd0Zf54m/yFm
McwrXjLQyT/GSzqDU3UckTLpmqWL3zSmk+u7atCr1x178JxDCM2wiN8pKHrefUPddhVhjmY0fyfb
sTCnw6wTQ8twUYvbfSo7QKVneg5qdR34o+8ekmGqpiacjLKs+P6Y5bbXawdL8mAaIm2fLFXa9YPf
QHbNcNVyvOGuCSYoYMd51r7/o3KU2T7I1G2Np2ooJwvYoFll3L4aUDayO9ZYsSd82cHHc/R6Ysy2
DXvAt+a3tTTcFGCq3+aYFiw4UeJmhGbZkthW46kKfDmW8aQieKZx85Bj7OM+domL8VTou0JA8cPJ
KXCXKEE84L7JewhsD4G1TuVVwN1E8YVi7KFPQ29y71x9Pysfc12p2QrZ4Jv1nLqL29/3o122OLDC
x5rer4FrDSXuxNJLWnDka6KuUpyMxJfKHpa+PmSoCiVOfLqqMR83XO3O2HAC+O3HED2jDdKTlrzF
tm8XaJuk1QxzGVYwj7V08zNUqTLpMUfqBQ4ia+3HXnbEwtlRXye7n3GKzS6uGRDoW/i2voJ3kwGM
tzRAA2EndnrtjQ2mY1lvlfmvwZBizU8IyVeo45Mn+LOjl065vso138o8L1Xcl7inQTAwcS+tJZ8b
YRKRwMQ1Zgw8fuEcm9o5/rNtTG9iC/ZZPIl1GN382KWrvX434Z+IH44hYdvTRTG0xzRXQRXZagZV
DcizuASYbIe0jegnbwIdpnUzBfrWyRrbxL3IkN5QRyLA08c4uqOdxnUo/ayaf1rkG8Z3fpUsMGmH
Zoi9YzEmXzCwaGSUg4duoRkbTPOuxVvpuwnGfP7R5r2FOcmKj9hyA7G8knc0sffWOzytJb3a3BvL
x8rzspsZ3yscZ4LS+dHME64WIL7W7zh4YpngLBLsj5msH5zCnIH8eh4A6UQGqVwPia3TFvpv2QzF
3TwUizOPR423c5E8jSmTqrh31jSwshuIMxo3hbnAZfdzz+rgNFiiaVzYQiv25uamzJNlakOkkAkG
A065ePNnTxj9+lOLblIfYVALmR8G3MtWbA/xjV8f8Z9nOw4xyTPM+ljOssjXA6sHkF3MgCkzqtNE
Hb+zrqQxQbg60+ro9fGhgjrU/qI5TOF9nEBNGRQScuApPgZEi4/VBm4UOKhk9YB6AYDnoMsAO7ep
mGAx18GYBBcD19bgtS8grp5cltLgHYDs2fuCVemQ4Fc0VZ3Ds83T7PzCDsVuHnGc89snDXTVhPas
HTU+xHjj6a9zMgHhP4BFVNiexe4EdLtvMWvHKwGmaWae5sSTyAQKPEcL666YTGMyDyWGcjbWB34M
/vNYWqI3nzQ8Xki6TuE5v0B4EkbXfZMEzcVdnUT/CcuOvntop3ysm0NxgaOfXAoh8n0KmcH4xs86
4sLga9/NqgNbwxy8xTHVkqitGjQp/I2s9fwtt5suYTbnGhMazIlqbY3nolUDbkMOes3kjZfaAqMI
PKuMayNzMJbHw2KCgyzaOf6xFOWUPhaynMc3TYxjwJl3kzjfS9+B+UvbhOsnH9noMQU5lH5RJdMh
7at6vvZbBwYyenbousmB+hA18OPgTLU1H+VYjslHJzCb4crorH5+6gGk1+LY4rFSzFGJ3cgwH9Ws
jelxbFln7vs8LS/wHCMzMW9BTxYm5Rr41aFvGvMR2Cjg5LpcMis/KGfW5Wf8ary1eeRsn5dL2IH2
zNXtItUqo9nslb6l0ifwXLQsCP5n5Nom5kgxubHSP1RGs1Tf3BJeu3uog3QmOZm2nYMLFAayAz5R
vkjSN7kcO5bsONbOV+BjZV2F2EANJm7dlewU3mcWY3zGgDPo31RFkeOBlBrYTPjn2pw6H3PvxBTZ
La5NRr+8wWOxAGceYHuUrPf2uvJbHVpzKDsEBMNixEbY4AGYV2Ht8ePWR2yhuFwfhtUW6lENfk/Y
0Zm5WG20Yn94IVd3blL7b0rM3r/EonE5EugOhOlPk+++xgdMRPPphzPPAaI03Zs1UGuh6+HKsfzZ
hq9uxHOLWccw+++M0US6mgQ9eO6DWy5c6X9l8TotYPGpHAUfWQENKzuABA/EybC8cfTgvasJr5u6
Tq3lG3Y1qruNrWIxbvJWrvOHulz76d4xlmYwjkML19TmbLGyCGAaQzyu6Uc990wQDOUHaXZH27UH
jDMWbVX6E6t6Lv4YJSZ/ySG38F2GwYur7M88KOuL79OIY9vZabDNNo9t6bXBnWu0foK1yNgUU3/M
TNVkV0utMyMIAyw21IQ9J6vTu1nIi1+U47RO/db2Zm+8jgM9eI+rURhTArMkc9f8aGEXVvdHUKyT
j/dGYqPy4EiKUxJM+oa2ov9L3ZnsSI5kWfZXAr1ngPMAdPWC1NHmyc3NbEP4YC4UUkgKJ+Hw9X00
MoHqCFRWdiVQi8pFIDPdw11NlSry3n333QPK1FPPSdNyladtUATjh7XMRnzqC/xGYweu5wl8G9P4
8h3eFkkxqXXB/351TFKSt9r1LQ1MmsfTZrWkN5Pz5OwBX+qK79tKQRikxNqv5XUQQlh/YjjrJc9y
Czp4T8Z3nQ4RNuwkXBTKcv68cBOVvor9PChfFWH1zY/IldoljL0BbgmDOumd8AeoQK6B1JWhkl/F
KnKCvkVsUfukiw7y7lwPRZnL1Pdwlb/CdpF2Bf3DLizewHAcebTyVUbiGEjqWDeTxHaWnIMmsBz2
OsiAIZ4dNiHx1bIG6XUuimngHazWxbmh5vDjV7DEfnXQm3OJ+gKvNlRvgN6q6rB07txXqT9Aknqv
t6QdHnkpAYccSfb1cD3b7eA+APGCKpbgzHPSqG6mNrOSanRUBi9c5U9tDlX57CxKuYfN5/Oh4DZt
8mWMiqVn5XEQ63u+RTCygdhZoBFSp7Bb/9aC4mU/2muJ+SwFDbJVbSpFGCjJEasufCuYEaIMuDUA
pjaUJL70qz1AehF9DiCYHJ1qcob5/TU5/v4pgJdFquiaR9EVdJo2eBOwMfwfW8sb9kjIdGDui7b2
zN2CsaW4wgoVsW5H+zzHVyNcz/GXo7fG7EG7RgF4vMkp2hMs4HJ6qzSxG88epsTiycyWN0E4Y1F5
fa3kUHUn5rFgUNLYDqP2FZqGtf7c6thpnD3A3AXGksuQcH6pks6loDcCVPp57QBeRqdalIrFU1lY
U506OXynT2eqSogf8Gfq15lDhPcHRU4GvAeLlfMp8H3uuutlq9X2zca897jSagU30WT1rDePk/0A
ipGlE0/2MvkipSxNDRvE74Nbq0qq6t0lXaq8rxAh3ENf8j38RsA/38msAvcYsJXlJICOSUv4NHlr
JY8rCQELzdNs2cGpsQnqOTOEBtzWKncsvq9JH/Pjc9RX6z1McwXgAErX2NwKa4WS6opibt68hTIS
lF8Y2WeQC7q76e1i8Y5mklX1EgS6gDpnKrBZJ6V9OD4WNd3rhBtL3wMXM9VxKEfL6oBlNLH1UuhO
uJ/A2ObpyM3XLWmDgc5JuRYjnkqndIedPZrSvun9KU9eG90o0Bt9HOidI6dYf1kaHz2Sd3njSzBs
0chSwRRSkj1aAxy1HuZh3pR7E3RWtTOxGaMnyBSLe9Ub4UencpuVYhVhSUDWq63a4B1snD4vS7Iu
QdbCKmm5bUR+YRqUw3Rt23MRPpG1R7x2lgMehTVFivTkPyHDBcOhXEzFSTj7pK0doIUE9lEPdRwR
az4YMexYUfbnPUENRXND8RmZqygWTriHbiPEofT4hl7VWxPmewB2Jc1uJJ3uJjeVfQkjnVrwa7L2
Z4UXxIFsf7bXcYrhWplG3RnMVwMMm40Za1iothbpxCsEJNgIGd4tAZuINzXYRrULQhC8vFjWvwCa
iHizr/M+rNofIqzj4W2KnM65d6DZrTRwrCiF90IPVb/vh7E38EvdUJ/9vBs5853J2Gfp985ywwYp
CRRpWI5+8gGMTi+HWG6mgQ3It+IhBPLYHXuPpuY+NIOvKa3iMioMipGb1LeqatztzoS80Y3KJouI
/PIcrMK3th12PtnILCd+PiF10w0t759Iz/9AD47+IuwFdedYLSTt88KNSHpL3Xa4YJgbf/xrIspf
pL3Ozflemb44w7Lqrhmv23dV0/5rCwBkO/9ZonHrcYqok7Zz0BZDOg9O97LGOn/8l177X5ekomDr
u8YDbdKF0rlyC1V+vVTM/2TQ9Ycj6z/Qf/66JSVmpxewRCpAr8Bqy70fbmQqOn6fnwO8SKyuEbgo
dmPoWjz2a42P0SZT+1MmFb1W2YrgTvIgAYVwKb22JfN1AqHY8vsVfKWMWT/c+VMd8xsG7Yv86HZt
otOy0m6UKoXH9RZKUzNcCSOdgsd6YCZmbys0uv/8/bsoiP/RD/gXZRGz9DqKcpnPSUT7cDB9Mi6n
IXfmX609OtWuIkTlnw1o/sFzHP5FZ1y6yrPMsA5nQ+6ddaVkm1gBuCbHbndJuyHDpEG++cEONYFw
/qzwE/QzLHKOBWxjhcWTcmPMw94JRpjEi8qH/pTUnhvchLCEKigzbMyB9xgrK5kQBHrVDHfSVSEF
2TjqKQb9JIZB9/cYBufpjoiAguZhgCF9dfGXtdYuyiu66r0srakK9mppy2jn9sU6c2Jy7rjHKhTu
cjQC7OVL3UJitFIVAs2EVqdyArnoZunf4Ud6gYMQ021iKDIbAhm0vpnUoX0NC2kw0HOXxFxIRoI8
sGoeZnDff3yk/6VU+/+/yPp78wmnpv/87fabHn47TM3PbxTlzf+EBPvLHtc/jrC/bfv2x4/2TwH2
l3/j7wn2zu8XTEOQJL4buiFYCk7WvyfYO9HvNOwedl0/oAKJL+sKTQtO/N/+lxf8nmBgjAFpXFLv
L3L5gGLJr7j270TI2AEshjh2Y4dj5P/87z+tfQ9/+d9/WgP/A3Hw71/KIHKTkHTPwAsDh0D84K+G
oXgDGNOs4htoXGu7rtfKre+0X64VyxlT153xfZc+0KIREXQ3LvRaQYo3PhksJOK4pMg9Kuk2oQ0N
TTTT+jAvI6Csm8q1uUkyu2cbJvXtuv9VL+tWLVzGgnKrnMGaFkjGXutDqHRcLmEwsA0rFhDDhqT7
Ktyq5eoF6w6Apd91rlwqkZV0PsvAXV8bMcUvkMBbMIJFUhBgepv4izuaw7QFanruiSBUDxhPpuDN
8wMFrb6F5/tAl5ZzO2OlTL7JOqnLK0JTojVTzbSE+6Re2iirIlGpg6yJhLgS7mBhDzCjDU+YyvNX
XlhDf5x81/TPgdcn+imZZnu812Gt3q2utaJzNKPTnOzacOo0fP2gQM8TlG2ykhT6VVNGaSTihaMd
EiYV1Ny7Ox/1ZdgFQ9MdYkutEanUcWMOsOji9j4yLXJVZXSJ3dBfK+s09rUHEbaE3pfFppsgK9EX
6KMMuuA0+LGbIKx0owYUPIUmrVRlFTuEoeptQKS+9VBKBcSpfvmlw3yYfvicEdCycySha9hZ4sUa
vBDYFoifH47tDeXRW6Sev+jAlkmeagFGhmxuO97kt9oGG3Tl1b2KPzvseOVbsvhbfx9plIFr2/An
7QHKJuB6TQTrEQqaTwSV0vHBj/vle82ZJfYj/IARuLdvP6FKEFflOzSrqaVGN9/LrYk4fAVLuWkP
aHfJZOdcnPZeHHzAzWyet3oQ3q6HePoCQos2sQbiVKZVL6IH+J+Lz5UaDut+ZWfNowguFa7BtnV/
GTcex4wO3jxLr5USFlsTAAIt7P4eDHR86UdhGhIWDvRk0N0hbLinsxxE7Zqi9CPgNHKNEeekSq5G
cNI9kw7pDvth6NR2S+LPJcfF5ssMBNhyYCrKJqnuUL11dTCOWr8AcdK3RVTn5VVNyvkG9yGW4j4a
pCt2Im7kAL4sdD5UPHVhutnO9ss2OoatPfh8YeAReeGt8j3X362jrZ5Q/534zJwIup5RLp+0LfxV
HENf9gepAInuJMPbJ6Zk6MDca4mbglSw2gNsHVK2ljDKId6PVY6GmSy2SsHE9/2xDbaYsWCgI+s4
6bWNT1OuYYH1NiKJpdrE3zIXKcA7D30Edj6AtcjH5ib5MuymaSpz8BDG6snSVQWe1sXv5HlGAukP
PqSEL51P5XzESV49FkWroT1tS9ehAOLuBHAY1gy3orARuzpfZnDotbJulOsBIovjDts2YlEE8awR
Bfi6eB3iDFrOtqRdGzkvHLfi2SdEgms0nvoY6Fo++y+V4lY+yimY1Z20UGx3Iq9q8oLmHMKwWzs2
/YxVBMWbMYuBzDTrSvI8WlUMnLd2vvEuzzN9aug/luNog/+bXct6hhJoTvzg1n7C5v/NmbuWbmGu
/ZA3vO6qXRn7FUwIwrObvZDu4h1M48H8mKfmgoTVTrWN1LJL05/kJfL9ICO0ioM7dipCEHNtMDz0
5q7+cOu2uQbG5HsPLiOa9jA4a32RG8YmSbvFkt+2PggeaxNxkrtLOEVHWKSQ7v1SdL+iwXdPhlNe
f62nGahi7MguPkp0ROemGuFlpYDaHHGcsK2+EanQvvhi4N0qwYYvN37kbNs+jIyB3myauDz0TIt4
4Gs7SjJpSkHoXIJRrLibjfbd21JZ0WpRi4bu66Sj6FvsD9X0dbCiYCTFou70Ll/Ajj4H+ZLAnLNs
T55mSu/g7C/hYg6BCMC1Mpiyn6vI68jvb8qwvELute2DBPfz3RReINKkmqN2j25eefc268d8dlDx
2h0qfF3sGI1YLscS9rKdPY3rmg0dlNXPDim9btO5djYDwArtYlmhRSexXlO7qLr1geYVxH2W1/BO
q4wli3zi+7mtEdIsJXg7uWnP1NZcxeDBimu/2qQcIVKGY3QTlLXVf4+FyIWHL5dRJYeC6tFVraAW
+ifg3Bgktw1K7QedqP1liPu1bNM1MGW+ZPhewCYTde920T2Bgat/amdVk55TdaMN1NU3xYkZ4iB2
3HxVQyxCWU8PJoij9SgbJNJx5/dmKkWqLokqhM4j9q4Q5ir3qQ7jaQSNOm/VflkWx6FIXoLtrhwK
Zzn7pYREtgKTEAxXuc8yCE7uox/LCBAjdONOnG2qaucYOIV7ESLLIbjxPLxMx02IuHqrWrMhxTMi
kgZAWtJ6RNexWh0POkvKuhg/JSpLez1UF4DPvs31opoDYOp4/BZvTCJjQGgj4FnHyAuCcehWt3lF
dFo8Zp1bHBZ+6vHh6rMqHQ90ic7XOV8AXEOCvW0W5qz7oChqc43UOMRXg7XO4dF3a8kHtxW97a/s
B8Db3vvccqRGckDE/t4LbfCMjKQcPVU7mdhToxDJHZiY6TIh2h8ZGiwrRMJJYX/k0RWcTS6MneKW
PV0r/OgAOw63jH30dD83/Rx2qWfJvP+qXU8HN6MTu+6tO/VWeF1Y5Vg9AItrGyj1cxSpFOblZh50
2FjrS5ejyb2PbWVvVWr1HZnQ1EWrPDMe6CIuNFn3/VOQRyHMzCYS3q+298v8Wg2z1ez9oFf5O7pY
2xHhHUcvxIgmt7xx0bbbIr/5rqMp7/yMGU1pPuZgUEnaFLlYrxPNSOpKUg1UL8CYC/OtMmONoWDM
9YmlJWVulpCv8ZmR2CyZvYb+/FDV2gSZocgNT9XUNsX1KsALXuUwp5tTRJ7U+FbzpPMU2lL0X5e6
DJ77emreQ9dzwFAzTFJZE6+9f4Qoq2GYVsFqshlST8eR4kJOdM3cT2cnnqX1oojGn5/mpA1qiMA1
UIgTabeeQkgk92XfjN38VNgc+n/ztPx3NEH6s3ke+8/PkS7of0Drc+lI/nHns4Pi96Onjfvx29On
nr4r/kv767ex+PwNTVD8qSW6/El/64g853doeSHGVddxYb1duF1/a4gc93cnSTBBB14UMnm4WEP/
3g8Fv9MmJczjApaBHJB0eKv+3hBZjve7T3yuh2UxdihFCTn4Swf0n3VEjvuH6frfWyJaqjD2fP72
y39cQjt46f+v/89QdlvWQnci14UhXyIIr0iHSa66RbEgxS0dVq0AoHs1CuSazE6+Q7d133VogZRw
wlnQy6ikHNPA9qp8h6hYnM2YNENKw6F6WMewdY9JaEcPPqke3xiLieeisix771XSYhqZLxNVIEYW
mfY5vLzUeNo+B0HFxSPBqQwp+OM2zDYm5d5OhLO88TkckZSTiVEU3Ev3q+U3Pfdnq9SXIRKt2AO3
034W5sJnaGYW/JmrtaHJTbMBicms2t0yQejHj6LIl3fe9DG+bquwsuA8t+pnDkN1PJi2LW4nu5Qi
hRoPfTdhJHLVeuWm035Fu8qQ0Nt1D2LXxpnTd/kX6cnmR+AH23TiJpJluiLLoLIPo3q52LAtxCp0
7AzlqfmY/G0Nd8wd3aM9uphKAEI31BRjBK0+GOdnWOhcxSPmlY4jbu6+dl7Sa77eJUnIzkDrnDqj
19BQIDGtWdIF63ps681WjOYANKfdnMxvM+I6A6MKqZrVTqk+Yr+Fimrcnr8nUsb/tdrVdl+TxdGk
uvLF06KszT+NMtG/WCqzbPDA0iznTm9Wc6HKyu2QrJ2APW1fVCDKsZYIQaat7kFCeeUdccvp2V4a
G8YG5ogXcnODDxkZdRHjxvg1MMVgCKAuvdc2H4YfFeskgK6jxb7eiCT89HphXgm9X2OejHwb0tgJ
3cei9f2f0WQ6J5VS2NxJiV8WNEnGGXeT9tZyv5m2B1E+kZOUOsZxwsdizLuhZ77nW/m5npkkVFkl
ZzneVoOCJOvXeER2iMB2vDd5bB/CGiLp0dSBxW22rFDVuTTyo6ObojmFvaYEV/lYXvWeSMLL1I9R
8G0sLInlYtpEk/qKlXEGssJAm49mgD0p+QxD/JgPhEQVfBJNb990NTVrlS1dHeQwh90u3xvb55/A
ZFf52vTQiQ9MDKv5HLqywmap0aiDDxZ0+TkT9He5b4E4ltdbmSTmxi6QRM85iQH2QbudNfGKsYzt
mQXT5ncd6UtXOkYxpFAKvThD1buAXXNV2bfIIoH75jW+L543r5FBloeTH2QDqbPzbgL+Z38xSoVb
xqCmyD+Uiy/ulQbNne/sYg319USeZPDWtDJR1828VJub6qnTyfdNMCuk+8LleljAYfpPdu0ueI5m
nWO5X5Z5vtMg9cw1O8JutyOJCsE/zRMLwd9MjOHhNK2z/Uxgl+GxLkusMw2jrfuSD5G/xsECI9N8
9IJ3Zc2b2E8I/MOuGWT4vfZrXexsj/nKu1CycDFOzep1ttxwZiDaL6g9FhZQyFVrfLOGw5yW0UhH
XM/KGc9OM4y4cqs6vmUovjapqEHjZlXfLtZ9Ytl0uTnHzHjo88KbvlFNb895Se+Sce6WcocZR8tb
ZtB+vg9NVw9PNtaFOVNt7D9GcxtXLPLk5jFcXMhicVJwKAWuN2NjGIP5RuI3mn8JdxsP0N35Nkvg
Y3MKtIET+bKJOaVUjO4z91NZPwellE+y6qERUm6IE/aaGMGEsZdxihR7S36wXSd4rJCMf2wynt78
qtA/6CLt6TAHeGUqAV4S59Lc1zodS1ks753rDWMqlqEuT14VMp1LEhxxTNwkr0SMKrL2/SzV8Jg0
EqAOKwmVnSqcOHk2ruRYZNZkz90BUDDLf9iA1nuegcGnCfWZWFedX98WLsEZOysstihr2DqgGpxU
ez/GAVPPP6bM6y/3Mmc8EvEVo4aIfImptWiJD0MrY3002B2vKl1CLOf99HPmLWP1haKp6fdL6HLo
JkRfPaiKSS8umcWTWZdYeNdEIeXb2BnvXQFU59dCR7/DNQqD/bw2yHRtqIbuqbMLfRNsIT5Cx6lD
LEyt21A7rljGdlDKmlenS6Z175iiZ9vOlfN7I8ro2RrDfgADXjrrrcPk7U7qOv/VDjKI0ibGqdaK
ccBW7vDgnUIPIxbteiHQypypfslF1Ew7SZHepz13TkJH4ixRhlakAbF7pj163ZSMTN4vLxXBRkms
fKNcD1BCIh6OJuFRCgIsPlmRa2X2FRAU6GHkXj0WtVrfu4GDeo9nPlC7ZGw9Hi7fssUVSlhBKFaN
BJRhnQuGDINC9IUwzUln7hoZSVXvjUXGk+udWpgTXM8L51nKys5c74tyHfmn1do3tbbHiO47aRK8
o3IIs9HdeqrkedHdTmrbNDQ0s+VkvhlCvVt6FR0Xkiai3Vjq+MVtKz4/zGLJkwLdlKOnyPI7yeBF
k81byXFW51v7MLhOnmcrzdAXo1HK0mpWwz3PhP1RdsEw7GKo0ls68G58p6JhJ2eOxuVdNXP93Ymj
qOBGdmfeYq9jYIRBnFn14BdvG+EZP5VbzYw8KA/CrPYELyLA5jBmEWGlXJtFfC7DntdTKb8Lbuy+
4yOcMARgz7PJGYckMm889wvbM4ObuM0ep5wVPMd8Z+ad3TjFhjNN98VuWLqhvolUI+oMSpD1WYkh
bA96pNs9iNHS541gfjdtfQcXD2PG5A2bTHs/LVVQZ3E1SE73pO3vwTxUcQa7rJF7dymnBxrCbjwu
IMlltowUV2mZiybZu5J16Ixx+vAEhD7v9h42aS+tLAZVu8k0tqRD9PjtudxikzXtxegmO4jphwo0
Ddt8VaFu5iSO9QlpgwIN+WLdaIO3vLnbpLW+m96rzREUwvbL6yOPh2EgbHwfYK+rb2DZh8vl2dtu
wt7TP4NFWl+r3BUv2G6wkMXjnHzXjE99nGpq/URpyafdxoP5jt6U1Id5s7ybHlnCpOPq937K/ylP
Zhm2b15/cUS7yvLHrM/pTrMttgm/H7Avvk7sfJl0dYfoTplJT5lcOEyyWc30ukXfl9dYH0Z338ku
v7ID03n7rjfjIzt68ucsanypmxzq56FX3UdilvKnGJek2tkmqg0auic/cJ3NaODIXl+molk/W73q
B3rGHLrRZicvfZRUV908T98oX3M+P2fuf3Ar94+txjGbmdaJDPWPLl9lIJ1fbr9uz0nbbafZqlte
cWe5H8a26qfJcjBXOySWI1sUNC/+gPmWN1ok3ztlxNc1UsG3CDson/400P1uyDHZRJrczeiF1Fd5
kRdVRnUZv9c8KbdLNDl+1hZIDujU81hn8HG2PmVErybqYB3fzBED2nRl3Nkxb7TmmoSoSH8Pu27u
s7XSkYf/btIvKCvziYkecnYjlvih91kBSFkTvExLMM49r40KZBYN23p2OPLxssXV/JUzzba4ehTS
c8PBLTJr81BYF28w7b70VdDvIXVYXxFeY6wroVTVPqr7UKYIScF86Fc9fmqmEx++hcEgw7ybl/u5
6Noy9eETfc2Xev7Bppn9UnJi6KwYR0umkiL/y1piPcJeUk4tmQfhdto2vKupQPcVmScYk2T5uITr
PgjAp6WVLqTGPWn3mEcCDFWpO69CYLDrYfI0Frvjp7HsPQrm7uJq2yLq6awvq5CzvsVXCUDYx8xJ
fWy95EOO+dOxfH3Fv5K/dkxPVepSZyESk+jTpk4VC28vxm71sTTnTX3qky0M8O6pmfIyNOFXJmGD
k3qB0TKNDRV7hoihXaTihsvdkOT6uSwmTOAoUe/u3Lj3KVnXhJvFCr3y28hTUqfaW7h8NBT7jwVb
Hi1XgVeG06EegjTOozHOtM1fupfz4r3xOesHBxPjex/jbcdl2M93lpWot3x0UQqjLRnj/ejHxWtR
iy4+RJtVbNf0li36eUJsUdZU+fy52ZgDeUmODYtl6EZx4OsynfI2mYJ97qp5xSse6BaLEiZh7kZb
t7t48WkgSeAhcJx4EDQzdgDC4uAvc73uTN7RWA4ug5PMGpWrTzFzuiJrg9Ee07BqIgvRnbPmMASq
xGsjxWVkVQgmSSzo1/o4rEvvpI4zxoey9NclxYy90HWIFQ9J7Fudmyp3m/o7KxiH7qiSgcURtCX3
UAriMnCqW3mb1gFH2W6cEFBxAy6OZHrsU29GzEaGfRXmjUi1CmX4rLxSuTvPErSk0bxJcWJ+yDW1
kCunUzIrTXmstwoT4oIDWO+Mx7DtPMYqbjLRVLQIiJ1c6DYTQmpxll6mXcDN4hEPvDTNkWJmeLHQ
XVllDm14tp7SzKTwzutwpzRp/zsjguAu2Wov3jVitp6WmtL2OPTTRaQNpyq5ndZ2XTJHxPxo1Zwk
P8ve0ibroks/zECYnWZNt6GyImAedVXlTidPyh/Nl05Vk3XUocYy2CaD62I2sRPxxQYbYUObqvDd
hvgyKGCLoOwRjpnU7fi+MEvZhjXudtGCbT1LBNcQ8qhM2mNHKEFx6EMjMREw9aLs9BTPLwHjhbMb
lKMsllmcLt+ZIEcd6CfDPocp1BQfa2dQ+RUoiYKup1YVUl8XlcXZjQoRnQQXc3uXz6ovT1ssdH2L
21ZK3BKoeXy/R0A5SeKu41nbqm2yIV+jMB27y6+Oy9IUBwYNfMzk3g7jA2X2rFMm6J37M/cirQ8a
S0V9J4S/NZltkfxzB/WNm9JR9VYey2Cui5M2YYE1cSiq9sCkjyCKLcDblY1TMPb7ahhyvRM0iL9K
e0aZji7XOysYVuJdYcGg9hm3NojvJ3p1dWexfbHtyMxkp4Z5QC/PCVbDaSe6dZF7a1tdefBng8na
uDz9jwOLQHLHZJWEK42Fy9lZiZ23Rx+NMZp2SUMxmEq36+OD8aZhPs/Mlud7tpRsc6dGRHQmrdjS
H5NW9/Ilj9jlzkaZm/ndBILnMZWMVqIn2Cl5cZN4KvDTda6G5WBWjvhVm768mnmq2cxwNdFsXiLz
/GXS+HhiaukJd+02dc166Ghxe9p0lJM9D1SXpEvJz5/Va7FNzHgwlGd1520tbhQoRxk9PClOXR2O
xYm0Je2AHR0xuidqK1hsYsN02Idhk5TfK91abzF5xt0V619bvEPza5fdyltcY3trxvHmEv8wcqPK
1TqOKMDrfuumWR9Dr6bLjDH4oUZp07Bl7kQJw1YfZ/B+nj0+DJeBQbEfxkED3u0W/HayqqeLu8ci
QS8JeuzNHfms5dMUNTiVvWAjY/2yuO4cgllOCwMc2bg7ZjmCm9vjrTx6yeLdWPEyrbtRjsy4WXiQ
2K1dr38qQ1V+mxsGTKketJqydWLAn/bDZtVpO6E57EKthrs4bKIHexF1na5GTR/x6PTHDc/NZTFP
EWG39FvP7J9X3O5bosgPApCtnc2Nvz5jRsrjNN/KhXGtqzo+mS3WL6HNVhESgDPaKfJjs+5LBEG5
7/H1x5lsnbjd+3JTD8gDo8Btv4RnpLd2zta2DEW2DmX9Hi9Lm+MWT8Y79j0YDFk0um+yj5PXxDSr
xsDJU8tqeRt9OLiQv6/Oullph8uYPsuCVsQpIc0V1BTJGNvlfea0REPkOq/pZZdiUljge7VqPBhJ
8qEsLFzp5pCISx/YKq6SMsSl2bPi/JMvv9Xvkqjv1itjmEp+7SX9wXlNxPI6TbWRvPl9T9eIG4JS
tDLz1KKGiWoqMaXZTQ8R2SwjmDA9sVBzlG0/UEgxixlrL5uaQoQQ8mqpltRiQuKWx3xylv408pTM
d6hbpXhhVkxp8YCFvfXuBstJjCV2U+1XmlT7Wo8HO2QPbEytQAz6GXfVxrgbQSncB3lZzT+mGP/w
yHUWtKLHZWFbFO657GgjsYzYzYtDsGa3j6FRTrsurHzJyB69SB9YZ8SVlTKj71aVDoWrfUIhwhyp
EwSQkVjhpDVxAyTYU1Xk5WpnujbUV/SCZtv7FQ1ckXqX2MWjT25k3B/LMdqcb0atiXlSwq7jk1/k
gc+HHYroqansdfkcjP8HlVlNdJXXWLOD9ogwYNPC1B1ZYdS4MJM4LipwgNMPzDNmvrV1T2eHLfWy
mxS1ju2z/hfVwvUu82yXfY2pw7fxPS+hZ32MblhNL1XONqROpZ3TJaRTGyKMpaw1jOWaRoS8+m+X
VczhhWD/uCTWmKW/n6605iJgPFMs4XOkE4rvpMYkCzt+TKSLhumb8l7waLTMsShdurTuS/1/2TuT
H7eR7M//K40+DwtkBNfDHEailFJuVtpObxfCK/d9518/H2ZVt1NMWYINzGGAXx26GnBZQQYjXrx4
77vQE9bKZqNPSXkd0fB/rOhJRledLfMmWtmtda9Wc4E3sgTVS/w+dlz9SxPYkNKCYPardI+uk1le
twowK3jxcKegjQbJd3X0yu9QPrR3jRZR6Qn7Us02AORJD8PSBOnRc1ksrvwmjgLX0bJJ2etxmGVu
pdDQxX+h0q6TwoEn2Rc2bh29NjOEBixThisb5KG+8v2CPFnjHk4UU4rxTa1ADKS3X/bNtZzapAJw
rwfksGVskxWVmZa6uF3FgmuZVot14VBNojyklh8crQi+KVFigO8BB/SmCMDV0AwoUrEZqTCh8hez
sfe0x4NDJ/gl4EVKc0eZyO9Xfdkr/G/e0A4LYXUeMjTSfBpkDdyuypcendygT77lyKC+qyenV9ww
sQusfJRgaIkrdTGxtb3wh0YVlFewAiXmAxkDRQAx1MKlewE3o8nt7mspGyiyVMsKkkGv0bRNNPbV
hzyTBS8MjfZ11DdD52rNqH3lmuaDcEji13E2BKAa7UBZTY1ZPto5xM41oC6rc5tG1NwdxNxb0bo+
sl21sP1tXzdQPVnN3MYHqUExmyAMfcqH3ihAWonqe2e1ZuOWcIgeRkud4eqTxTLr1KnYxaz/16DY
7XozUmJ/rXNByV0uecF3SCvOa8ohzE6HxyX6biMEa4KaB8BfqY2DEvoFBm/T4BF1I3YyBKw0CrcF
RKNxZWZQ12BP5f371FBN7hiFPt1B5IeBUw0TCaZSYPeygiHGrbEHXaBD2oU3swnjhHJHHFX2ZyV0
+oGQV6Q/cj9pvnfSD12PIpELd6oyb+HDcnyHVepxR6cQzVEWjpmySlM7/qiTDY9umftU+3v63W89
Wi/B3kkUv6cNFQ5A6TBe7te6YvV3g6OYOVVOPfrOPSo0mN3cvsWop1c2macaLpAqU6yBrCjDXtCE
L2njJ+EPI1Nh+EYNdt8rozCor+gyIk+Oek2d3Aj/CmJKgnK1i0F6qW+woCFtq4h+wXXV+jkpckMB
KY8dGEq1GkMpKomN6moqFe2t7yedusph0zVbGGxQQB3Ckr4qFJ9Mn15YBpkmyGkHmXbFlbOoFAof
XHrNN14v1Xd24znTNp1k8CArtWQVRVOEnzeVpm8xwZ1ySG83BXWcjus4ZQxdva6KovzqDOXwqLGT
dCA7Wn1ftKko15aZKw/J5IMUiyx82Vd+3dD1ahPhva10zWsp2EptXMtK4TJfgq8M70kJ7YcCLovu
DnnC3/QaMI4rn7qvtZvM1FTdNimDDw4K/wowGmnuJk/vi61tUxleq6KEJN+YYxqvIYK06Z67n3jD
zc269nxS5E2tR8bgqsgvW6ws+nIr0UXatI7MbDLXspRV9LGe8uZHVMKlXalp0n2z9CmNX5tN3Tiu
UOcCMGUYGkG2nbevm2JylBvTyhAac4zBWpV6E30A4qg+9Ny/miu90Kvwtub5bks7cmbckje902k7
FWuOOqlS78mKH2gMTu1a7QVZRq0Ayl5JS4N6lNb5Z1Ma4KBGtazf4cboDyu1SPKv/88Qyv+fNefF
LLL66+78YxY237/96/9Un7/8i9opffrv9XOQ8tNf/7slb5h/SVulw26Bq9D1ZxhlQ/sLQK9AFU8V
lsSLDyDyPy15Yf6lgmcWtoH0l6YBV/5vS16Iv0ypmZqt0843DHoSv9ORn9vtP9vx1D4NGKeaZs6g
AZq3S1kVzK/SMhGRAE1od9sYYt4+9LJLhrEzRWQ5ii51R0dHBQWqpeqjLfuQY6kV7ARuJURs+UmB
EboLGjW8BTpNjtyZlTuh6/cu6aP88OzbHP4e6DkQe+YlLIbX5Qw4AJBtS7Hk3yRTmOaeOeouAQsB
PsjG60ILpCsrDt/zQ80yNC+H0g2DYdiGYkH1odkRCABLupuUzlZPp7e9mRhril+QekGccq5l7aoR
4cfzw574jMyvoYNeN/g/cimj0lWKkaQKbwhLdKYWKdvC8y55Ch9zTJ4Wi27gIgk+CNT9E4TkOXYj
FhRubc/g5FKC8HYEQPZJYdyVBl/sVo3j9u/wcgSof/7dntbFYjbZL6pjGyZWDGDyme1nYlFOUeZa
21uScn1H1cdo0j1NX81fT57IEWBK4JyvzTi1tq0Q5o9+Sj+Fap5ti0wrHs/PsDZP4ctnoVLMbYvr
yHIR1eFoEVt9coium2spKKIM4SsvxeHC6zxEXqZxDbLgzuCZ97bUVi1KXZ/8qPddgK+XVJxOLGlm
5ufTgPN5PjN2WoMU1xXp0o6FBG/Un1XPV69h4qrBhSV9Ym0ZUtcc1dF1R7B9j4dq9LjpfUpf7J7a
2UMCepMUtbggG3XyfZgVXdMIieaSp0UzVAPJK/jS7NRrdHfkeqAatosxPbigS3hpqMWi0r3GHsxI
l65qBcHat6jvWW1x1/hA7s+vmZMz59CgdwivoPLmsPhs+UrVn/SaiOQWQ11tcgtyXi+5n54f5eX7
wFVhdxDXyAeMJSsrjrpGLyw7dw1PqvsspanRxQlXsra9JL51aiioNBBZpIVYxNJJIOAzeZluFW7a
p827FPQxxclUvPNrr/ot/bk51tgcbbrOySRty1gqGTZtHpWVoxbu2FvFVZBX3cpMqkvWe8cC7vMo
fBrpCIpfHA2cDcdfaDTB38u5mM3prX03axnd1pMJs8as1SsoqNqXSHTe7nc/2PGgi2DdDlaZWl5f
AIXR7He2UnZrE4UbLl1YvF5Y7C+X4PypNAOmnU7bfc5qni9BDPMGgKkmOnW9R+V2cMprck3vgjTY
y4PBkY7xtPqcGdu3IKBKxJFSr0MNL9MUbSfrwtqpnCMr2adMI53nC+48Jz6bAbYQHhG0KjCGi5BE
dc4KZKXNbdlyBlFM1Ok8ayhu5sredRmZ7cbx/PxCIHy5+tnD+jyJlq1hqrAIHFaOUrWTBq0bO9JY
Iy6VXicwzlx0A6oLL3hiQk3ToYBPz8mBvLKY0CAouwFlTV5QbbtXuVGBbQNB4+bFUG71wLEvqWKe
OGo5ZQ0yTfIWQRhZvFztU/oWoHrdWEVIQNQNIjjCLKkQJT19AUpyoMvNvDI+F8hEABZo2ubBgXjx
EDollYHzW2Qe7fiwJblljglplkTNbRE5Q3BqiMk3lWskknLu0OBrtNHQgYEUhAnc6zoauYuNaE1w
C4u0SL/wqU8sMOIyMdsESWsJYxEXuoziYB8wPsU8byszpUCuqG7cpNY+txF3fIrszYV3frG8gLqT
Qog57qkCVuPxVu0BV0xNgwaY0JATqPGzWcW5rVCAzr6fn92XH5uhIEaaZP+C0LD0HSiQwrPNOm3d
PtOqxE2hcF3ZqufsKxOBLZdCln41zr1rXIN1C6h+YO3tXm+vUSUq/6G5/jLLO/HeEnCNdBAx4O3n
q87zEIUOBFphKDS5DaWulaVY5Wsj0YK3pZFHFw6VF9vKVKXGhYeL07zMl1YXiKWNHlSQxi3UPNhU
YWStqXMMj2ARhq0/tvaH8xP9IvoynuBUAUsKFtuwFtvYVLrIAqnXulXgOF/jAbENp6mU/flRnmbo
aLcwjOS81FVNI8ovP2fUeWBljJ7XKmLvRqsd9GwBaiYu6AKhXQNSoV0HCmMFmSPYAqOd2XYD4maF
3RxSJfZLuBa+fjvZlC7PP9upGTB0UkfTElxll4KsIOI6xcwkG1mV6nUn5bCdYOJfyB7nrbGYAALz
nAIxhKmp8xJ7lmiFrUcL05hqd4zDIqD+P8W3uMTh5AogVVxJVKLvakKqi9+7sjNCx1Hc8+/58npg
qlDALIvvMIftF8rOpRZrudfVrh/EYqNZpueWXpav+1wYN5SfGkDrQT2L+gzWI2vUOdSI/G1AUMU0
4ipth0hNdOFYPjktBhJl4P5JQpcRxaf8DBGkZWd5NAGAVeF4QT6logTIYRbvJJqSOw8S/lZkjYMp
lAbK5Py8vAikTIvJUc291CRzXOYfkFYNZbDmpRlp5auC2QD7MMb71ladH4gE4PkIq+nCNn/yHjle
DxK2tUGlQUptvoofrwezRQHHRz/X9Sz5Xq/usxy8tKe4mQIBWipryKp7SVdvCMabaIIaGO+l9a2r
HbcGzmL4NGz96YKpw8uZkCaMjBlHCLqPOtDxMwWONgRqZY6uAWv7FsEAcV+jfHmYdFIIJZoZvYil
fTk//S8DHkvS0TVyCUhZ1jJlGRElBZeeq4CTrehm/BHXG30oAErCcP7dI9MkgqOJIDk3TZ1gd/x+
aQ/700bexgUWXD1I3HExts+yN3FSGTsvCe3bSerighL5yxU+D0qVjJIH58fSlk2jP5eVNpMa2sxi
ILLo2p/qekcHlWZrmtkhFrS6KqlHt+N9I4pLCvovDy/G1UmYOFiQwl5WKAAM0t2MwwmOSuuB5+r9
G4/m7Me+SsSFMP8ylEoyQtMUfEpmeFlEK6JizsemEZC34X1LMw/Ifis/nl8wL99Hh9qqmmw/A/rg
0neg6NEIQqtndHu1rd6UGhr7Sh7Ir3FVXaorvFybDMUtALEFym5keccLpofqNmjgdl2trZK9WYOE
QMspJGbXiVwH4ejYv30YzSekqsLc4Kywl0rGPe+Vt2ozutgJqTtZlcqd6GHRnZ/Cl99pHuXpuqVb
Kkn14r1Uv2plgQSiAZnG1SIEVaco/T3TWW6uJqOQH88KE3C9luZOU9uBbgnr0U1QL9uiYGzeQDwd
Lqy5E98IWIgFmRiFDfOEbjU9vdSySRTFIPZ5Xpr7VPHK17oeBK4GderC3J1YfvAxmT1N6HNpfJEw
QcWIkChjvNQOlWsJRsNZVToKbKt0GC4dj6deDpVga/5KpNv2ImLVCTh8s1awUPLoWkeBehWp/g8I
CQdWT3YhPJ5YFdyruEnMkWo+m45XBYi1yixHdGjLqnS4MzX6Grnbdnd+7Z2Yv3kvaRD/oEChY3I8
St4CSIFf0rqoTX0HMIbcXSg/NoSkqz8ZiEsa91MKtMtFrrRVJbVCAtkDA/W6BNWzRnV0uvWm9vcj
EqtBoqHCOQ55cHHXV2zQCraH0ZVKd/4gc0NuFEsp3gzFcEmf68nQ7ThvmGvbP8daXPsmPRC+bXHt
LgvLv+2qAjSgtCYkZDHo9B5kU+NPmyoaXcPOqYDOWVzIm6sys0j85IgKx9ryZEqL3oCOvR57gfgF
JGYbfHZWDdlbiMLFd9hjQqzgPY4WRIQ8ttzz3+ap3LJ8DWGSbLHe6OmoyylDnSXolLxzUTZTN0Eg
67t2aJoPQBiqjeGkzsbyPIQDUn1SbkUdejuY58UfLMV5MjEZsameWYt8px250I6i6lyoA+UVQi8x
ty6zvaJ8ZFwY6sRGnvM8Mh0a5KRWi1U/NgWC1kRyt0zK+C6TUoeY4SvFbSXSflUEsjQvxKmTI9JS
MLiyqiyYxUIxMsJzFzedC4xo2IfSbAFE+3qy8ltPuwP7ExzOf9MT4UMnUaG/Q5JEv24ZPqba5oOP
vYuBBtBjB0y2L8zowso58Vo6Jxaf7CkJcOY/f3aPahLdGxGB7d0SWIELca29LoFJ7CY1rF4p9dRe
GO/UStXhGxuUX7kSGcucJo1EZIq8GVx/7LuVP5btdvJFtu2iKH87lonyOYWcBgqdFuJDWDnOF7sl
CboQm0/te3I4avScBJSdjHn2n72378O6AvdEj99sgE7gjr4HDG8BvMed/nZAzvMViKPuBsMAsc4B
8APjGAAcwlmlaNsWh0TAafGsUUe2KU+3QY9m2Nj5uZt4bMVVVtKnmuyLsnYnwv3cj3pSrLJRUV8u
fO4vagwRwi3sEUBHZioDCOFeO2RZ/3u+yk8JB7VPWs/CkaS79mLJO72vqGqaMkdB5W0QkAF+MRi/
Z8DxzyhsZnzdkUGl23j8JXrFATNSZAOV5MLbJXUEhdTpLrk4n7ggUi+Ahk4SSA/dcpYTlwU92RUL
XUt98xs8g7pdp3DrNiL2TGevpr7TrgWF3cfRS8EkE23V+65Wk70jzR9qb6U7g4xkO1qxfzD0LofY
Q5VjN6A+/u78zn95b+RRSffJUXSBAthiTw6hoSMiz7xT5Jj2YxGmt4lfRWvoTrilJdARkDrSv5wf
9OTCsmi8ooyrogkw//mzDVE6wkCcF6xx2sTvITWJtaqW0C/B5m/Oj3QqsIlnIy1er6bCGak5I6Ev
WrkZeOu7YEoueZecfh+di7AB0xjN++P3aRvT9yjFDW5uP2HxWnwiwKOzM0G7xRfCyclXQi6B0ged
Yme5KwGqtaXSE9TiPtZm39sZ46wWF4o7p0aZ66aWyXak+LfIXktr4MAw6sHV4XNttDFoQREP44WD
7tTEPR9lsR9jTa1LTRYsBO5xbzCOAOA15OM7vfAgxZxfCifK0pTQ5hIti85h7ha7EmznqEZ+07MM
2t71dcxhVpjA9tdYeNrv+8rRrgdpVx8GOA+PIjaUW69pwxsdKrXp/smzWIj3sQfoQpqLdQlhXTqK
XveAyNGw7hVICiixvR80q7oKzOwHdDs3a0P/OmxwezaH0N+Odnhh9k9+Y4pFDrmNDQ5m8Y0jqAnq
MA29WzllsQP91axy+JoXLnlPlq6LfHHua2nmnKxRFV/MO45Kdm7lTHmNntvNlPrxQ0zues9ZO6sB
wv+5RrQOOw3kGr4gGATqFUeAD4KS3uexoyR0YSGcWnTPn2exW/UCFWxYVL1re5ixtxUTQD+j2OQA
oy8MdWqGdVzeDUr0ApDDYobjmLSEVggHwSgRBPP00U2xlboQ5OZdspxgoF5zTZLbprG0FaxanAaM
Pugx1tERkQiBBuqrfu49PehqnGZu5yTFrTrWVKqkF2Ezcn41n3pL+jyCKjAJJEfJcfijZ+tbk2/0
bh446TUWF9gBYf7x+vwoJ/oQ7BRgVuRS/KMvOzkCI70Wl54BEbAx+JwIAyytNbXK27FzjBsth9S/
hqCGpCt6RV+N2EGaApRwi2FQoynve1HrdCI8hcZumEIXvzALp05S5nRGFFgUxeViFsq4VIe4U3uK
GapEUR05WrVvrAO2PunOzI18peup8fb8pMxxYvnp57xSnytCmr3sJPo+djxxSkwbgaZu8Dk5tGhB
r6EdfNQa5d35wU59Z/RLgYGRQdEOWgQtAYlmgKTQU2NuxbUsUUpRI6P9g5MHvKINXYG4RE5yvJpQ
bTOsNGQeIWXACc3Sw9Qg13n+VU5tGQspKnpntNsdffGxQn1EekylPwB1o37nNY6G1u5UX2Pq2nzy
FN3ZRJ6sV47aaxde79QXQ+WaypqFSBCp1/Hr0aDrohyMkCt9xacOWQXXZaEg3ZeaMYyRVE3jx/Pv
evKzWSZVV+rYgDUW8a7MRdvxRIPbw2h0DRnrrtKF0fb8KKeiKm8Ekg75J4My6PF7hUElUPLSBtfz
Uu1e1oNzTSsGffcmHi7stFMfD5knHWArJSIApsdDJZVuKhgTjC6s4f4+doT+CHU32w2Vr2xSPvse
3Hb/IcNv9Q+mkpKrOpdFOTb1xQ4ADF/TIVXIV1BUfRfmhVynaaZf6OWc+mDUNKhHcRNCYlgev9+U
RGbYJZJAVwe5mzp9CpFH5M6fxG28auYO3ow5XJrd4sEkMrPgXjo5g7Zxeme8MkdELM4vjFNxkaYl
iSQIHiZtMWelz4qs9GFwDd3r79rQS4JN32pUXlWnMt1qTBXXU5P+Asbl5OUfabFZlgy0FzXs41ks
ssZv0P1j2be62iM0WVoHD4e0R4KjiaPG0O1rIKBXUx51r3onyA7JVF6QzD+ZczqkKNRVqORQYDl+
CH3SkAAf2BVJ74ltAoHtqjPV4nNUe+HVOGX6N1VM8iP3hHo9JHUDJT9qjIOfIAp0/jOcWlTPn2QR
8aLMNIs4mEjozaK90TDw2UYOPru/PQqYcc4GOpGU9pepgFFAGwqNnPR66mJYaL6EkTckhXbh6554
G3JWsmfq+WQFy8Yv7k6iSOtGc40AgZEhyruriu7OhTk7sXRp8goaY5yutMYWRxHWbWVlSLjWeM9U
BE1z/JqmcXZVgc+hCegb6PaDd7g6P4cOa2JxprNcdcpxyI6j7rn8UiIoZxVcze3LQDy0sRVsHaGh
giQysW69sbqGfloiGh+MKJMWhXrhrU9EcmAyVB0Btc+QocVbV2hE4nbkaxDmWvWQchHaWFk1vrF6
5cf5Nz05EkUxUkY6QCyY491hO9rkJ2ghuH1tjzclXMsN+jTKG1U2l86MEwsGpIzN0cQhaINaPB4q
7KOi9zBUcEfgZavBQi9L5IF3IdadOJlsbm4ALOC/APxcfDq7MpCFNXTUV0sLJJNj1sF7P7JbKJCI
ZiAOGzfBfSCMGvWbLEPj9fx8nkqRj8afl9azwooZ14E5UzGRLSyrH2ratq86pEE2E7rf3TpP9ezq
Sc8Ixhg838ketCvHM/V3MDtvoPltUJ9CIAmJ4K/nH+zk7DtQxcA1zqFw8Vx91k0RvlEatsMpsovD
mLjWCBvt/Ch/w2COtw55N0gU7iG0zLkKHb+/arW9o9Q+RpfKZPU7a5zKD5MUK12bPkqENOLErmKk
e2z6Y9lQBm9zq0C/otYCBxRwi8IPivpat0Y5SCq7atIa422LuDZ63pad3SHsCBGzrbpZCLr0bfW6
TDGNXI02qj97H/O1YhtWleW7pj97IOZx6XzyhgI6dlp5uQH7cDRuYi8YRgRY2pFLfVML/zYNcDtH
6ouzeNVnI6ItaaWM8RX0ZxkwUz60lrAaAJCoEddpiPo+Njl2rZmzlVDtbLQ+CSfcM/XE3jij59+O
RjE99vkUUVXLJsYf7NKBbNvpPfzJvvKa67hHT2YdQrFAJBEBS49fyRvIZygvU4Zt495fja2XChdX
mfxjVU2t2GUYumXbWqOstsbwxLA2VQfYBiWSurCvEm2MAzoy+cxCCXppXsHztK4iC82Ua7tq63EX
A7hEDT+nXXWDWWbiu+B3UJbp9ALK3wC9xUX7uldWue2E/RqG8BCvZ4Wx+BHu5GA8xnY9PQijH9EH
SoYJaadSVcpt0IZUjEgLESIJQxG+FxQbIAPJrrzLS6X4YBi19FcCvctiBPa/6rWwyLGuDOSbjNJF
DL59LJVrpSNfWjkIH+4KTNU0CO2jg0Ci5tnW2vBl1N0kovUtdBLr+nVthDoWt3ZMudpvaChfJa0Z
R0h4edZtZFqVs9K9SQxXdTio74Wfwq5ujFjehz5S+ysE8gK819QgkmuMn2ALm9Cay9sSSpHYpsD6
UxcBsvLGkbNONcpUEzTm1srVteZ1Vrnr7FmXGIk55Z1XdN2HaoyRtbZ6ugY3GKWaX0ZW7GfTzvpX
FW54N3Y6pbSfVSS3uOmo5jbGIPmtqqczD1mv+msrt2F4gLGBlqr5OUqd7NYUWcHR9u17FeajsutD
JAA+trbdGCjsCAn7tWk6ZHubJI1c+J7yB6ZWSrBC/Ruat1IpP3KEpnVU4OCrbPsyY8WqmDu+njW0
nc2UTel7I82wgc18iiUoSgzBpygq7L0Mw/R7XlfhodcGuOVIyOnv47CEQpyASxLwboNAdW1dehUr
JgWpmzqNLNe9Xyf1PrXGGsF6YwzfZ5jKxCAlMOo9DBAaYxeSb5msJyesvuFYkCP4kmRYQ3tW0X1q
QuQcd2Vjp0gwRb7xPkAUqLtCftYTa9pI8lUcDI5Bo3MItgF4GmXTJA6yU4E+simxikvxmYmdAkfQ
ykJYQSiT8wrTeAVTvNk2AsU8VM4TPho8YmfUvlVcde4zR3ZffFQKlLXoDaimhh3r70PQ/P7Kxuqy
ZwlEYewOYFCqDVgpnAIcxJhUpK1tEroMDrBc1/UUHgR72V+XPpCUdedBNVjbOPwqMNmTbO9gYqev
wiKTM5O3RWyvMgWCJ8lQIl8jMIOrH1oFXTx3CBA2hHsdZ4WL1GgX3WFl1BvrcKrQCrVxfoZZ7uDz
viprGVQuV5fsg+jV2lm1XZpHV7iysTsRe0INStSdF+8qzBeR+xdoQrgU5WGRhJmHXgh1rexhGGzj
jYKvtNjiv1ClNLnNHimUAIVTF/UQFBE9MLgIM8wIZCTDNeVBM/K4vxrMCh1vWmHmdJ12NU7Hbopa
LJjf1qgteLMKgkVa/QWYXDYoDyrSmiYaMgjUK8ljPsQ2OlvJgEJ7sP5fWQnPzgYl5XZ1mN1T+3Le
GISit4aoFMpppYOGCl6KuF4iJ+Zrs2Y4/kjrqrTE4xhoEX/s1NWj5WUFKyrJlexCjvgCEGqD9aCz
BFuAAj0AmsUd0Qfc2GWDo7vIh7xhulLATdDHY5QU3LyDUS+yqnSlF3/jVIrXbaRY6xxA7gqFWbku
2vrx6ez9HyHtf9NoeZaGuJ+bz//6jkdXM95/Tr//73/ffW6rsAnb+jlB9+nv/E3QNeVfAGVopDzR
dAGzkBv9rZkNdZe70pwQQQXAyGdW0/6HoKto6l/oIQE5cAAO8ZnnyvF/RLOxEeLbQ0wBiwwaQXN+
y0ZocUWlID/jhaj/ixnfjGDqImeaWMNZHFsDWmWWdq3Q+Xk0ywjxRhRS0vXU9O22nuU4orJB8hRh
Q1R2aFH+KMtg3D+bucPfidpzRuZx+vz0KBQD5rcCg0jPYHHzyJwRdQ0rxNMA0YMdRL7JtZSw3VkF
bgzrVA+aB5TivK+wji5dj+cqxM/MkUskGftMop4/hKWZ+mI/maWPQAYqSq6jBKgOaBiiZ8P3aLC3
lV9e6kAcp8NPgxncxSkgUZuCuLwYrBgrE/SeDetDoSNAb+2zLJT4Qog4PQjkPep+rLFlFSkgtoJa
h1qCSYK2pyrcYRQg5Zvzn2xeHUfzxiUVhCopN68Cx22xeoq6a/JMaxsXh+4HQ5mQb/PLt441fffJ
ueOp2NtdekgqZ3N+XJ3NsRwYFClXOiCeAJDF/OfPrjq5ycHiN8j2JAaCVesWT9xxG2MS997j0Gy2
npjAUIS5+lnirHc3KLnzNtBx/oEMnnupCxQwcpGoCVGKK3v7cRxRFlsXqTO8DyWSq0gqKqRCCqql
E9o7otO5zuHZYNeDfNvUNr9WIdDXt92UryukVL09cl3TPa6bltiLdkIbRJDS4dFaKcJada1vO3tO
BWvi2NJRtkHXU3mXoRiO8VHpAxgldUT+vLW0jREZGHnKAstzlOmM5hIf68Xa4EOTrADbpsgALmZR
G8sRG1RiXLjcNKvjO1yhW+gq6ECc/0Yv9hR0BSqLAJjYz7ioLZZ5gwJpqjVImcMJQFKzqVBLUXFC
wUtX3eIncun6O9/hj9eiNNlUM1aLgEvz4HhJICZVGC1WWi7tQ74cord0wZBl8VHNxV8oN2jDlfbv
v+Tc2CR6GzY3/iU6zHECenKm17hW3B7qqoh3TVDT64OCkY3hpSbTiQ8HaEKdOZdEbJDUx684sTi6
CrdW18IibZ1WvQaHDEnA8x9ukV0QoGhNcI02ZhgL3Sxz+eW0As1nApfbG3H2iaqKMDBDK2IsiSgR
vLW74haMpum7wKlg6434l2yzUCcZhBhlvTVp274Ka6B766cH+58s499gkp99oxdZxv3sLfivm7z6
/vkoz5j/1t95BjXmv2AUcoTTVaL2NC+N/3hz6H+BgCM2A4TRidf8yT95hi6xOJxFM4ifTzog/Nw/
aYa0/jItdEAozPGLQJJ/y5rjeN0qWCSirwDkelEQ67sQ4zl/8F87ForrJVXFq4CC329Vg3/++mLD
s+1UvH5K5SGLjI9pUwfIak7bZ/N8eJmT/OrJFzut1ihrCJn6qEtFr9Cas92aO9sf/vgi0ZFN0ZQp
1O+HLIk+FaYQezTvu0tH5FE4/Dkr8xs9OxllVyM/7PHkdW8jUmuLG4UdfiFEzE/4M9b+/PFFZHAQ
Ay4aJfFf69w3Nm2v5J+TTHVcv0t/j5Hycwhx/Pw9IyjTxBDa2A43eR9vrUT1LpC4fvVZWfDPJ8cu
nHigIus9TAnhy9P1d0Ojsuf+K9ZzYsn8am4WLdDa66JpDEPnYbZ85CoWq2tDC4O1HagX1s1xovzf
qVnWUZt8GLB+0O0Hn2rAXdIXxa4yam09GGHzaog9fUUu9kVRrd9LJn8OuNi/CdVm2NGp/RC17T3F
eoeaBZrc5+frF99iWf6fL/xZhnLQg+qbn5QENwwI4O/P//bTlJxYqNpi/8Z2hQlH3XYPIMw2UM83
/ZQjZbcXzTt7esyraVUW6yie/ec3CpJE0t8l7VfP21vkjt4+d756qnfhRcU86KmHWex3NFtqfTLr
7gGPrlVf9MCQb5A57ymn+FQe5ZfZOW4g0ezEvrM/WD3S4mzZpCyvPSwHkGH/519lZ8z/De5aq6Cz
IAuMEKh+SM+58KRP03PqSRfBQ7UrLx2CrnuQSrCX8gvKxGuTGZHDTZVtMeVBm262L8NAsdwqs3uC
jmFDMqzVzLmO40tCNE9p/KnnWMSZBHNXpRJj+qCmlEwxMuiZOTttrjSTGcK3Rex7+4NXPHj+FugP
viW3ORZw2qwvX63xzIDV3+z4j+OYq4BctZe6ZE8g1VNPtghP0CrisFWK8KFMARCKytr3g/rBxnst
lhE+IwnI7QoialAUbzQFcfmk7rIHz4jedXZ1W6vlj7BwbnHO+ODI8LUYlbvWCT8Mtf+o1O33qoVD
qw3XEDhRih5vbE25s1rqa0NQ7xsADWZffYlROO89M1hn2vAJUbgNRWPXCYKbVhnX6AjvKhtPxWm6
R9L7DXnBtap6WEBaN0oA5ERRr+cZC7G+GoPxvu4w+dO1h0ipP4VZeZcVmrqSotxR1rsKwuQhNHHL
LhV7i2Gwi4Q1djP9NhniTWVEwbrBDUUkw7URFteWyK/qDo/4pLuXWvY6SYqt39Hmoo9wGEvzD6Pg
IoZrPWLrRhOXB9FxwAUDgtnm2AZXyPild2oNHiOYAO94yD2eDya/ClTLwD4gYGmMEe9QFVuBD2tU
/h5Q+b8BdunhHPVIMTqpKA7Yi35wEM1ciaL4+EePvWzGY4pFVbOQ5aEsBWbCpndv2+Hr87/9i7NO
XaReCGimUWEZ5YHebl3TJDCChwg58VdRierbn8378rYjMwlzyB/rw9g7D61OvVWND+ef/xefdMnp
t6pac2qatAcFZ6nVlOSvEd7Q3fM//qvJWQRRxRjoj+GqcOhwSsEdFMl7DWfMKyr1YnN+iF89/yI+
DugEFKWpVQdaiocJz7uVQDLmD+ddHCdJLV5+WedP1aG3OG8cw692fRUHV3/26IvtO9hDVNt6Uh+S
IfkI/W1lmv73P/vpxUalGQtRJWirA0CbCQ+K6aCrsvj7EvpLRZHTU07N/3hWLKy9m64n7CQeViKU
uMJ1llp/tFeppB3/eCSVLNedpjzEg/N1SkJnlYfqhVzoVw++2KsJPiuRnoeIcdT2FR6mBQ3vMr0Q
jH/144s8S+IViPIxP45T9Bbltmnde/CG/+R7Ah47nhXPGKo2ljZRpqyCHah5ZGw9jF7O//r84V6e
5OhHHv96ipoqQvMYGDit3uLnnm+7JH4DJe1GS6YfvR5e4xHTHYwo838L4fefaP+i8Fub5jip8TxZ
RfyD9bSWGfa059/mVx9isWmdHOP7Xm+qg/i/nJ1bc5w4t4Z/EVUcBdxy6oPbbZz4lNxQTuJwkgQS
SCB+/X57vqpvz/SOx7V9NRNPBneDWFpa613PK9F0aqCKg62Sv//3i7+TjwHq8897BaZkBEWDNZZ6
Dvkrh5ngty1Ew5PCYjDfxGoXPZZZSrmAsD+MYe8uTAUP+sD5gpRB3HFYVBRbaNTjuhHvTC9ecxxK
fPikOWjRUbOcpFG/egzqJ0Q7Hw1cvHdTrgICWPLhulr2XI5R9Fajb4q25PzB4vzzYcy/Ln1XisGc
cGZ4mGFv7WGIECbKC59sX+cEzhonBZhXTkd7Ovz7M3jnu1zDINCJYTG3xFyuFDaZ0r4Ui5uPsAnv
XfwqRoSuX6EXa2GrNaRKLQle3ARvzQ/W5p83RAxD/HP1OJ4lNqrMXAZRA8Q+jD5ufHgwZZNynE9t
6H50FSpUB1FVRHpZwqUNJwZYGuewm98+CBXv3Z7Lz/9WU6mEN6KcHU1lOBs3qYPpFzH1R4edq1bc
f8PCdasG/gmGta0UJWTjPhTTg3MzL+1PdKuQicOkNIfTqXWIoqa/NTBcS6fOEzlt4NH+uZV1FTqG
kCLKEinLDbZpMDS5UTz+/blLX8WNwYKsRLJ5LofQ/zna0LtO+te/X/rSJ/1T/P4/A11QR6kqamXZ
DSuMpIUhsPaCLR+ZLRdCWvDgwQUCLBfGu8+kaYAYFfAZ6RGsjtYMsjVpKN/FWwWNxxKrryHj1i0D
DaBYYGuA042xUgtqdjSFIIMZqh42IS6hOR/teEeb4EFo9JGcbRGZxSI319YmkiaCQwKiOhRN8LnY
w5QIFpPr4sFQhW6pbwtxH0GcdWgobCXQvmrPVuzzxCMVIIruFr30sYV+EtzLCs/07lf4Ec0vFbRa
R0cE0GCwxeQmsn8qWIakaMN2gFJNsAZZHAaJCAEPkcQvoWZrvrjo9m8SNNl21T9gLCZSwdpP7jbX
sBN4klNj1kGUM1vBAYekKrHAz/33J/vOxnw93A/jhgjz73osV5iip+bSmWpt/haSEDWHiMPFpBsh
cYDOYko2cBM/SEzfiVLXWEAtGxjM2WQsEcqbwwS+1sV8TxxW9yPU8Tth5Fra6yoKz05otspKVie0
FqNkcKXzQZC9BNM/pDPX7a8ekp9K2/4IgVek0iaWCzASgF+vjQUjOmP1Hzyd977EVTBfN5jDo4c+
ldMo7pSsvtt8ePj3B//eE7gK4iscgiIjFlEuDfO+RTBa/MJtWBtNpLezf/8V7336q1gHRSjM0eAH
XtqNfVpG86vrow/y7Pc+/VWsk6NxwWNGjiRp697MCvZ0RhH7FmYdH23T7/2Kq3xGeW4f2mYmpdva
8WmcLL33QjmmIySon6qQY4r9n1sdTFZCI41LSjJe9KW+eezijwam37n515yJLSSi1QBNlRZFr1B1
8nacPlfZBxHwn58bI6WqBiaQlPDUksGu+dxhGLO6/7xu2EcQ7fo97Hb1fMAwziswrZ/LWa7Zyu66
EoHZbVKGbWyB7VLDxXSBDf2nVvr1pJmMra0yUEuXonFskK9XPzVO8wEi7b0n6f3zrnjLqgWY8KQM
oCzJJJ3PlbE+QuJeHtkfItlfG/7fsi25CvgrTiMpYfoynpcKjZQ6lu1exQ6IObG/JALDCB8EhHde
KXL11kI5I8NJe0EZwTIkhfssDCYjaZ2JXnnxuSdx9dZaFzsgTAUE5QIvNEgSniw3fvvUpa/VWzVU
z+4oDR6ygJtPbU9OsQbORzNc7zzla14GPOzhpawVPripYIAY8a+6cT63jVwT/fomtoXXElly2C/C
XKFBxdx/+fe78hcM4Q8r6HroDFMgUdNhULEE1ovP4c6O+pSuAFE+AMaaTeMtwBeZ7exW9uZ6P6j3
bPvbjUcO4QRzGfxJHAH4LLaPSNZ/cdP+9Hkui+9vK9pvQDXoOxaWUbVgnH9No5VmsIxKTOwe7OqE
RoWv7kLRHXp95rA5H+AIpIS/A5C5E5cmhiD/P2bYf08b1ziaBfCbjRA6lEgOioEGXmJkpz4XdK45
lNyfW+jm+VBWUXAbDuK4uNZHkfidNhomLf95F5uqJ4vdRqyM1Lz8DCCBObCxfkVxHq5Nm4caqAjM
YW3HH02lH3xnfBq5HX1ZzQZlF6RBCXAskNH3dZtrgr7VAIfBzBvd5U47fn0PE0Sop+co3A/D+K29
eH6y1f2OZsOtJwT95B26ijcrmv+BqiQvIS/77WIAIIkjGJr9+8J/Jwe8ViNtbCAC+EBWipXeDgaa
boODXRIb9urWy+fe3GvjgQUdpFYvCy3Den1Vqv5Blqd///jvxJvrsWx4mAyesCAYrNY4Z3FXdrB5
/+DW/KUi/cM76F8lCO3cbAIDkLRU6FkeGuCSv8I+vLuFNn9ORtrWhxgG8WMaRwLmH3B5PsMFlH7Z
lCfTaRlpsfRzm0VLR3407aBPMAq0i7pF6RCkv4sWwoE+fHULuB2/rdKD5G0ZFpKxAKcW1n6uI4/Z
x3++AzXdQCXhGjd/dhLpNjucKD7YCd+7+1dBqt027lFZ9yXeoh3so56CmX4QkN+79OXnf4t/GOXE
yZXOfQm/5rd4jF8c8sFc/XtXvkpE7AXMFBt2DmUtgzr3JwxGNNa0+9x6vAo4QSiBD9iWtoQlJcud
WmB+UImPXlb/8sr/aUVehQKA3zGm5ay4fFhoc/EZvgzO3nN1QMsdrnMJNt/cHl69y9bevoFpv2NA
Eyzu4dI26Z0ta2gAQ8QF9YOnyG8KUKNAUWqSaoEVtPMV72m6NRevxyQanyFsQI6c9J77tdIin1Cd
xG+aoxcQfpJgLv7za506/FxV6Zq2udgWEC4+henpZv/oB4RWWGt/8DK/89S9q0MKutFO58HruZR6
QK98LYbW/dwzv+Z4tHFfE6vnfVmJ+jS4092oPhc3r2dQvXrpmn5jl7iJkk8Eq1m4wT9+aqVec7wo
AkxjAsLKgBwqvxSf3M+vaRwDo9xZyNqXnoZ9dwxZ2WFUMvxcYnzt+NJXPWc4cOLqg7itK/WCutzz
527IVVzgg2Bg0PistLc+SGvVjzuL9jz73NWvAkMTDBFZtduXWwyv4Gnoz37lxp+8+FVYGAEisohQ
XWlo/eyQZkqnVX3yVHhNY6q2BbDDbeWlGXlf1HDz9MLhc4/TvXore9+G/g1Zbel0mJDS8AHFOF7l
ftCDeuedv9aSbqg61QRmYKUv/GfW8R98xFH/35/nf1CXf4jF11D3qh7hMAbTz9J2rR0C8QmvfUCe
EGsDER1s+Ly27AAa5yVGr9sMxvkzQS3WNRgIrDeMleOIzaz7Gua/nvJ2EvbSy/TL6x9wBYAlYEcf
nFxchcwa0VrtUftNgBY7eM6prVnWw/OlHp4HnD4JYrvX28k8y0RuJQL4yIP9oOCcXVxC9RSCOmp3
O/xkw7KwFhuDjoXwmgMn39dhCOGecov/6IICJSF9miPzI6p+2dGjU8Fg17/DYfeEzcDbol9yPYSk
yRD9LTysaCCpgGk3doIB/pdO4+/w20U4fw1qoJPwRdrxS8cOPb6P1bxV8KRm8c9JBX/9HlzSQS0Y
nqYJ5gTx14A+y/E5AmeFcgslXPaf2zjRxJbebvaRv6yHcZpgmnnGd+uqN6XHAjcEu5m2x2NF/Uy1
NgxEqgTTbMfZLuC7gz8Wlz3OhE7CNL2Dh9sNKgbPVQyl5fjsBgdMLp8UjjUOa/PaJc/4DDXqKzVl
e9d5kRNMAnjwrfXZTcXnnAmeErvJt9pJpvnWJSc4gyYAICQEFVQ10bS2nXzdXKje1P5yCx0MluBQ
puwCGvgMn3yev3U8SOzF3HB7ymgD+eCY9ePh8h1d9RL1BJbYMdy47Ux8sqjw1yHpbylVs6DdCyeS
rpy6Gg7FVfC9nj4C0V5S4j+9DFeZYN1MmtkjjhHhvDxgMnlBB0rNObysoBuTDcbGofD/4NV777W+
/Pxv3wPm5URqaEJKQCdOOhge/Zr8v6gk/z3pXhuyAMk1Xgwq+pKoxj9EQxUmPsbNP/nBr/aAUa0x
uI846qJj88KW9baf2Qc12KtBjP/95FdbgEDTOggWry051n6zNqlzGc6eMeYegHBUXDKeqb9fsPR0
s2825+zMHxzB3nv0V7Uqus6crl3VlZFHf6PnZZVVPI0PjET9b68NYmD7zEf6rve+5rWeGXbkoNFs
pC0BuoR7HUDg93yqvATuAyh/KGu95VHXpnUnVOpXKgYKUTrxYfSmCJa/jjq0Ye18sL2888Wvkffg
F1EqKeOl3Q3jLeYh6BljXvSltX1M8fumzhXmoj+3dq6lz1Fv+WQzHS+DdXkVNHphpn79960s+vO7
ey18prO3MQkRS+nUfYD4HNZJ3OsYFs9ee7B7Ge9BYzAZqP/D545g18CYcHVMFa09LWGQoVMIXNBt
pJ9sNF5T/zDn5bIAzdKyX4ZvGNB/Zbb7AaXpncjz16r8W+TBvDrGTX1FS9GbJ4fo76h3frCY3rv0
VWwwClP5ne925RzaT9XUPQMk9FEZ7L1rX8WGoZvkbA8OLWNtP1d9XMD+54ME7q/I+IfA71y9/aBc
DApkhbaUocuOq7HHxA6Y/zAZE+ZN57Y1kKkRusuDJdycLuYe028Ai8QBpinB4HB2w9C4Ce0slllG
6HxZB3AJ61hkKCo4e8lqP/F1DfIEvgRQiQ7vs6YS1Qdf4L0j9bWeVk4gjDtj3JRqhcFZ0GMsTSUd
euW8h9Ebv0c+YyCowD/siSW9Rj8BqdZCnuFknHdBecmoNgwSYVefttLtH0Z27FYL36jf4Wc4VM+E
5X3IcmRrjfTzS+qgoyq9ZFut9x2u3GrSmeejJz/5+1n/stWLVh/sC+88+mtFL2GhPQYwiLv0uFqz
cz56yVywD/8cNq4FvTIe5ILqaFdSZ2y+mnZU8Lm1t0efLNFet5TkgLzB6Mth9gU3U++45V4AhjDQ
2cE5FA6JCt7A9iZ5GgczMBmQWbAn2MGjXmFNPtAMk8OydlrkeZEtit4DASgj7DSIRA0mbONFn9ch
6E9gTzqYzQjmPdfuwJKRzE4xj0t/s8x8SmXN3KMtR2QiU8d10UBziCfkW4/REH+xqZ0Fq3PXzBJJ
NOg5oH9AkDFvhqYhHWUSNuPWpRUP4evI9ZjxtvVOVhN7yOTNUNiKeY/+4m+FcS/W9NRqf1tq6V6j
eCFvAHGPb8DeTHebN/RJ28d9Hm/4EJBwB4lQjnquZFvneENgur6GHMVlwK1boCZPFUT8BRlXegAm
BlaLnncP5vqPrvFMXjkgfgQwIN13c7MeobMLRcrd7oRhonrXC/EKAyKdjIv2byOfvfmeWz81W/Mt
Hkb6LJgf3PjuBF63709FYI8stVkH4Qf3Fn3HbTrvwItWe0MUySgEKunmtOHRnyYP4BD4rfbLBuf6
oX2irRzPnTV2mUUr8YQzUchRnh7Jqy8c/66b5T2263S2Gn9vhF/nuDZPHJjeFL1RDv4CutLLAIZL
B65STsOwvqv6qb1rR+3hED5b8C3uvi8Xkyg4VKy5YfG218y4GfBtOu3tafpqdSHe09H/DeGQv4vc
mt/hslB6SOtRUQiq+3qFShDjy7hVujUHs7WVjW4ysX50c+xmHgdwq57aee85wkrqzVNFCxfCbKob
va977hw638HTWeUAJNBs6gNwNOGOeGz9Zi8BbIKFHx86vtq7OYYGixqPJXpoga3B5H5pAa3zA0aR
npNOEAQVgxq7Y0W6OoG+G1lZaMwDhe9gk8DJGvV9LzYgz1ISTYlEbIV8bCSpmsGAJ9OMU4tyQkUS
QOgWmgYg/51i7KH3Eii9t5lUQ64r6v3wax+mWl5fDT96rboitgIgYJRt74bKjTITW+I8RKuX4pDh
PbNg8vp0gvXMa0e98MCXsc4nQ00KI5oAuBKlp9+2H2CFDnZ/jDBv99pKGG36BqdLpXuDXjGQBEoY
t9Ck7tLWs2iOCi6oL8EYU8yzr/N+o9N4kHxQr1Ugg+O4hLxOBjqueCNm/wiS1EFLjQOvwpHKEw68
yV8C4aWx2xykXJqMrWTZizbcMCoTx/eGNvzIYxARYUDt3TqbAjbGMXF7VHgxkXrS+mAsM9830xjn
NXaTnb1Ek8i7OWRPjubeKbB8uRta7aNjRk2YxCH13oI+YiTtPFsVEJhMN1KhXIPCaeucmybuq712
ODE4Va/9zeYFm4UqaQefbeXyuwj0G5D7gc4ASSZgTwsPuh3DRM0j/Fr8CdNbYoiBcorWPHYYoIeD
aB0buiQMUG1wfGkTIdn21cR4cVaxbL+mYMPESkRHQ7I5AFG3GLoBQwjgBDsQv0YWth/XH6Z7j4y1
gg58nX8C31JdLhSoJxX3KGr1cvk9SgvBo1POCrWZ66l7EGxJrl2XbTmN6ZQpX4CkNQsMwq8V69Kl
2TA6WKnxDGCM3m3z4OXBCGZa4ocTfL7hjXHsWndDzwLfhjcOBVreGxNniTDtYxrvxLZpvhGTA87q
IFHEBC4KdDl/sDISrnUewxDuHkgqma0dsfNphqqt10sMxA9QNJDkQZXRh8NbN8/bKwhNUxIYsLjY
0gLgINJq8Npk46cRtNMhWWD3lnAseEDReivcd5NywQOpATsm8ZBWbQCmVKWJy7MLquFHpAUmmRY7
KL3aAdsHocLPMFuAWbpxdgsvmIDGqjXNV9eTuQqUn1sYbM/hBrqljq6Rv06Lm44NIGhRG4Nm5HfT
TM5AeLppgH/9Pi+zel7UtpxqSHH3IlTrmM/gTXwFEqi6b+ZWo2oibTsJRhplyo0bK2EVprISn9tr
wjr0bEZLBNCVURgyt8R59Uww/zAsRPGCO+I8R6JCql6zI5Cp/OA1KyoIDg9TMeA9mgIxAk7mkTti
2mlNejIgvTHoy/PKrY+N1HzXA1WR2zHjj5aQfN/4QXsejcN+dw3BmN663kVThbwF8/l3+FbwQmPr
8lZVxtxriJzTGY4YP0DSiorNaOvZBzv7sKjR+6aYQ7G6FJBtXovYBuQraKX2d6ftftosvGs65qfd
5Hj3dACfxTdaYP5VLUVLq6+Liw2A+VQn0cQ3EMmDLoPf3YiVt6pMqeB18+Fv4jJ8oMhdaUE5ehhR
Y20ZBjjZLWRy893ElimZNqSVWsM1uPc25FwOYzn1XAuxcY1BsmuCXHrI7URvuXDFhESzmasgVWGY
WshaE/BmoeD1XkfepZZiKajtLF2wZdwjn/lpc2InXQAPFmxN1i0m5+WBQR2b0TGIkLQCykvdIhb0
AIO5dsfk5RvVc13IxnF2Ua3Hb6AB8V3kz+FZWpUu4n60vyyEOjkad33e+/BRTzy793btojh+Pwxh
kIvY4wMfY88rhsmhyLOU1e5haOI2mVDaPlSbzSHkNLJQ6sKu7GJSGC/6JrX6OSir3hnjVjmF3dOO
IHfPPcBFMupFCot/ZcceSGMcnsO1yl13nQvAKhpMyA0+mI+Au8Cjsn7T4A/CsL6l4N9Jrtu0ZRZl
mJxsJYgOoNXMOAlkjRNXqT2SfjfFg9khGKGG58PPXPIJj/8ym9kCmXL0HB1G6bhganSUdXzQVHgn
aNe++C2NEr8NwJ/0rQoslAAeI0K8XTLbMwZ1VRJWIIglTTjXQRL5OEkMbj1nUyPh12D3CvC0MdhZ
XuUfRjitwCUL7zRTHRwZsZMc2QDmSgWzmhtqxS/N1pED0BTWiY3LY21reI1A7XvQ8J34RuKuzjq/
/y2NDvf9PDyFIyCBPhI5lE576EPkFliPvtVZr6iA2qmE72PBkc49MwOCdiBjGLuZooGn3LcJHzCd
fIefW2AI99EgqkeiFnnasH1ml/lOuId/RTBZYEq66kex2c3PqO37gwnW7eCKWhRehKiNN3YAoTRa
8XJMcbvz6BTveAu6PYbsL1i91XNPfNFDAWewOl89fTGglHMae85XYCWRKMaYjR2nkJwGFtY3Y0cA
eYm5d+yQm/BklhwYukCubzGjbpguk2kutwzQgMTy1wrDapgkH326hMhoYpyhrMikagnoWQD0eCJi
RfZbO1oBbr9GDwMYcgqGUa33s3FtpyDgwd3obbxDzug+dFo/6amr0gWy/8xstZ0Zy2Vfun5ApgG9
SN4BlnInK6nebL9fjnXc/iYXdJ43tu7jRgZLJxhtH/ZL7Tr7hmwjlP1deEsHB5LmiwFnNqjGnCqB
I0XKaSMue7ZIYFcHThyU1bgxoLbZi7CtHKGUf+s5zFlS0vd9Zvttj1jYY566i6NCtdPZiItNhRna
7z4BwQ5DziTZGAOytG3Mfo3Yb9Twcb5RU3PTI+7eKEyYFOtMbLDP+RsNwhkuTgLg6YA2ZwN+ORJ8
ZHyjqyVUp44pJPA+qYDjKQYgegk6KaF7eM0iLPqNj67toiiqX9vPptqMSYeoW1NAQeM274MZYbSJ
XVnE0vbntPHXdkPDG/6/zfjC7Co6dUDfFbCQ3zCa2/8chN6K0QwC3kP1gBVlb1ByaX/DZDm3kV3I
2L1ZmpolXcTGvL7M9g6hWXOr7d8AiiT3nidNrlCgLVYeijlRk8Ue4tFnGIFgqKzjc/9SI9OHtqqt
BJZbYbHKkexAimAHQcMY+a7iBTxZIHOfl/GbIIP3fYQP48X8Dr5WqI4nsmrXPWbrJlCWF7VjYzWd
QJOv953eOOzlnGEvZ90De2mmREMTn3ZExWelPf9RDvN4CsDVTydIAZJ4xpKqMVCRRA3CG9BDFIeB
psmHAdtNZxmJKDXU5155l32+ilJ0HcID8Ub+FC0AP1E4/JxsfIScTi2B/BwZMTGySVdO5RkOiDNO
sOidCX+ac38dQEqTfgNJouq/dgafAJXz8IARmqbFs7Pi52m2cI5dNf8GZLXv5dFQR09iDucuWY2D
Ge/Anm9ltWx3FMlHSsfQ/72hrrAlbiP5inNsNT1oY7tpZK/kV131zn4AyTTtie1DSRY2kCY0a9EG
5AU+K1GqbfAn/Nj6DW6RXQAI4xXuWvmIqXEI90FMTT/AsoOlDa3ZTe0rcmMG28nGIe5uFurxPb7e
Viw1uzSJZnK0uQNZy8jdH8PaPUuOkS+JEwOON51zt2yAgiaBz2e4QU6/ITF4DXr4OyVmAeldbPGv
pWpgb+M0Y0JdR+2nCTv2fOFW22qyzzgJb5DBY6SylyIoTI8IFQEVe6cVopsZV7hcA8L6BUep+Itx
rTaF/+CaK2uBRY6NB4SpB5JxOm/oQm1uIasQExjwnLnllzNJ4Ko4B23WPljwwMo9q5XHIQKEK3ZM
8JVGONIjCuGQZyzN0wir78s4wb69woADFD86xJtAwIj1hLbhv4fWjydB8lUus9IIorxihmNJoYHl
TmFtJp66dYVuA4E80U37u67NnOp57JNmAXwaU0q0cGKX7zqu9G7QxMmXDpPB3F0BktTreNaubCeE
5PF3M1TtC+3b+gYbZfg4iLk/WIF7Oa6LizHchAy+rqrUtyROj5saDoBWmvMQ0yr16Obv4BRqzhWu
ulttve2RGwiwaiGDrLbZgAEJlz+MGi336NHi5g+NtZ+0u/0ywiOZZaPFxsZ4K1uD9g+Ipj8Zba17
Asf1fJQDeYw2Vu1HpN83AtXfJNpwmFgZGJTRuiHr8KK28DvMSGFYNnhgI61vNxgA3msJIy4dYP6B
IT1Blk+b9lYNjvfFceeq8KFvOtRikxgHDPQjZppxqsBJ46B9LXMilpfFJxirmziKTTKM0KgMp/2M
DSqxwGW4qdBSSFoThmcCzigSCx7dTrbip3kNFgzcxAaMKlbrvXEgOeDMn7AuON85EiUrUuv2xWW4
TRx4sRLVDx9sA/UdTqeY7RsJ+wZD5qngkn2R2r9ztYl3q2loBmf77jxhHC8Jh8UtSSNK0GhtksCe
3D/aQwOXdFHbIZqoodUUs4ieyBA66Ra2L5EaUtfu5syeAc1z+Qttqm/9RNnviNVtKlWYteFqZ2pV
rkmIGJqUkvW7DZ70IcIYeN4L06aey6J0xj73gG50nc0o5BRTO/b50KwaQ0G6BRPawhiShVe5JrPI
8bK/wnGwT1CzCPBOxW9VGLooldEld2acY5U3tUcUuu57qPBQK9l43vYhOLvuTNaEIivKVQOUBVU0
eJCudI8DR7Ty+bI3q1BfnG21Ctr+GG2cRyNIKne9b0ocj8I9Dt4amGLQGxQdnrumvvOZxkqW04LT
GVmf58kOf/UTamB458boS4/O843bWe6Xxm8xX+kp9iRl7cPRQdpJ6Ik10aPs8qaWULn3DjmicOKc
2wAH5MEOK2iP4hdAnc9e499UPvr4EbCsWb+6ddEPxNxUIMxmCzAtjwzlhlsbqemvTnWoI1kAV+nZ
xCBaT7f90D3inrUZ9cdfdHYEykmxyhdG0JAe5iczR1+RkJVgCeDY7LivbUwfZsa7A8S8YcosoNCT
KohwzK2w1awLqhDGO+OsMoM0LW4Z4ku1dDzflo0e5IT3M4F/cgffDGs6WZjpQb2Br+VMI/M9XOER
sgTSSecO0MxqlZkYgqKd4lOsgELuuRUeO10p/D+BSQAcJwXSJzuvmxbF7lg1T07cgCkenWbqevk8
kxcSBI++H6xPHpbrvnUGeSKsIQ8o9beFxZt5R+bWTSSrIjzOIKuU2g1TxH6pWsF/QYbLgGVoD8eG
UFIsfLb3/uCRFIcBILINWWsQziE/SQIGSfYyeveWZyU2jyL4ubdyZwGQcrS8CcQBnOezgcH5DAWs
Eb6Qsb9ncgSXRLKg8CM+pqFgTU6RB2XEssKMz75JHbGyZ9HE5Khc9HtVE2SoE3fnzZ1MEoYdDg12
fbTHKRtgr4J91FkKjmm8k+p6635zRffodbjreNLxTeRykat4RhZguXdh5OCkGAR4vSIGHhjHCRLZ
wM9gHlDZHvwpRYZ/h7hFMoHN81Zs/o2qhlPotM5prGETK7iWCc7i1l3lmVcNWnrKRiQpABoCz78y
urP8XiMD2H6SSxUKar+voVRxOs5dmISR9DL0lUDjXuVPR4oXkJIhS7Tbs14h9UO7Y0OV1LlfKbtx
vQp8gtp72lgIbMsIdJ8bnsSCYSF3UicpYfIosUySaXJP0+B3SR/rKe+189PD1ibWMcV5r0PCCLR3
xdV3OLdmHnJQZ63u/SDGoX1jZm8z2T6TEPXrTvDmbsSB4rCYwb0BVC5I5zAiKTCUmEQbm2O4uUcy
oafrOjvhBTsHVc/QEY+NcKMy4hNQma4dHUUMcrXl4py3wkUYXQaNbTmys54QVdjwz2ybYYXvsIto
22M128Ey3UNg2v0EhzTxR/sRKwJboNW2aRXMYeK49n6ZQckCswa53p5oetrs+nXyqqOgw1kwArdi
a71pt/tpI1lor7u2aQXaEwvUHoFVZ1FAZAFa4l64G0vBs082wS953wvkwV+9lseZNoj0hn3RW3WM
IqvfhwD6owqhUA/pt1x48c2MDW6eo8JAGwwsv843rPmkYfKuG70T0NLuMWTqEc3TEmydG1iv308T
nj73K0wL9IGfMrote62XsoYUKhm6VmUmaHnZ9/FQLOumv0Y1QUW83V5q7sKNwHqVY/e6eajr+6Ad
pCRAY0T0C+ZGTdgWUSjJj4Btx8FovW+aqkvaDkulQZomhgS+cU9KdQ8UPS85h4/U55mYauStFv8W
9uINmHUoqbFZVJyClT9WpxYbvRW2zq3F6y9osaQbA69f2uzgusDZzy6aaZsAqjtizdNqqd+d9vYe
iJHpCIsq7csvKBf0u44sURZtHBZuqz7hTHeioIhmfHP2K3SwaQ8XhTSc4v62WW3rHDb4+M6y/Q9n
Z9bbOJKu6f8y92xwCy7AwbkQtUve5C3tG8J2psngHlyCy68/j6obM5XVmK7BAIWqSmSmLFFkRHzv
unEz86RQMrP0lHkkqjR8XHozRUfENaMSDSCU3I6ld4tIKUFM9/AoBpoh6CUiNios18TKrpwxbfYy
T1DH2qUHBlkVq6oY+lcVdPPGTWPSDbr0nCtz75vLD1xV5ma0OCZxxhv2U9KFkS5i0Kd5umlI9kUx
9Nm6/Z6DpEEKOqnKRfbltaE+Ln06gIO1+2CqdlUj3zIlz8znJ7q1uXv7tHmKLeek/J8EQr/WZnt0
zGTdTnccDda5BAzxwlyesqxHFQw0z1wzmuMSeVVH5r1XfXUjy0Vo5dvWkT/GuPdP7hToY9CD+dmJ
cm5Ku76A5QqaJJynHIR91Y7LsevbHoUqNmjDGkmj98c3iubITHP6m7yBDhX9vTvXx65O3sA+65UM
P8KqBgBrohTZvFq1Vnk2FSN1Ky3rQDtYH43OTR63yVpLzC16sO9sA7l90lrXOHg/O6gBr0a4vJah
2a3csaEgySITP4UhgUuLfLdR3Ge2e1yWZJskj4SanCzjntqKhn6Ld5b7m9j5NXZFs0JWzWlvWPqb
yS9AX4vpV+KGwy6tWSJm1/jO6fcgIVcd8KgcGHmqA0qvDKplKD7pCCiMo7bmQOywx2QA2QtlEmt0
YQWMdiFyDvLOQPZv8dyQ3s++EjiE7U/+FKJl89v3zh5/dgbUFCyn85Da+jm+PqpeWNSQCD7jG6W6
HFYMjbKnCQFodSx/5RjYDTXczi0jeqk4QTDu50/g+7+Mwmj2Bq5S5aX2usibB3Ni/LVFscolNs2U
QqaNo703oHFvbTfWd1eEFw/5oFURDkedUB8BaqqNE9flTsWfUk9MPEO9Nqa2A37MX2dLBpFblDdV
eEY/bkam1pu845k1dJes/FlcDCguXTS/6AHk1EjGmR9bipNshUZuNmF+THdrIFk3er9ZaeGdisGM
6oThahnTAotOedJcIj0PkW/KUz6YJ3/kj+Lu1fusMB+v25mtptNgttXd5E0XrDKb1Ol3vju8+qH0
V5Xfhz9J+tyZHhtezCAEJ/6VlJa/Hsf5V5Z3K7MUANIBNZdth2FtJgrNKO6DNrmYipG7cSofUnI6
ZV681UGdbeY425eNERPnU6U3QtrZLrT7l7Fr/Wj2qhs4TqrXJ2gSRxNsEnOgBp35rAvEcAN76wJr
MSRtABadvQF1gY15aU4yHkTbMKh1Zzgrr9bVxvOulU19+WhM+ZMpHK5Pd+sIBBJx895zf0ad6p+C
LhObtBoW3KbLu7LCz0Lm7zSEfcIxLhsjsJvIqqaKDODQi4ysfhwW+5yZPy239YFJRbZ3UVWfhzEv
VkvSi8ioQvd54rC+cbr0aJGOR5ovpEZmOOoyKyHWTV/vS9kzOqVSQz2Di8cZtJFhqeKnnFoRNYX5
2mijX1Oo7EZqLstILIjTlMMG5dtVcxlSBqekj31mybl9ZQq8xKRI7fLGQeLp0+PiVbO7D2KDNhtf
NxGtlvneG/QLCd7drRnLeLMEFlJUUfVbOeXTY+Gq/CWlrv3WdtPukQ4MbvU0GW9g/ryNQevOoz9o
/6GphzdF9wbnj8Ai8CCtl/up7uMbRhv3sTSk+cRO4Fz8pOaQ5k8PMWQBiT9tsLXtgSOKl/o/zEWr
nV92FdeatTw2R+eimmrc/HFUDVWeOGucPsO5YQs8W7JCTdjN9ZMz1+5GiOxSBwPRKQTSrphKqvVi
DeHD6C3ByVYVKwlJVCvpyg+srNWu5JAcectIlIEFjYUCwd7BLMxQzyLZL6qkn17S1mA5+qFoheJ0
WOWrcCCvL60BvxN6Q3qju9EcDU5e48vIwLewr404X+fWEONCaqb9MtbbxeLupW3G2Hitk/xgxSZZ
fOjex4XszVXdQ6mEWHfXQtT2xvQSdbLyxj0Yk21v5FDOEUEMp6K0u6jK7PC2SEIbJDAeMJ1gnXtK
Lbc62/YiySchldLP5wd78FEB5CaGO8fKSGkUGRtlTGZekTl3CBOmh1QZV/WN+e30fF85tUJPrlMV
a2H0EI/tsKyn0nilAb5bUSvTMk1A0o9h/OgT3Q+0wsLZRDwejuIRzK6tuoXxTGoGwNKEx5kbKON0
2IliP9iD2lsazAB00RNrGQTLaUq5iHoW7SGJR+5kZDIJxUNs8euuc+VTlXfzsRaE5xejGO9H/wo5
uKMfdXFRcZAy5Ms4kIy5zF34YI/jE+iCuWqh0V3W83jYL1qGt9MSJGeb1oRtPBXoCcax3WmplofA
Hm3FwY2crMaR8c3UT9mBkmfnQ0l3WS9xaJ9lZiPO712YrMa9bgoiTXfUUnhRDse2g/V1+M6a0j1J
N5bAsHGwUqNX/ow7Sn9XurQ4IKIjsVGIk7r+Oao4P3ihsA+96pbDaA/umTjpRRAMmJVfFOkkd/zh
xo1SZS4vHrn+1GX19c3sdebFpxnq3c1t5ziNFdNpGjevbjA6n5BkHhqYuNxmMHkR8i72imvbz1ou
c3oD8plEU5LYt1VAGZJwzBIE2QNMlThgz3Y1TTtYsHTTSB/7XN51h3YogPNmHexgoZ3XtjSte82X
crD7qj+1nG6eck7yl5CSip+Jtmcf57x01mZp9leyDT2+hcRF9khnrFEZ68UY0vsJ0OybUqJyZy3A
rdEU16OmGYcyuKyIw2pdZ3lBXIwyQPL7IWaeY5lBXp1tswFZwsoaav9IqWF2OzX+8tNZqp5npCXN
UzfDR2sq5ou6Cvf5bLIy5rLeJUns/uKuH846cUu6Cergsui+iwKHGx6WqUxn8Ggh3hI7TW/aNqi2
uV4Y8a2auN0VDK2LTavup3Q3+ynvYUy9bj13sj2PzpTe91Vinf0uMdal9OtNRutBZmZQdoChwU7x
OdHmOD76NzUFH4PrlXurA7iWw3CNGygXywCgtu13z5sajntVPf+KC7ShsIWQpUmVfGjDHw8mVWtP
PlU3HREz7rim1mCCr2HhhZAG4wMN8EzNDRACA9aB+s64c62s6m4zny8TWZwbfAi41gdI0erDlt74
XYc6WGVZDMBmB+K+b30WejUl35Pn5hfZl/7aHxxovzgej2HKo1e0NUyO5WTb0uWYm7Ddnwu3w4Ez
j6fCc9pD4blIJ6bcU69LzeYTFp9p4ifdFbkp9oatxmhULfGsoRvvcz/fjKjcN/E016BKBr6Begxw
ugfpLbzYS96wc4a5y11ixo9FmDXPCxVD2DRANepN2ZXel5uMQEsGr56MU3EMbdbhLO/brW3l1rkS
vRlRp9YjPUPGQ4WX+WEaYXLb+LRUz7lsI2hf/25wXCJOVPtm9K1qVxkTCmtiuohfbllo7G3gLFmm
U5RY0n+g3Ku8Scakz1cNrMl9jSxvO3R2+th1DRIBSdMPNU4o39yKpf4q3N52U7lsHc3bMYakPjT4
Vdcp3TQbI1eM6n7tnKogTj+yHBLSTIvXpKYrqmIlMCJCwYRcK6tS737i1a8j12Tji4ndAX8xwWpI
gGaNrGYljSrfqbT7GPM2gQpt32XgTzu80919rsaOZsHQ3tPo0dwWrue8+Hnf7V05l7BwDtDU1HDS
78TMfNNaW7OmkNDXBUoPUYxRuTSo1ZIUPtziMKvq+d0Ws7ebzTHewuIEjM6BT1vX7KyrzMpR48MX
L+E4bcPAgC8ew/6mW3IPwgRuKImJYLZGp18piJufTYy+biwURSIIf1aywNOy0Km1c+IJoMtM8pvE
F5r+G8dJdrbjclPKSqy9LnwRMuBJYH8u3lKnbe/qKfjyerM922PCotBVJjuLXTyz5utN6oF59k8m
IVCP7twAFbS1c4gHv1i5qZ+fZjCyc2XDmveVNiKAnu+y9EqCqPryPI6Z4nibkck5jv3jiD4TXl2M
L2KKMwhOE36DiHAMyTlAjVPV3c1i05NsxTaTYMyj7xXE8NkkU90Jt33j9vcPy7UBmImt3E9lZ77l
QayPczpCJ/tol7o+MZ+z1kDJmTcXjmMNlVy0TSVxatyNopvWNrU6axRqFoNfkUMzIoaVMU22BFoy
VycdHz9D0tm6y/uQjAuCIM/hsWirzbV2bdMHLfNa04S3iP6zbe9zmjZgt6PYK36mAbWCOgS0SlOz
3DumRhXhDd3JYxuqYdpG+6TrMTs3k2tfpD27h6me4p1jxD/iuLd3E82G5ykd7I9YtfxS9fM597U4
pNi0d64p00Pe1u2uqXVyySdwgZUehXErlR4jVzv6q6e0r+azuY/hZCvyhvWCviaVzc6PF2j8Vn8F
zoCImGn/Wtw7NzDLgXUWiZ9Fs4CRUo7lHl3EPs267Ib2I6/jia9wYI4owvArH6zqVHSud09OJ8L8
3PgxJHNx7hW0pO3a5UbFAE6Gr/ujiXlvB+o33y6ZMayTsqqifumXH06S+uu09J3IcefusWzD9kmN
ZbsdW8c9EMlp08KSFW9yrLYo3la6rTXQSRq5EpWFYQ4XgHRg8M5xV4PRqrt4svKNtD07WUFo89p1
3UZ9mbIcWvYdBNDPBL5u42qpt02qUAKXB4jw9RjM6cpduurYLAQgpaOpn3Qxq42hZ/kkF0RjfmIP
XwEYFaDb0h7V3NCkN8f8MpEwEJwh6pWY3Bf+ancU7Ll7kp2/UlSUXM9e77xYFh8LuXjPo5v3WxaG
+NwOOj1VyD8JnHDCjbdge5itvP+w0FW8G24XeDw5Xbwutfky8Kl2XF33Eid1+xh6gUpXTTvIjaoX
tY6nbp1MhtrMVRmfrD/a1Hp7fsQoOZMh5zprfy6qh9ZqkELlDZp4WwXZXRIGYk8cGmfv1hqOCBem
yyJUvc6muV9rW4U3HaTUK6MyE2bqOuWXMaVY7uKGOajJ6HMMB7s/Z5ae75ign32nnHeEqQrig5NB
nSmae24W5lpbLSrSTvChpbBPLXnYqGAAliEec6hIVJG4DS9k6LyLrP4K4iQDCpDgq4Q1AFt4zfhN
7TTUT14OM4tq1a+ZVSsWfGYM0vrMT9uPnV1Zi+zgNmGDtQ3KMKYZMKFbUXY2jTMlZTurgmq7/SyS
fB84nn9rpNW7Mc5oQBcy6vZeKOtzKWd0UQFOR7/pMpjlpoJ/FQ9O7sl7K65huHzZPszdMj3Ja4le
A1uH5Q7GPC3p9csz472YgixCiSX2ooE6ya/ZkTtSE5NTEYh0DSnqrJ2ExYHQUa1u0S8/z4aod63b
FIeK3MxIVwtG7kW8CaQrJ1lq5wfdbCXqHU278hS/eMX0KQnvW+dl6W4QRGAGrLml2tiJL3Ue7E1x
O1L/lHqyeTe8Ut6qoK0uovXYKIN2jXjFWqSBbzBdyKhH9Z7AXay8wrhbioZCV9f5bFiQI3b37yzw
tr3YJerBdLr+1u7r7tbDnbgMXrKJfdSJQZKGN2Yxf3aWVa2tRgP2dlnA3jVU7LbgdkXpM+JUpRN8
hYoktlXvo6ZKF9fbzI7ZbSepyOUDp9j0AhFoF6LGw2n1Q3d1EXH6J3THjH1jjejXe/RYAu/sLk/v
FQqIt0zWy7c919WTbSLE8PvBuiDsyFmIhgq83fBXRqKzV2F0Dor6rKR7FpHjGtE9Kk3D3seD0RyN
kAlwUwm7eOiLCS0RmK2C9ot99Rna+GOR6zSbBhHW3oKCRadN4atRuwny4IK+SqNj+xhrdzfjTYXi
Mpr7FGjuMIW23M91zO2cWt2ZXHCOlBQSxN1YnopitCeorhjaPUnGxwHh3Q6xFzvWWMSbEFXikzLr
Ys2pft43cZZEFlj7OZVmEiGbAPHRDDgefMrqj5Da2ACWSMI8BKJ1PoM+BmjzLQMYMV+M8G6cOIiP
SRbuQsR2PxUcK+P4gtDJ1vmm07J6UZ5boz9swUKiwQyztfCUvcNFYAanNMih7wpmi5uc8rtlheFS
orbxxIP0KcW8ZjxQGCu/O2D828HNZLZOPB18+xX1l+2AbieGEd3F5eLdUhMJ9CNl9TiWtk3+fQgq
2WfzJx3F8lgb2AmpgLdh37HjxJnOnjXCKQApPZ76tkEIEYe1t7VbArYsyoH4ICiADSo8bzqUq0Dx
GXKDpPAvvlkiKTG0vcom1HycVMxdY6sfgI/pDvSUF02QkC+p/kmmSPkZmlN/ywweP5fgWrtQLfWx
XvKJ/UwylDTcoK305j0TkR1ZTtkew6GS64HB6GWRlPziqenZhyzCNFMvOXp13h11O2IG8DO0HJMt
9C7Iy+S2iqvwQ2tQvdbr4o1fTu0+zTnN1LqeKK+A4Tguo7b3WDY0h1eP80zIiJbOaCinPFky4OFA
vbXCXTYTa+HKy+R09iVGRU5EXroXHB8oTIDddCyJ0igV/a/eNiYZuV1d/wCuLi9Th+yjlkZ8UsQf
bXwHrnexEvnYV8N4ngbElISK4pmhojRyeh3CgRXexbfSx9RU8c6sMvi40npDSDNkUc5mGDhtvEcx
W++qMbYOfeOj4HIpJF7Viec+OkmgzjOKOe59+mUVzxHYjgh51GG00tgDyTcmbzUSIfzKQ57dxi7i
U4bk8qUPSRyg99mbwW+CLt2EgzPe2SpO3hN+P8oCzVScsXnWTUyMxyyHo1UG2aYjInjThAkdgyNz
fiFANRKS2Ui0Ys0Fr6c1NavX5GfCIyZSfXZUZjAPZOM+QbgdWcY8nLS14F6XY36owqDbyiWcvn0R
8yyE7KA7tp8mqtnKIVdH2jSMTuNJ6bIl2WDHYV3uZAFUk8yvXYD1HXz4azGHYaMdlJWmQ89yRG67
sXc99Z7aCtoSgdEG4Q6VCIhSRjwi9G+Ak2Lx8NX0cxRLs0py6M/B1+k6G2W6UzyBt2a24DYazP4H
lHGxqXMcoQvD6sGcA+9YNEGGkiCu3vO8eNOWCdCZsoa4PqaOuJ7fDKNesMa4Am14Z0QNet5LjoMB
C33BozwLX+SoRyir8ZKBx8FV/z/laU91yT//dS1c+6qbGTNS2v/3f/32q92v+tps2v31D/32d7r/
/uO3k1/1tarst19sKlCo+YGqkvnyqxuKf77+v/7k/+tv/qti9WluqFhFwFz111dLZF39Vn92DWP8
381M/1aadvNrkl/1v/2Ff/alGYH3D9+mZ5RnxnY4Rl/Nx/8sTDMsK/iH4ws3MD1hBUJco6L+1Zjm
2P/wqQc1fd8XAbDgtZPiX41plvsP4TguXZSmaTmu7fv/649Ly0e//6e3kqv2f20Z+N2+S8WfYzuO
Z5qeh0gW2vtqAfyTObV1yCarmMBv0hHeA2GHPVt3OQOY/WWgVfJWheH47qn3bWFs46LNlpc/Xat/
vaE/l7H+JY2ad8DndlwfRBUVEfWofNI/vwM5yiLN+0af644CkTXqVS98ZMXBdj2LMG2whzq2IMq2
nTqEnxnIzbEoHcQQUWK1CW3VXlfGWPD+5n05vzkUeV8BsndBDaIP2f/v74uuU9HzBFrM18Qrrwmt
kEnUygA8LwfA0Ch5l9a7pacTNxzydCQuASdp9nO24+xezXnOaOemiGNETQL55m/e3zUc4f94Z4UZ
YlMXtm3Rd+dZNjfL79ctdwrXbhzRnKUnl2HNocKZT05jBPfGZJbNNyPD0gOyY0jZXtV+IyGrbOef
qEEwziShaC/kRQb6lNg9sE0hdEj/OYJ88Texo3+4ef/0Ti3TDgMz4KYNLcvj33/5hi2WVRec3zot
5lRMB131DS2mRbCQIqWm3gatKKtfOHqHh5w6s5nVUHVir9ypl38T0XD9Ub+9FcrKhQgC/NzcePzP
7xetkikYuWeNJ1hcDbxjlV1xM46YsVZLjg7rTXqqT5O/+a5+N7sKy3QCn49Nv6EpPDv4Iz7yTw9Z
tdSGV2Vzf0L+KjSKllYBUkNHmlHZM7s9LaLNTCzPrpx2tY3rCyEQ2+HlP98yv9t5r2+D70FY3C6h
7VrhX5sEnLkp8Ak2iHbaOufcNDS1q9RKhVU67f7zj/rLzXn9UYJ2Eb5tnhxX/PXmLCu3ohx9VCdz
ymzjqOCMh4NbZtO1D61mXvvPP+73MAU+EushzwD9knyx16Xx96+VI4QXJK49HRnj5mHd/PMSWqnn
nEofIflziwRzOcx9Ldy/sd7/2492XdenypQPSR8m//n9RxueW2C87NTRM6xs2gVeCXINPeDd1XLh
uhrZHLcbxWbb/s1d9ddrLEjl89kBvKsp0EPo9JefbM5J1zpVc+wIjDMj1ePGBIK9LkepN3In/edr
bDHO8op/fnrYwyzLCvkdD6kyYam//0SEnvAZRqN3XW3M9SYxuvmbHIiZdOgkdAVq67iuoiwsFzRf
mbfJCu2eysKPxSZu1Hzn+GQN6RzT69zMGB2U661KWQcn7Mw2ypJqJFOI02ODCP9YuKXzqsKrcdM0
vMsYwsRPbWWRe9TfTiJOH3Xsj42LKSVWocHZjlxvtFHGMvXGL10QotG1avgO+7j9bDjZbxPDQkbk
LOKW2+GzHBpjJ8y8v7GmBguRMFsmwtjaF0uAzRoMLji1udXvAhDaJ2MSwZ2swwruiTPv1NQ+CHZT
nlvS6dfSMLHhZldgMjEoHGZTfaZEuL2kPsQYsHW+rQeRHb2qxtEel89jky8PmhkSCKlGqAyVuuvD
ztsniMI/mqH/ZizDIgbypKJwRBITj3jUSq/Pd2FIxLISrUYVLK4pJqnbYOjjSlgI5UGYGmvfO0C4
Ix7tl9i6ih2IVgtWbVO1H20+2LuYc+C2EnH9lKiOYhUzroBmAuszGG1wtVnhxZjrZL5xRX6Pt8V/
EEEP3otH/iGo0vxC86T+1pmYoiATYXW8lr+u8lmMFUYOy135vBOSfMGgOtRRmAxWQxA47yK2kpoY
pFCd7XoWR/igJRJgpDsw9nA3eM1jVmIgqvEQblicxutRNQaU5Y+RsIOc2KM+2zjZSbecs6wcnrB1
pG+ZrooYzXmY3eX97D1aQezcGbiwX0qXivU61eFGDbmBrMVFmiWDOWQcc6+CIIh85naVbvCg9fXV
jeV66xA1x1c+iZNt4R711oFvMnpvgY0yUT7S4c7NdTu5kxiOdTx/CasR0eR1FvENc3dAkTaddOj6
P/RoyGmVtkh7UwNKZNUzbe+RV73YiVn8xJNpHSA2xh1FG0j3Eb3fKproceBnW8o1JXO8uhmwoSR8
qaJ6nt1FriGiyI1wmWYKW9pRKZoc7tDPrzXgOmrHeblxUd+s2QL0hnJn3FaNSNF3WucMIU80+/VP
5N3xCq/2wWrm8tESKbIcJC15kOHZa50RTHMy31Dq7LQonahHHH2eE1Q2rhzu4lqPO7tepo1T5Bk6
tEmD4Oa4Zox45q6DsN1qy8BdQFHp7dj74c62s2Zvl019T9da9+hB5AJ9y+QeM898zoD7Nq2ahpPR
eAbqFIBzJ1rGdgBuCi2eSzxNOkG+ShUOCqGi0VGcptOvq3NLRPVAYbS0SKK10j7LT0E6FsWPNI8L
403quYx5kQCTFCHIYFk3THpV9tOKM+tb8c3ZL0AH7aWakSmsx0r1/W2Q4WV5Df1Wxi8tyQpmuZKL
zORRe4jYv/Fy6AHl6NyBaHHO+NkGRdlyHBzQQWk3SKYdNUbwEVSzWQUE0/VgVhnegEDCC3oNd5C6
vKtuzrAyjGaOptaY6IGi9F23cotDBLgkz1JOdd0wYFIlLRwnO4ozXET1XPIKmt7MFsxEIky0EiTf
eDqG4JxA1bjE+FUyP4qZS1BFdT4hrp6swtW3Piux64I+B+g7cRCzrrwMaT7luIdtHEU4tcIFU0eZ
dBuXddSLaowG7hmbschv0N+p5d41FTusbYxL/GuZeT5uyiZ3P+yWg+OxAV99rkJusSTKrJbjMcZo
diVfyVj8mJTFtWF+RoXcMS0fF7vGCLl2Yg8xFWI6OoWvDqZ5wZ0B7NH7+lKWKsmPQwrYBRE9Bd41
IqouNpYTUqYScXdqIjFG+BvsiA0RBTzS7lL9qpYiLdcKcVR9sqGy04MZ6oaAgdII5OhtF5NvKN34
lQzbdivp8LnxejD9bdUp5+IwDGXyrEyURGifKEjNyhusMEWenMRQOvDWimh61i5WeTMKZmc0+XKH
itg118aCtpNmrXFOpzpwTII6zAzRqcrzq8cvXTq85FaO9YD60SAFobRmH3570v1sQC0CPezwgZL4
ICGWs7Wr3XzYCc8Z8VM6aVCfRWHlyTGcfNd9CadgbH+V1cjXYlD6oa/JcGnGbjnyr2nH+JkFCpwY
8whKiCofMJiPiOApWTcLCmFnjUEXDtjsG2flLGiZnXXGVJR8c/pom4eFsykEoMKIdkliFsyoqji2
7+u0SeRz09udd6u7GUg4Si3lxG9VO1csWTRXyfiibMvEcd15qsDdMjJUQc0Uc6qyb8mxpa1W1ONo
RTBI7Kq6X9fdbHMonasJQbChwvTVTzILd1SMGSQIld5NXa4OSVvEHW7+2L3tHTG9CwK9nq1Zh0fM
ul6Eqa9ZB4XlvXAsf0VIJQ98vAq5LjPQiggMJElFfvLceCy2ajDneNWUdX8PW/ahNAabor3CnUEW
3NA3g6kUQJczQdOhn4mNR0jjipYe4LZ6ctvIc33cY3IyHxrWlXXYhf4d0jMCKCQySetqDkgVsRQt
OnUB+ukPGNYw1uaGCI94zYYrukUoOFmfQxTUpBsu2iQTWgQJph9jGQgFZBSd1irMimMaBAVQJZQP
wpGkyA/h4poHe9HxXpZ49hxLp5usvPLV6fhiYVH0V16YXG0DnoKdIsZFT+18dDOhTnY5jug/3eKk
K+5q0XOt06b2QFurRnzaSVPsnIysxWIallVXwgv0VaAeagKFyfSs50O7yG5Tddkvl0Cwi0oEsJmF
/69e4iGy8C1e6oyX60j8fRbFYBGp5gbNuQWLJxI+RZiQjW3IKcERCRveYkWYjPHtoOTQz8vYtOVG
0kjNnqcddI2OL7WJSny0vsPYwIc6u86LTYYjcVAVnEPXGAp3ppnJq8uWFExmKwhENOfiJbfsWWx9
wMbgzW3DJLvV43yVm7D4MnWKLuMIiIdzXYmgslcNYiIOQ/aAln3heKDQ8AzNo2SzPiaJtD+dpI5P
uUP0JlECNZRlmJAz1ARWSHqJPWP1TmaoDyxQiGN0OxynpB9f676t73vRcqDi0weXnt5m9nzPz5+q
ko6p9Zxo+1XaTvAs/WwibqGrL72MHSTwDPZrd566g6kmoIa27eRmyTWiRymFi22haSBm9IgxYXDz
+Gc/zCgHLAnK5w1NT3yNMfP3AHiwybbGpKqVCnBlF0PW73nhIFlhQJTFGgfpgJPBJxRpAP8/lqFD
6oHjsG/pbCZNBi5EkpY3NMN5lm37rvGYP1rFhGg9VMPyioABSbvZFNnWr6eQVJXeQG9tmVcsGpFN
diNyHns8DHP33DPwP7CgXwVQZpHdtVNc7PuBCklsjhgku1HDV5DPBw79R4O3O5u4NMKr8j1xvKTb
k1Y1jlzfGcFfOOVwmfGcFSd7TjBjp8v0gWDaB2mX1qMersJ5lFVRmotk27WT2LUwtNsuLuUTIvwP
q87dPR9Q4JZhxHrl0iqBABc3j11LNMDmQi6CYafzjgzL6qSYm3aOR2SFcny0glNbpPo25Hx4r6Q5
Pnso1SqW43h8npyqPwaZys/5kJc3TVXeGGruv0aFjNQrVIDdL+235jQLHE2xRxbP6Le7WSbHIAwy
MKbctdELZRj+zYxbDKc8M5UJ9IxxsL0T/0PdeXXHjZzr+hfBC1UopJtz0YnN0M0kSpRusBQo5Jzx
6/cDarathnjYW/vqHC+v8djjGQCNQtUX3vf58kn76pCoDOuE8fbf+VglwhfDyj4njCP6ioEWPULr
/JAZASaP0zrtVpsM1RKu9CRX4a/mjtymlaNh5Az9F7rO1pWGdG9TZaDXojqZLsaOGSk1MIaDRDi5
FWbxrW3i3tkNDrp1zezEo0UWvOnSNNiTkxfbbDRfzEELNqLGDWy3/q7sPfde96T+oSEHuNKJYtey
cvtj0/tqPSEdXnkWDNywi+xns/bqI6pvdh2tCS5yVIIrSv/2pal3xQUGS3MrUiiuidOUa02VN/C9
JNFPjXl/QBTU5DTs8IBTxWem9XYsM/FZ9ZG+K5SvXyaZ0tdNmITrzqn3nmcZRGMdoIwdDnfuhRti
tFrqbUAmfa8MMCoR2Idt12n0LUQz7jML7wzkK9JRFLIMFfCb8mIQRv997NVToar4Kq5pKdEp91dE
WQ8WdrOf5Fj5Y0ceeYzIPOrtaI1xhr1D6x88RYC8ceq2oGOqZ/ZhhIsy4FPyaefh3wvDFdh4k06F
2QChZRqhdYdUSPtgkl45Fw5K/2gfZZDPVgXtxC/EPgIDqTshWLDSB93Q5fNYlTUQI9BnwEVikjIh
4o8IJhEgm0m1gTpgPujYeaiNucllmMvPbd8VD30wEEeVXneXFWV/NU4uvdTKFteeRT8KsXz96OlA
nqI8zTbhQFN0MA3nU2lVzrqGdXaL6PQjnT65R6hOEVBPAqSYbnJodfYwBwfQNSprbqIrUIwC98FY
oA3wdQus+chjk8spY78eG6KgdWZZ2jZxuuE4VDb2uhpolNEp92YoA+sq8uJvpMbRfUwaskZsIe+Z
HcJa54TaD5m0dr7uE5SxTgIKEGV8meI9344yCR8jt+iOivC/2Hc6DUPdsdMvqtSK56Isy6NCJIMK
Ny33SVhqXymcsolPSbZjRdsoFZj3sKNkPQE7MTzxs+rhKEy2nWwLBdEsoY61rZk2ZK1EXAERxjZd
k+WxM25Vjp+pCYN0XcfQ/5oqvpNxUj1YFrCtwOhIFbUR0WWmxQc3JDbTs77eF0X3I1RxRUe6rC0m
pGehsSrsuPgyYUdcgeMiQc04t1l/Q1tuiYZx0CdVCuIvxFSlizuoIfmVN5+1einra4Pm0AH8uDpS
6zPu604CP8HnJ/dd4F2nma/Qi0+JvSarCWA/RQLccqj1w9YkAHwMIidDdCjCr1CI+ADDSf8ZUNAg
svdIV6Gz+RsKdd6j0hv8+RZEqTVyAgSNSjb4eYpOXyNLsK4KT7fxxrj9ha+0y04vxMpPYGH4RW2m
SMcEfB5S9OalpVY+Z5PdJhu6/OKVDzSpyPpSx7r8OlGLqVd2yz5GvM8P5tT2zNMpURiGL4lyPxV+
rK1j3JAPahIF/EEbD6SXQs1gpCOWz7i+QNkZXcJIK9e+P9DprWox3mgABwRxtGl+0mXZ3A+d3VES
MVHj5/Y1Ka35pFXj8NWq62xHBRjpx2BUE1mUXXxGVTPeOeVoditNS80B8NI0mRvKjSCXmjj5kmCV
rj+PI1850ZHb7YBZAj7Kqlx9d1N/eOGw7NYhL/am7rQI1JqrOyuzH9Vjq0Kjo9mq5zcJElt2TNl2
xdpwoFsxWwRLFyUjz7/xLIdxRTGVo2967xf2Hlt9Sg8zsMxP0uQES2IDjpogeXFxeWAmwNp907Kw
casNluj6Ev2tgg5WhutGOE2RGpshrIMBmX099Ae00uJT1Eng1IX6VHHSHvQqTl+olRByFDiU1F3c
YKrNvY3EU5OjbjO4t6vuNYepAioDxywuySWDrknUBRWYxoJhjkvv2cRvO9ACD/mrsiiK7MCo6Arw
z+jxv4x14GUacaM5lXxhul11mM9y3T1OrR1Om6zE8//BByR3oIGbWQdgQrr1pc0YgneYkP96WySC
iA/tUG9wzyWOxhc4lcyOxDyRUETEwxnjhS554ZAjjIHOVDaTEbGf2BE5QlhgB6fDPKfPbNze8B0f
Rtw0K88zofdUTCM2doJGQL1zet9JX0K3bqYHqCUJRb0Cs4oOg4M268XUplVw7UzoBwBqTJ19Z2iN
rNapEYQU9PPZaD+ulShHUiidXj2b4YD60r9EB9dGe5vGyBGvGTcyRaYXfpny1KCkCQCGtz0aNeOx
clnbzhU6GDncSqMm8WcWoIElrAC7zt6aBFrKxME6pzxRlL4k/XU9I70D7lhALrUVQNMuJpbGaJeM
6bWj+ZS+dbe31b5lp6G30Xn+8Mn0I8Qla2h6db6lK+EBYRSNbC4ITSkW0BvXxeUYOiQMdIVQEKyU
OaZAQmArbJTtqvjQZ0Me/QS1UZAEdUTolwX6YbGbWt3C00uNuRl/TsKpphw14ORYdPxxXUfrYR77
dhQCKua1kef88IZW8UfP7azuwdSZZQ6/yJoopVueqkOcoXoZXafC4NqZTWj7zGYcyTtioQhZdCXK
e5kn4mscGJZZrlKytYoc3qgGqLSkxnw5BQ0Zb45ldGvcYrpBKOX2kPZgU2Fu+FnWkCk/9LGLjplx
147Of9imNS8Wc1RYaBpTwIARUOrJRgoPSU7gEWJ+qIXnUx4eQGetGCITXck6AChReRGblKiaybhv
/SkH4+QVElUmKzqCJyPxBmi+NWV3URTNLYMaqUGwmmQEG5EpReLZi+xmBH/q94jfOvJE/J4sjT1H
YO/eTIS62nZufKkDqjeFG6lUk7xnuCnwqD5E6IxPhmli9ei4O4YeQHnB8cFTU+xwr0XVDvC5km6u
nMU+L9NyANABLyMi2IWG1ac0x6LM2/S1wL/elwWxFRvfUF5lneLvUjZmf2I+em5Xde9MzpWJbCy4
JOLpmI7wqyuqXl9rZaD0fgSx4abrsmM65KVXmXoJwUHrpht09Va3ytOi6XZjO4/Ydaeuz459XdYI
uIZWu2ZxafggK5VfTlyxelBIv4uvbi00bTPaUMooZEfFFammHK9pjLX2LqocK9sneNz0hwCrWrZh
IzSnjavpXXQsJ2tWzSicEodB4es2a1BAu4lgnxg2cy33hsSohC6kx0O6LagfR1dmI0OKu8qtPnWQ
90CT2DMohDJN46LemfL6u4pihYlbdeW3sTW7Ox/lnr0fpajqH6A/VUxQmvO6MRKm48YwsPvaScr3
lhcItA9y8osfBq/6KzWi2Ng3LhPldtbgOvlGhrlnbEY2Bgx0fGFs0Q5J/R6EHkujiZAR/vo4m0qw
Rh29csu93kw2CtAK5uEEaVdg+0CbTmEwbfOpvpJRava7hEARqSIqlZimEACgLeYjjOmdn7XYOowm
2wS6P4xX1igr/9YASlJeR1rGgHJC0RbJKG61iLyyCYXTiU3WT9QfQZ8A/WLh2ju7cfEw+4yJvgam
UvqXti6Kn3at98FPIzfFROVZYnvkh2Oq3EWpScO+oimSps+qavnmQ2RK0PKqNKZw6ucJrbn1ZPBw
d1J2vILCVkl8gWnfv+hlJf1NzRhPZ5Yax2VyAR0gH6/I2GkPg4UxsugnUwOpa3IMwEwzOydC8mvq
LNMd7V8q65pZwPwpInf8WI7ZeCPHmKY4jYiK/RMAG7vXEGfE3VHVI4qOXdtK0TBHerlrVKiNuJKZ
7+J9DO3ALC9czQTIQqGcSJt9OvX6WywtfnjrDngYdw4YEU5OgFbGxZB09LMCc2jbep3UMfqotEg1
/Et4jZLkqk4dEBi97kT7SbqhuRd4fqNL0g33SakcQBVfcDFufIidfK9RXkFfneryG5J60u6mDoW5
E5TEnquSIYUbFUcJwKnXM+JXq3RIAxzSeRiJRzO0cv/Aj2Tm97kaPUoWNFObj8UYNBaQuHnHnK1n
4qmr9BxyGIwKcz2SWcB60pTRBYA+GIK3dZkMpvZQz8S8A+tZsJfTMEWXkld5WXSBQkLfGg3j1ivp
IaLmxGP3gZSM8YM47ClWTOjaQO+tPwPd0rttNwINwF6c4wxArTu0FpEyLxnU2eiXkbZHIMaygFhP
TKxh6iruekX7gspnM2gI78LBvdWofHorHGCt8yVBJ5wcFK6i75QZyvGm1hqlNhHHYveBiMjsHnwi
3+nOg3DJU/ttyec75N2lijQLdEHm69NDZTj8RQtpUUsZhJUUXmKDDdT3CO4syLxQ55C8NqZpLF84
T5KYA0UP0zBZUb+etGONfKC46PFI63sT7hgFYa2VYDg2pNDe0K+DDr7Idy+FnQAz0Q/yG6cy0zyY
tyk0pLCv8inY5IPUPH0jXBoK/XWGiQbHkOnk/Uh13kgB63Sc9F+qtDP7jddbs4iH5oBLiyB00aGs
BGVz4mHYZln3WAO/LO5JJsbwgn6s6dwwSL4HAhmh7kVbm0af42oUEUu0xeRBDXugy7HP0tIRR+pP
abkl02uMK5+mKcX2KqLt8U+MZOqtQdQ1om3c1yEkm2CFKsNu+IrTdDr6etz9EOHIDqBZAv7d2iGo
LL5UpmwUtYC+Sw4+iuHh0SkQ6KNxb1lnmZPx0vTINeESR3ZR7DVN8yuEi0PcPk6MlhR7PSHr2XeT
rX2k0VTv+17H0aEaGDI3Xmd2eEEQ4I4D0h3Nf7Ftep9fyVm17Nm3pf7NZuhZ+V0fhUse2A+BZTer
vgwGYgB6lgHOzCaV/jdQK33w3LtD6X01R4+14VHedH/SYBnKPb4qr7vEDcJ0ykmLJ2rYAa2IayOL
jfhQ+wTyW/STtf6IMxHZrj//sHtwTVpzk6VUUBB3Wm6xm9JGxp9M+vxs9HHCcBVm+uAhTABNKqlo
HxJ0/QiCEEUxA+6ZabXOxpKWIlY/Mqoa1h2/a3pnlEie6E9Obncxcss9vnYjjqb7wqMtfZ3jSq2/
oeytRoRVfh+i2aELxVieQhaA+9DYibnJEk43U9VIeSyolGcYWpIOdgI+TNP0VpOWN+NzbiYlGvIs
M/tDWjaZeugEh+M+rQR7c0mGHh8YR21NV12XZOiBCr3BY4b5GVvkZVh7ucvMSFvZRwfDgqTVQsRi
URQpxPzVA8gar8kZ0IfqgprIJ9uEq7ilDJy2Ne7kXK/lDLqsqBXCxvPKTQveDUSjC1vShzKKpkIr
bg2ta4R70MAVBwBTgMRX7Xbisngo3td2LFSAc/puSmJ/ZSppuShaToUdJjF1BU5zuOjy1DIeGzW6
9acsUkX8dQhMmnauoON+N+FcM5/dxOX4eb2BWcy51CX+WxD6S6b47//6f/4HotFD+L3K6/xns1SN
cp3//IMu/j+Sls5iuP+7tPSiDbOXr9oqrOuv7YnCdP77/lGYCuNfqCYNyyXSnTWhLkKh/1aYIj4V
NtIgJJ78iW2j6PlHYSrkvywHSQeYYGR5wpjnnP23wlT/lyulLV18ksKxzb/Rly7kUbZhObp0EL7a
0kEDKxcri6+YSrGHawkNzziD6EHTVDLT6a0ZclsMWvXE0DOhnVnQS83h63WRn7nSoqUmkNWdrug0
I4zpivCWb1eJ/ECMhs+HIQJVf2OFjDZI5LbG30UrMH7+7Q29JWiddVe/qaTmS9ObwbJmg72kvbi4
9IjxJKFMdNuFRnWdRrhggaBlE138UDRrVdqBf3CmEGQCigqgZJbV93DviRp3Z+5kodea70TpJo4Q
lGmGwf2c/gi9qDnXxuA2zHympcwiMho7HDzkZ4whAwVfT6LaJFYmvvVgyuwVZ6VHguZCfqFq6QQz
C486hWXNzp/3b+6NhYEYWs0aZtMk81gM8cvcWLOGyT0im4ChoxIHXiPsxfQJucsw0t8Xen7dYcYv
Nu9feCHGfP1RQN3avCPiQHs5gMkcGW0R5P6tzhr4lptt/m3I6dJ6cgivEpGKT11q2ncaW/FH3cK3
8/7V55e/WBzoBQUwMsM1EHcvRHuprqBD1O4R73rwMbSG5ps0ZLDzG6yC719pofb89Zyz0pVvAIWg
uxDrGQhkyknzjl5g6E+OqMFTpK04c5G3Hsd02XIcRJAoohefd4cjIvc94wiDAIiF8oenwdf1bVM2
zdPfP47DdzyfU1K31ULimXTSJD+Jb1ti2w8UuMtbbEjl5fsXeetxHJe5JszlMC0Laf2JFr0FbSfr
JLzNhIuSqTQxm+qqVA8RQcMZJfJbr8c1+SZNtgkHfdzppfIee40XxreqmnCRoDmmiuej9jmz3t68
jG1hjjbR2JvW4jNr3H60mzjkx4qnDxFjzG9q9P5nvuWlhn9eaya7h2HMjgT2m1l2/ZvAuS9yvwBo
gOSVsZab0i47+OUe+Z5QdvWMNQsXuQQUQV2ewGyLxRCMKGGbACPvicE4cz9vPLSpDD4vqXP8EIOe
3s6UWLmJ3eVYN1l1idlK33daPGzfXyvzMy2+ZLZWZNSORGZjq8V8LBCEWKVKcaQAAO+5hTXW5tmn
IIm/DW519f613nigWTeuTNvCj0Bn6fSByCVT7ADDsfdiahetN9LR9c1zx8UiCpzfokX0Z/M42EHM
pbw3ygLdpfR5dMdOXqU1tTtAmAEjN5x8XSqUnKUn1RbhJtGo9CLz2bQmbVupyLiZWs27lExg+FAC
v3qUkQ8ZotKrAT5iFD2YLZKo93+S+VNc/Pzs4SxoDlsMGnLx86tWFqUkyKeYhPcVvPI3lGYFBQLG
6DHlTt/DKTAf3r/mG0fHyTUXe1AT6IiSGnWMJPe0DnuA6XQ40uvC6aZVYBQWA0STxu7WglFyN1Zt
affv38Bb6wDHDuIrgT0FzffpOmiLGkWRKY+2B7+o06r6AGIoPLPYxLz1LH9aDBvCEugZbWsp3q8B
3guIqkfiCsPYtkMuEfwBYMpXktTs2Uzr4LNW1PVj645ENNAlHXJ1y8lmLCIUy9RILCYwaZSNznzY
r2P4lrfGRwcHEzcFgeviQ5gEQlK3VMgKXZy4FeIiQdf+W87MOHQwVfixNHq0dXVt5LCJzOF5yEwE
Tcxv4s9cF73pIH5SAzk3nPM1nvzjxghkcFARZtMVPn0z3WS6fe3qR+ZOiSuAEzJaJ3HXXdUwhfa5
OYSPLTKezxYdi+uq6sNPOLJhB4RlPSIbJobHj1fJy4FpyVdZqhUf/n7hMCINEwoBseKAO709q2hr
nTThSDk8ozPsgn8BwnhmXNwbO6KNh4xIAKwKicPi9PRHrKcYo45kwV28KRsVPKV6RGNw8ho1z7NI
zxzXb507Nh4onoil6kDwOX2sgjq9oIR+HPQWq1MTSzrmkfpSWdCxIX8wqAVMF9x/6C3ioNAI7xVy
kUdvMsT/4szhk8RBxxQ6Sxj2IrCD45sjzawAl0GqmsL2p44m7EzM8ObzYpIjmqMyL9xlatFk4Hbj
oD6mFbrn3mE8H+Kw6qLNA+MhHEE6kVwgeEl9gAcrpF+Ntp6o8oA6q/Qzv/0bhwW+RM4M0+BUMJbH
XwVKqQo1puwF5AqpFJ+LqX3pHf0btRGIc9NFbRvnDqg3tj+b7c3gAHR1sofFnh/jo67NvDgaPRxh
raDF60XKpN/pNqtciUuVFT2PLW+GZPoEruFoG+29OTbbRuRfaKz+Y3U9KVr87l18837mjYglT5P5
j1HhhlN2bpMdEdVUlyzvbOPOxoq//XRdug6cO68RgCIdP4mt6JBXfZWXx3SQwVOoh/UHMdM8/voi
poGDCgaJchxlLqNRMSZpafZ0ZVT1HXVsfDWZcXHmSf6Mrl10PopSk3RxVziL/SHT3FwzLeRdei8f
aZg1jBuaMnoYmAzOzvr9czMiKTFsl/oGzhXbXqyV0dKjXgXV0U7CDDIrxer7YDDDj0Y9DNO2H5xh
LYvIeNI9posMZC5fRyGDK9eQB2jDZrEBhMMIoqQZajwNDW7ObW3URb95/4f/o1DBz21aNqQz6iPs
0H/sGxQlR8OTxzwa8PI0fUsZHal6eG2aVsikCKhY6dpw3RS4Z/+K+GwgSmATwsrx/q0sV/N8J+QJ
fGHYBKWrLxZabMBYCMrxaMX2tCYMRYWsh/qZE3y5BrgIHjLaCIo9jIrVIjQfHcfXsJMc+wx8QNVH
/cFiYpkaQae//zRiPtJ+P5FfrzTnvUQwFnnA4kptlRp9wwJIh6a6nzQrMtdUS+yrsEfVF9ZhtNJH
y75A1nLPGKrgjlqw9tK4JQpyu5w+nLmbZUy1uBt3cTwwQNq3ZN4cQ1XXBw6R7K6UfXun6/2hZEgz
BsExeEoQ7SftOF0Vfk4v2hkEFCpfJutcUnk+87rn53/n93EXHwguizBiGtJx6jW9pDgkfngYHO77
3mJiV2xHq0Zg6YvjAKdIUf7trjb/HtIUDDaTUkhqFKe7GtgNp0Wvc7SRSjDgpGF8KWKuMxvOMkd4
vQhbDbZQStyvJvrf01KvYzRdErMEMCk85Ay53PXlyIy34YLlXW1G9CNnjKh/nNDzJQ1B6YD6KUUE
Z/GeEy2LJrcpjzAr9GYevCBvUrwRj46bz0NARQN1SOq5T3jghA/RLEjekDTDazBEjm78zLJ76yPA
HssnTSqMDmCx5RpRNrf5ICRK372eupRiHjMrad17kfbM/iZWFqnGpTvLX5kznwIwd/QdiUF2hyCi
/Hrmdpab8vzrELdgDiZKwr6+2GKaLsVGbzTHphsRTsg8qDGZoSlhmrcCY9Zmbn/IS3QPW8Q/YI09
u7BeCobbMKyhCJnGOCkHH4Y2j4NgFoWBHjbRRXel0jJ+OXOv8/pffh9szGyJbIaEOYv9g1NDz5Fy
HeGA+NPWiJXFoEAdMdYm7G3XXiVxo1HEYOYTQp5ab+5aUGwvBtQXNFTCTa0zJ8Ub27NDNYMf0DWR
mi5PzyppBzqCxVFoJWj5otX7C0skbfe/WTKu7eKTt2zCDmt+h7/VchIHeYIM5+eG7LeS7OaQYVwj
IaiKM2cNyjS/pKVLhx1PN4AwAF9MXC5KIzni5ishOjOd82/LpiwcV+lkflIR+P1xU05T+XJyIJth
3cTlppL7jhbjl3Aq+sf33/sbP7OrSN/RV7pkS8uN2g48fBOJdshHe8CxnlrbIS61M9vEG98BVUbD
sGBu0HtR82nx229sE5R7rXQOwOAUanNGU2aUi6EfFBhOXNys+/cf6o0oA3WZS6OHAEwSrC4umDGN
La367lCHsn7Wq6JB0571WbHqnRY/Vo1DYp5E7oJWdiO80+xG/fgj6wAsnjl22HeWHxYxGf0m6ADk
yS49ktOHJ3tCL9EWB0SREz7Hviv9rUGf4ZnZP+6zaTT9EwBhuhEBYODhu1JdD1CUulJ9N1C6Mla+
rwLzgDQCZXjq2hlKTy9wWzjm/oQIR2CB+KRrtT1doc/UrzRa/BocxIbftkVwx+g1dDrdWlrNcBRT
ET9i66WZrhIU2qYu0mJdT06F03TKVLpReBY64Ny29q3N2vi+C6u4XAWcid8ZH+Qf837AAmzVvtrm
ZVILtG+Jvce/MRqXfhoP9aGxuqHHZWam38cG/fu6oRgaMZs7bR9qXMjwZvHGOcDNpMfoEbQdMK2k
jH/YGeMaVz1m2ofZL4avXNYM9oFFFF3GUd5/LrDTxoiTNHr3IB2ScoPrzPgiDB/sUKeZNLj8acK4
Hho5crcGSes61/UMJxJzeVqcMka7b+A0VAL/asAQvbG04N6SNrOlXbiFiwwa1GKehzN1zQm/N7Ge
DWu0Qx0zOhk20QB0GsdsZ8SOhgDVrZz0Iu1yHLnI8PDXANxy7ISx7GTNwIA1o3X2FUgD8+A5FqPn
RiRITAprNXe4c7POuTC8mv+7q7BH7ZmcIn5mERaaTWP0zPTppjibVo3n9+VKn7fnlVOAJVx5SDyP
Kb4sDtfGwkvNQCOmVVfg9niBccIkNU+w+z81EXAnZnGq+AO6rarF6s3wvVmUABXc60k8V7MyjwEG
WLeiVVfzdnBc+9W9lhocm9JK5L3Vo/c+Mt0JJFiHQCLFhI3Tdzvh1q3QisvpM/o1n0FZMqhJVAOk
eusIfRVihGQeiMqIAfFS4xMhAdKGL3krk+kq0/NRQ+HuVd9zK66nYxkChlyDrWoSZpE3+WOTwJXf
jMpBzo/BX4i1hZrqbkR98eBPJStIHxM0zm1ZoHtAHIrlgcGLObYknBRwxbyiZq5c7fTMQ0MIO+xQ
JWIHSCsDxFpQUErFRzwmlA56pmGDo0Posw1SlFQ3iCcj9L555H9VTdAgvjcy+5GRVsMHY5RWulMh
kMMdDS/cA0M0Dx4YaofzUY/DYE3W2t11Xt/di5zG3Krl6MfWB2LvhwUDS+yAGeA4msLuGoVuAVcy
5yvtu3qf+0YAuBZOQ7hm+DFkMaBiT5bNdCMMplXwIcTIc4MIdTb3+wHUz1qAYkidorUucy1rPjRw
t24HXCQMtkWp3a9KikUfG93JwMMOgZts26lHvjqBQvA3heoA277uvn8lbvifKRdui5fssaleXprD
12Kpcfh/kIzF6fXbQfQHGeuxf/nxcoLSev0bfukWpPoXcbKgiEsjVMLi4Zz4JVsQ6A8Q+xIlokjR
KfdwRv+jWrDcf9HQBhjP0AYiQPaJf6sWTPNfBlpWzhXyfpcyg/M3uoXT8hbtWW7AJs4VcxGB82pR
aG4TIyAYddUacdcI2KS1Ga9k1xsVTHKWCXk/ZZRbWwRzkXcmAjtNkX9dmrRIUM8kg7CWlTWZ+qWL
F8Nc25UjVqlUxSFkl9o4iNvPlPrfvhRAIJJyfGFLlQR5RyAkAxrWOGDLDYcVU5XLomQUi9afearT
uOrXUzF8laaFLQT9kUU4LTAqV9RPzLUIA3XVt/C36ayOZ7L+t14btVFFaiodnTD8NLZoUx94ZAEH
s5gsFwrKyOyVUS+uWqz5l9ABmBc64OjcZm00iDNPeJpt/vOEhMycXhTsWLaLa5ccDlFUmlARGzYb
KmnZZaon+a5LDQj4fWgzc89pz8RTb73COVhH3MZ1SaxOr+omPX4Vi6uGTYLVTB+HdYmqaF9UcX35
28d79yv3+b3ceVoxeH1AybgYi6IvpUKavaeXchqUkCK1gM8AiUnBgjJGfB5pcm9V8bBRMuw2gTPT
T51qOHDWGNv3r//GEmLhzPsBlQMM1IuXC7wrYq4oLxf7enQtc5cpFbzMxjxzndMA9ddzSvryJH7S
gl61uE6ntwPecOpFBjrJy6JhkDqYv/oGsgAE3jxwzkTnb7xCKRVlZEfQq3aWmhCHMT1eG9kMRyVu
3lt+363G0RqfTDwFZ9bom5eiJU44Sa8XNfDpK8Qlz3gY8EbroS+/J1VhX/hO0twH6B7OXOmtxWJw
IZcinzR5YadX8rrIrSsTObaBMQU0aSTCtZX64kBpv/6AgXVw1r1ZBB/12BM3mM7Tzfur5Y3PURok
V4htTJ221+It2hoDqrFoM3O0kNoH12vDtW0H4yWcrOGp7WrmvjG64cyrfGP/YYWiLnKhxHIMLfYA
2K/F4Et+X2zi1qr0maKaImXeMdZJu2KiWXvRVq65K9qw+vn+4771ZjGXswVQdXKFXOyvaRcObQPi
cy0zSewkWvNiSmJzgwdMO/PLvvmQ9HyoqFE3p2N2+mpxibKHMt5p3VhuvhElQvrBGsS3ou6sQ4rH
6262y8T43hSI379+THYf5IzIZojGjcWyCkMGgegFIwqzIEr2tQRUXAsXhDzmqDPvclHLe90H0FVi
ocG4pyMmXDxnTf06ppStmB0HsdstZyxsNrU4OK1pDrVvEi+U6JdL69FIc30rIvuHpgf5mW13kbz/
cx/8zrMgk9RdzfvVb9UCmmEYmgLuI0CAvQ684ImalLsFDgMBvSh18OJmulZu9CXq03KntfrL+z/6
GxsiIRo3Al6P9HwOun6/AWqWk68HCrJQxkjJQTPjayNug52lBmbJGIzZef96b6zlmYs6g1EJTf4A
RhYZMgNlIvGH+8GgEPyTG930AUDomnNmLb+xTdE75nuljzwHfItHmxBR6KaXqnXiJT64o45hwUqM
/aPVt9Wll5rWvrS74sUu+uS2QlLw9+t57oQpjtOZqfdHm6qTep1pCWsMrtC6VZq1ZwjPuNb0sbx4
/1d941EpvxIXu+iBWbeLHaLA35bpWqDW1If0W7Ap4cb2Zu1SH9S7BHziGquvv41VA0spDsrt+5ef
t77/1FNfV/Hvl1/iCotq0nwyXMDO1bxksVbsED/kZ97n6VJ9jdQt3iSxEPIvnSre6VLFW9kXAYDq
LYNCwxXjqq1Pts1ENTzR+HhxW51pyb95PTRvnDAkruK12PXbt1kkGfMPEMRvrayCGl7V/QbMHq+z
x/YeOP6Zxzt9h6+PBzAKTNDc0XTVsgisS9/TmXbUbHVS+VUkY383TfJrXChvV3e6wHtY5BurBUUS
EGef2RFPj9R/rs7pxsRKGhx/aK60VswYbAYJeya6H8yzxiqWVn0Ft6Hahgn4kMqsjbv3181bF52T
RFYu+GRU7KdvVLS+NkoRVdseiw+gDqDYeq2iratP8U/bieJ7e8Jl9P5FT4+41yelAapzxjG1F03c
Ik7yoiRy5mrsVivNaba+mfuwGK21XjJLnRkIOTZ9X7Y7n6kgZ37kN1YUTDvqjIrAaRa1nD5v64G9
Tgem0KeNzzwCnEM3TeG6a72zxZaRHH8n5Pj1qBgA5niQB3aWai8bZh56th6Gi94WABh8+8o2ewZk
DJZ1k+RJGa0R7VcPRUyT7v1f+c1HtYla5k4ZwpnFxzo7yW0v4NWOdh9dU8hlSlzTDB9bbmIbjcO5
n3bRE/7nWekI00NxaW+4iy1Q76SVga2otkVhuLsstcxtQRUSnoQ5FU+5bcFJKiDh4bBWbvASZM7s
8+FENzwmvIM5sM8FjIsg49ctURWhyoAc3aTmcfq6Y21ImCNcV1s77Z/4vpyd61Nn8COzAZsPPXSo
pDVDLYwtjtqB3bo3do5inu/77+L0zP11H9DEMSxwPszR6+l92GFqqA5X6HYAHMWV6ULHwAg2wsrD
Mx/X6Unw61ImLGTJkacTVCxeu4YtMIAN2WxT33YPqpcMSfSK5vn9B3prcaFhBTdKmWhOQ04fSHDS
BaOVN1uXGcGYl91kl2CYe9Jbq90MjD74u9D0n8fCpmmxT9FvtuTpBRsvKEFElA2UKSgwLbDrKwQf
/WVvRMHF3z8bmgb+RRddsphPL1UafjZGLS8rAU24LXQ72zMoEJmL37qbuV26e/96by0OQIaCpvQr
PmixJ9XVmPa5YdVbxlD1u9Y2G2hTLl1k6cVn9oT5H/WfMOHXr0jUR2cMESF/XOy8ijHbDR5FNFu5
JTe1OWUf8tqJMSz7chUTr8NbSvxg1Qy4Dd9/ytei3h/XJjoi7+ffdKhPf9apcGxrZB7i1gEyeVnD
1dsOIRPiR7trdhKC64dwrL3vYxjU+yCZXH3foHjcaU0ONyPwEu8WiTBDaAffdvD/yTRfMQvSu1Si
ARKY2KNz5kt6IxwgCUN2Oitc+KLmL+236MOTTIGVLp7CPovFwXWGmwGJPo2ULLiFy9re6qFmfA3/
i7Tz2pEbCdb0ExGgN7cslumWG7mRNDfEWHoy6c3Tny+1i4Mmi1tEay9mIECAopLpIiN+08oGDWjI
28H3kit6/b1o5VHwcmgrkr9u1dRzK0XbQYdfDcUfs+64R1hroJkGEVapbJzaULqM6Na33p+iUeyA
/kiH2h4+bVcvL5uvqbUYvz/+TfdfhMuTd7fM6KXbwuYYMwV0qw7Ro3PohmjZxr1LY8tBatQa9T9q
dTa+Znrufiyadv44i8T+8Tj8/eqVdzeQaTCwFLB/PuVeTMhgCqRDq5aCh+XUJwtdGNRRdOOqtz0q
6FXl3pYc51JtxnnvceTNK1FuHFwpOb1Vj2ILhSt5Hr4IjTAZzFAMkc58GfsmrBaDKDqnxrUWEVoH
ymI/tfYYvZloA8VnY7D1D5oUp3v8M+5PCg8oLuc6iAl6zerm1I2x6l6qEnFwQxGONCTU2Kla+sGZ
kYr8lVAcobJND5trcyixiyu8lwmVLWb3VwO0+Ry2Ddac7Eb7YKPtzaukzbssdRci5WajjVlGv8wY
xNlS9XbBO3PEjNzobAd9KHf5eykWx6/ryZnI0Lzm6GDaW9Rcl5zAkpdJTrie2ikFQpRhhXFu8FVC
ZS12T/hIqSdkd8pTpofKjVescqMFG78xaYc9/s5y4Wx2OcVlcmAmVV6mmy2F+GftdHouzmnvlu8j
gRQjOlC2/gZCT3VDROD1aaFEK9HM4UsTbvtQHeahA0aqFOfUbqIb4moDShSTpZ06Z1reIE1D3/fx
EOWq3AyRzAdUjTxJJUJ+/YFDQzhjEnrFeaC4FPRc2O/mtHCo07Xhm1RQAB48PO8eB93bsbi3cM0B
6kWBYovmHiqRuth3VWen6/CSlBrLk9FGl8ny6DdbvfNcIzyjBWOEpi8UtOy93cXjP49/xc6G5aYD
HEKpljbCtrbTunrpQfWv4PEM2l+zNhRXw5mKi241zcHZsLOQuJ/pANFbo3T4k9yxOqE0uUwRYx2y
Pvq31dGNL6Fd+kanNujfpMsRx3TvC8sck3eNrPFAkV7Pa5vriNi7JfKvKIhbgYLIZkHZN/sSWmiV
IzxoDn/AIsIfLqEGdG3RW+rQwQxR6Xv1V0YAAFSVLAwbMCbXP4S/GZTcSuozZ7eU5vQaemCTqaF9
jf5q8DjYzmpmqPD9oIpR63c2B+OCBkhd9UN9zubOetcXhfHbYo/WLfO8jxz+OFrhVH97HFPukM0O
wgeIpgnsP+poW+6HZSFQjIweOtNZrf2G1kIYcHIXfz+OsnMMU9YhhnyWU+PejCyt+OXWbIlz7zWG
xLNkz2GWtOgqko6djJG/wyquz8V1ceP0F5Yv6a9kdPNcA0a1nsPSsBt0cRzybTAqbwuRIPgbD+GE
nvGkXe24WuzXH0tkEbKTSa2dFbwdbjc4VWOE4ozyZO+LrqxPbuyMP3IR/qPiMhT50aDor1+qbE2P
3i/1Zgu03XqY+aAuaoE+91k4yfRUZJ6LHutSfhLA7L8/ns6dA4HVCaYPZ25aCdtinSFaTSiZQ/6I
5MhJ1BkClWGhvMF4ACNFuyoPMoadexRhODjE8M4pKG17UsyVkyKe3Z4ROROnFIMReN7l7MC+R4G0
s6vxbaM1FRdNF07nZZ6dg1rW/g9A9IQWtVxH8oO8OAGtAXrOZPED+gULtybM+7cISyGlU/bFW+GZ
iW9JCea+dKrvaaN/e/3nhkJN8YMmKonKJnra56k69m17JsOQKCppR9sK2tLDgHUOB35xfRzwvt4i
+5oS6keBhz9sMfgOTkaw/3MvcJfMuSWZSE+oZmqBqkxfyrQ0noYYxvO8KLhyKEX6+9wrOJtPnghq
xR0+PP41d0cUP4aerkOV1gRasi1Aq9lY957ZeQEgoO5dM6VIOrs4w78+Cs9EjkE0ZHkxb0760MvK
ORttNzCcfLmkXYrj0dAc9aas7XELhYZ7lF4pjQMIWJsoFWNEqk3Xg6lEJraYm+JJaxDqhQgW3R4P
6D4U/HQqKFwkYG7MbR1FRLhRVhBFAwTTyx/I8U5fUaZzUORLjlhIO6HI9pCgkZk2/kKbo8ebio6S
26wHGDotsy+UpO98I8U4+DSh/5UenHR3xw8Fe9o+smdqo2G1pd5YjeuOyYjQcDPbfylFCMpznAVY
NJB0ohiVgw95t/mJRPdMvtZRYOYEWm9+DSdHY3Emna6LlKBFjP99Cj7/gzpawzu1alsEqrwixmA2
Xm5D0yjm0XaUEVaXtBwr04jRHuwhWrfrX+CISlgJzOlg4IBtsc9DsBmj3Mn8hk8FBqCF2RjfzHTB
G7cqasSWkzqdSYqRcI59I2vwY368tuQFdveDeFJpGB1S/NzeNaOol0zDzA+da8X8wxV66jddVP+m
R/mnWWmXz6BIun/jSbMOqkw7U08qqlEBhr9IkVDO1YuDGHI7+mo1fai8SubnMTfsoFaj7k1qG8ol
XVr74Oy5L/Ny5MN5U+mjgi2jpbAO6PWL0aMSt4D6tSmYNBpomVOxNOzePO9BibaW4Hk5oXQ1BDM9
HqRqgbkrJzUNm/8GVae69/jb72w2fhFIEIRh4JdI88mXn2AGbVyUnNCBPs/pU1U74iRUUJ/s8u4g
1H0eLuE0XPNMs8ZLZzvPul7i1Ki6KNbRnTvjeTKcxyob3syDWV6AbWPuoAzleVlGfMKHLj2Fc9u+
fsrJTiUMXqKz7mYA7+DSGcBLB72j1U9VqOWBjsj6WdQ8rMc+f53pH/UYytvo/0hpLVAS5OLr75u0
+ZjYGZoXhhl3SLnisQl1Q3lu3VL5V2sNPI9MVGY+AhRBWA8FA8U8+Ow7ixzQgkx3qEhTntuUUtMw
oZq6sMipiWXPutrp/hS2GPRM+vLvWHmYoj9eUjvbWWL6qVFQj9FQX1oPGTvobPbCUAsyBWXN5wzs
7rOBCoB1UsBUNycaQW6NBnmRATE2w/6oAr9zwvL04AbBbRKLQxCgqyUdpxYoAfxw8cFZcNDKlw6A
eZPbV4H5BRBwSF+fc4Q+r7WOdw8mNL9wV5JgmJLXBvvr7gOYiAGDTETZexzxbEl7LYMKFE1n14gP
iaM6g1mfnYgnUQwCM8bZggnoerBTNOSZJ5ClxKu9iYIM+6TzyNp/68ZNiId25vxocbYK3Fhxb1kO
xYAcS7PezxC3g9Hq4gP2//3kc6UZ1B11qgj8cYOWQddSQ8sZnwzLjMS7CG2jGxlt4/fDkj+XZYvT
cdwMV2rTR5/iPrGjMkW5l8uNLhoczvWXyKD0WhNSyMHUmsnNwcn0WWFLHmBl73cTKZCEHcvVZSG1
to6SzLS2RWJaAdtK/+xGtX5NsSkIUqM2A/SNYS083k33B7TkOlFcl7gbC8vFdUAlbkE7IzUdwHoo
gjKEtmwgvugz069jZsuzilDU9hDUcGyp4LAOBSfCVdy8xKsoL7ST26Nci2y6c3In5+hY3P2MZB8c
SHB/yCvXoWDKJ4qGGU9QZQYW5WmE2HNunAc3HE4C062DHG9vVZLbAQWmWSarButwqjQqg3Bkc8vV
4guA4PzC1hVQM9r0k1jQ+0TUO7xW+LMeHIa7A4XVzdVHfRpI4DryQje1NIaRb5pglTIIvBumMVbf
lV2b4xWvHHVjduPRj0GLAfGNu2a65mJFGFEHCzxam/CGx+KLF1m86/KwfLIT0fzzeHneH7YU1uRm
B9WD7KC5OWzTIkrw3yDeaPMB9chI/Hi2mrfoC5uXCGFjpGOFfXIbL3vqNIw9HoffGy6NT8pcnPfU
SDbbsZuwGMhyPq8uZg8OnWVcgTRFFOU983mZoqP+uJyu7XEraeS6bUnA1rYDIOYxMyO8qYMMYfV3
OT3sz0prG+SOXRhIMZdLhILLwRGwG5SnHDwHjZb8tt5lLPAu0c21UdRtzWcvMqoTNK3hLNw5vOET
WF9H0ekHX3ZvYqEKS1AGLz8InuuFq02p4dVjaQWtG1bNqdeS5tKCScFfNB7s/zI1KoaTqiUZ4Jik
VH0Tmd4vr59cAICUSrlFucs3iUQXz+PSxboVqGFnPVeTMZwX3CUDoSxd0Pfd0ctobzFRh+JVxjUi
xUXWQ8ZCL88LSouBohvz33g3aBfQntUPDWS94ePCkv31eIA7ZztlL3ACskZg3zHTs1wVVdEbRoD6
rcHFOCcXi5T3HDn9348j7QyNUoFBvZ2yDxfJ5rxNu6zIYUQ6gQBmnbbln9ViJeckSTEuqu2j7v1O
NDDXIK7JSgBt/ZSWevGuqrJcmZZExSGrN6hjGZQknN7QgjqbmqDt4uEg6biPxwkERQacvqwbeJsU
t6nDuLCVJDpPM1abDhc0NlsKZoJpOp6mEAGmx1/zJx50fQzYoHV+yk9RQnTUTUCRDy667zwWmnLW
/57MxP3bXdriYzEO6nt1Mcw/CuxJf4vjNHpKRF9n19Dx4otaJONbWhEqjYYSYXU3dL+RwPLeffz7
5Gxufx6vGxPaFIk4M7FZyIZCT7yMwwCpT/vGzoSyOOfj0+Moe1+dnWJy9nORk++vo7TVgG58OodB
ko7VVbRV8uQUzpfC8dqnTukOVvD9IUhLjgsG2ruj8aiSv+bFmjLo/ZE5tmEAlxbWLtBymIwVZjhR
OV1iyynOcLWOcKT3G5SSEHkDnSMuOHbPOqhpYEAQ2wvqsWqODdFS4PiFTcWFNOPV7RpSO7JmUhSQ
cLLQtg5VDR4WJQL/qTSPp+cuchzfxKD3vOQi87NRrd8s8GoPFsrO+BBuwsKb5hgtje06Tqd4outm
Y5AwW2Bb1AJ7hNHpP6MQ0R30j/dC0Vt09J+MPeQx1uPDYjnCiVaPKahrxn8itDEdtOEKsBXQu78+
Xpp7G9TihgaMwkuQP2x2AC8/e5T2pmcHqbV/hT00H7Cn6PMT8t8I7xeG4KJGFPc0uXrzt9qX1bkt
o6oMxgoltq7jqvFGs/86R2P8rgZfc378A39mnJstalEMAUTLLpWiHOvPgYmCgf2NEp+nYc5xnNaM
5DnRhfIhTSw1PbVjLvxkKvTfllEX70O04t61Zplc67rV39U4bn7wUg/GvAImdVIbOPBp2fQfdCUu
f+iWYug+WQO9zFqZDtbMRhhQPhNIoslEyAq4upBhWP90YYLqKUL0xHq1/FwJNX/CEyuWNKn4hJ2g
gsRy212zXuj+6GTdFU9tBXJC777PSz06gxkRB1/z7iTirINLSC+QTjr/3yShEiNWjjEOfenoxE9R
mbWDP5pUEDOvNT5ZiDtdHk/fXkC2ixSHpVvOK3L9CcKurJR+UswTJXg8IuPWeBa9PgUO5qPSSeJo
Pd9tHrhuhAGfS/HM5rxdx0OJqDcxakLkLBnREICuAjwBPMIyulPweGh3TyXZ8JNRoCMYIOA235Kk
F3tFC+z6MNZW47dUif7TNJiFFEaRqM0y9eYVyhiUldcehN4ZJbqjvCJ48IIH3eZfCo8x7G9qE4e+
3j1D08oDg771yTT7/tPjUd5lt0Rg/1EGRA4XGWF527y8Tbq0oRQF4cJOxuWshLVDhSKcAlHA5h/d
EffkYq4+xboyBG5UHAHL7wvBxEf2ii0EY4A+0WYBxUQEN5QSH0pP0IZqn+D4NqQ34dipihVahu0j
+yhsL4k2al+8dpxx4BL1LcrCI9lKGWx1FskfA6gHSiWFDdra648hQEFoTgT7JdKlNZLA2rRsy/b1
m5RkgWWFACXV5i1nS63jQQ+dCq+vPhouSMEKXwG0iHbD4AVZZRw9DXdHxVsN+Vc6LryH16OaIYg4
EzDmk0FH4Wkso/JtXw9Hcml3aYn8djwaJMiNE3GbempjAUxkbE2Mio3wH6Mi6TISu/wro2mCi2Cn
m7/NII4OCM475w+Kw7zwqSzAUTc3LyOUK+jwzI5xQkve/o6ReDH5lo3x2mLWWnrujOaoNrQfkc1C
bU9qO2/WSKPXg60h3IFz1jL6iINkZxVzch+TChDqadidHm/Q+9lDEoaKiRQuh/axbW0WmGcuekk8
vdeVq5W63RPtxiOx4/vZIwo9RpAqSLHfqSmZXhjFlKchQy1R9kFv3PRsNN78fhR9DnBzVrzUx6bD
OsAR3n9Mki6kOxH/AYYJ32y9NHkFsad7toIJnfCGNVF6M9XRPSduqL6x3Hy6PP6Y92c68aTqFnpk
XNxbwS267oWHaDCgaWzXz6YzlU+9pztnT5vIkEJqppXltpifIUD2OPLOQUdoSCWunErwept1M+PV
OYKjNk6WnoVB1I3Oaeos/YzPQBHMYJL9SBuaS9FPY2AV+nRRbMX4pCI7eXD83F8ueNkiA+vQfWKv
bk/cDpkzYacccthFZeewrtEj0Trn2bbmo6x6b3pZV5Tlye4QcNicPG0SjbijoRoR9Z0VOMKYTo02
KzcUnQdfa7vxINvdjYf2Ptx/Cpw/xTVeXmZtjkwTmFGWEwvrHKFR8wl6Q/62Z1ZhyLbzwfN371MC
HGFnWmCSSIHWy7e3R5vnAiIOmYvTlaameB7H7nDu0WU+mLW9Y0Dytil9wwQF67AOlSCPYxtY0J8a
9JDOHoldgM70EcJq7wOCXaCASEpLdVgO+EU2EI1zFId1g5guHF8/jHPbjzEaO+Ge+JczONrB2bZ3
6gBAAl9Fg4iPKH/Oi3AhTU9dOBrE1ratybBS7YqomgLbs2mfW5jdpxbD24NFcp/xUMZjbOwCqCJ0
pdZBNTHT/HVQ/AojrKF8BeWn36Z56m+qM/IAKaup+Q2r7+J3M1PE85Sp0/fHR4GcqnWWwQ+AnMAW
dKFubxl8qLnMXgYG7DQncxzkag8pvq+Tq6Z43hfeu4LHDA6Iii3Gj48j700vtVoSHK5LtKk302tM
bVnZSESf3FzUl9bsaj9JquSKO3fn9y1GwY/j/WTZb4dKyxcZBwQOqRZv3vJljlCRrUZsyNYbY1+P
Shu2JAZv/4wuD1/8jnO9RCAEY/fARsJf9eciKd+r2BV/10Iksn2zEJi+GhPCTOdqEg6PqqRr8Ufr
q2HwvTjHLMYFmfcN3SqkzCk6d6ey1ov2BuI/a2EolkJqm9npv4bTTX9m9lQ2Pj0AIBxWuvQlhrKD
OIA37CwxyQ0C08a5QNq1WdddFdO/XiCI1xP8IBS3bd/A9Bnv0xieaI3m5ezZ9UmnWufnXXmEG7p/
U5MQmbAOLLR62FzbbewZrScsHIWQfVGTH7OBRJVf2I3695jjgXPq06b/3GmAUn3TyvgcRWLoX2pt
Rup06RLze4U8MG3yuKmta9b14W9W0tehr1Penvxk7Em8QXMVKRZomgv3KC7Go4Rk52ilNQzm6ae4
AU+D9S5N56Ww4obEzlHMKcB/JP88Tkrk8yCfD47WvVAWHWNQCfT8wN2sQxl5j9EzG5J1A+ySqaNV
o7ULt0beHdRndw48yQ3631CbC7E05WmXMCrL6rU3gy7y74t8Gvm8AuPcB9E63SarWi6P9+FuWMwy
IKFQpyC/W48Qg3XkVBJG6Nb2UPqm2ZqSOdmjiq6KXnz3vEQ5h2bjHsS9u7R4oFPCk80Tri6ir+PO
rpn1utXDAV+q3M/tSflkzFX62+PR3c2fjAJLE3YTaHKqlOsoTmokltmAKECkDs5LiKjRMmf1+wlJ
nIMs7u5DylD0aWk+4S9GTW0dykMEr6dLOgSgRVmMWqgD0OmH6sy++rebiuFrrppHcKG98fEgBScH
1huHss2iMQvN6u2qGgMFL/nMx4m0op9g6+97HBR/YYBSaAIQFLIBYMLWA8ybJdTHeB6CRhti98nG
ZCj5hDOpan018Ei2MY0l87D0MY8PIstPt7oq+LQARcDJsAN5Gm+eAuMym2and0MgVN760VwvgRja
/tLz7D9b5vJ/Vej+n2L1R/H09UhxG5oMkRIvEV0aqPUQn/O6qS5gvtxLNBjqwV24N4v40UEs539y
OtfxZiVMhn6uhkChtvUN+AJo4z40+zMI6+TgVXwUa7NMjUng46Y3A+i6UT+Ps+U9l3OPruMcv05v
ixqonDZUCHTeErTTtls86gw836eFbFQU1teuRyA1Hgr1PCl2+NrC+c9QGCvJ5UHczT7IBk8ZK521
WSmNdx15ZF31pi1PHtvj8vhI2Tu4iAbYROZpd3LcVl25paUPQ7AA1NfOJd9zCEaKrwcJ8N4itOlj
c13TroPrsl4UcYbmY2e6fQCtNPloKrkdzK2VPgvHjBCubJej/b23MiQIjkMMMjH0uXVAF8A9dMho
CHhNtBfV7s1Lje1ngOaufnv8DXdDySsV8JuE929yPzysI6SXwj6o1LnEwTpzvrAweh/FsvQg1N50
SRwCHVbOR6qI61E1Ib2LSEVvzQuH9qm0hPZZUQ4rP7sDgnQIUFYWm7aAZSzbYdHg/BrA5a2vqY2E
qG4PfYVlscgO7rS9iwba9//G2sxTZ1SGmzpKH0RLm19VBQK1o0zun12uaAGiSk6QAmj+hVUPVxdx
AImxcCz5cHnxHMtT0dU9pKIgr/vq30JrhtqPOjc8WPS731GKr0tZD3icmzvGyvO0L1H+C6YZrY0n
6Ovmcxy1bXNVs+qoLLkbDJFwC1IA5fwteqPxJgRf8VsO1KE1Q98QVvw8d40yX02NU/7gEtuNRkGS
HilSDsCb119Qw+NJHbJ0gNpdVO/tcKTSOuG0jFLtL0Ti29GiAPFINXmz5EPEtTSlzVjyVR4F6hI2
T5RXv8ZDdSTOffdc5SCkQi8Zg3Rj0bBbj8le6sYuE76goG34TZm03HcqhJN5RSTnoetUv5yU/LRM
+bfHB4i2dzrSAmZnw53mSbPZBJHtYbQ+hmRbibm8sRFepjw3V9e0H3gt94p1zQtz+q0W2FnR2grf
NHqaLCdePtm5iqv2il+l8Yca9gXKLXZc/tsbw/zf4x+5N+MSZCszFjrW28XMW06kmsf956mj9TmN
x8h3cyX6x0PQ42Df7H0Osnc6YBhK8YDfLC6rxCka8a0B7COMoIXz4WK3M9USHVAOHdIj3vHe0GRp
nUz3J0B8s8S6Uku4Siau9mzOz15pp99M+Z6sOrcJXv8VKUxISTfIAJSD1muMrYv3e8HQ7DqlvEVL
rfnG82SwT4mgNHvwIfcGJq8KqSoLBnJblqwkWIOiFKmfloY3rN67W6knxgmQSHx+PLC9OcPlh3IT
mEvJ314PbIDhFpmj1wWoaKq3SAcPPJXmPPlFlAFShs/8x+OAu2OzEBug4083fdtOH8y6c40EbWqj
NZWnKNfHzMfOZWGTduHBJbV37UKUBm0IvFw+TdaDg9nhVLNJrGowh09ZZndKwHNwcA7mayeOBLwg
6iGZinelc0dHsKNoiWONRvxkYbV+zsO6+PH4y+1GgX4HHYN3lrU9baw0KQZAnHj7FW2LSm0V609R
oo/e9f8vzmatx3nSkOgxGnsOJx9XG3EW/aFr4X3pTVL6JLWJNQ5eZ/vewAAmGTRAdYHQjXh+tvMK
hd9K5BxLQ51n39Uuqf4c56rpb0aVazxG+hiPI7OerT/pEerGWQXi/aSpkRIHRTjyACtR8ud4053u
j6bUMKlWjTj53CVlrgehKGve+djLxe+HJivlMTgbA4LwpbGcerSakW5KUvPJbXlKnJsqW740c96E
B6ngzoYjbYKhJ5sbILg3WecIsRtoHLDICGbryS2S+bNhV8PNrNKSkgeS8q+fTdJB1o18BcGaW++B
LCyRmGuQn6pJnQp/HFWMEjohjp7H8t/ZPI/R+aR/RCpN4XZbedDbukgHoXZB1zTemTMt/UK2pgaV
KLTr0pQFGv9KczC4ncMEYDqjgkpAJXOLO13Qr16Mjo+pJvBV8ffMPrXE87VyOtLS29t9JJ5ggOCL
IOUk//5F7tnnVFVAFHcsV1wS4rnIvhlqaB88IfeiME+UUigV8bCTq+dFFKHog65A6ILzqirfyxnP
Un8URRo8XhT3zT4miLQFUUlk1ThRNnvc8rrMbHW3CwjRq4HtThEisCDET2WZ2H/X7Whqz3XTRuM7
fBm7zwDh579S21a0s6ll1Iwf/569eZQIHXr/dJLJuzfDLmEaxy1nAXQ+3rSRpt9G3fivxCz0/PpI
YOiAKLMZIDJutkM9qpMaYuQeuFTEfgxaVN5MPDwnPwS0dZAC720JOZe8ISiNAUJdjyqboixvDaUN
tFZxtHc6SMHMV4dUqU4mnkDZJy+FxeGPhj799XiUe4cMOBFOGSr8XBabxHRu86bFtaULYkulbDt3
Oe0Leh0fNC+yT10Zz78wgf/H6xgFGIkMWg81thQEYJSBNCJHAk9xFDj6CYYVwtaP/OB3x0aCSTni
JxRm+wgEP2xm8KGCqjO7J1pi9im04uE62KJ/spzy6GDbW5uyB4j+gEREbsV8oKNNZLacMWY7hG/i
SjFoR3jasxFr4iCP2BsaKmYSaE4RCaTP+isO0JC7ITE5YyiyXPthThHDdpKL04bd7wrxD+L93Ffb
QxvqCdY+ZIBklPIHvThuyP5GL6Y8FaCbq52KoXc95J+mN2JCQdgfi3b6Wi7m/Leh1FysxpzGn2wj
O/Qj3/vEL3/GZlNSn2tRi+NnDHyWU5fTRKv62TrlVhz9wo3Bcafy0AatwsN0PeI4NgZaDB7pZ6/1
pwT1JfCHaXupm8k8OGr2znJcsOT+k03U7U2vqWOqTTMv4HhWMmSf9PGtJOZ8f7zVf55Y2zkEUElV
hIIKicVmRINrNu2kTL20V3bsc4oVzMVIXOwh1DIKWtsd36KFVb2NSxVeSjGZTwbuNFdD6kdgxNRP
3aXJeme+oRarX2FHVV/K0LKeOt7PB/n4xg76ZzEWoRuWG3ALKrNb0XMdq6AybWocffSm+zeLnOHa
LqWmXko281WIFvxpgW3HcMVOqfmSJY73PTaN7ALOMf0TXWmtAOvjtiJoxFgezNfeKgTqx3MSxVxq
dJtVWAqQnRo18KAtGwf3mjHE+ggk0x9t2x9xBXdqFgSQsuhg+dDMlr/lxcarqGm2UTiz8Ry8JpSp
QMfZHe3TkjTdiSbgP11bzzcxJUen584gmQbAJ2gRwzO52/FNtSCVikG4OjRRde7qiY1upSR1gWZM
7hG/ZGeccC7AM3HCQHDYkjDNPqzHwS2HIA1d07f7WUd9Z3T8sRblO0/U+iXJ1B/6NLavRb7gRcPr
Qt5J1NbuirtOW4ECzAtqA246BkVqFecaC7qrCh/kdrAD5eW22YHEogbAqxYU3FYStgRbMBtazUYv
jeRWz1CJS0fg1pUCG1U61zlpYTt+jBSOGGVM0pNqIPD4+Efsziu5E7xQy+QBsT3JcQD14o7WF419
8WZxu/qtjqOyX/aH7b69W0MiYk24knTAOXjWixcN5xryOmXYAZLXB6uMrE9hnrvP3pg6NzVGTm9Z
ZicoRK75jjE7ZzcNfyG3evkbtp4G7jxQnTZyin5623yfVKR47DoUn9UGlbJxSryPbVpkBzO9c6KT
m6JIw77hnbPdtW3ooYAMcygY2mH0sa9H3I+09SDKThZAFMA33Mic61vEcxQVaZfbRNEK3LqiOK3S
U212Ds6vs3oOYyo1B4nq7riYSAmBkbJVm3RRxe6rD1uVj4kE74JHX6PiJBl75r+vX6Taizib/MZK
lRhwKrVIOiDiMk5FeK5F3gVjMdYHwM3dIUn9IDTceBxuE9Jci7BAsHr2Q1dEQbpU8wnQ/lEFcifD
p09A6Z4k/yeBbr0TbKNuVJEyVRgBoAGNui65rzmd+7mpsdurllsx20cgwr2tzkuboh0IbUkKWgd1
7crLi/5nRbcqn5FInk+dFQLZgK58kCDuLkVZOEAOSoLfNztdW4BNdB19K7uaobSDTNX8xeV8g5mZ
B1HZtp9/YYXQYHelIJ7E+K3HNroYH0YTOZNRG4hATwNMEQyhPxlAkZ5+JRT5GQ8WFJm2MFNtXnBA
lD05rc2yWzxjbVC7KWyGyigPPuPejIHng4DCf5Sq5S354rY3m3EuNEUeVnVV/97XS/RHNUfW27HU
wi+PR7W37mUmT0sT9U+MfNaheMd3Tj/KdpKaul8ya8x/V9yy+pUBUQbjVQuonXf7OkqnKh7ajNx4
VPGUi55XWK5njbiNpXrkrra3BLGQQvIHiiqY9s2AIrVfJs3lIhd5H11cALu3vEmzL+jzNBclDcOD
g2NvSwMTYFAg6BEDMNZDa2rPjvKSKqthTnUgetX7EKOB5rtUPbBwMWJwj0v41+NZ21sgzBfVUFBI
ZCybfWanihBTXtFNLTL3i9H2I2DrXrzB4VL4j0PJtbZNVl6E2r5KeDtndSYotahuXEwXLBaV93nl
KMK3x9g7OZ1VvJuc0mgRQta84HHwvcnk3oT+S+5AyXyzbhaRJqZQSqovsbu847X5IbcaNVD1eXmX
6PERpn1vMwDqQrZCVnqQglzPpW7VcZ/VYx/EphpeGtMCtN6qr+bwkvTBDpCqpeAxqNuto3ThQOo+
KhDdo1h7gho6v4mytDv4dHvrUqrUUDSnDHEnlI0CBy3pMWNdLv0MRmee4Z9SMu4aS8fN1Wh8mu6v
5hvJoUmgOuUypmyrM5LphZ5GLWVCMIPZVXSJCmcO8dfHq2JvmjiCWfaUJEF9bFYFRj7CsBN8XvWp
EMAIMvsdfsvF+XGUvT1GugpmHCo0T2W5Nl8cwhMqmYY1sPDTro6/JWk5+dMk5sh3MvtXEiq8kiEj
01ejzb5ZeNSrnby3KWg4wrUuqVUVlw7V0IMR7e0mclFORgN8MAnIekQSIQ9ZE7PdROm6534yZSJg
FVdRZMWT4+Aj+/gL7lWNyQIkCJV2OzE39xjtPBXgBd6BQFCTS5ks3jVXEvutqSzxeQwn1TcWYV0w
GFP8LrPLE4++8Lro8xEuf2/kdJpZk1L9hhbSeuTdOIx67oxjQFup/8dAx+lUAHXxgZBicBal5o/H
I99bO9IdjsoxfC3UMdfxJses8KMmXql31c0x4+psm6L5NhjzeIDA3dsMdEYldAKdt3tEehKi0T96
YxBPjYcuS5t9HZEsu75+QPAZyLKgGkn5mfWAtDyPDW0qoVGGuuLjvBcFs+KSvSreEZ1h79t5aOLy
FqfldfecqZoxBnkXTwCCutBPrbDyay0cvuTzOB90T3bOSFoI9M2B7aDZuC24t1lLecwjlBZb9gVJ
gNKfczFebD1qgqp3XFzDMC9//Cl3LlSpw82zBiF9dG3kj3pxrgwYFeau1o3BYijpH3rqGreqGfqT
0TbZf7OBuJjeJug498bBStn5sLT1QBrS3Qa9vO2kC+APdPOsMUBkWb/Quf+nHRrrpqbRQXZytyQp
FnmUwMEj0EyHCrceoT0AQE+SmKJbnLenuQUoUNF0/fT4O97taRmF242JA5p0x1WKs7qkep8TZejH
ZxtkzfsyjPILyeGnGLG910JQZTgYiwaqrCjWbFFDUW6MzSCor+EP6l4VtW9w0TXTtxgiGK/dbNIp
DpAmi4/aGzIk6++nz3Qww6pDJNeb+mfTK5agRa7+jTUfJubyn1pld4Qi96dRiWQomIdNKLWLCqeI
cAQ27DELtBEVPaexs8tcol8VgvD1Ia3XT4Litz96U3Qwh3cbUIbnTSgtK6SC5CY8DFurSuB2BEXr
1WcqZfUnUVRTUJCKBU1Z0/hq5qMk5W4fyKA0SyV+n6tgO2aBpsKcY8IcaGlWnVonrC6VMlJGTcLo
8niN7obizU3fgEI4y2c9k/bCldtahgicxVmubapzttgk66Jx5oPLdu9TkjwgJE6pXPKw16GWdnZs
wB0iUL1ItuzRMP+hx2U/+RG6Dh8ro7M+Lu0Yf308wp29DiBD4gXkKxJk7DpszU9pxkgTwYTz+y2b
B7KLqOp+4TvKYfHY4foGLr2OMlpTxNOXdVIOXXk1LEUP3MRFzmOMvPMvDEhiBDjCKAl78th5cTxH
s6N4ZsiAEHQRn4yCTUo1zRZHzMS9pfFT/A/dGx0Wy3ZIsJDqODcFyMqkOLt1+t/UewBTBu+or7QX
Ceo/ZBnublnLX48Iw1JPoUyCbaC2uDcX0Ipfp576dkgt8dorhq1F/4o5AvcgQaPrUBGLRBmxggks
kSBWPYzq1V1QhqpaM396PE87xz8NEZSFWRRwZLbUP5ZAMoTZVAZRZfdwLedcTd/p5HhPme3iRSwc
V/x4fUiaAyC+qBDe9+dnfCYTBojDRDsisYUurJ+20+JrWqdfS9c9apLvbemX8eTfv1iKU/4/nJ3X
ruNIsq6fiAC9uSUpabnyvm6I6u5peu/z6feXdXD2LlGEiDUX3WhgMCuUTBcZ8ZuIyZzcMoRbhSBJ
Myhop+vroztGRlh0SXJBUj85aITcpCdMofRJAf3Gjaduj+SK69rqIRmGulJVJ2rialBQUXnuCtEF
YtSbl9hzkeFb7CNjgtvhWtS8AMvwfET4YMuQc1Krs5uOE6zquvixiAXqaQOcjykuhk9S3f3R0dkq
9+f0dnMQVGKOJYWcyJsV6+kAV9ppakL+bdCHqJSnhXeEr4vXm6zBh6B/J7m6yBcR7no6x1oSeA2H
RmuxWF/7aVn9BWvaTyUqXgeb41bJh1goCtLIArMDlHczrMyyC0UwMhCZECD9Ke/dzK+UOv9RLFX9
AvGxGoO2LyGXjovWvwFuzmWbQz1DvlzE6Q87yuFyuibQWP/+F7+9MXhUkxZyUEB9cbcbt53qtsxN
uLKlYmSfMopzARa55pf7UW6PBzpNYCOQf6BEAD34+mNbNmbZiUtik2HCicGnYvl0j73PY9581+fB
Pdg1e4MiIO90KgXApuUy+2OritXuzJYKZ+jag3nuumJo36mJax+J8O4NiwI0PWeYsDQqNsOivl0J
Fk4briXMSuyCihwxMTv2pcnPW0zIjir6unzZXWeIlMJ4HUmCIAfnFlucufgndyqr1s2S+BHTufqt
Wa/1g83yOq2mpeS+vujKG9gj5mdnjWARRpPTv4lGb/yR20gJRblXf8vg9j/3Q+w+D31m/2uWtfUF
ZW4zdNYs/lg0Wkr7qj0E49yeZvx6NNtkcRZ59i0DxIl4Mhtm2oXpOlQOsjS5+qEVevFkDHP51nMG
9aWyVuP7Clf94HG5N1UAFyQ6jeQPmur1klgbt1ncySC1Hsx/xyX23nqirVACMb924H+Pqop74YAc
IeBFx1ECmK/DGVXqRWqX9uGq9/k/lWItDyNyyQHPE9cfS/OouLNzcILD5Z7g1JROxZsiHPYGZjXg
rh0ukz69TYZO86memo8NEksHJ8bOxUAo+cojIG+vzeZS0VdX81xDYNLqJnF22xH7Z5U3AoYK7OTC
6N2wj9MjG9OdtQO8hiompyg1zW0XRpupONCtxZqriKMvvQlT7wJRr1+eLWN1G+qnff4j7bLhojUg
BM/3DzA5X5t9R4Ypna0ocHIvbL5v1UeF29d6F2LpMn7HDHQOOrdcMLCZk3OTjcbXCv2M6FTrc/px
rfKj+Hujh7cANO+3X+y2NuL1IkKXs+/DLl7z780IiMvBcvqxdZQ4cNNMfF6bcX5oaueo47CzskDn
AjWVn56befOkgEBoacMy9mHjKk7Y4mn4Xlfj5BnIQvHh/kfeDUU1hia2rFBuITwDzGj6JnUfcu+r
D6WITX8EvhegHyCC+6F29qfUsHPQk5Il0W1rtB61bvAs9suoIn92EUo3D9zIFhBPDfHdU68nRw/d
+yEBUF0fCW5mFHYqkIjvMofuqO1GKa9By1aCVCjry9Rby6uLJLKg9f8HeWOB0mKvijpr1AFWFyKM
7Y6u0LCKFwsN94NDYXdwcm/S9QVZYm0qkrPSa+hL5j0645PxLfXG4kVMjXLyxJqCkCo8+/39Cdzb
EAZ9C5qy2D5Qpb/+mk1iN6pI+y5MdCTdoho9QG9K/5PqafceCvT65PSW99atiyN2z05uQakCJCkO
G/CRt2IHWTv3vZF2XRiNuQ2lsOwCNddf/0qElUYFRqKBZCt9c8iuLXLFNs/sMFabX3VViDcIAaPr
JNbhdP9D7mw6E68oUl1MyED2bZ41fd/UAl8zFmTU4NKQkVvM+PQErXWI+tk5RMl+GBa9PCjJ2569
uWp6D6qyDDvDGPsAo9L2uRuh/wVRqvRP7tSIr8k041NoVvlLNgKwuz/WW+yTbFERnwIXL2I2//Wq
ES4qQ5XEJvDHkajA3nGaqOK1Sm1eOoNCDdr17ikm//GrwfYuUq7k4Dfs7BTolDxZSUL4DVtNsjhT
12VAcTQ0y7k4I004v5tbD3jyckpL78jwfGe1/q5aQjZnq4CNvB7wOg49zs0MGPGK5Lmo7eTLNPbp
w/3vurMZifK76KRaPLQ3d0QxaolDysGYctv6MSHK43tG2b7xnKZ5zjNn/kjO0pD1iaNzZ29JkdLB
N+cwkAL5m/Et7prMnUoRINash6Rr3LDKaCXFaCU/9Mha0VPT8O0SRn123KX4en/ge5MJhIhmluyn
UcC8Dq9neRE1JjWBTDMER47zvSWtOGPw8K+qJPrBIbu3VWn3cN4BViSN3UwmSB4zqVIOBcGyWfwa
7cgnvcrTt4Kq/8EyvZ1Suu5EoeOCOCmd0OuR1a7XZVPr9KE3R+uHxLaioKy9yge1Z13SuW3COI1g
QCEqfDDKW01hkmbASlJonMIptdrr0LiR9WMSN33oWHE0+XmCgro+Kh0HbdQ1ha+uuvngiNk6Ocrk
tifVWfNLP1VRfs7rxPTVoe0yX7FLxHnhysJqMOfh1/2Jv22m8iNp0ZL/AhmgK71J8F07zup07oaw
W+L1WRfyJhrz2h+Hpbrkkzu8CPsjLf3Qi02kqdTFth5So3s1hE3+DDhArD6KArRCrr8V0hJ2EyN/
F644XaEGPv2IeyxHcXoqztpQd6csOvTJvF30ULVpllGQ5XYCa30dMxZ6ncZRD8spyxDBVMQyaX6R
94Z6Ab2eLqE3dGt2uf/Bb9c+uS9iU4hOUclkx10HBVTmoKTEU3ts5i6g+RgHy2RH7/qssA6qB7f6
VrYUWzc5LrmA6YRs5nZc2RIe7mxhpKDjeE7bqBR+H6H372tNMj8NKdpYl2QAD+YbM1iYYKrs5S/R
KZNx8nCuBhMjLPeNO3ZdGSjOOP2Y9Q5zPcVd3a/FMjfrOR5YmX5fqf27eirco/fg7RwxN9iJAvDi
X9QLrj8XyN46KjIW5ZghqG7OthOAilL+jeukgC45lZ9fPT28TkghKHJRd9m+zlo74887eRc6mRnb
vika74OYTetzZ818toNgt4cToDXegvRwOHj5j+vRNXmWoSbpKEFSqHX7JteNyPox57Nt4dhalO5b
UC/W7OMBzCpVCqXtz1Y5ZhEO9YaWnYt5EJq0qmq+6fQPEeRE2DrxXbVO3sRlSoV8nJKIcoki3iKM
jKRV4jXel7aBxe1LiSiKKrPrvM9ElXwWo0CAW0WRPztHmZW8cyJ3fJldRY3DuiYf8tsioY2cF4aD
Fl3d9vUJlJHV+mYEti+YldGygrZYvOxhgvm1BkszY1Ahkipr/BgCbfxU5sVo+HktsN31ikWFEyai
1nuuUxFnge6l2XQelNYdnycyvOR7B94TFUd9iPVT23nNgsuyGr03llxrHlYHOjCggaJzKIrZ7k/R
IIJ08L662a5oWssbiiOJxYcW6PUM8VGrJeHWDNTOKB/yOm39ZnDbl0hX/z5YDPylq5e5jCQzZCSl
AAxvn1VFWfcDPB3ErBOn+gEZyTl7ZtvpfunY7c/7sW6yqU2szQVMrXaq4hEZ26Qv1E+T4to/G2kZ
dT/K7reTAjqgnDjWt9mUqdbuXOiNGSBK2GKw3Hofx1qvntI6ejXvgAFpTBIdQ5BIN3yqtPbsPMLs
MzAa08M8CCdyXPTyB30sjwC7csa380SpHdEv5Feh4G6ev1PpLLOeAHTW1w4/QjVtzgqIOPy1pviS
Z632cV1K68f9T7k3YVQc5cKAMMZCuV6GqTuiITAxYcVashbTyQ01HUPr+1H2JkzmSFIAT4pnbNJf
1IFGe20ZWt91+o+4q/7TVLrz0W7z/2KtMxTA3LS9JCXnejiGM/GgmBYjqJMpfVMDkCwRvYxR6xCR
8vj6QVHuoQ5D74Ln7iZWY+ilXXizESQU6ENLxRFzGPEbqNc1Objb92aJPhOEMpJ4IACbUMmqzVaL
4Fag9ZBORR0nF2eIXm1Cylq3/h88RT67tldUU1lQtJIVyceh+wtB1vZU5ro46wwomOzpSClgd1Dg
YOjGS8+u7aBsxVvNxh2RDsfF4KUae4SQo8KJjoTf9vYVLPD/jSMX5x+9DikGqRsKcYy5dM60oRpf
N9sRYz5PnIXwiqeCvf3x/uK4SS/kt6RSJ+nnuoUQwnVQDOdju6gEQXuzafwo6tNvE0X9c5s4zpti
cOujMuTe55TYWfl4J982NklnpuUodKgs/c5qqsdBNL+qWNUPMr/9ICwSKvd41W4LkKs7lbNu94iv
l9Pw5LUQolI9Xw7uxr0Zk5gzurnUkCikX3+8WsuqMh10I8BjMAWxhFb+gGoHZH7uZSVyn2cv+vf+
fN0OjHaYBMVjTYoC1xahntESb7SZtU8Sooee1dgftclwP9+PcpOWST4Z6r8o9VEypjV/PbC+nPQk
mVWWPADay5z14hnFJPdtBbUrKGdygHrS7aCqs/HgBL79pESW7D0IoLKru8nYNbVvZhyfmTi3Kt8b
ipF+G1DMeK55Cj4aZlSdwKwMB1yD202ABAHlTk/a20qCw/VwMR7oi4TNF6zDLFWGLddXIT+HpjV8
r7hFz/e/7n44WYeHJMh33nxdLY3t3CbVDdba7gLDSz0AusDElmz4W8o/HnzSvXCcliAHZduM3XA9
usHKMCwSbPF8GtuA9MsObdRXfC1O8y+I1SkHxeq9Jfr7IUsmQiKyffWnmpOpc4yoMEzpOCDJniEj
uuZBG3BvoWCVBu6G80tCDa5HlXVKRb4wYQLn9elbNKnnizJn9LwFkLM0bd1wBtcX3p+5naHJGgqo
SN6S1Mk2q5MqoDdEfcfMKfH8XEgZKG/ilLkfRZ651wkW1X7ZpGFVEmObCJuU+8uhIMoI8fDkSimF
1LT7d55j5QfAop2vyMKXpQ+UyQAzbY9/NOInu2Sj65kahYqxZL6khISeaOpAMwEzLNahJN3OgrRh
skkjGZbITUm8QnMDrQ8uusQcf2h57D5ROqq+oVqr+G5U5gf5j5yU688pwRpAkSXqDKbU5pR2rBI/
JQHjWXfX+b2ZzcuJBr8TFCYS10XbzAFqfOXTEiflRzfRy4M1czubUgKSvY59ym8y3fVCRQeyUL3V
wTW7jOefrh2pbQhKpDzBhYyPCA+7waSeOBMqy5ibd005iwWiVkUVtc27S5uu5ksHiOKCgLR2ub9K
b0vwUobHRbEZfhts6y0LoVIcCGcjfMRkhlKXVtNyUtkSJ4+S/HM8LPkLTMjseUks82lWlhdzcrv3
93/D7X4kLkYy8pZCC2gLvcbgTrENQblai4vlUU215hSnIjn/F1HkXUunnPRvq5BFzZg1WlAbnvVx
eEjJcjE9Q5b/fpTbXSETFamFJqVQbWNTFzOGblHyCn17o7eLFyMV0yMqx/FTasNa9LV66A8mcO/j
cYbJYjulfrAN1wszNntNF8ghhqI1uo+DBt1natz+4fXDckAiU7vSsSXdSsyXmeMWNSUQrCxz8yFZ
RuepEPVy8tQFKSotPop3e6LxBf+It7nt1hq7J0zjKwAwypsCSYJv5aKuD6lVZ6Er3J8DQisHVayb
maM8R9MNiAj3ueQBXX9INarGpoxpXSx6Z/pTNnrBbDrdgylNobW0PnLUvtnkxEP+SrJY6V/y5L+O
5ySV6IdsYqUoSXqmVYIni4HzGL/yiO32G4Z0dXjKWFKWUC4SMISbXGXheKzHDOeZvptWj/rjEn9n
LS3vHDFOjxA0ywo/nLUIqFN5pxb9419qmuml3+Vq9jKIRP8idKN4KdZMe2nzoqSOtExYPplV+ctO
XH5/WdbfeNT3D5rdrR8wl5iCJTXaxVfq7iDR2/1ynFmU2LlhEWm5/nIVQhfrwnYK03KxX2bVGU/W
xGPH7XvlYFHcrEP54SR+VmquAuXehBoXx1hmnt5hYa8/rdmtfs1RuV6qbEgwtG77bArMAh7f/d22
F1WaN6LqyD/AITYD9BJySoOeZA0zkZ79AgCzsBQ/apv4XA6AMZJc1073g+59VYolIAakmAm4peug
Is/AXNtKERbAAwFFoHUPIL6nTlgdeSzvhvrNN0MziDW5uctnCcePMe8KB8wafSux2iBP5yhMMKV4
7XnMBNI08EgauOgoPF2PKoHibM6SXg+izb04GN6EkzVMJyVPkrPhldHX+1/x9j6VAXEUpV1BDx+w
43VAZaHUpuMqF2pLnNHAhut2xoO4eBo7pX6ZY9E/K0vWnyS94p/U6/STo2b1wY26s4CIgisbTW3w
5luZdq/E2LOu3Dzsp9QJO/DtoVggP1tzur71Iq/17dKsDoLuzKqkTVJSxPMd3Lm8qf6ofPTlMI8F
HhBh0xjpKcqi+bPQnD5oF0zM7n/l3VDUp6RgA+C6bTe0rXhcrjOh4k6NLz1CSOfJ1ce3vdUVrz9s
YFEBUiC7lnSYzajS0phMo1IINbWeX0fCPSttuwR11R2VO+S23pzS1MFkjf43UvbmKi8zyVyJ8pD0
2QvVOLcujdd3gTV53t8QjZYTmjvmQzdgJqZ01tGzaO+j4pkMQ1l2USlMXM9fS0Zkq3DEIKYh+jyN
SnTuG1UPtCYaDwo7O3ctjQ+ptk+HAAHgzbEqnCxpS2ssYPlNKgLHXfOpiITD5+2qB600isv99bK3
Hyickv3RKkUzZXO2oU4Gqz1fijCP9eapdKz2VDd6ddaUTgS5VpZgT7L24OiRg7iZzj+Cbk6CdC3F
1CkEXSJjKnkGFuunOiWNr6vcecwNIzl7uaPV/mLq+Y/7A96NTTlLIjN5M217Fi5SacOkC54ry2A8
i0odfDJDzEx7Iwm6avyVe5UGydk+QtXtLSIqx/An0bMgvdkc7d5aVa6SpkWoDiJ+WHn7fslUCggc
V0eOrbuhyNZ+X5NQAjevJCpbRdWoVYHbt/ZBlKrzqUaBDxaG+norCpT5JUSKtwk69tv7io+2mLOw
JQWwTAPRC+U0L1VxyhanO79+4niLAe0k2cMsdLMzKuqCma1y3CSrXT2uJfpuPgI1H9u2Uy5Gk1sY
Smk0WvVu+XI/8t7NRS2SfgvhHbTzNlkHjrDT4MwWJ53AdUD3MuPcdmr/6K52Eozdsia+k7rfpjap
O1+XLlcTNbbw/q/Y26mA+KTWGIg0XmrXh9AaIT1L3SQPBzPzHkcd6wPTrBIastUvzY2NkFbOEWjj
5gnFq5PMAK6mzPsZ+XXMJtXLKW5WYqYRgt1mP35wcNs7KKjtbUnEcZDIkXUMeyufgXDSumDHkXO8
jsu7ymQ+3XWJztyWP53IAuzXDk7zdrXz7min7F0syA4hSE5DhztsM8C5mowq78oiNCe9awJzSOfT
0ufxg2Xl3bdsaNxfrhcviQ+Geg16XFCUg2ndO/B5PUpNCiggZCXXn3hAOCRZYgSnbS45OuQetm3J
mIWzSvUmq0Di319Ge2cD1xg9b8lLvuFppYWtgeggnpVZoKJWT4QaoIhz4nXFwY7dG5qDBgtFdhg1
JNDXQ8u6xenT2iDt8VKknFDt/1Q0Uf9Q2NV6mnvxaqo1rxHKitxYLp+Sw/06nm12mojiOA+nZf4Y
d/34NKgkmgUGe69O6NA0kFhzziJ6I9t8pJicuvPMPkfwrxkvkOPdEFDQdC676QiF+Ttju74siSUl
FKThN33OzQLx4DhRDC7JWJV0+QFJYwKQMaYI0XX9LD6tNPX+mZdiCXpvTGmKW+OHqa5gogFwPpfz
XB+chrfnED+GJgK2ejD+OA+vv3KBB4s5iJxzWEmLz3VlzTkCqr35YM+Uq/yobPov8dhU8cHC3Y1L
hUXiyMAabNu8ox6X3TBleWhM9t+LoqQnoAfOy2hRCue1vYblaBmfXrtZoNhy7AMh+00724zVo/dl
lm2NGvysFW8pvednJ5vVN6th5a/OpgnFrQYKXpLctjepmMeYP8o0dxiPni03FeyYFp+xrjuyqrrd
lzIUC5gbmz7bFlvc98lgjSahZlOv4fhpXYBUzRq2caw+ZGLUH1//FeWtBcIGx1Z1SwXrUnvUq6Jl
t1TWu8Tt6oC7vDq7QyIOIu2NjIcCq0MiXW/uq7VKDVeZGRkEhp+YfOMoLtoyRnA/7T8NxVwd+Fve
3o8SIkLWDLyfV+V20qD2xIpTOxkU6bY9T47Sv2vdTv/w+u8H7IXPB+0RVLr8FX88HzW9psZfNlk4
9qBMqXzYJyun1TVy5pzuh9ob0J+h5O3xR6gqNRHtHgjl1rn2Lh+i7JIb9pEe9N5W5h0lJRxQoEEl
7DoKCFMuIdPLwhYm9rNXDe6bSOppWtMS/eXQkQya4bAvv7M26FDwhgSaKVUrNrdD3FcIFU9GGtJF
+yeKKN2UwnBOadFP/hqpR43enS8pK5hwPkhXaVRsxhihMO9CX0/DmmLYuU/s5T38HetgvnYGJQnl
qDNJvMjNAuw8vTSTlihj2UwdHr4RHIGuyX4uibK8xfn1qCMhF8DmNsLijroCmahkDG7ei0tmuUQ0
5FpcuiDrSyuwk8Tx18w5ErzZC8WFR2GBeia33+bwHUe1wTyPCVONFHxhBPR0ijX00WcKR/eX/d4l
K+uYJrtYevdt+0pGkpfpzKEbFnOk+lrWaX9rkYJSf5RS46Y50pzcxEwQS/LUSzyXemAUvMUr6G3B
XNrjr/u/Z2/oEpaAthA/i07X9QYxXfrlcL5SFLeU9J0miugNh54gKYyPrEl39iKaFaS+rCEU4d3N
tuiRebBL0aRowduFD828O+fNiA1yksKhzxsNqiBk8IfXDpDbB3AAcCONF8ZN8VGnjeequRIgbouL
xzJ2fg6ulKQ0zQ4a6bdbBOcmCQ8DKU0neEu8QJ3KadQ8TcNymQs/7dvpBGCtO5V11QeeBgb9/tBu
N74ElEo49u8rdvtOM6IYlNhgxUDduuQbtd7yZIvkyG7ldoVILQneSmwOWsxbSMeYL3Zhs/PCZZiN
sGyz1o+sPjt5RXvEEN4bEFacPMwMOqFcQ9eLca7WNas0BY13YSqA3gzzMlPmD+9/NvlXrg8WIlAV
hnfNKmQ1X0fBV4a24ISmVqVN1Qe187KzjRRh2PE2vOT833wnVqoPfbu6r18gEueJXyLajbScNs+U
ea6cxatQQpP64mdv8MZzb/TrfyqRqQ9Dla8Ha39nQZINSeNx2UHBD/x6pClHTG8NxIu6cgVChdUf
dpDxo6e368UuXFwJ7n/a2y3O44FMj/4r8iPM4XXAohm8KivJkPusjS5N05rnbBA6XLbOeqJZZT4Z
6ZgdJC17QQ3GR/kQ2SQeMNdBp9wgM1+WJYzipTrp+eicHPTtQ80elReE0uoP6VSpB2+EnV0BOPj/
gspP/0f6ouodGAkAEHRC7SioW+E+04SCAT0U8cfXf1QKwlJAj51xIzc35EU3T43UgKNh/pemzTpO
T6kCCUNflbAvWUpV7RxpMu+sHVQp5JanFo2I62YqzXrp6yUpljC3MJCn67aGy4KFDjmoR33Pci/3
R7n3Qen9Iv6M3R4P+c0sNqPwPPpRiOo5axuQ6gwns3LKYHYw3bsfaucA4GkHBoHmJX2F7Zs6ipR+
qkcYAD29m2cRL8qpi4zKCzPIO9pDE2nKJdLU6g1evtFB7J0jTvpF/MZSotG29anP9SUbW0/M3Hfz
p37w1ndLi7HU/QHufEtkW+Gd6BzXKANszhmyJuyiZszBxsSwAsUe0wvXexPm6doevEt2Nh+YMXqW
8mBDuW9TAPbSPF/hwM0hkszmU5dPgoqkWj2VFv2+osn6r0o5FQdBd8aHtLnUjZGWR1y415tvVRVB
aSadQxuvUT+pCjVMJso9sCqPyJS32wDPXhVsrTSX4KNuriTb6iPNm7FwYkWmPxWAcIEppuYjVTwY
jhT+DyqUu/FAbYLEAXxE9WMzNBAXkLnIh8zVcp/Q4UnfJKjJZn69xOVfrTeWBwFvFyQDpDcrTbJ5
NG87Tr2btPOiob2udZ11ittpeE77ZTi4iXaiILMoAUZQONBJ3uzuJBG5obcKMsmaWTxIGMRTpGMk
fX/d73w8ijaIFPEYYlVuC0ZiMvpR41YNp8SYDTLqebpEc5x/U7oxfRZaFx1UAXaGJe2WAdVJBgL3
7PVs1dYM3WgxRyxhTfXSOJNySoxDF+TbPUbaSiNCamkTZ4tUFq6eo+EtxnCw+vR93A3Rk9KtKSfz
rFFOHp33Vd53BzO29y3RxydNQehKPi2vh5amyki+guAvZQ33Ly+uiiDOlgVZeUh72bS0p/tzd7un
eYFRd2TWpFjCFqqJuqKdFA2q6P1YLic9SdsnTBvHkOrtEYx3Z9bor4Bsot6GBugW9bOOmSf6AQsX
rZrapzYztEue8CR59YDYxcDB2MTUELcXmsAbonM1BrRgJfJez7rhlJmwT5vkSHLp9tOBFwFvDesV
mAz80+upolmVOEOGKCUqvN07s1etz15ZCt2Hk+wdmYfdyi1JPs/vWUL2hSN4kxgsIzwbeO1LOKZJ
PQWYjkuIvkhdx88HneeVoMvyMMYlYjQWOU0S4MhnjQE+SSpP2Ea1Cj8STfv3IBSrD3JvqL/M87r+
rbh9+nlNzOlv8lYPoF5buNHDSonZ8ItZN0R4f4JutxWSnhQY0GhlQNoWJTJBbMiNOIWzG1Ov8ZOl
rL/ktI1iaHKu4U9ovPEcmA/21S1LmpSc6hCkApRWWPKby8vjxO3LpIGCDcHr2xIJpcUu1hLaqRnH
dbik42yfzSZP2nM3dxQ91sj4V3E69B1FnpjewRF2u89xrDUorwPhMGQF+nrxLElc9DMdhrA2+vS5
56V8WuOiCIwpH56xq4oP7pu9ePSkQY3QGmfNys35R+JsZlqaa9lA8lVaelDmOaRMdDX8BOykP+r9
karN7WanzO2hoUxBn2LtdnP0E22VoiavTJ20BevQsQOr/Chb3osij0o6tvTcOaqvRxUZKzBtwJjh
VGXepY4s7UxL6khW/najA/TGEhwxIFjFdOiuo0yi0+rYIUqsu+mJulv3wYxaHBjZg69Gh8hQtArR
YacRvMUQZLgRlYXXkv6X/epbopx/wubtTqTkqLpFdfz1/mbcGxoiu5DLUX6GF7BZFg1S9jCZyIsb
c3GDrmmnzNeruvczwy7+fn0smYiw/CjeU7K5/oy90owsGGUO195Mnrn9ohPFp/zNpKxVe3AL7Bwy
LAgp3AgDh0RhM65uWSpOgpjHm4rItLJ4jh/pSe03gJAeMf5dAp1n+un+AOUAriscDrwmXuA8+1WM
qzZBI61FokqVR/TSjoAV0+RTmc9jUCDC8Wm1ovSxQQHv3K+T9v1+5L19ANUdXJFUXgM7cP1pFy/2
BIxsXh4tRVV/NpdO4/yf3b/ux9lbLlLfRC5RyRjbjNAtHGdMZ+K4ggoxQmtcEcjZvTHnZjn4mHsH
FsobxOFu5W26CUUDYZ2VNUIpn83nZ0Ntn5us4DJ3u2c7n6cf90e2M3ekkhTzfzungB+8/oJiydMo
aeXjtLK0ZxiFJRctvnL+JIT2sEqWfpKMnj8Zog/vh95ZqzLx4tnBtmfEm5QPdIamlx1mCG4scniS
RjGANgErYOiD8p0WYeUvTrNc7kfdmcqrqJvvaxTxKsRMocHAmvAhx8P6WYvjJWi88UjReH+AsvzM
EUO+vgnFoJVWXTnUFjVOz4tpr0BZamoaI3dw06vzs5trw8EJIP/oZjPKpoIBlpiWOso61xOKePdS
xLa2hE6OXWUed/FbrL1fj8fmSqUTKTMqXghb8XcENNTVVREaSb34+4Bk1cdCODjEGKN+RDv9zRzc
joj6HsVuEihUVuRn/uMKR7ggEuioLKHdu+U7KynGxymOTKDDaf1WWxbln2FFBUbvnf5Jjcv6ozHn
gwg4HPKPwrI42YfCtkI9sv+JEzMKyDT6f+m1Un0trDVEvHc86jbu7SqYdDzRaHyjrb7JcqJ4FnXR
cHPqiShDTKht5IkBV9aAjMLObutTPFbiRF9fObhIb9ccJWaORJXjmM7Hds3N9mANuYPojaU26eq3
bt58UCu1nX0K9ul7Tayu9jhC94kPAt/uK8oxUquIkihKrFsUwzQZQEZWir/DattnMaCNweu+8MUU
Ra8+IgkleXyetFWjpHa9IOwB23CcZ6jdrUoFh9dBrRj1QPudpaDt4SOD819YcIA65p0IOARwzNbt
Q1XabtCmkWt1wC4iTT37XBrJ7Kd6pz3cP59ulw6Do6+KhguQchbP9eDqaNQzs2LplINjYnoj8v/k
SuW+a+u6P+EdFIXWABFURfHufD/y7c1DZE4qmnPSo2Jbvjdio21tjz29NmIJvHyJXuqSmy6JZkQO
cBjvPv0XAdFGpHVNxQvI6vVQSV3b1Utlruw67bMDhc8v6qwOym7Rz0kKOPh+PHmXXR8kUiCYDhZN
CvmC3Xza2NRGM2o4j8vZyJ7SzpifPK3q/LUVgG+WvvhUA+a44P8pkM/pfr06Onb0lG4MfgAdks3B
HOtFO9IT5P1nm/SV45SirW+ULmeYh2dtDr/jDMWsepOl43DS9PYItbazQ69+wPa+nVtFK2dnCIeW
Jh7tETAkQzm9oHp5RHS6vYRIKmhd8XsBtNJ9vp7ZRcNMtfSwKUsy9MuE2ZqB6g5HSIS9AXHasSGp
JErDmusoxjxbdjNhhtzatOyjlYNmjcYmiDIvC+5P3s7ekJ1PWhNSWolxXYdK+R8bzRwxfcu9BQlh
M/crtJX8Zi3VIFEq+yDe3tCgEpI4MDJyvk1aNlXd0liNOoZWHlcPrsJBmgy1eNOA1DwI9duxeLMt
ZM0NPQn6gPiebNcFruSV1uFoXGZQlsm+6GH7+ao4f9HS8oRfWLl1dgZ9rS6rDs3/lKC9884dE6uk
0zaiMARaQhtPVJjrT/ka2S9OnWYJEgQWCo/352H3u4CE5FUKEoqK2vU80HejGlQMOJ2lQ/cwTibJ
VZd8TuPC+3Q/0k7hhDwRDxYEBsAEUqq+DrVMbuy1mjR6rpv+3PV1H8QKJd2my5pT2yWfMvhSF+yE
F/au6uL2J4YnKFvdwfzsLD1+B0kE9TYeBNu7p12h4Y4FS6EeCy/m3BCWX+isOJ62BnzF2Pnr/sh3
vrHU/8Vg8Dd2d9tVTfCRaMosnsMlScdHx52oV04TRTcrUg7GtnMiQxwAf85xwbtx2+5QyxpQ3or9
K9LNfVDAEXsUWZmFHm8BFN0lRGZQp4dWJCI0yvQIebk3UhY9SAPg77zqNit/tKHSprVLtyWN1Se3
MP4qa7v6OnWHm2znQOQ5BwiSXUYleAvHbpFoqdQ0muhbNcZpHPLmM/Jh6YEowO54pBo+ZQYpc7A5
Nay2MBPeplOIipR4ysQ8n5ICYbG6VJqDmdtJU6jVIIWBSTQg720O1jpeVdKBwcDUTsovo+irpyLy
jI+anuv+1JhWWKXa4pcDGn6vX56ylEJdSgNqtxU/dzDlpnHNpJVFqyFoWpLrtnV2WpPBODhtds8A
OCBSJkbK/W81x02E2vrBovPXDV57VrUyvpRVVp+WPPk01Fb+frL0AfOIoQyxZc790XPry8jb6OBr
750BpNUQzOEqg5XcnEXa6LotQspzWK+K1vsFvkWGr2rF8i2pTADTyVodsdp3HhJS25kKIyKgYBk3
e8NcdbsQSC2HXjtgVVhPxqWGM/fsrpUK7HSl0RuhF3V/bm/GiV2fLCMRj+scz5zrM5eysZ7oNl4r
sZN6fgz5AyYcxEpgj96pWBPndD/ezYYBPwVEDM4Jujxk23KV//G0pCtjaz2W5KHAHON7b7bNaWiG
7H01U766H+p2aP/D2XUsyY1j2y9iBL3ZkumqsryXNghJJQEEQRKGAAF+/Ts5q2l1RyvmrUsqFjNh
7j33mP/4eGFvAoXHVPL3kijbqIropHbpqsYjqRN2rgJIf/A7D2e1ohj79+f9xx3mL9c6WA2XIKD/
aKbRs/xeHS0hQ14nJNOBFKBMhlRv7ym3vT0OGOvcTFlGvhuU+3SXIQCMPogw52M3I0xg66qSNOR1
rv36CnvZfm4HnGnknGudfM5SQaCE7le9Wyh2Hno/w/uf9XSr79BXrvRBObpejRHHGoVDeOo7PZQq
bpe0bxi2TlO8VSaDGh1k/heV6Im0RTnCEm6EFwRtN8uLN81GO3ehbuSPCa5azzGfoi+Lw5HQ+nGt
3xgyMyBV7ym0SkUmNrhYWP1IeRT/xEYEViAbwre2ChNKkMu38Z7a3L4NNi2vhRnSn8FhLrIr863/
Dk9iLfeJxyCplQL84PuN1SMSfbiqHmECYt4wB92Q/RIRM3bSLP10Hoekft3KLKF3k2Fx0Y5Yp/J5
s2xlDxXJ8gUFouEXNR6Np+KBjAArugZWwTCLXDN2LerGv2ULK5YuypT7iPTYm3Yjug+HGVsAF32d
akiTwIcbdhYBqGNrkUHzKIYLtz1PiL1be5A2WztlYW4T2Dplhxnlx4uNOCzXJwwnlq4keeCtdZqe
N9vM64P1ULJRiuSmP6zv37fSBZ0BXw8XKfZu3PzOzFixzZBgjaBSX2p5jbG4uFk5yDSdDvjBHx72
+3V6eRi8JsEkBbB24T7/dd8uC8W8zxYJWJax6Lyw1aEm9k+Ex78d/5c0ngs56FLyY9byu5sWhLm5
gqwy7uAXxqL9VFN/RjoC2RcUnM5Wp41/JrSw59IpgwodUui1FZBS8S6ZEvWnNGYQSDO82H9vavxF
l8/5khl+ASJ+p5duYUh7HyqA3BMwmJfKisgh47RoNMCQsi/eVwoibW7yGnFCidL2RNdi2k4oSjjq
qEn5BfF3aQRRiVy0fPPQl2TI+FwZgv/otDKIAPVQtUZazU8E2DDSGOQCSTBCEBfyKAs+ZPvZpCNr
ie9Jsh/GEtC+gdZtnzBiH7QzFP9asMuR0wjT1ms904P14LFcjBPC1NrCVb9gP6mmY5O5HqLKqEke
cVJU014svrnXqfFfR0LzrVXQ5/VHNdPlo+ilfKhBZ/rm8ghbnBGowNuVlsZ3rJzzb0q60ra9MvaO
iBS5O9RkiX3RbtheSCqjL8NMy7vKWwQglVbTtUsKispIjXK4iZqG2W4QE0QIuUrnM2fMu5scdN6P
Was8YOylxyvDNsjXho2p+BDr2n9BWNVyFbTnCDEcSPJi83op2sjO6s4PdL5H8BEMTDzdwEFRdT2Q
1tp6zjqaVvyWw4447hAAFV4Gyatr4JOwJEYTC+eoEVBQ3WIyC9h4QaNuj7ADxzU/iLCdqRinl8xg
6tJVW82/Yj/gL0wRYHdtY1tQ2NmNmG1KEc3rQdE82LapPX8uKazbdm4oFHzEGbhhra70IHfEjeyB
wtzIPdla6a+Mx2g5KWhPr0ilmurWk3T9MjUUFMAp9dNnHJutPM3oj6Cmjsb6w/dUR3DpNXToENlX
fIDXH54djAjvWA2yKZy3lubHhj/+2WsJlNiRqfyywIoPziJR3rzGfiNsb0pG5C5MsBHock1S9AJ9
JgGarpQsXagIvbfJxNLOLwpG5KBHU44cycz37ViGxrzNY20+XSTisMeNL++QiYqgnKxPiptxU+mw
a6was1YrpRE/UETQPTZm5gc9RpHoIH7Ls0O6LtXntIjwE8bzFX61Sm22XIm6CLzbRGJ/wQh70ntW
++21yFQWXquMgicJxUdkun7Sa3SzBg2Ti4rVnO9gyVA+GjP3z5i5p8W5GPDptQBx9dBu2vSiFVPZ
j7A1WOiTzlwN0sKkt4XjTlzcDRrAsbkuaD6vnet96ffbFirWrgsX0366WHh0bAouu5qMnz7AuTW+
VVUVHRlcS9Z2Gg373vuJ3M1rrQTmqzL+KBDFXLVjltFHu4LS3dbI0NhhQ8DKPFoL85BHhUghggjZ
T6dFtbS5rfus9VLwuxRqJyzRwYlnmmuTHpt4FefBkbq4qRKCMF8achlfAY7Pi47zoS94S6dqStG2
8vUmaxQmvJFPsV/9wJ8mcomE8MPmXwhoGgS+abSU7Ugw8eoaj6xQn6WYSg2YfWIKN0dM3ZUrwsdP
xPXyniWy/CantdLtsmFm1F1G4voALoN1LQY9JbvOeTY80CinoF5kVlbvEMOmR1giQn1RUFjTsr6k
9t6SVPSPKVjEqjNczwL1L1DFFnbeSb2LFuefgLrrGl4NUb20W5D+uUJYztQtGSMIkoTh1AyrjRIP
TjzvxSHSE9xveU3Ydjb5qsX1uOX8R0RgtX4lOJ3DHlNFFh8UPIdZh/DtqtkRfGRbW3tPMZIO0foE
kiWd90veD3cAQJB+mMIJUF1PlSxlf+REzqyd6daMt46W9BfSdapqj/D5kB2i3JriWIkQf/OrqwCQ
57gUdjoZsk+4xKMWmgPPjpuF+rRDK1A+yCgdSackWZAjWa0VYslTLpCOkRdLfB1Fc0OxFbds7fiW
1ONtimUn8dO6eZIsre5dleRfad+s/WmTci0fVldbcVBzw8YDBHPxYxiKLVxketN9tTJ8JxhBQqjX
9GLDsk6FvOJpMX6LR+5kBxqkfczdWLMjKLOTvw7OTxYuQ2PytkE7iaM59ezaMTcWyNhJ5w/kTOSu
nfy0vg0BCEq7btWygGkCNvqqM2yXWRRaHcZ8qB+dTjAj8slSFTuEX2/1XliESbaiLzwebqb6l/YW
Nk20UtMbtmXsWgyXInG1piT+wfNNyevNjskjoPvM7rmZy+tB+UwepRCmxoc06ydSlqgeY52W2+Oq
OT1HKFFRWRB8LdSgYb+qqBQvUR/FBheiGb/13s1pK5WMv8dMQ2hMSFhuNcEy360eVLrrFN/mjLT6
vOgPBWuaU+ndtu57UGJ1C39sTOTYurimkwir3NkpCfiIc6Lzc8P0AtyKS6/gCAp7J0Q6NOGrgqH2
gEnRsrwj0265FywJuCu1hjvAYEksr+dE4sYEnaH/giozh7olaea5qxwCtq/X3rG+yyE6gCGtT6Jr
lKmF9y1W/SaO4PnMQ1uq3uYgMIYZMFbBZQ6e+ZK9aa1wFvab7T+Ba9G0jVQu6JWyfUjbOXNieiDK
EHY1by5Vt7wOi3jdUHr3NzNSgFiLRKCtAbtu4pfARgaNH+zlmrbMRmL3AdvaddQlAm4CzVKv7SC2
oNvSBQQW2TWd94hP3Qwc+o0JJ5LzwHaimse3WHBO2kHN8t5EQ/UN8lL8M17SogCFS4d7yRU6FUpx
Uh1k3/CmxWyWv/cRl49IQcuXPXSolT/kNR6Dudiw8A6XEwGyVknwHedyTXkH+3h9EJIGGOfTlMWt
qz1WhzbFeisTtbm2zn2y3iSJR6cIz1CcAIVU5AnKAES9JFSSpyhK7NRRWK98gw9Rk+2cignAJhnj
awqx1neJmuPquPa619eyGNPyve97VHIVt8W74XG0dCDQVR/1Bsf+XVoIPrZVasnWTr2gtwCUSN0i
+MSutwXLbdVu+K2ItZ3huQ9JcSRaP6cZzPppH+VhZ+GijmtFxhzNOyiCuEc13ryjYwobMgtjMcyW
4vIBjVV9ZVK7Rt2Ep32CIkn3QlEOeeFFjXbIeYqdqHrwzI8DtWl/iJH20rREavIDbIyRopwdYvZc
DdJke1lm8p0nlYDHS+6Sm6Z0G76WMcneGAAG34ZoiE7AfKJ6Z1N4/RxxlqubatvyplUhiX8CMChA
gvMWpcBak53yAmVTnBFGTr5e+7jjqmC6k8Va8N1QmeQTg+Do8m3QBEs3gTfAQLLaHoIppqdsLiiI
iiENsoVrrNraFKrQr4BFcW8MJkeidyIAseKWmGbWzZTX6znDAcXPteN+xl42yEess766hutJCVXi
qjQ5YEtq1Y3lst3mk0nJrrZUhLYHooV7tco1gA2Eoq6dcFayo4XA3bYKqwARfqYAWZna2sFfOUpg
Wz1P6XsxIbrkCOkeNoHycfyI9qgf9lUy1c0NG0D8amMi1lsBRfdwJRJcVi2cn5jbwX7aPMdGJ8ue
2S3+BmKHjg+EplofuVjVexXDp/OMHoI+wFQNhAvFknlsi2aVYG+agJibJcY0l5ZTfY3KOpvbdJGA
ShC2EJUwIRx13ApQvlHOMNw3B2QMRawthQZpEzAGtnqdziUIXCo1bY6eAwkLAF01ijxeLh3we/NC
mgKfjwHa9WGoLyYsThbqLrasRkE5FV8Hky6qExhF4jDCssZVDvjkRsNOD0dMbBAsmsJUJwJKUanQ
DulibicvBteqsdqQK1saIeHij3XblZsoskNOgSBAwtbY9fLdxyuSGT11rVyl/W54X044esbmjZe2
TlBB6pz0LYZzJT+SckVILQTaskYZBtJfOyCK+xWFc45CLS9d3aqVZj/k5NKoTTGkNoc6UpK/1JNv
kMIDWUbVggHh3ZV0EnE0Y1OJva2ywexn5OEWLfyvJIyhMTHFcdY0mHHoLRrNUfR9fr3BVRavUYNW
eRwh4UdGwcwxG91gLbJ101r7pMsm6x6Kja1juyIj8Cek9qVAR9BXN3pWGM+kUz1VuAJjJh7gsz19
scWCG4RjXW7tsJXbDU4GlNXZrFGagEac/pwGRh71OKkPs8Hg9SYbXIj2QH39fmWZXw6wN81Ix5tq
eI1dgH7HEZiGIwmpbs6chuIR30gCn3K0AYfAxxRiaJicvlEekM04IGU16XJHMt7BI7c6p74H2RWz
cXlbrAGXu+7rqW+XAfrkHVnLXKDYktEOZhU2dHDnKn+VxVY050Iu7I1huoFv3zr/YS04FrthifTn
nDeAtRKXV1fJDPFGV0P88+CzBM7GRaXEjR9igwDigcmXfKYoMx3l+JrXBRParlQQurQ6S0d4pnhJ
zqnaItetA1+yXe/ZKDpHFXt20KMoZDRrxDT2TW/ZWTILU70U1qNzC1xzedazL7a9Myyfr4nPip+s
6mGi1i8S7XiZrLQ6hQRF6M705bLC/LGJXrcphZVBAcBwPqajtIcSYRR1W0xlDNBjaICKjTE6AePG
2bZb5WA+zLMGUlssz/w7rj7yjUXQTbfaSwuNAs7zEYoSsnwWarHpbTVuwuyzZil/eiT7gJ64SYFO
GoVpawYoZXdrw4G4DRg/SlzbMJrEogP34TOJtvSHVRTLOOa8SfD0AukxUd2HnzASYteUL6W8L6YC
hpUOmNi7jnJEAkNyAr9LKIUiHIzG5q9xxupfVRIKgOfJUrMdd95UN+uYL4+TLdmXXG2l2PUuNkML
4NZs13BW9j/h7LpcQSleNKA3xuJHEg/xenHkBqZgdW2fU7n29LTEQrBTTbIVGzD20y+42q98P6Aw
GwCETtkHzKTcN1vxOeowRwF5MYixAQgjVu1PmExipcIgKFdt4XIHS4TaVo9wgKNla3KCyTNk4wLS
UejibwTqKhwus06PsAIF5XNSNKtaOI70vwRJCIO1KSZwAPHl8rlgevrdcsPgOTcPsNJC0Kcd0M5w
3EVY/iC5+PXS8TDPnNqhKhMcuKJVd2tFcnwbYNsAE6pciggcfOTrIVau+IilQ7BN2XC3tFk/V3PL
cc5Me+3j4pcqS/QTrr/EdLFwif3jPaK4sb7wd4+TWd88yI59R1FAPUdeRhBpEx+dFEKF6lZiOo3L
2Vkkig1gBLUZWUGcNSjx39SoMuhDvLOf0UTVnVA9/TEOM3n3oe+/WlTLwKo3L15V0udbRya6vQYI
JfB+edQchcjr0GZ0o7RLBSQEFXqzvoXTe3qrA3ocWFFBKbkPPqFHB2L3kw7z8hTqHnCLkYYPaKYV
rkUNANruIoYboqNBype6Ao+zzensH3FeA0PgPlq/ySiffylYs8rDjDNSd27Lh6ndhDaPxkfZM7Fk
uEI3YH8V25I9Meygn17OCJsVgE5mtPwxoNuGZaVuKxWXa0smv8D2Hj0oxDN5qF8VOkPXMsAN35LE
zGxXwe2d75UsUX7DpsVgslLAPwE4ThCoreFI22EoM+lHOM6s/XXWbMizhxVs9kWzcnqwaeq+NYMc
3I0KoobrNlrCoo1VSeVNr1k97dF+ux2Qu3XeQYfezFcDRgefPaD+cwPC2XStDa0eiUbOZbuCCSS7
eclrs0f9Mt7B69Q9ksHx7y7W61lWQB27fGHZa78MTWinaQKAbBE/dlsZRJNgRFwylFC2H0xr7FS8
j6O3BCdoiSNnDaW7D40A+p/k0aRPOIrlYclHFrVlSnCYe9xnsF2I5yjuRpzZj1uCa/sw9QuwSdjc
FW7HYtg2t5TT6QnetjZcA93InzdUy0iqcmic9z7B+LalgOA3II7wsHYjMNMOxrAGy0dHgPHHETyb
luswJR2ro0bswwKH105bseTHFMGw9/CKV+FEm2ao73LEXv0SoN2+zgoNL/bipZJmYaivKBlXjpIN
NL5H7AaAQ5jJwfqS8kl3uLzWsRMNq4ZuGHT2WuQzphdLPYG7JWO47d8oli3XDEAGaVcNatQxaLqp
PeknhERAhOoR1LVu8scafP+KIOlZ7RZRUb4jrLCoPrXNURgg++0XWVd/E5TbPsWAM/U2npMVO3Tj
0XJEKeyui21OzSkoEZ3KEMMmHbCKJYdxbZrpaFC/fGu8Ry+byS09SJKpcTfmij+CrBrd55XMnw3y
v/rWqrJ6TIQYv6h+hSUS/BMRq2KiFL/SB4gfurJwE1rDNSeAAnzA1QFj0LSAkgQ+Zzu2kEs+tlku
1LUpLF9R1PJ3ZmtcjBWJJMX+rzHHQlz1JaglbLYLJsMGGQaObqsKsewYrAbbch0UCoWm6H/A07Ew
7eLALdsr56nARCY1yP9pktm3iH9PX1GelE+5gBijgzGqv6azTJpWVkV0JeBXnJ/XUq1Xzo62P4mQ
stdxA5B0w6LcqAOtFtmj1odZQJtnsviyoXFh+wJAN64HfnFvW6qaNF1AXN2rgC0U3M1EPhc7K4Ji
B/hv0scml+J6CgnAKTknzRGqGPsFgvXq9mJTjiHbkMZXxOHiwYRJYyMMYzPcJJhnLW3qhv4hShPc
7do6mC5My0S+UXAAZKucxsEIuni/trXY8rGNUU49E5D6UUaKaVj2SPAx75uYkNusJU6N1jVWv8o8
in5wLIAfC9L4WIeZBfnIh5TfmwUVRLetKoMjMCfkaDcNjI/1yBjYu5IaUKvciPScyUb0kMQmuq5x
8JV7ssIgEEa3FZlOgxHb2JULnMRa2Ze4eIwpkps8XyDMJz5G7YUuWJgurXq4b2oI9DumVXK1AajH
fGFW9sgxGStay2A90ZWjW2uA7GqZgJ+VOS5qnLaoNigSaRscPwHD4obfVnpuUB4VW/o5Ikfw+5zT
AYVvImCwEi/yXDW0x6FtObUdxm+mgusV0ffruPXJDjtjrNpFB/CJ8saG/FgmIqZoItj2vmTFGndD
KOdst0TAfFBNJJZ3UOLk77NADvmZ5SNuMI1wxNsQhSbpVDMm9267tJk4fAp2Rj7y/ALnWnYJQkyT
J2QpjKbFSA1j3VEM1+5S9HQjX6LnSg2Z7uqEp/ewvCbTI0nH7XNEUF99NSNJ4rXue/pQqvrQUxmb
k48SpoG26xS4QI7cN0TkNc0txOXrB0YWtTxBMjue0RCpz0hQnAzgc+J/DGOUPmxwgm5QW7oF+cZo
B+4lrqJ5L+oN2C1BEQFQp8oFWs4hY/tLw+12VA71DgcrbQDerFadZgSUAj2SIg9dgPBE3GiRMRyW
+crvQk78F4Vr+ynDl9Mjf3RJf80wuRl2VcOWmyVrZn/EO873OecSZSz3BEh5hp8hiIAA66VwEtxt
ohFoR2HVHFqwkPPTEJCus/P4Yh8h1Ae2D2i/+Fr6ChVEqkn/A3l+yFNYWIh4W9l4bW4x4AXoV085
AKqSuiLeBazQAse3iMCxK8yi79lEx7idy1Be5CXlQvfzpJaXvCHEnS0GG2YfhMNhky7lXJ1kuUnS
ZqDff0MC4iAPIUKPvY9Xjssm1Yxuxwag+yus3bMLbFygcwkOI6dTAGpl28UMC2penVDkYtJqzNuB
1zUwoAh3B66Hkk77fJuM26HoS8Sh3waIDPZxbZtYtZlaQ3Fw2YLwmRHYM9izchCL/CmZ1uzO03ol
p9X0AwoekOWygFMU+U3pXggfITQRPkdNru9sj/F06EqTKfuqrFLbEQWMpFHLSYY8zsYnMZA6gDXR
c7r4HC5FMh0Q69nSscQ5uK9UMvEnBP8pR9p44lrsRiC92UsOhu90pyaYcgOIwaWTn0xcGnoH7l6K
KnuKo+g9ZuM6XnF4FiDdY4RD0nxmTI72uUzchlIrqrd6/gkWY4rSBmM/PGORjayj1s4RDLUhjlnj
5FT4IV1vVQ4QHRMD6aZfWeTcNncYJ6MRO0BDSckv0mzgyQBSNOJsJnBw3wcq6PJZJ7g77+J6JmXn
Z0w+3jBu0fHL6ErUQh1pyjH5MkeyiMuDEJgRnkjiHIbKJtvq7TPy8yWEEuUc+zYh7nk44jEa00R6
4fwHXImj4R9ZHsXY3Am814GXDYYsCaJadA4fGNhZGw4EBhMVBq8GfDrxaTS2Kk5Qh9roGXrJGZWG
XWWBYQlxOiCWe4kVtlQB3kX9vVRZWX23ZT1UkJFiTkpZm/uSSwMEqs/HD1njlvls0LqSva991p9h
VyeW+yKo5BILzUSSnljlSXX22pb+2GdQyd7E6NDzI/yMYVmKxAm9PZYSf//cxjVGBTAjCXX+SXvq
xUvJ4sh/JcHj2sCsJDRwyjYDXq1MhuYIWBxRB8nicGWyOMUoBfDaqq9DZB05l6Ya3MmMq8eenWCm
gqvSGn6HEE9oYee1svO13uKN710xZsNXoweCLMjM1HoP1DOPTxpUk63lU9gSJDqEscIsA2BLF4p8
qj8G7JgnGzT3NwbCu+i0xbhf94tfCrWDHV34YuG/+lN7GAVclTgEkCOVD+RLRPUctzRy62sxAQw+
+LgZnvp5zGxLGimqHcf1l+/hSjDMX6lBagZ6razxJyrxjzrcG4FcUWyXT1soXuxi5HOH48Xd4tXm
KzCmAph9A64acLgWRNDoAZNUeIAPNd++BlXNTwZ/00uoaVyhYTL9HsF5/YQhAmrElqkmRbMZCXY7
ofd+qCfI6Hc8h762JSVhXxdDTdK5Qi+uHaUMH2O6hRWFrIvjXWJT9SOIIv5Y4fR0HaHYF6DFzOWV
NeB9okkr91GGfQEm3XCVcTh052LZbjAGcmI/U5efZ+yetd1Si/GNDAQs4LxfhxtRgYm3om1AG5lJ
ObaOpVA946IFJ0MCBPo+bol/kbOsAJ9WwiHYRCCSfbcxTH6fOE7ElzjSBpj0KBHyaouKBcw1MpAQ
RFKC9MHw6b70qkDQ9zA7/QHeUf1EhjEZDnQiVfU0Q17wrsCaA2En98VnM7shAIwpTNiRUIxTV6x+
2GvaeDRv2VDBeYoOgNhWD6rtjVmS9USIUOOVi1d2Wqk0821RemAUWV/g+m70BCwDgmDMa4JWwH7W
NGY3dR3geCst4RTYswFJGBf/hMGnIlXeqqLSXxXF3bT3YQSfg6N1x208NKDX2o2EE2Atmu9MDZ34
GWyqaNwXeT+KfU82+7qBJmD2aCPD97FM2A8ezXXdrqzw5zHbpDsEpfqvelkRsV0zxh8WmcPiE+Ti
GYlsYVswZVlSfUa/hPY1Jltze8mGpF0ylmzpwPTBHAbDVUx7FzetwJNHkDtbsBoNLisn8qi96L+e
oUIkkB4Pcy3aCpWO3uU++IeFZ07iI/FF3CL5AX0h1ZXAiZc0IFxRZ3CcN40M5pgA0nzHYB/MBzek
BqDeFgBc862XZ+pRYu0dpG4Oh1uAErDYevVlUFn+EjdwVAD5ecW6SU1Y0ptIat23MSZBH5QaODlw
bSBAm43m9QGHUc0OYGyyAySpke0qDK+Sg0ga81gYul24f0V6O1NdPmgGvQtC3XGIw9JgqMOe9SE8
9Ijkec56pcazbsqZ7UnuOO0USAfLnhSE1pj1oMg41BpT8QuEAFjfFZZKYJlJoQ7QVfLxYGXeAP9B
AwgQdvGusyGxXyfcvQhjTbTDjKRap22nYnDfgLsxGB3GrOl3GZAbc8YkJcwfCd+g/YY/Wv2tmg2y
4ZSavNtjc6/9Ht5bI0Qk3jT5lYrn5RY2l/XQzdoBZa/HcbpO5wgQNkvQyR1QIKRvqnD6J85QDLeG
Pr6ARUC2Y7SfPoEOm4Nx/sq53k4cVAoBDDbCaBb0oOFVM128JD7Pm3OC+w7u70mJeuDfSZN/45XB
WBSC8Br2fZAjwRbur7yySSzBoqgCDiu5PoxIwLpy/I9P+Z1aCyM4KM7hMgmTtAZSpAtV9L9Yp2hS
FJwJp7qDDzjKeoFvv5gTcJ8GcDp8yGjXGxRW//5qf+PnXR76HzoodBhAFC8//6+HWprgJiI1WDWg
Mp8NH+fnuTLkOGKE/78/CtRskHVhEYJbpfmNxdsTmogwyKqDsX12zOp+OSI40R5ZoqY/MN5/Z9Xi
o0Q8VQ0jL9gulgjF+utbsRWCWqNdDc2PnNqBGNcN1dgfA+dlK+32J0nvPyyQC2EYxHfIm8AM/O2r
GyCNI6CQNOAPhPRKbM5f1ThI//AB/tNbXZQ48HW8OF39vkAmsHarwcP4DBS+bSfXiyqHJDD/dQXG
vhwuHf/z2kggFoFnALKVIIxL//oppkg1N4YMTdeU6nufx8gDgANb19s53f/7k/7p84OaBi6rONix
Gn9jQVPMsqWKkJsJBEQ/gxBQIepL/Cmd/m+5Bpdl0UDZgRUByTBEAn99IVnoAt0hvqZoAYg/DzK9
BWsj2ek6yu6dql3HBSNPqvTJGyaL0C6BI/P8/3jV4hJBgjsTVhO/7QK0dtWE4UHTGY24965vQFUB
SwsZIH9YLX/f2aDpY0nWQO6qGgzcv75syhHGBVMhhIcvlctbQwn4ZGss0/dtlf+r+uKiw4ZBZ3qh
3uKc/F20H7HEYHSCFj5ig/+O+QmGm7DaVx/wDO3/pGX/XWTyn4fBjh7Wh1Aj4Q3/+macm4RgzAHA
C0kHt7KavilMqQ+oan4A/Ro71oA+MlC3/kHL/PcDGi950dFg/10ozb89t/S1jlDQYz8UrjjIsQ+d
snl1GBsJpTEtQxcnY3L49/Xyjy8Llx7IJkE2RvTkX18WZBKfqwFzpQVgxm6bQHUHxy8c/OzKdskH
tU8TBSbpZP8k9finBXSJAIJ3H3xrIFH665OnXDW0HD3CbLNtfBPROD2FTABKXf06/sFL7+8HAPQ0
8Jq43H+4j34X8PWZ4RKpSnjWROtjvAZ1TDbMEf79s/ynN4KDWQPbVex/BBz99Y3QlhPAqBUO0P+j
7syW40aybPsrZfmOaszDta56CARi5BQkRSr1AiMpCvPsgAP4+rugGloM0cRWvXVZWlqliRQiAIf7
cT97rz1arU9zib5VXxbHCX38ByvQe2PFIjAdvQlGKHpBby81Z17XAElgrKDWuhrFFF6ZaH/+xE5k
qcFcmiHWe9tJPwJkv3cj4Qvj9V/YMs454k5JVc4/e3a2s9SLL/j5LRLrPGHI9a9v5blFb3kHbSZr
MpZxVdH4e/v9usUzPEy2h5XAsPeVnfDGpULDQ51m6FVTqkDZW19bRJBX0nDjDxaMn5dChDNo/R06
l5iDzrlwPXnWGjU+46WgLDMbqslUXzzMMvV2oSqmD77ueyNnoRPyICE1AVF4+3XjCYfGVLlMpj2x
F10fnUKipDCz2e5/MG3/eKWzGxv2yQwfkxsb2ZUVkDiZ+k2ahSCPa3P/62f47pfSgcmADKS79tOk
7ZIe0oYmKZBKYj4LPMsBpzH1Q53E9gez2HvPC8PEvy+1DNsfykwKDDzDDfdviL0pSPUsIrCN8x/X
iS0EmeFHhuDzWVO3KFxYW2Am0Nm2z+nKbG50TemheklFalvcRyPSrMnbZDpaQcMYh40TcYRjTHn3
wUx2flO/XxlGJ9S9ZdU9j6RM9R6Gg673gdtl7reiqrx9Rvd3o+da9ZuDcrkUMDGVuVkHzXgeV28r
npJPApK/Mg/uNyT1po8t4l4MrfLRNuH8+S2XsnQVOxz1NCXu2cwJsqnVkwgVK5HSl3RctIe2kETN
qJF9m7v5R66489mTy5FasMRlo1kk6u5s9tQE4L7U9YZgJANmwwywxfCOaQIPBU3TquJz0L374Mmd
T2nLRZlOqMvMZaN3jthIrIHYpQplJlyn6EJXrGw3SKX71DpoDak4rIBDnuoQ9437FBM7+kFh+M6Q
paThKbI9Ajx+TjQcIppo7VSIoABbsxXZpgJZU0T9TRG7VkCrtUIyUn30pd8ZrniCeUVcD2Q2rqm3
L+bQU8xzERFkbUqfxtaV2adCtb9FxJh8NIree6wsGrjVsTov3sq3F2t6hCHUZgKjlJH4XmHLq6qN
u5tQm+KNaBCbKXWlfvBYtXfGLpYp02FAqUBMzkFrOfRAEhRrgRK91a90jm3puri2eM5F5e2aQcp7
BzLsIRWdfmKHlz9yKGwETWbDYyo8WmVwIDGZa9g1grAKjZU2owT/4GV+91OiUGNishdf8dmQB8lm
QdlKESWrGPQa4c4rRom1a3Ol27W29RF+7r3RvphbAeagXQDz8PZZYPYsC8OWfWCgilbQICp5GBgo
mhDLjOXRmDkGxL0UQl/Mu104IrTa/Hr5+SmEYnnhqI1sjPawEZFQvP0ILYecejwwf2W1XRw5dis2
TtgXOydKyNDqptmvsFlfdupcB1ZeIePmCQdN32e0UhA4/frjvDc4yV8G5qNpgEOMs0+DgD8KK50W
8wzX5lhMYjoNKuYKJbaeszoCzVKMv8utXu7AgjhjsnPZDp7v0WSuqrMiIxHgDEp9zNXD0ooSzimd
3CFb0bzjNKEITeeDwfbed6UExi+omQvy5mywaXTB55hjtqCsDJv+gSgTPCr9jLxQdYEq4DaIN2kG
OP/37zEAAmZY3kOSrs/ucSXiMemtUgSqnhs7JyU6EFmxSI8hru/1UE0aTRHMZB/UVEt18aM98vtt
hpwEAgs0ACP+7UCTyHt73cDpAYtj+JQkY7fWe9v69Osv984bpVMdOiov8JKRdLY9REuaE3Mwd4Hd
wh3wzDLbL6lTF1oXfcO2PPidPuo+pYFBrEpv7H999XceKW5NFa6YqS0g3rOrUydMbabFDKU8tY+p
jWreLbtuS4XaBQQ3R2sgWL/LJefGclFOU6gKDOggy43/oaxjJXOZ7lmz+p4esjNlrM4Th+qZEya+
Y8nh999RmLX6skgDBFXP10i3A7gDCg4ofz4px87u2lOMsrfaqHgjE1/NRbSZPGe6+f17y86fko4b
q/+U3iJwTBA/MItA6WexnSqt2AkwPAEuW/dGR6+OQZCo8//goibHGzoUzaV2fntv66JL1NxiZbaz
uDqOJuferWspL1EN/FAt9StH4YZ/8Ka8Uw5QBjCEde4jyUBnE8MUpo6dm6EIqrDoOOQ2+jsxufhp
Da/Fgvrrb/hOxUNqO95lRu3ClTmvPQQKwn6QFFwT3mID+9jBkrNxp9DHBM7XO75hFOpGZHP7+ddX
/s73PZsRaIRqOPE5xvHc83pWLWeW+MlDT8Q0SX9iaq4ampDfMGBMm7g2YCQadWu9uHVY411Ho4yY
Q9HVQz5k5ie6MQgSdVnGa1RN+AV+/eneKQX4cBykYRnk4Z8f+ViDVBVmbtZFF7GaKypU/GgaLumM
q6swGsYPYMjvPXRO/nEHLQU+GUxvR9oUExfaNGxZYqhNK0tALyBYpN8muvgIJvfeLEXcH7pR4Fwq
4PO3l6JXZHQxfrAgRGO+peR9KHnLt0syNEehrXVNwFcW/P7thJoHMByCnfYT1BdLW2Uj4u4Dq6g4
K9DK/lomJHJ6IcISc5qq219f773vaIHB9CAXsbP+jg/4YVJ0S3WuhqkcgsEM1d0Y9xoe+k58wv2o
rfS5CK/sqso+Ojd4b9AQ8QzHBySU/tPqMySxJyM8BUEJPtK3vQZlWZ4oa4SByoIkMD5Yyt8ZNAYK
YcBFlG9sHs7WmxpCqkLbWQbWFGWXtZW0j61uTlvO07I/f31D3/lqnJRbYM9YX5kRlz//4YZaM2ed
85xK2pDILx23cbAR2xgQlR7xdzKE8wdbhncuaOKyZhGn18c4PftuZIjgQMEsEWRNFG5KW74WZqLv
srogMheR9gcD9J1baXI1fF2wX9nOn5XiNNJ7+r6qDDqaFwHKvmyLrsFEXW7XH1QJP3HzWbGXOojE
ErIcOE0+u5YdIx2zk3EMRBpPO8uAWtAQsnBK+1Rb21J0bD/V8ibpO/XQ1fhrrM6br1XZR1+SebKf
cXWbEA6MdjcQEL9xDCu8i8K2v3LZ9B0YD+muxMSyI5ZWfJTO/N6G4TuSjqpjycwxzwbCrBnFZKN/
Cyy4a0iEQoxYlj5ax9LoyscKJQdV7DRGnz3W433VJHBHkAopr8KoEkwhAAE+ohW/s4bRDaBNBleX
d10/u58qaFHHbhkqmi0UxEaFS0D1OEBlQdEFGzDbzYrXYa6sjJdfvxXvXZmzeQ6y6UVAKjo7knSt
Pq6dOBqDVHW+9uEScpXN4gpHuRVoQs8f7Q46myQl94Mx9M5wpQVCX4ktG8NV19++jhHur1LU2hg0
jYiRl9nZyqF/FVjNUH7wZrwzlQI5XK7DWTh8k7PvaBBjZbAcjjAbwkWcb8pii1JnpIc7Im6c5nbn
NPrwwRd85/VfZho4uRQGqn5+hj5pVt9mFcb2eoJwoqKIRasNrmM3k/XODADa4yNu2k/3lNFMgWkt
vQmO8853KLT+K210+4m3L+muOi0ut3plyi1Syt/tC+pcigELoYIqxmU9fPv4oIYPdurAwVhElwe8
d8kqG1x0Rpxof1DIvPetIE0ZPEFCQags3l6q1OopdW1lCrACc0JftGbvW4hWYmRKMv9grPy0ySPP
h4NJaJxMcQhvz95EF5sMSliwCQly6SsU2LT657kCwPLr9+6dL8Xcw4ZH5/7xv7MvpUVAD6LGmIJ8
gINg4vnC/2KOQeRVzdOvL/XT8OcrMewBLlIqgbdcPsoPC5+deSAIlgNzbKvNTvRANjvclWvRK9OG
o+/pEdib3Pz6ou99P47nDJY9evGAlN5eNPYMVFC1hugI+RrcDD25LSfO7ByBOPY/uZThcPrIl6NW
enspG9+bhmpx0TcJaItWh2pJ99DTV57zj37cf72M/y96rW7+Udt3f/9v/vulqicQX7E4+8+/X9ev
5Z1oX1/F5VP938uv/vtH3/7i3y+Tl7bqqm/i/Kfe/BJ//z+vv34ST2/+AwsEvqBT/9pOt68dzp3v
F+CTLj/5v/3Dv7x+/1vup/r1b3+8VH0plr8tSqryj3/+0f7r3/6g4vvhri9//z//8Oqp4PcenkTy
8lT+xefz/PRrr0+d+Nsfmv5Xeq+mR1ICGiCcH0yI8vVff0Luhv59vXXs5bymrFoR/+0PU/sr4R/s
nXh4Np3Upf7rqv7ff8Qbz8+zcSDbwv3jX9/+zXP6n+f2FwhCN1VSio6/eNly/rBVW5CV0JFZ49it
LW2qs0VfQB2JJBbZlafG+E9OiXkKxVOI6JZ+X1fuJnXrjHcqFm9vd43289ZLrtkuBWGsry0jWylF
vWH3hOq7QeJ8XzYPRv1gTZ9i+Umdr+LmphfNOt16CADTcUuM4uSe7OrFda6i8cIJby3t7vv9/62h
eF8V/HM+ut6MyP9LY9Blkvivfz3kn4bgpn0qX15/HHzLz/9j7Hl/pUFHSUq8C2s8GzTG0T/GnmL9
FYYoYQIcuyxiJ4I8/z36LO2vwME5zqOSRUtDhtaPo4+IsmVG+b65Z3T+zuh7Wwp8bxpQ5zDXL7vV
RUbzdobKyARqcQ6w14ibMduN6B4fTNQYh7Itugtig9SPIj1/uiLhY5xxWez8WajpzLy9ogqTVQAl
GEA/tei7Ygvr0iylpvrV2BLqZgEk+eCk6ew0hO+FwYfIO4tHsfxzvgHBWJhUoZphobNRI6EEnooQ
I22IxHHWZ8cfo9oJKNDCNMghfnzuzUoxV6iDv41Gmz/LWh8Q1dJWfVyUBr+X2Lx8OoD+pB/q6BpQ
9J0XukYF4FBEBtrkapq71VB2oM/CuQPsr+GWxSUr3XVpVVO//mGU/nMq+nHq+a4H+Z+phyvblPbs
4k12TahSzo83kx6BRtwq1WoayBDwK6Int1FuAMWCq9Sr+6RSe1wNtt5eo7JttSMQGw9OhEmD1G+j
hsp4AlWTM4dg//+gDvm++p99OqZG9qhkGQIRPZdgmKNZFZKKZ1UT7gEZhwn0BgvHuKpazPKrtikS
Z6e0igtbwG4ne6s7cYXlyWQsYbrqvoBcSE5FX2bKZdwlEYYgWsofAUeXbuLZDL6I7SijYTMi/KRo
OjtULNyEhEyLm5FaobVP2C4GfJv0mGW5unNUsAjYcgPN9NqHOJLmc1OmGNZM2GLXLT6CiymNrD9t
EUO0JSuvOykjzpl0ykEK95g17X0zRNZnI1GaeI12QSP4d7C0p56zPOGncsBKkE1ZvG0iLydA2lXE
fCPxAo8n00u05zmssHHVOh7rnI1FW2Y3c6qXiOa9yjBOqQd9IjBaYWDc4wQp1Vc6mXOsJiJqERKA
O5nTm9jG87uNnBIgSxhlJJkJJjfsaIOwHXHntFat8aBG99lRyNlYt0mjdPseF9pmWDwAWzHUaeaH
QnHwTWpOLVF0MuaUJeNk3/Z1p19PQxlO+5mqDXNTBVJulbfWmPo2iY9kYgk5PkVObBerufR4GexY
M5MLUu9mjBlzBq/FZrvqz+xqxGpQBxMaU13op5aWyzoXmVX4YPmTS3N2zPYS5BF+E13FT4RpCCGR
r2Q2bMSoyjK6RK3JrQQ9HzbbxhtFtKpmvcL+NyQsopOiqs+RTcTTytNnfhAV0pL7VLf9ypJRc6jR
ApNiMZdxfj/g9zy6nTSUlczidLruVQMqnFY1+QPtw85dE+fkfsWL68iV1RrYE7V+HP0CA9WzOrUc
Tjt1ivw/wmB7Y5uCeXoOVeuoDGIs8PnBvqar1TGl1ZWrvkCoy7JN6nnhpRuBP7AneHGrIsLSEShW
6a67ypv9uYeQhTMi6vfmrESMQb1X4XCM5bwK0z4+zYDovyaVxM0/JfaqBXUNg6HQNFrIumgPYZpJ
sdJSyxvve3MgtKk1qtjb0M3X/Mgrmxtooci5G12Ujwozy7ALjdi+qy14EnuLzgKYoiKSJzczSWzB
V5xpmDi9xArKdqj2jVXXWyUT2gG/yVOBj3PkQKzKnmZhKvpLbYfthhy99OuUWlazUlBad3wEiAWB
1ZdNkBRlf5xm+yhrMX/V8l6lASi6rZHow4tV6eml2qbqvQNLcvYNELV8hplEViFb40qEVrGP7L57
tFraWQb4HrhoWrHGixr7cSeqjYUVAGblqE88eDcKoi5uQHco1bDxsrgAcmKZjF2zFoTUFQIaReem
zOOy015mLMiQVpJQfwTqGForLSul4VdD2u5ay+rpWLJOYP11XjFGpvdKiqWhUfDH+4LfR1vb5dRf
tUrVyD44OWiYnH0s887aLA2ayXNX36WmAucAP2/6mFVom5PWHaJANhiCVxqPG8balEVqoEYeHN+u
Y/6a5TQfnKm37sw5tUAnTuU1JtbRt5smXCEldPZNIqqLqsI+hcneqo61pTOrVI1tEFIpkMht7LS0
gHr1Jh7NRlNeUZW1l40zkvuj0drxyyqMD2yKYmPlwjD7VhE96s+hASJ4ipUBu55UspuxjVxvO+Ia
BdHSzre44xJ4tK55zKIOY3raKfHlJJTeO+aNkiFeyLVh1YvRpg2pkj4oE9S6cJB43dT5Gr4LRtta
CPm5NhwGa2hHxqXexUBc4apg59LACWaZSj0dckg4WEI/ZdEs1twZOrkd2iOzr6yHxqurxE8muDOr
uFLmxVo9aCTi6NWmb1J3l8YRRIJemslh6gmAVxu6phe4t8y9UarTNo0rKKClMnR+jMP7jpU/f3bt
xLhMtXaAnjCG4UloNOnXnIq1MHZgMt4WHOe0O2Xu+9OEdUT1oerbR2vALnYcRBkHwzTON0oJksZS
5WJEUnPmsrhrfEbx/MWIOrNfcfBLRpHnLKsPZ+nuKeth5J8KRnq9T6Q3ezsWZCXcY+cci7XsxnjT
MGJ5tzPzqnP0zPckZ4GDDs8JGoXi61kK/qOzugOosJvBlXtO0++r0NUvMhBFG4kNGh/stnG0lyKf
b2vVe+20+larPPp++vMURdftLDcAqW8SRZh7Tj6ba9NoNUCEnduvjKXxasXaXV7TINLUZNMlmJXG
XB7GouH/ZUbhN5zPrVCcaottdf4USm/cNOg6N2Xtpbth6jRQ6rqxZ6VzEDIn6StdrzgwlajZMgad
IONk+Hkwm/E4cAmH1aeyg9blPtJ3bh6qtA3VtVAVcnmx/SwEXOxPloGs4NACrZigRHj1kSPmAX6R
CgqrrfQ+X5lZ/5Q280YbSUG4tIusl2tNgXnpJAAxOyBzWRg9KdbY9wvFSbmrkyjaMD/H0T5JbYNS
yyhyC3dcpLqXOHQsN/CsuLuvVCZVPeUUYyOzIpBz04e3ZUN4qxmBiVkxCKEVeloYHeDM6NS6wroY
MJRtHIE6YEupIX2vHa3YNxI5XnGs7cE3ANbVXmBeBnk5IErxOT1Mh7XXgHkOQEUPO81travGbijf
J8PE6lJV2Nn8aXTgJapinm/TkHvONEgbxzfjwvqz6Z3YCwAnx/7cqJhu0jzSkSdSR33inW0u0kkF
BFcqEGdX7VDaEJ2L+oZ+iLVJUaOXAWTl/KsbCWO5R04wtXSl6F5iNwVjkKT3DrW9t+L0pjN94O+2
vnWlYp4cJQn9PPWyb7UWKdit64SOY56UwIyjKMLclbW4ZkBWkJimfxptw/0c62bRH5rKq0s/FYlZ
7UVi4NNqhkluYxUzslnioBwHPPll0rTX8MnLeMdqkl+DOhn/7AFH3Zqphdu2UN0TCKfyEmHB4+Cm
3cGBYU7afR49EP7BCXqsC+0LEkFoMRzD7aIw176lneF8ivq2C1pAyC/cWetPoYXqkQfHiOHrhe26
aHWYhQksz0dC1TToksiXAvy9OQjh9nnUK1C57OX8zOjrXacDKIf/RVIl7z5VAOZCQ0Kfy7Uv9eKK
d4FbHcDjwV6Cu9cdMmmU5SYzsalxTlz6c7XAA41xPNhFN2z7RmZrWVc0OWWd4Kaj8ptrG3xdETWa
D4eWJ0mnddqA0l0gJVomLwbbOCYRpJQibG2Mmjb/UqXzPKkgHtya162HDQmcLNqa7jyRkR53qOc0
4yinvLrtczrn/hQZwx7XaBQ0Su3eSFq591lswaUXWnMF5Wy6mcCCwqfFBLPJZFXSh7XZX6rjXpmG
7Atb09jvPDmePFaNLXoIJQyAAczXsVGKlVpzmooIkh0Re8bma6mb4UWhDdoRFGj3aelM7tLJbA6F
J+JLXVZA/9XsCLHx2pnD8qKeelUn6Dg8RI6yx56ffSbEVT5ZYV996il2AC/ZJzVLthRx4Fvjqtvi
VOfcxhmAOfRW59cqhtcYBc5Go2F/CZXOWcNzSFnQOAmt8sLa5K1HLiamXficRX1vSPbolWtAGi3h
Dui4UVcJ6b9bOdUXDiedgReJ/srLsFNJG6+rvhhFRYOdVSP969rIsnAv7T5mrpXTcepqcagRht5T
cmEdskrlOMgYPq3H4+a5Ny2G5Th21lNr6g9T1ORbF6zNUcIrWtOcfY7ruKAO6ZtAesUAeSUZtlAh
XxsTdsimz+YCi60ZHhtlxiOJqQay4aRfK8VU3WtxV14WpWqDgomQI46xQTU9KXBmekijyKnFcaod
0AHKNO0yUlHWmE2nYwEI8h6R4zdPwsGGuoKXaxg9aHB65K6cBO92AiJuW0dpvs1VoVDux6W3tsvq
ooiLrxO6R2Ic4/Jo2vh1MVXDKzMa40tmhJOPJCVi3uk6KOpAEKucxNxZtRM/NlJ8viWVBwHTCwYx
5REnGARosJ56V+j3jhmnu5HO0QYaJDSQumy8SzhkMET6doa13DAOjDbdqMy7Lx6V4asDtXbVDxrr
TBjq+6ILlUv0QtmWIF33EyBb9k5C5PKo5DWahiF/cOeIOdeyilWYIxMaPL19hOQEtzlMD4hA3WEl
DZutlTaw9AMihklKN/1CaQegHL1Q6SmM80VY29pGiuiOZzKCi04MSEhht+k9+UDXrfRhmOV7ggFu
OlObEVOySMPPnDZ54WzjKSkDvFC0kBuyotYDfvy1ClQHR+w0bEqZMB2ROwpkbFDvQUoZO8Swyd6l
vmBDVxovua0Wm6KXt4aorYm1wIsf1US5ycl+2ii6+0o3QT/wtLXAZWnZe0my9Wp6Sm0jriayOY/M
BWzdpFLcUa/NuwxNkR/rOmvpmFwgXJ+gahWmS36Xh1zCa/JpOygVEGCQxOuI13vH0VcIO1H/s4DP
vCWt1ngsAFNfNhOGXKuKcUiXc79xJNY2TG7PnefeIWrU/DpM4aLWWo8FO69AB+Iv5wVa4tIMqIdu
+rXMc/koC5dbMEYjBkrZroxpLm/yNC8KXzrZghWq680gnKKHpQ0WlMon3Fnz/Dmx4nnTmXSwlpT3
acUCVgBjqnN/psnX793RHs0VWC9BaIkYeISER5GXQY70CvcIJT9xn3Kt5uVzKKrHfBzdr82EMJFf
LK6dro/tfdj01qUZ1SlEmbY1P0d9ZR7soRquFAJDnzJFa2+kVo9gPeXU7OhWPcE6hzFqu219OSBo
e8pNtb6xUzVFyqqYly3EvxsQCcTgVWwvpJaoJzaU1gG7dLkFd1QfkI4CLYgw2O1LUFsHMh/lpUja
8VTFeXvVQNO+BA5ZER8AJk4Uo8LRhim/tBBunwtJApGqiL7dWsDSHEgf2bTzsjIDb8OJ196ynY5/
sRPoQLgEhEnan2pnVr+GijkHXu9OX8GX07623HHTOpXUVl2s5ccC/oNvKX29HXM2QUhpQCGDwzFJ
rkHW5MWsamNCikBXGJ/IAkRmHFYWRecsvEdspRrqwEK1Xgel64VP87o5dfDjH4yZK62xgvWn0FGm
w9g6HISCL3sJCZPeZTQiPleVrA5RaX1Vkrw8mMD9fYXOwT1l+x1O2OSiSdnRrmwDoDbmiccYPEEQ
12O/U1U1fs5MN3utoZtyLmBTZqG1r3K1OwzF7F2IFhM8+ov63sUOelKdtgxSBs3OS6FUYG2KVmMN
F6/shb6tpki5RQR2Gqc6XptWf0JLr73k3UhITFHJy2yQf9J/zcnKhP0EzGdU6mcsHYO6ZUZq/Yrg
CbFml2TFK0Jzw13RK/XnkXyAtawy5RjZaSaWG16vejW6LLTOWdu5Arowwcd8MMpRwt0vCg5yqGLN
DZ5IxrsY+8hHm+TuyL+dwtsa0zVOBrCaymZux3Fb65P96kh7DhpNppd1VN0VRjhWL7GAnQiMR7dK
7QSJapg41enK64FA3DCQViORwrWqdtD6lkBVp591F7npKM0g0rIxfmg4fYJ6adfqs+bV9rQBCtx/
8Si8ss0AmGIb0rlkFDqzfqQ1bZ6GbIGauBOMu+1kmoqnLzEkJjhdZyIcYGe0ThRvOMGjOi6m3HaP
iAxC6ettNrk7WKqe2JczBy4XtQ5RalMp4aCvtMYiIKLVNOCswmWXpck82rLyTQlgOK+/YTots6dG
yIRj7sxG+7wMWuuzjNkKXcXEF9jfOIEj2pTPMYiJ/WsqmDxXSm5CrTMKSu5VZre1dm3aOYaAogeL
tkmpWr4OiFTudTYEpK/k/S1YgTE8OqbMH0TR5g/snkhaCNXC/DK3mY3IrnSt+UrFJZhsE6uG62ZJ
86rnLWN7nupWvG6ggBTBxK71klSAsdsTiqSR4SvC7qbVw7A8QKihFY0HFtSqWRYXsFeUiWSPeCk3
ETKU29IFobBShugUW6EDQQGFQ8rQSgBol2Wdf/MgkrVrbXGofNI8R+TbKmmZ02NNz/MgIialonTS
RBN0Ukr6woppEFEKwzTnebY2x/AcTGY7A4ZBu2p1nZ8v55nn2pH4qaK9acabYR54ve3INodb+E9C
vx67jh9HBxlDvOYo7z6sGZ4bbUDbAQu5k22AqEUT/kwGCjxKwJDhKsbgBMV5UubVoGi2uqmi5XQk
1ZXx0k47IICR5vSPNDzkbsji3Lq1K8Vb5QReNT6CJXwtbBLZM1ul4V5SlceXUUQDwjf6sYjXVULr
ye8YEKqPEL4BUxxloCad3lzokS6xjqtcppyiD15Bi3zWsrlf56NIal9QgUGxT6RzwkBhOqCkw8Te
E2djcKhRG/ImIkqDOwPLC1banJW+nQq1Y1qhGQGQphzv05ge7TqZbdiFNh5L4Q8m6R77uZShWEMo
Y84Yq/prbLZa4fdsuP+UbRjfgBIuvwon7x9sXXqcgdfdtdmpBMPplYPKAx1dCJaoGOW2h6Bq7iw7
1Lp9nGNs3lct2TzruDUruRqI+bjomhzmDWXVja4bxLr1Q5k/GNTvj5M+zlde5XikXjU1itFMVNYn
S53IXGoJ5WBt7mPnaW6kt1E4KWeVHksXlHLtDMVjAjuQgr7onOTb4A0c2Wux02e7TpqU/Jw/l8WG
Y5jOu4hYb7ee1cb1KnHhpwDekMbTMHgWeBDY8Ix4OL1BPzqMPgNz7wFoUvJZhw11T0ScuNLaLNpy
zsCQWbQO7hp1fgQsUVhzht0EQq9f1VHiritAxEB9zYJXGcCwoW8L6OI3Oeh8/cZqnMI4TnkJHUeg
1s73ZAKUva8MjcPCHUZjuHY4jZ/8GJD2cUR0r1+7k8LEJqAQ+lj0rEOfCKM4qDZVYsBejcEtU+r9
tW316hecZ5SdiVrIO0BFwM7jquetUNm48871hbKfuoGpXuYOJQVJqhwMIvdktAi4SF1swxb1wrEt
dnNbZFedKzz9GmeiqnMgoVFa1ZMNGxrMO1+h5a0E8QxxFrDj9/Guwsd5JW1FJ+GIbd7VIkmHsjbQ
5XQ7ALz+2LfVFyIHjA6wuK1Vq7AT+R3nue5T0ojsy6Q38biFmZc/oN7gLZijzHiYVc4CiCEjNbYA
KJdxujgO1y6vX8qWwBkftSnrwJ57HK7s1USWbKw7hU/oFHpmg1XKhbVKo5CwAdr56pXZltZziHtr
X4iGF7SPBI8u1kY13jrSIvUnGSi7uaJXKGvDDEtOuiej3mRuRfWaNiDD6WFONVkXpnlleqRHQeNU
1a0UrUJ/M1TsAHFmBEu7qZWYEU9izV7V9U5uS60yUN1bc86K0cZ0V4ZygEdYyXzq/GIA3Qunhalx
xcSVO0Ff6M116XnMeSzCZOgWmFw3bHCK8qJPpbzoTPKZ1o0jnPmzbRbVywQXo1uzjOvT0WJ/NJ66
BQFIVqYkc2bqgGWtW7dqPknh1BXhVBV9Dmg/7nD7vYs1FVpR7NU5MQ1iGWLtueqkdzWkbjttulF3
QfSzRtK19eroLgP2pO+WyTOwedmclYL0+yEj2DJhP+oKNBScm+zdVpZVkHjRK8rUxDeAMfPSJaa3
jweOi1azcMWDZYXzuG771phXVUbgnV81LHXQpk15ETY6mN26K72tpZB1sxKc8pe7odNZGWI7j8CN
luVFqOklTjMXS+DXHnTddJN6oomuWlvw8lrFOANhHIeGN5CDEv3YZU4676pB0Epk/2zke8sTIcyi
VgEz17VF+62twG/SPlOyh9po1OkowfKFf+qg5RtSH4A37Y1Oa8WTmqjZ/KCHS3XgatJxAysbPCdw
OaNo7syQzA9WwSyoNeH1vr0gI9ecACWE03ac+wwhcjO2/SKJ92DzE7aXIPwz4RcOK8WzOZNYPq9G
2Rb9DafyaXci80//NPdz5UBQ84xxo1ZdZPluY/XWdU/cFNVclKzdQT1m+Jhv+6jMNi1Hg49Ons0v
UaKGl/B0Nba/lnVECTU/mlaVUGF33S225mpXT661gglON0fY7i6jXLoG0Neu9ZrUgHUZzs4FxRxX
0uslTDq0nDvYQOIlK5yI4eMlzlaNkcbQx85ftbodvnVzNIKAYvaBgDk0t0lap95RAoA/2nVjt2sl
kzLxFZScPplc0yPBDskOqkMgdE8k6yyenf/P3pksx42kW/pdet1IczjmbSAGRpAUJVJMStrAqAnz
4JgcwNP3B2X1vWKQl2xVm7XdRVdtsqxS8gDgcLj//znf+TJBr/zc4US/N9j6bjF+VRceeUXbzIid
H2Va+vYGnIK8HuesP3pjJW6SVTZ5kaBdIEcmmk0isWroJWmd9WQ8Oc4Fx6q2AZOV1V+bpHFZwAdt
THtclEB6B5U8WqC7L4xiogLg6+ASqMh0clBvhK5pBCdMh3QOp9x7BzVE7ty578l8KJco38Jqs40V
XkfMQZEsd0lquII+ViVAmyKSuvYXe7ooqBA+yr4joskL8hveIMiaHvm6wD6TbvimraCgbkgriqb3
mF31CNxlmFNGUbSl02rNM9XtfgxUkO9qr0xuFuqt8SZtOlqrTgx82jabEYgnSPy7xSmSn/SyWezM
kRMbxH2RhZSUG3INSvLPkjHp9Wa2c3vHvrY66b5B86zyNNmoYqh5rGYeZmMaHedAgyjz/eGzu5jF
dlBDeyWXJSaZoKA5ZkYP6NUrvj3kO4OjMtFw7hDhtw+zNn8COs/eNcN47znmzKewznczFa0r+qfz
zdQAgQkNu01v655IKQ8Afr2h6pmFbdQ5J4jgtF0sY/iYzKTSEDNYX5lILN5TTGXiQ/6t9sJpxXZy
FHMDYu4KtUX3EvLTgpj9lYyOBWZm+JmjofeeC8N8G5RCJV9LCxwwjbfQH9umDY0sbQ/JorsefQQk
dNvXyEI1p+Mwn5w7MfnlFUqSekPH2gcASCfxQnLP6FZz0H9vDzh9No2j6+slaoIjB+TibzoO5bYn
M5Qi2wo1diLyz/AFBKRMVEP9ZUpHvmJ6Tup73SAjS5ds/hw0Su5gYw3kdrXmQ2Uamopuzyc1rVsK
FlYu4BAPmkLWpi2LS8fgSz5XEnJATHzMVhvNT8OT44VTNX2xXSVC4f9MNNFNwCGzDSJz6qKD3csd
t92bQ/wY7NlwtJ6ylKJUh2Y1BNL+hwJtSV9aotD2UCSgQ3StM3Fey3opqiZhzc0UKzXGdudyIV3t
m3Yk/TYB/DIjtyt5Q5nzVCTlrcMSdeAi/VqtY55zNiywOuIr5p6GdmV4/qYsoPtuC2reLKmlz+HA
q0b/jTHNX8rX/xTcMCp+CdJiUDxaAu1jgOjsdzkueXFBXxZ0n/sRYgbpCbWgDyVYvDYoiPp2n0x6
+IhXjCYuau4jYgg/u6Dpz4lvzF38gwm2la8wJ4KRA1QqOLx6RKQ9OLJ3jKNrUDEvKMxktfOVdjN7
6Maxs58l0Y4ZzW/igy8cjH/UoDOz/+YFNS2gARwZcSs1udsXeKSrDxllDQMPwmK9G81muPc55eqw
7NnWfqhb10QGJIamv0gIdRxwgeh53uU68tTW7B3ac0RAmOprMJMNuXWNhhQCl5eOUhkWiI+EidBB
VeChjyKac4OuklZYctxxOTpW5d5OFvLyMOes8BVKEN+6BFX7LmFrtbcMNpchoZOWvc1iY2FbaJQR
mTzIUtxtm+CQOfqw/5Lt3FXz0S0EZ7YJVhirZ0uUmklaMH0TztcPyGYJg24cnB1l5afsNabJ8w50
rNLPblFJ50Bw1uoSBSzwDd46wUwGWW3kBAKBF7tsXOWkKlncbd9QieagWZOmZFAdM0KB51Fhuu6b
nNNMTuE48Nr2MlhyPjP+orMCBVGL4CX26hmbehPAeEyMtDrEkHWtTY2lqNwRLTSMFBsSUjIyoLNr
PlCeO6R5DO3JBuod7NU0L8cmmMV0+CVb+3+mL32iQj38qFcdcXcuVf3vKIQ2EZ791yrUu+H741Ph
9Prv/6NCtfy/EEDC1Ft96ZR6VlH/PypUaf4Fb4+jPhwnTgfeChv7lwRayr+kZBUQ0sO86uGk/w8R
avCX7fMf/h4bLScrlPwTEaoj1pXlt5VndTyjfV7Vfgzo4qd4uvIQ25v3S+9+6tplcD8mNJw9H6Jz
lon2yq84Xv2IBemBKLIqpC3tF7vXhpx3cVSV88VMyimZcQsdHFdMJHZsVVkSNI5OkVjDgGbMQjB0
1FhWL99Zk+Krs49Sn4ZXljgZyRglxrzuIi/XCHBKG1m1RQPidtk1BfDY3XYECMl3tBBc/uqBN0Ej
e6xF7eV7ikFmgs2z892vcZRkc77367nq+j2lWSf32P211rglJZlVnBSvBMxvrAI7rDjJU+YMmkDU
SBBcEk5FRiITicHOXFA7ZTuq0aEZOfG4gDriodj10cyHEtml6tJtsT7Lk6Eax/mO4MYX1zX0P4LX
5jllRYkSu0r3nuzAE5uL367ipykjf6Sie76ps6oZSW4YSiIM65aidsMM6cPYb/prjo0LBQyHGj96
QKJemp8Wbf56ay2QRWDZWrGnvmYAFsgijeO6rTZQ8yraxBj0aSdNpK6xYoGiyTel8gnO8uzJ9499
l/n5zxm0vqzQy8TBcCm6csh3BinM8WaWBXFiqOTrh8jsJ6i6rTEek6haevolYmo2bVEgZld8J8ih
tIc7Hpcz3FNn6S16iXZOeYX9iXWNR21I2RJSg2JTSXUyI2jNDdVQUUFF06P5eRKGpbepQW+0h6Kq
5Hen9wJgwj5lol3OBG62xZDknOeIr6hOpeggZSQm/2IcWQR7qai2/JAiLiHxdBvi4eS4Wjz4YhT+
htw+/mTKyt5bgORLj15GlNBMpx9KwC2tEKi0q+2KP6tpL2yCfuGCTax9zYZTwRI8mEUJFMPoOAvv
/NyiTVcshnSmbRWbCcGL0aSSdV8QxQoRhM2JZZM0cvBv3GbNnKWsAshom5d1+l0juwPy7WJhE0dS
KybrMSbcwyK7iAQubzPSS4+zMFjsUR7Bii5Wdhj5Yurt1CNj2QzFoutVIm3J7RCnFsd+0qt2Lax4
mDFIV5EVpDWdKCJv2e3LNKK9PMMMnA+5bzhyMyVZ8n4wne67PbQFSfdriuUGzWNUoNfggMZe0gWi
aMZj/J43dvqbWctt1KJDpJqu+r7Q8DVi2STnr5YJ2yc03FEb7PAhd8E+GKzmc2BpitL1IKODNsbS
piLS9l+q0hV3XrRQjUZt8DfNa07ufB6rq6KNa/PC96BqXw1Qltfwb5n6mw5Tt94mw9pP42TFZFsD
F1ZlJoL2DSwIRDZK+EF6Qjroc6RGony02ZpMm54j/K1fBu2ngkJ3h76ODWzYeDO/uopypgr9g5GQ
BpaYDQ61Ql8QUjnXV4TPoczRTuF/mRLRr5skkt6mmx4XSh/KJk7YpUtdKkRRk99Vpx737rBnqZqt
bVazN7ur4bcW11Xc10g99FKXANaaCpnlRrqZnQ2Iy8tM09QChbg8EDBkJLdGH/QTZ1qlI3Y9xDQu
00B2ma3s69jiNaUZRsCD2lqRVBz7l8ah3BigmTOZpbkQ49bWAor7xO1ALTbWVors0lTupUHicH/M
a0d11zMpg8Yl723iIfurK5/uT6Amzi5eLVxO1KipFgrLYwUitKDfGH/DmZaMX6aA5KSNo6OhQbNR
m8ZDhTxFrhGlTZtCh6QePtM8ppzcmF+B1vpLjujCiGXpbtDTi+wi4DQU3y+ic27SuGxJsYk9+16L
0Suu4o6t2kG6I1GNTTFMwi0/SRr1FUhDo7JmOJsmzB5x58Z8JxAekrwUkfpN7eOBUJrcuBoH2Qy3
MPLM5oiOIZo3kFFkclcmI+EDLSIUsp2tdFIr+2Fg0570Q7DH8imTneyxqN2ypQI27wdR/8E3OycN
W1QwVC1KA5VxMDcRGZyZLt9Fo0LzVAHveETYl8BojoaJ1CYSHd51RCLW3LiFhgdVfqakSNG3hoHX
KcKctVsV17S2MkImcNtyTlRWXoYcsfN3o2UufEw7dPIUtUGP3PRdEc0HZRSlPnRzEr2PqMRSVQ9q
PR9ruxV1SMdX/ehct/nkUmqdSSXMvOtRzc11zLdpnRpCnMq4JERBpwL93ZJHOAoS3S04CtyOr2fN
d1duI5NFZe8ZNWfAZCgoloV0RiFlcfIZH4k5br6DjPfzayIslLvPhoq4gygLXEJthA0ndHRX+noR
4+zcEHElTnpGqUfthA8AbXCEE8SlWUZFkh2SLn/TU35bw6t8h+qTF5uXqaUoikGm0l/AJqE5mdog
KfZI2NoAZaFH0wl5RUwej9+kRLnLKD/ZXmyjhloW1L4O0/Ui74NO74kxdL5QGIgJQQFo3agdbmps
tFNtgPUWHTT/W3RziUvr0rIO45C6NVXzaBq26MtdoGStdu98oRrIkpR8v7sQ8f2QVPL5JIsI2XbT
Sr/eW00zEiRSRe0Jpd9tAV2ev7LUxbsgGElk8VHMPZY4KT+CdnP93TS6kUIgRknfuqbcwhxLYxKR
72fkm9gJujQyLqJOSjp9Nq39TmVmRgByvtTHrJ9Z+dl8JB9YSazPFnLd9AIMWfrD4SlzQ8vMkp/G
XtrDPVGpwXAw3AzBWGsEiTz549oJrrxRqYuKOjBrUFCyLHq2csxd75ZUoT9MTmP139MKxZMO3d4j
FFiLYLmO2lR+xZMU3ynLrhcKuKb4Fk1JVKJ7Gwa+NrUqgYlxr2/laJHNF+nWWz98SfvRxU70vbUH
jigkw6BGm4S1fCs4FbHMOmWJ4qwrJGl7XuU95hMWvw37ONQsAQf8S9E7OU+4A3EB/94CAQETSR6J
EiLpw63sFOF6ao/XSWxSFWvbRty3VW/qjVcHbCqIYmSfaCwN0het4jne4ekA/Rz3BT8+Mxf1tWxj
r6dJmvSPZGj1Jxfl0YMxVvWtmbiz3MG9sTNWuXq8Jo3VIzLHo3O/seHVVru071W/rfjCHskuLn9S
JEyuOq+PfnbTKD4NbP2awzxazoEjJiixNqXgtKn9uJXH3hjFDz2MrsnJU0V0a3X3M3GIaHpA1kV6
rxJNOe0CuoryM6aIcvyI1HtVjsUJ6u8DNVZTbA2C2EHi/3ZYecGMdFby4AiwWp/cAGMbBcLg3HVP
p8xJCRMJSNqQxLMEPiHiu5r0qw+pl/clE3NszT8dE+8Vpw4J8pTjPe6rp8cO0D3O6HfofYldKi9t
q/EPS25MuxkcHFLRsdu9fo1nRiFLMp4H9hHsDQM+s3A7xpTxUTBdGnvxByRCS8g9HnaY7oId7X29
7SdzBN1VBTuLPeIb1A88iE8PWTZcYIGDnFnMPvoXPfw3t/WSI/ihOsruuabOG7h9H06y+v76JZ65
q7lEJKSm5KBJKQmIwhnRIOubCvhXgR11tN2QxpwCzQ2EYBfnY/2GffzlsVxzNRKu1OOzKllkZh0U
R8KPBzZd2z42ygd6suJqINzuLRLYOWXx14XBbqY+GVCSxy35dK4YptJLMTUuZxpWH3f2KvatpVgu
WjAR1J8KvWvYdaNmyNSJjqr/FUUzbT6Lps74C6+nffthmlT/CKJ9Pi3EacxvWOaeP+HA4yG7LuIS
Du3niL8xjony09z8rPbr3TCmxQVQ5mj/6xH/Uf3lvzTvPimuvGpI/29YYcGC99tsf+bzvX78/hg/
dt8e29+9vr/+0D9lFkf8BfpJ/sIKmAB9VsDLP2UW2/rLBEgBpBP+paDHw/T5V5nFMLGaO9ZqhQ3W
twbl0n/UWTjS/YWqkRKLh0MYxgT8lf9tQ/7XmvoPBOC/8Jo/WQF87MZ06NafQJUXTEZw5vYF9jVQ
F0lyKMVEd3KAo+wZ99UbheTVwfufxRxkTWsRh1IOdSHMzVzz0zcF47Iwpy6rwtFRl4lQ90DQHgZS
rOu1U4SDc35jGX867dcBLRdzv839htvCcvB0wMkq4brFkwp7HNg3CdvmQ+DhW/vtWb/wgXo2iuSd
4pqERJJvimcrWx6Xeqa5ESqRdEQZdvJgd5b9/vVR1kfw5OaBpwM6g8UbIowDhuPptWQGElmzRX2Y
l5MdLi0d4TJGi59epX73ccqyb8NE9+X1QZ9+e7mB6/eICh9zAxMy9MGng86oRvCVGV1ouyomrMrt
92jpYSNRZLuqhde8MUOeLtzreDBTbEZa6TOUFs/WUm+eReS7LJuG5X3yotrbMlwdEiXZvzHS84cG
5wNEC6Zf2Kc0NZ5eWTRzIMuyiTxxJ5lOMxV0jtPYJF6/fy+NAhKTKibZKHxZz94rqiWZS0GxDxOV
KEC7s4rIeQtUN70x0LNXS2Kc5x1GrrcSDM9nOjbAMV6SoMdyiAhyoEJ4gL9Pbz1KrT0SNvmz6/vy
4vWre+FpsWWQK2EObzOYsqf3UHgRkvgBBjb7/Grn2hVSWbSM+wpx1BsT8fxGrtRkuKlrAgx9L0zf
Z0NB5h60snA/6zg71LgajpGOyjdGObuLTD5WqF9bFBpe4hnArnUATvrjQm4w8lHHIZUY6OAVjsEd
Pq1jQDfjjcd29n6tA9q81nyb6SACszpbEZ2FHuI0USITWBWsJED2hQLjVDQSnysn8Tce2EvDSRcA
octjWxl2T++iQmrmq8Ek6guWEM4tv6ro5iWquBwLNDHhgPX8Labj2ZPjEumTrnxWWgXU8s/RZfTG
ss7POSQjvDWOjR3cwZbo/vjCJDeQTgQ3EVD1OXkwMWOF1bBmEHpvxxiRKQ7zPqP/pswd4rm3mNUv
XdS6PLnkLK2k9rPnZvsIonEec6q0zHQ/eE2xoz9v/BtX5a+D0JvhCHTOxqqsIp0bZGzhBJSLXHOD
6J4WW3HdI+IQfW7uXn+fX7gqvmNMRZ4XOIzzq/JsKK+80jmmW07CLJ35rjAx5v7pKDwiNhkrjotv
s39274K5Rqw+uzlukJQ+5Ni123zo6v3ro5ytTUw75hobjhWUQpveOxuld4MuxS5WhLje6UHyjzvC
5jK8O1b0xgW9NJSzQgXZqhENIs6HkmbsLdojSH0p3DAZ7OkOKzYpJ3LO/uhggxOVq+LOeezi+R8c
TJ++wMMyDkWz0I/ApfyRgENsqakcqCfjM3j9/j2fC4yEygDApWDune/VImFS+ouTku8jtmUqaoMR
Tmnt/RsXxNru8BUhFIrLenpBiVV7oBcLAqszo8PUhtjrHUmWUfxOVEHzRozRS9dEM5MoE6bGesJ/
OhjFdeW3HjVOUXRiw9s1ktce+8c/vnMwe+hVQmSzEWGvZ/3fTtOlIbQz84qGGh3ODkPXZ3suvDem
9wuXAqIPBRj9UcuicvB0kHQ0s4RuGJHFQ0UwZdXaN3Gv9BtZPi/M7CejnD0d+gvotMqWylpE/iaF
F7A4vRp2hdTe3et37flQNpsIKX0O0sy480gPB+narEYrDx0tl3zDpzDf5tLJHgp/MN54Qi+MBcdx
bWBTPCQ4+ewJBQgSpCbVLfTp8l7i9K2ueh2nj5wl3oqSev6cqI6u3yY0NGxdfvW3f5sMOsIOQEuY
DEjW1Z3TQnjPpdm9sQI9/67b7ipCon7kcJKzzmZDRW5l4VfQBXB3x+O1HOr6UxEjZ70c0YM3YS6N
4i040fMxOYS4nBgplFHNsc4684DJytXnSmvUJK4+ysWqhHScbdFJNuz49N/Ym60ahd8PQKx9aBF8
Igo8ggA5j5wNWPN0zAQ2CslVQdSFntUE8cENGhwpRK37fxvaDfKDy3rYgi3qu3k3Z434LLum+9Sb
/uiSiTjEMmwqifjGDZLhxh5QTGPbyafiYDdpZ+wH23AvF9uKv/zp9HY4baz1tXUmmOLsx7cUpGKT
0J1QLyXBjDSZO5LA1RJ9JX2i+LP8wvUzwbvEGdv01rMNt+zp6tC1RTPh0WG0zOvnfZk78r61VU/v
yQcT8Mezz0EyhkoQghbZP+fbBhmlWTqUfP9sK8fPYSduRmW7yNHPT9U8UuSq2w+v3871k/rbYXi9
QFMwGFmClLOecbsI31kSqDwF7T+xh1b1Y14ErSuRrAr2fGPb+o3l6YXZTl2UsSQbFsFZ7ukdHYTd
dVCWWAn1ROp5bD0EU3qtCkgCeMTSN+b68wWKajCyMghwK/b3PB3DKkbLM1q7DGlKCoLje7o2xqzy
Y2bTZn/9Vr401vo5XCnoIJ/Px/Ibp9WzLshi9rtpl2AYuizHODsVZbfsXh/qhacG1m49Ccs1B3Wt
qf3+ZayQ9bt+1CEIWXMDlcq9e+kjSwM4Yu44QgJZm+f4jW/Y8ycHj5xNE68EUuln4Ua1L0n3IFAg
1G7XXXdQyHeO0CYm4QyyIvkk+z+9SIIo1k37ejCm23H2phsSHU/is0Ub0AEe/BEQxWZI2+GqSLQ4
ZVE+vTekcravj/r8KQKkFNKGpe3yD87ZHrSzZ7v2BkYlk7w4IPS3QwUEICx6/E+vD+U/e/dYv1Bi
gRmkGUOKy9OnaGUEBY1VQ8eKzBjEQrNdvldBK6qNhbvr72LJi7u8w2WMQoOQpTcWm+dziHID8xUq
3q8q0dmFFim7oRRxZog2sb9esQehsqlcbgIUiu8Mp8g+gmhy3trjP/uO00Ff+xa8/6sE9zyZIKeN
PVc10eRNQHtt8uPiKrAQ2rx+a18ahTXUJnwScJx3jiNcxkXOQqWcz3E6bpGItSBI/OGNGfpsrlD4
4kVY7yDZmnxLnz7Avp9a1D7sHc12TnbrhgzsU8/jSvTy7wxFTYWzohvg6V9fzt+2P8UytH3pDCUX
pN0L6fbT1hZzuUM6/C/xJ22D/6MSNiU2rooAmHUtY3k5D74rzRQzu5zKcGpw2uKRT6pt1Bb1H9aU
/xlHUiRa1YgOj+npJWnZDcR8LxyMOt3EBLgnxRfXBz7wxhv9bKKv10PphK85qzK7rKfjxMbUdnTl
yzDAwNJsOh/FPzyUADTNZBpH5AOy2/cSsMcfz0GOslRSCCVdibhni3RuZU7m0kQOWydQpxYLxCMo
JUxQ/84wdM059Nn0PNdJ+tvMiNslaz1XlyEHkAGnRJNC0jQohx1eH+dX6efJVoH7iFielwmIKS2w
8+vxclLzFp6X3WI4mXduEn9EKFNv0KEca2FdNCnFm0rLja/84eAFiEBf/wkvvNW//wLvbMaAWySD
w8WxqgfDHQnSdKuHwV6c2/+7Yc7WZbyQ09zxcoUjQJ7rMvDv8eKPb5SkXr6WdfnAlbvu/p8+Ngn/
y9CYuKmQxnm79wU4KXAWgXjjsb00+yk+AMf1mP7UVZ6OUyHjygclS1iQCtuKPZm3GAQ1VSl2fPam
9lR0BSv+rUPGi5dn0nowPXZ7VJyfDgvgrkZ3y7Bgx3C6Jku2PBTxYL2xfX1pBSZfg4MRpXoTttDT
YfA2G1Qs2d9Ba8TNWs/2fsYQycZVQ5X5448KL7PJi7xW0Fklz7auMgXCiCmFUkGjASDVCbw8K22B
1f3p/GMcNpEc4umJ8518elGO1ZjgcVmwrMVfLfajHR+cqU3f2M89v3ec3HHeCNZEEgrOT1IeoMVG
2vHITJjxFC3dvEVAGOBgJI3q9StaJ/PTpYMtlWT2rY19QqjP7lwxT6PhcpQME11G+6w21KEhqPIG
sEZ9kVdl90Z96pfQ4smA6DACtHYmO7i1xHe2VmVO48zSGIhsRSic3SB0cerHgtNQy9kKuwUMg0Y8
VF4f1EQHeoX828vmwTuyZzCau9cv/tl9hj7NPp2GJqUSmiFnj7OtyFFHZzRBQlPGPvVEeRAUMz4k
FsyY14dimpzdaSRvwubkSPub76p9vmmOVFVFfZR6IUYeg5VyBoMY3HiQMbpPcCsF3hM8jGog2AB8
DBwMTr7LctOOid8fbD4dWVhQhv2ocrJEH7O5a6ttWsbQmLqldt4VnLRucau5zimfBGK2ttHEeMwE
nH6yQY24l5Mqsfqo1nInGBuTiu8Nvk+/uiOpBvk0Lmz3LMSZsM8wPU21tFBZuxWEpjCY5KDf4WZr
2tsoIK8sC/sBWOPfpSiCi65M7ClH/JWn0VcbMoZb7vhK+brZiMVL/QRIwWxlxPnAvrW+RnIucbHN
LpuMD3OSG54K6xg3ageAAX+ctQlarysvaww6KDl6082w3CEdta67NIsAlC24c4edsmbDuypHOILF
LgjackqhEMMoikM/W4bsO7yqaDph+yiiMEPVOn2z/LhMqfAlSuM/r6aR5Ji407hfCXYqswdrshJb
baYUI/6tN9ZBcGwjvOnv60EH3l7NrtUdex6wDPu5Dsyd29gz3MwY9ChG4TrI1AFzlRu8y5eCMHnd
jVNzBUBHzTd6Ie7z3ohL2V1GY9+OH/25tpytiYPjNMZJBYJkWpbqh5LR/COrB0NeWYMuqxC+h+ud
FFG1y7Vr51l7lG2lhyMGBDzSaUYh+FOA0tEJWQZdpPlxFH/HAy/Rw2LXt8UmU3YVX1p6ilOsuV6V
pA+GnUQQWViU681o2+38rZotevoby8TM8YW3jWDqSDlVdBdFhe+eTAcL3r7LCTr8XE5mSsJyVbXu
44S9q6gogaRlgpK6lyre5VUH4jZP2kncEuYwRBvbwGJ3U+USY2u5KMH16Cr42aKG+9HWRYe53nPL
+AIKRQLTWRF/s4NqFNn7uBbGTceBFMpAB4j5ozW0Edk/nY1VU2ItbX+oNBKfLSvpPLTA/DbI5uBO
N4tKK7Vv4cteCSgJWDKkFssD3goAHV6bEjAlIu31oVmyedmAlIAw0cqi3Jhd7aDdgl2ntgNFxiGc
kriOoQdWgrm95B45j2Kyvpkj7v+NEywG0mnaYwkG6ylDou/U2U3XZ+Y3Ibs83SLWX6yDRmD3MUDQ
2h4dMehul6CunMLE7mo7zLvKcbdl0ShnXzVC/ogzq8+2fiy98bCskP1NZy6T3kc67z97WWkhVZ99
Bob0C4gSIQiB5VVszPUOdKH5sdF2Mm5ruw70ySPEi5Nzkjf5Cd6GgE+oq/ibrjmm7GQpce+hzeu/
eKAn+/uUzfAA5NzQnHhzl10QBWB111W1mK+9PJaE2OpkSqi9An1ywJUpL39HvC/AtMrJnXlTlD7Z
uiNmhOg6aSIUk3HU+90pU0Nsh1BIrY+oDZfkYUld4INelmXzpkwr+utZb9r3LPzJQxNM0S1rt8x3
cOHd7N6omorlxoeleaFZM3+2wu4/O2PZTpcUDbLPAWrT8nIWekAT2ykXewb4UmOLFrT8IWRk3icj
jeoNHSyc1A4wTuNAEV3FoZ6i2v0C8AtM11SDY3oom1ncitbob0w81PADjcCG9FfEQJMw34AKKZug
viBEIF9CakHqrumhKYVQZf2f4xwF9XGG16QOQTbI9KpBxPsZ/ik+ApJzCgMZ9Bj/sLSJY2nw4TIe
ywBKAC6vrDE2CTtGIMgpNrCruNKBecJu4DxAv+2QFw62/JQJDuw++/3EULzsk5+eZkipl7iGy+Wq
GZKq2nYOqKmdr5HGhW6U6DEMonnFOGmy+t6XEcLiba66ctyASbD9XelrPXyNaOer666sPVgsA3r+
HWsJfO7IK+cp7Ixs+VAslNS+tKITX3wXJPo9kqfcvCw6Ax/rbCcs+Sp2LPCiA3FVoTnkRo7hvRrl
vvQ7WBWbGQymuY2NFPxMZ01l/Kkwp/xrMyr54Ba1H+1t0ygRQ1gF6mKR8g1od9OgR7i3ixWr28go
uvJjkVtt8EACdBofvILXFYEnRxFY7pa8tSScklBmkZ1dmlFgqQ2norINhdBRtvUU+BmwG/kQbStS
XaubuAIq94BnAEhMHhT+cuXFyMbuk76po41uGr6SOaL4coufxfOZiNhswiBpUeL3Y2aIA0yu3v9s
YJ9yYaiOwwnM7gQXeOHh7QIcsB0RcG0ebYIAg+kFvJ6l/tnS7Z85M43lo04874dCJ9x+m3JtrkgM
pAS7FPY3hPnFUGwSmtJ1/mbZKKx2A9VeBB9Yrbruoi6teDo1vKMWjOY+wzk+TNhyNjIu2ugBG4FK
7wx/ECaT3SdmIcUh3x7WPv94m4Oiw7zRRGCIzdpsmNIYCexy549eVX70iT0E/NYl/sAsWXB+XbeJ
1vkJQ2JQEAhnBwjrFh+EBN6vTLUP+M3Qgoe4u0oM0flimeMXLDdl9+j0uE9u05EQ1G/W5E+8QmmU
gNYt4T/adTTysRcBXJ0U2QYoqMzESzu7o7FSMFiWD5Hb5yChJrJixwGkNjC6v9kZKaZxY1SjdzG5
iLQ/ghwS5k1bUkt8cIe8i+9wOJB8OcNWKG5ae1HmnvZiMh5ImYU871tD8aBJjZhvUZBXxpbLz3BL
w86AuZbP9nB0UqnEkQDPBbpQNSCuN2fPOjldOnefmmShJifNDJeVQzf+MhOL9i8qL6N4PplQ4cOs
G80Su3ghxot2HiHxmD6OxZuOyCyWIKhkeKY6u+fF3CQCz96XsswNfTATFes9uc2Lc2VLAFR7zpWF
eZ2baTWFEyh8d6NGTJR7ZCj4q8p4kdP7uDNy+TdMFeOdaofau0IXDwcE2+Wo39nxXFNtActrdneJ
RD+C31HLfk9IQWO+96os8w+it4NHoxei+9uLtK7QyDWBhOE4GIOz4/NERdQwsto2wjxyZ1HjGU98
8djEszY+YabELmDO5Xz/azP9/0W4/wMF4m/nimciXNza6df08XcF7q8/8Y8CF70s9Qrg0SZaWhpj
a5fqHwUuKltqDEAOkCFQ7gee8ZsC1/2LvQNnILbzLhpdlzpE90/YE1xR/j9OhtQaqTfyyXH+RIF7
dtzC9Lr+1/VJjl7TqLyzo1+zdi5mydkC25n5oZv6L53p1KDQ/bfKUTQcn562QNlxzlxViZRWEGW5
axXkt9pbp1pzbleikShanw+mVnstGBrcKGkBYMomIDoFnkBlDy6EviLZNe6k7zzol49YV6t3tdDx
Rg2wVv3SgbG47j8zWbK1SeSPYP3ONc30kNaBdeqGziBVU/ZbjoXyfV5E9mdrjv07lOjvEkg0QNKc
YNc544+ZeIcNOy/rW4o2Gu1i/CkKlgJqVmNxY4gUp9WbRjPhc4af0s8d3fGmK/v3o1T9j8iK8nZj
Ot5XH8jdIQ1sECNoVzmt0c0aZ5gptaLIuHhYIKE22buoGqrvs8/6APfCAmbVNtYWm7S6axUO3m1j
4xPfDXPk0S8u+/gH5wWITxYHhX0iu3qbWw5OzE3Kx8Vo+zvqYAaiLK+MjULcBQm2btPn00PGEKnK
g2MX6iQCQy5En0z17LHzJJNFf8Lh3AIc1Fk8Qt/1LOemDazg/ZibA96kmC+2MZDDGhaAXx+7SXF0
jcVgH4VvZ0lo1/2McaTrjc9sYNwPdLjq74Nbp7fmMAc+AFrwYNvR7ChkAL1wvvSLcoNj0ZTUnrBj
cc9NDmdEUHO0/zTXFbG5U58tIx5kMZ0Go8WGZ7ZuRLjI2N13tYYrrgEfuicbuGG+NZVgf2on7dIA
2erB2M6w8h9k3WX9yQC8KjZxMTLd+Ap5wanG2upuPB8ZBs7tgbUyLpExbwIGrtlsgL5B2mw5/4u9
M9mxWznT7asUak6DfTO4g0tyN5nKPlPZaEJIKSWDPSPIIIN8+rt22VXlMnAL8Nwe2ICPzjlq9iYj
/v/71hqOoyzFdaRHa8+srYZejw+7fw3gB89Hfg3zS20Ha5L6CXNPKHI6/IoNLfsLp6nl3zavwHic
GPhGWvgdfVAHZSeXLXtyuchttigBkUbe21QvYsgSp4o4FHS99WcpAGmlqmrd3/HIQfxEYzJ5m9nJ
Ar90E8G5vxaJlS1JTI12ECq53iFqirSL/AIzwVLB626tyyeXk9bwWXdOe+/bhVQ5WUgjafRGHYzY
dXAuP3qWv/cGVmu6REUzHKw+kmG+NgAzcpet/XJcLj6f8nGa143nAg+lbZz+NArWcW7PYv3wW4vm
fN9ZnHAoywNgDkGvpPEUun0mKGXJQ09OSFzLgNjzOSIJ/DOk1PW+KaHavPUcMx83h0Jg2hFBp6HI
gYCJGqGONbWQ5ha5KqLyETtN/MlnovKvxqngbuYgBecpEtVxyQPDbL8U1UEf8FXjtsfaZ4p7aHTM
04SPT/fR7Lb17NZRE+fkUP373fEpWVaT1yKnrs3unpKBzwylb+QvIGTCCFx5CJF6bqnsgnby5ldu
/jT76eVHV/PQwMnjCRYw5YGZu8AaC6oz0uJBQJy1pz89/dsKLjJ4/75P9HaeuyXECEMfXR48e3Hr
B3sx6+/ImxQXzWFpaP4NFLJTYVnWQ+nI6t02hS7fWXp6v40T6E+HjeoT0MnOy4cVGUoWWQs2iJEw
tANlpSv9I5x4YTFkgoW1u119YDAyPcDm3tHkcPWQByfoKiBuulRPDn7pOh0vKlhKkGP5hbWipOjZ
Wf54vUN/Mbku6qU5qLn1xMHuzKDvqYbvfF86M1PS7wsAyrFXaXFUgrHuwQUnTjG1WCL3Ohn2YLyS
HqDOwyIqzzlzdhwg3jBgfNctu6dsdZMFUAWTGvre/eWLxGgX7Q8FWCq7CQ38w97bM5x115bWi+up
8nNuCvYlYRyzAQ1NsnxrKkQ2B2ik63tcSbc9O41a4tTE4MSyipV4SSWqm+K3ifsv+TsaLTcBEA0u
m/xkLwjIdnntVdm6WWmzjLxtk6ArfwymDOY/sXL67osC9m5+DYVbc8NwpYQfgIBqVU9Jbfz4kZmE
tQcZBF8yBJRzWeLSAR3t9TmxyHZBlKpQiqYrlf+SrwpYqDkNCsGl5rKBiii/yWmwvJNWW73e8/vM
jg2gEiXn1A6XMUo9/vnFGRRao79Ru/f5JRm/bel1Fi7ohy8KGmN3nj1akTqd5sWKcQVEwRYdB+ld
ZgX1Rto66yzt7DIvZ6vgiWRHcvpOM22bMN00dhe/UoGoJx7OYBufRoAAXh5vrruf+y0YON1PXtQe
Vo/KI4TfwuXhJ5uuui45KIdgkOgZPnC3aGWQru7AO5QXrX6nwtoAQENa4J0KXTdomAowZijaiLoA
9qNAXYHeW6X/BIhy8M99o5gq0/WmhJp2W+PUv7mLy+Rtm0KY8L1KgqLNifXI+nNfZncmixou7i2j
S9PdBsHoyNx0/qYU38khEjfjxB/oqeBaU3y3G3fHHWL7izi5jII6fvbgXQ6N1a3367p5dOPithK3
PH/X9c9MsgdoPHnr4HFtbJjpgufrt3WX65JPjQA+EW+h6Z+aJLHmayGK8HN0OMHnFhNHfaimto/y
eWco+qA3z/0VOGupvxRVDPGTBHGnb33dyvJmQA7sXjV239UQq7lkiWzlMWoDR+s3GZ74qJh6OYyK
cWDAWKrc/Wt73xikdj7+a2JHSV11d6FlcVzglNK5udrQzPBM3YMzuV2hs7qbWj8fNpD3roe/C7wC
J44iKM84oV4AkfYfEDgkFiICAIcKPA0oG9HecWYwX8Fgtwca8G7Njcmajozbdr7JdLsZ8eBjajpx
JDvrjtlI9Td1rNE/LMsqr9g4tCeazkDumVlCH9xGRD7D/to3tXBSTaMkj2cpMnfiEr9R+u8Z2gbW
7QXmdVIuQIEQ3DqqnOAujm1wvlF09kZvvXEcGu7LFP3GGLWcxTyHGfgKLHtlMR4l/qQLGvr3rpH9
hG4LMqS4EPzWQb/J2vQPCfd41GvCOavQr9/7VRQfpulUA1HfFmG+xH3CH3LrJgqPgstLjun4Bow6
WKFQRfIY1sHZRxtzYG41Y7/rtMsHGv2VnSoNoadg4H60o936TIrwFx+T6cEwOsm8OZJpTRH8VjFF
pu3KMp2nVauoZer9gYg6IpMtHK+ZCwQnwhLWZ+n7N7Ewc45Uqsu73bPuixBpyEiO6bqONvW8hNjs
syrSls1TTNWneBJfuvd1zmlu4D3Z090u8ZjdkcDAkOS3r40Cq0qiDKbJtNpPY2EtOQEHbFpASKAQ
9d0z6rzttnBieTvPDLd7pFHHvQMcVjPROgqYJDxOOT7NQzFebxOfGHLjykvpeFc3zJeezZyUB4e1
X+6VIsgKa+wPclIwwUxfvvPlVXlU6vnDdvsL9tm4t4DYx69+2IrHYmNqPHq+m1JFfBBJ/929OEFF
bVnnlmK5j8HvvCbVknIyzvkngySL1cAavbK315a2tDyKxP/BWgsSHOiUK3wOkGl8u6XUDAu+C/LZ
isOfRDqjB8/wWo+SKbgNeXGeRmd9jYzqPhhj8/5otHfdmqjhUSWH3zJxLyvAebjGs9de4dN7TiST
IgG4dcuxqql076D+1R4zjmyqfAt4uht+h++K2IZ5zvAHQwVJRa8O1ZcLlhWKhVvk7mUFzFx55faO
x+HykId4moy4BHKCywj0yKnNf3YGQHnfT9ZBLhxPCYS/102AZS1sA3KwTXAVzMy6qRusNlujTX/V
UizlXxeU/7rr//vlEv7/J5o9/Rn1r7b6/Lfh699m8effmCeVw99f/C9/+1/v/U78l0t8xrH5D//N
wv3v7v3UGqKLEN5zqV5dmkl/a956f4mYEVGDZVjgsM6+eGP/89of/IWsK7E3orWXiB+lnH+idxv9
xxr171a+dkySwo5oc/CPpJ79jx0612J1X2O3DcONmyWY+/KW3ojHa07usr8B+M4GLd6nhtd+slNV
NK5R78LXFRxXLhewVLWFgw5KMjdWkDiaZ8wetDylF+hhua43Vm1NMnTPW0dCOTVbLdkeT1v16rZ6
TeB9dgZRvbsi5/EaUXyxpLAV9wHtv0wRNDN8VJG+nb2h4PIML8M7a1LE3inyh205+JxC3bSO9hIu
VFKaV1kBSL/Sy+Rsb3Gk5HbNgc5SOUIVnsiycgCNgjMtaQEbTDljbXGfdHdV/PDnakckJDQsqHrs
wA7uO+svBtwDN2Pes6JL2QRWt4m1BbyTXI2nYGcCavFssZpfXeRGPzituXZmvGAbecLHyetOPPmd
GR86mtIk810T9yPAzgSn1jDPnNq3SEFZS/whRCGF5QbQ89A+CMBJw8GjiRdn3li6FV4wsvyHcnVm
DskDhJYs2OPxBYeMUvySqs3PMbPxLPfnZn9eubvYKAaC4ojbYxgOq+IXg2ighbbtmUozQRzxk4Bf
YdYDORW0BXTwhxBK/12v4bLkctoRxRitcNOyBGx0hkUFMm8VtvVPlSj1BCEHReZUzeGAaW5dtjza
I++m95Zdn+x9YZ2kGYO6oOZjYgVenygHonIkuxMjbwdEWBzW9ROBwDl82ju5VmckPMt0taGrGK+I
usF36nyoZYcycfSORax17AMkK7yX7rj0TGTHCV1aqKxAZcvimvEUhBVm+6Ccd+tkBcA+b5o20fMN
awqrOwoAQSZ3QmXHPFC9Xl6zNWUe2kZW/SvGsMPij58Hq0WUvHVKppAKn3SaRZzZ+ck6p/5cxtnF
aQd5fJYoEjpKehpRqUhcnvQelGtYc9t4kKMyCtvOOmzHaOHcyx6WpXacUmIprRd8KmFwLJnngxvb
rKm+Vhgm36pOzuYoKqIKqQrrkoL16DnRU6XlpL9zxoY2aEYIOB9dVSM1Eu0yVy/YVlGKNH2B8HCN
lu5bVc3ugkm9TdZ7xXB/vZIrOMDjuPcABheNP4qXb9L4X5dZwgDUqYqdHBuNFRynbXMq2PruMD4G
64U8Vdqby9AJEBxd1G1lFQZRaK6uOP5hyVFImfe8CzfZ3kF4juJ7HNrAt0VvLO/a20teaVYR2M5J
JFvwFQUoc3OYoX1zsANSChm61Mk7qKrDUCQX/Lmg7tZOnA1TbAzxXsuAJN47o27LYrH7jGXS2N25
puTJhdF2dn+zIoJR19mFnh8YpWCQQFXbi2PAcKi8EApZLEqbeEcmJjRbV4M1h4wV+8tfdYFToDzx
fdnduswd6/Nqq2m4cx2ePKjHh1ZcTdPajpw5+opLHp+j4lqJZYlP/U6Ug91BIH08FY4qWD85YPC5
g7O/Gybf4LUa2sp/hnUG03WsfIM51FAYYS3DT4c/ff4mcLTxdWH6ReYiHuqPxo3Ul+RkDnPaOJDD
p214s9fLv72bPP4PSyxQOoxdMDjUTqf8LMa/BZWrsvmrC5OXjc/Q3PAn4cvkIC+KGrR3Zr53g9lh
zrePkLcXjEMjDHN55pYF3ZvVGweXYY2qP44ro7sGbhVtEQo92HwG9TXbu12cJxIJX5uxgq/adSDr
NRIgLmDFiRlhJ9rhDWRY7GbBMA2/i8Hl4wN2ji9p31+yL7rAwoUXOagCtmYAmjnqLMw9QnvL+P5C
t6sNMrQcffJ4UZBpEI2utlcf0W2gqisVx7U+7kyJX1fbF/LG6armZZwH0ZxWNp/W1aIqM2S8MCzO
nIXvvRPNbzzrXLoDJUAGaw7N2Q5i9I3GReGmc28AbPqXlUkm7G753tHZ/1PhxbDzkLnN0wKxjBuA
sS8a5kLbL0IEwVVYuIEkAWEVyZlFTXG7cMH9rXQL3ntzwq1OAVhOfYrrzOBNx9LKjdxr5xt3CHGW
OcnW9UcxMYbWq4ZpFwSb90KjSYG089w5Sbkw+26GV0bdsPyrhkwDlHiEtuX7p7lKdJISQ2x4Fm3G
i3LHoCH5JouEMHprbPeFMTvXqbCDMHDc9eZ+w5ixrGl/qaZCqMY4mdpWt7/Ag5oe49aEb7VVudj2
SPhcc0PvIEF5i3iHhY+6VypT/gDWxZ2/MYrR4rjKcMvYRu8d8+u5fdlt1dyEtozro6Vq9TET6Lld
k9Xpj15bNHcSbufbOHfrW8/A8N2yTXKZjLrdgw7lVDIISFjAGYyh0WGh+C4PUJ2676hvao/gS8Oe
XMVdNOUNK7grVdcDpkQf5bWFAnepbfB0TC55tiGyKQ/j3gUs0EMutZmESPPbLdi+Hs0aLo+sTaeX
sYboDaovZKofihHbRR2v8T2HgFmd7UkszIJ6yettBN8Hzc1Gdpk5ro7utBl8hq2mUk+zWwy/mDF6
fS6wufBi9jzJZnUhG5CO3VAgWq4jA4KRJNEbsQ712faXP0pf+dUDRXlW7+U8TKRmh8o8Ube0f7nl
Vn1v8fgSfGKa5WWjqcblECe76508RiJ3Q+vxOztJcB+jC04u5VqtfrDBTn7tOmhf3HIIvjnCeK+Q
TfQFqN8Ov4PI7UA/M9m4RD4NC3eXfzB32KQdLOaYgf8meQ7LPO7Lyx9y6DjnQZGxyHQMrjV3Ly8O
MGHL9FkhJ+W2boakyohM4+Rr4VH6Z6aqcjvMod9ClGRm94wpbHQzr+2wtVp+vTxIlzjTgc9T+ScI
dLldt9siPvoSn0FqkYZcspGTFAfBbYurPAB2W6XajsXntIAMRf9m+Q/zamw++uXQ03G2JFeinVU1
4vLFr+fMLtupPphmx5ZIEKJj3m9ZPXOgcY9zx4aX78ix8M9Fm9QPwzi767GVfGUz3IN8Buw+oHG+
h/36UQVtiDoXiVqqEqsygBM39q6KORWh42iozbHpFtQ+HrDT6Bio1m1yDx/KrVX2Q3N0UPo8+UnP
xAwRWPHQtYnATkUEzscjE06MQTmpMAZzqvLdskqPxIzAboxYwKBesWp+OgZ21HcOfut9z7Fg4Uo4
b7cQTJWfzuCF+WFQX5kxC3mxDS973x6nsULcLbqtxISt1v4nWDrZXfkaDmm+tFOMSTSJox9c7H3m
2bUmgSNqbFI1v6M6N3QID+wYhjbvypb5yDTjEuRRZsi9zQQNO7xs+GvDansagpaYQJsQEtoGs7xH
w8Trw0+oZmYbLovmcmjmnFqFLqxJM+p6yKMp7B7UZFWfsY+FF7yAWdG300TLyUZeztmljbzCFCzR
Uj7+vvtt4KyJFq0DGA5q9BKd8GiNoCCW4WMJ9fODoBl6bmmH4rcNdDOBTbns3x00pt/3qVx9ihhB
zSBVTDZG+kKNvxvGJICLcXsFKaCShrV5W8Y4LDbtLViPmu1HTaUQ4WDc+9BwnSqktxX03RPywQl3
im0vZNAiu7kzhBBAs9tMkjmvMXO/aNU40BcELz5HEww6LYNheZ/l5BUpBPnxc50JLqarbPCtqdkd
9oPiBUcyjl3oDFCOwXYGcpd0YaHAIaZxYFtvA9GD8AnMhPil0Jf+2Pa1fIjnDaFnEF5iQv2+rgy0
C8KJubYT1M1+MBPiRNAy5OiFkUEy607sLLCxx8InQ+Po6tC+noJ4aU5FbxTVQm9XTBoCl3ULzBXm
uOXQ1pmzrvVnNRr7j3DB6BORMWGZt8Cgb1Cd81yZGoDBabF5WBHpoLbHkDLmcx1u1ScMRS4lG0q6
13BU+g3/r/zlLsYC/Mnb+XXQYDQhkMzN8zS0kExJY7BjZcjcvNV7z4XIqvnoZJqD6qPfJy5CXS/+
6BrGaRkdMSc4uVBaPyJva1YiRrIt8x2ZtoQgzMFFyt0A5hg98Qt/BXhpq9IBkbctCep0Cfz5ZzdV
1S8g+fWvaUrmd4oFrDdaC+FYpqOgvnFYDICdb1T/1MXN+IPrDax9fJD6PlD+9J7UdevaOfqjWr8D
NytnXgNc31KaYIygLRbH3xuThN/tfrB+2clCJRq6X/COxg8nGfNDPvYby4r6WPpCPylYaWRrOO7c
bqwtvvbVmDcDYOdXZMCgHrjRT3+0gJ165IPVXUck82YsIws7hbgulCA264OcXCd7eW9lMvygixVE
WcTJ75LzFTo+xk63AKEMWshXneF1e0CJFn6f2a+sd4BTwxHmaZvE17qbK6hSK0dROvKiPGA+dX5X
zgY1hqyXXz+KvbKizB2W4PIA65aj6AkqEhgM+T/6NS65erqtc2fEpdYTJWg+/UBzWh/JfZWHCW73
59QsjgJbJZp7DsWue6fngt/jQle2dyjwnO3P/sptKkUZTAW7DWcGiJ67TW7u8tiG7FntfHFFONKt
HofI0d94qYaHQu7E3SoCNmMeSw6Khw5NWXGb7P3kpcDd/fiJitp0+UEQjj+MO9ecpbBjWs5yIWO2
OxyFeCgOHoYW960KTPVQjuxECFYG4B9v/pWember3//n3//X7Mz/bcs/6n9mZ/jxf5ugQaFL4Nwk
VJ+pXlJ9+88JmsVsLbzUvhliwQFwSNH89wgt+gvxA4pdvG2oTLqX2snfRmiM5Ajp0fpyCNwgFiF/
8k+M0KhHElf57xEaMx0GZ8lFVeAyGr+gRPjrfxdnqUpRYH+rrofVkmXzQvDS928X22Czgma6uZcE
O4Q7h52+7RW9rE8lUgsD1J5fLvmTMVmt2btzMVJ8dBt50JmIZDjqKY+WCUHeO7JSgxcr8SvamSme
DIjRP2uhHfsxithXchbVW7W6PwKTsKb8YKl+uQQYyzUre1MRCDK7VbtGOf5XbZ49wsxgsTsdLLlh
OMTZEv+64aDby2+zcEk61KzWxRFyxP6MLK7xci8R5V3YzJR3HL/pQPXDHNs5tS7id+nFrTwNSBHE
FYkQa7zhYANBe/Fdrjz7VAcWtxM81Oco7nl9y8RZ5ls6FlZrZb7fB7L+8GczGgHNVe3hOeK1VL/6
gyvJZLLiXJ1na+QBeZoa0Ai3UnfrS4uiYIIiCTH8QVbsMA+CexxDLPhd9nGdabmdu3hkF1Qtc3N0
e8PPpRXs0FO3H1nCSpQyXa5J+fuER7bxbMakN2ncdjvXdHaLzsnZ/LjMx8jrl5PvTSFQcDNbYXeM
YxPq5TirZgI0MQHenPWhoy9U7tfSqpaC2d88+vY13XyEyiG94FS5jvrVNA7iInIoE5ZkMvm8p9MZ
wZKQ3JHCcmtzqlmOmq5L16+hs/uUF8zzxnq/fOigdziMOywwzxivTM9WZHf6i7Csl92dnTCmTGdo
zOuRJNDmpb5u2AlzddK2de5YyGPCXLolzjpuPX26WnE8njvHo6cNLEk2R96oEfbhgYV/Vk2S3de+
TXK9Lul03EkK+tbJ1sZvTjj4OnNeZ0qcj7gXgRu1bQsh9nJrA+29xG6QrZILWMYwuf/OcJmTGqn7
j7EhoJMJMJDfw902blaDpH7YwYNIgpHDfGMVSt1uwkMCH1UFt/WEbjknvmAMdb67oZ+kTtv0r7zw
BQkkQWQBdn3dnzaHMBO2qtK3bwrqSyRgamMGzrZTG55DbLRtDqQ5wc85hNZ9aA2XJXW9Vg6Kmjrp
rzm4i3dUFKt7mKtO2QdSezFBe38giIDFeSqOrOWnz2YPSifbGSc3fFw768EZOWZlvMSpLLS9nUxH
w0yZEgo78R9OAvM6lWHJuSsJUdGjlOacksVxQVg6YP+McresNDLeTlAUGGo2nylRY4vRMnifnxP/
zvfFdNYXru45JPrjoOpipN+uHPJXLi7lPK/oJafYKo+y7Osnhu1aU1iqBu9mMEZ8tOTJgA3IfWZZ
Z6qqZK6sCY8adph50wtPcmPniZkyYsdYbffFcIhAPb0SUY+cjMIIyQG+rfs31HvyZx1LYsscitkt
wM3k97dcD+Rf/eW6qaiP0DDxifzCIgfbeOTsX+vTrukLpHYyzvFPES9dQjJr75Ae4ytx+B+f79rK
QaGdwhdNn8q+J7EytY/xFgTceyibwKyHJD53FCjiVhc/12Xl8nWpLmA55sBVCvHbMKCM+WLtcmfO
h2YAZ1losf++p6bTGD8PiPJ45xIOS/M2tRzuz+ThIAFbzTypZ2NtKgDathTVN7DgQ/NDNHXM3npk
4CqfWfZHbY6ct708cv2FUPQV30+e3jwvIHwBNU9AROeG1cO2gpp3m5YLj5oIx2REuHxC0r1vRddj
EhbjK7ma0D/FsyOSu8rpMYYvLoTvjSI8lcz3bkXs9IiLgog2BsRmJYZXxP54ZVxnjt4om8/u+fLo
hSihUW/VLC2WKC5/dxZfLa4XO1K1dOvoEAIpd413FIqKxqGCq4ZZd6wVt9W1IwNjr3IYr+a+j3/O
deV+LKtrWc/LgreWx6n2H/0C+uHDZjrnp8DrGGOKw+YBx9csyPUaxxXvTufY05FjIna21V25BQnL
1ohtdQACPkaLjPyWqrX/ksRaxQe2HWDtV38tn9mjOC+MVzbDBGabsABqw5aefwNn2CjGyEDqzStJ
1cxRccNSl8Nxywi2zPHzdbxORnelJMHFXfKF5Lqfk1prHkffFd3JU/v6HRIlagKqcbK6auqWAci+
LnzBdEw56eBqYaacJcMCwUipKOpyJygkhMd2oFWSCWVza5iL0fmg0N/H53qxAuvEnZ9uXFu1UmEk
KBk/GXJJaBJh4O8pgV0G4CuBk+Goi4tfW/SUFlKBXvVJICkM8sCv1NH26X2dVu4PZSZJIJXnXvhS
XlEbd17ICzs++UbLC2+ZrmqfGccYMwSibPbFBphqMg0X5wef44rL8oS8JkdKJMp7bF3rnlYkZuvr
ZJXj7eq023dkjMwlWn4fUdwtMbWHghwkAhgUeA57D3GZVtt21RIo7FR8LNET9CcO2IyaCTYJrAEl
cAr/mapYwNis5j5534ezb2dh5wv+WOxl4dJXQ/BmSuJ86ZhMb1pZLTkiUpcwkXo9Xia8cOYf2nq5
ZM86UFtHePrLy9ZNpZfjB+qfl1qFP7BoqyKVQShMNtcbLUaxXyhTkeHmcChpcrqX0w1z/IYz4NPY
KwJ0sOE7nm+xMr92Rn7x0bUK79Fh+OBd67Fnp8YEi4zP4k7R9I1zlVH3SbfzImfCtTj+tcQBUv1s
gaROzWGOnSJGM1GH3frd1KieTo0zFJ877niME9VUvswMcp1vIPiq/m5eRqk/BxOtXyjQ+CNdhAsl
qG0blAZULwO8vHCQqF5ykEmyOpDBuVJzMJ6wcc9hPtZer6BoEdh8LHw8b+cmqKroCMaFk9/eh+Fw
75Qed6ypXU2UhhMdOtIhcsqZ17r0k/g9yLz14v7V1QZAvhuwxKCcWDU9zjgsf3Lvs4m5NoqlYYmr
lSBj4jcfo4vc4t5px2h8Ikg9q2dLWJM6OR5j/6SddnlAvFLQIFn1Zl83a1y1x7FzUQ6R+lvDQwnv
nN5oMrX1Nfa9LflJ/SHpSCBszvCwE/d0qcpYKqBQi535gepvrZ+DmtNzhY+gU0sD2JfaFkcBcRKx
YkapT+HAL2Piu2t5mgBdOjOqqoJLnaX0phuuuvVXaQX2Rr/VjshzbQ6MlH1RLmIGOcx3I/pW7nlt
yUTSqqOooMVqNqo7jAL4emKpILLlKcoe8VhX7ZkepH/LG1bsmH8l4RhrD+nBtU3zyOmqoAxXetpJ
i7KI7Stc2N4lt7cBwWDj4n/ETRyrjJGPC5bJxniUYv2ammzSY/xzLITH/XyY/SFz2BrUHK468ru8
4NbbaFnUvUZCTPSqcJafnFrwblcChzqrdV/+iJj5vUSSkB6XYlk+Nu3qmnwI0VClsB32KVf1sH/w
RKQ+uSSsMQ51pIoj1A7exJ3H7+vRq0T0Xq3IF3gw+Uwe8YNYASMfu/7yjL+Mp3Hppg4Ll69ejfFw
6YJcNNRd2q6hvlKq6otdIQ8GLT3eSpfKf3wm8T4ycKHg8IvkP7XiWBORp6DYb8/Yudh5tbX2flMa
jLgAEWy5aAvx5NC1hppKBLHi/V5CSsFrI8L9XIJ/YqHb+0t7amyLRaTQjSIYflkk2exOptRSfQ/g
SEj/51wxk6opwRKEriIN8LCtOab61qI1i7cQG0/CRUP8tTL+r+TLvwNR+N+iLzd/pmEW/yPs8h9/
x99aLvj3giAEUQQlz4EH/V9pF5f7OAiDACqljb6W0Mt/XdUvTZYggtIDEgjwBV38v2u5ePZfQFnB
ewrwjsIk+KdKLvzwf2AqcOWHUUhXJqB8wvvhH7ECU7RRUDU8B2a94L8jNJVpcuIX+Q51Cm3fkft4
cnx18LelvWltdz7Mg762PfmDDttVgVeHFwNxc1voEzf8o8vMKx04/Gcy4gLL3ibXSfKIDIVA9Vsh
f5KLy0ouphKoGUMzzgfh23Kxpoz+fLfY1Qvm4vnemojlzx66s+h3LL3PpXPJEK44f+iXUAW4Wub6
B02+ne0XWcHW1+a1n1m+EjRWGYSG12INcxEx/KuAAHDRW++9XnyTM9ZP4Q83jBNPoTU9IE3BZyOY
bvVyR4PKT569ZY6OU+TFwHxQ6OlP4O0/tsUcOP1SLKzWo7SWL2lCdiXtmNFg+1U37T3cQrY2UCKu
eaflQVT/YFCCvNRTx0j0Xxc1NDYc/a4UKz6WnVlis6oKks+guvEDDK7i1Vhy+UGNQmbRzBVQByBy
xxVKYks9JVtmyrhZWY7WS19z4VgQ5syShixxiLi5hHew32YkGsYskOjc2zmfW+Of7KinVeCxRqIG
7U3OlHp6uu+r9dFf3Hs8B9lOS3pyhtsmoXTRDf3HrjBcJ6O5xjwaZXTnboOhYEmr6BAYa7jI7lz7
CHumPlHgeRSsKNqmPS2cM9Jy54Tc3nqqu7MujSMldBoBxFC6firpOGRYx4Yjxchs5fT/aZniwYrC
axPFDFYlPzi+1EW9eZMnq/W5BpDX7IkPTtY3viupZogFVWEA5dDecanNWJ/ph155FEYr67lRpAT7
orSp0SSc1vT+avnlN78ZnqXaUSxJ+atiIZwFaIa+rGIkBruF63mho0a7dyteCX5wbvREeRyqyrty
ubvout4PLVajrGuJ4GxqCjitGG6LpX8K6RMoVXxJx7sN9fjWNz36x8Fn+B4091UlYSP4ZIGXKDrS
jdmOZD9gisjktlJYMSucbFgNr0WnArZY+s4JeMNblMGISTv+A2yKn34178dLJid1uBETYWcNPfB7
xMAcjRwZCq40wU2j1Tuzru+21d5GrSDxIG3FV9A1d2zNryhC63zT9ceqnYYdkFwOtje+Ikrj2+gO
d3Q6I2zZRXco2+qXV+tbZ4g41UbEMivPPif1bcstLyWsvl7NqHOzTlN67fzVcVMYHN+smtHJNIXb
yRfc+you+2mEZpKtUfu5OqznCKQydZotYqa1/uao6nuYlEs+r925Q06sViFIv4b8bbX5TPrmZpkZ
FwiyMsdxIqPL/jJidWZZSCQcxFOUtE/uBM2ckVOfg8sgkRYH56QyF4r1hkauPYj2vnJbSWeuysT8
2BfW8f+xdx7LkSzZEf0VGvcxllosWSJLowoa6E0Y0ECn1jq+nifBGXJmzEga91w+e90NUSluXHc/
7vu/Ep0S3xrDPLWCQ2/6Gxg8t8iCnpAlxrDC0lGc+2HGS94nbvhoGkO152hXnx1Br5ntVznNimMb
cFCJDnqUwd4Yhl+ZU41Y9aT+NvrNo93P5zmc5doiWr+CamHfVSAI0LLs4jd5E7RcnGVsHs3kgBeF
GYsKtMkfWUDmfoEJpryaarqkKjzWzGl7i3jXcdCLLRdCdRt9cZqr4YSX/0u5w1OSjC8Lf4/69RJX
lviOncGn50+TWy2U1xAJw1LG0RrmU1vGOCHsuV9DKliXs2fyhUqxx2+uMYCNdMqVJuYfQnquYOkT
hzhZynFfiuGGc+0uYYxZM89n+34kkRGG46m3PZxjwtiwNXT2amn3ybGROZ2xMoj7frM38FZYVUD2
EbH5TAsjP6L/cJafJpzHzXQGzFHs+hy1qHWLkWjWZAcmQvI8FI+2m72n+Otmc89+ARRIQnFcZiFZ
DuG4AnE4P8nsoMqG53fPNvVldowW3dk4FqPaqr44RjPyzwqhjHHJnph1bWsM+hjdIpa5ux51Vf1e
5P71DEPikjrRVVQTB5aMcm8O7nijMmxo7B2vY/5hpIW2QcnkPJ7Od5R+Ox9DX32hdLW7Ro8oYe/s
fePr+6gU7F61DYsktRBBVl3kHMdQUWMf34k4fsH2Q74C0QrowIE0Ohi0Br8SMb0VEASk0+57dr1p
U4fZyeHodSCTgHQMOn29ZGUouN4WGu+Yur/EnffcLLyEXp6cdPzS9Jp2WsymdkfdvRddqlD7Zjv1
rBO62dIRaLMB4WJCtc4DzpQ6ixYEb7a1aTB3MvAL0lot7irse3W/jyI/DsymH9ao3g80xr1PsQpK
+Cxrv2w+GE0p79B5AIxQOIJWZOnF93kDDQrrgCsrGlNbXd/RicuGpfO40D2JrbVRdpCA61uoGdre
KIR6Ayzz6jnUK5qL+9Mme78y2d1vCw6Ge04TwxojHRnSMko+WfMMgQXRhD/oRoQpJpyQuIBKlqpx
/6lFZn7Ai5vuCcL1r7FlzC/2PJfvMz3l91oK6GAe3E1jX+0w4ORRg0eZyGtoj6awXvMibQk1DiMh
1deCteahlLUVRJ3FhL4wWsuSh6yg9G1rk0NbtaP85bc0CLtVZaGJj/nGqqOATszjpBE4L+rvsXXM
M/GBEUnWxn8w2x9J4rNAdu1DrgvtsQ67V2N2eJe5DxICQDcO5qsVggezG3ExQ0IXoVEXR2yvxdqs
WTJXLW/LLK26AzaAYGaPM6UR4drw2hXJMfK1Qz+hT+T6ujSw9tpFve94xhvUgupxBE+qPNM4SlUe
IKUMWkNcn6V0cFtRuIx3k1yUH8xSbwNCo+a6ZUdOAukpx6BLPBOaRI14gHlivHamsYu65X5EC69y
d5Vy7tFqZ5skLu/M8qz1YjuF0bpwuBl8yRKyfwwN89dcso0F15FnzYEqyiC2rOc2wx+rq36tErHx
WXk7yVziTcD+7AMIjPQ7nWBXIce1nYkNoYHFF/tttNmuNM4FZtbYn1dzz045DfeWfQuL+HdmVCfV
slZwegxGNKpWITcC+y2SpDuaOvcyro5lbewyr10zdgW94xxF13k73W/4yAuRBvEcupjX1APy8J1Z
ktZlmVCT2FPPJfR5vpPRXptR3+/rfnzxwLNtrJkXGqFgDrT83Lb2GbrOifWgWLez+kMk6BLjGAxs
NlSyaPeZHh7M2LhyUTPy4Y1SSqyc2g/G0tlSN7wf8NbFffPZtA/A7R8ry9mkrdxU5mNZZu90mL0W
pb5jsxwMfnNATDiTgD64tYZmwTYWktYGdKqxQQ1DbdPiYGprk9DS/KdMvTebrO7ybEid+r10m2+C
siebZWsvy3MbZ7vRoD0ytnZRit4SVzucqV/DmG9jZzwO1vCu6r2vhbuyDpnmm4C8x9lM78DB/hpm
49yGZ816gBd9X07+qec4D1Ms8CLMgVGzuOW4eQcWWzoPsnJqTo3FbDOH/YVGyw+HWReiGCxM32Nm
qopPozb2Tis2VXrpVCVxOxGo8r2Un6vgn5k150+RcmEzTVvn2VmCZ/6FLd61NJt71pYBz4+Lg+2E
FOzNnvKtah7MVkwrpI1hbWRXKj+WJlbjosXEWJbFyCh4mdT0q8JKjA7+/E6ZYyCd7DWOswv2ppXd
6idU0pfYip4rWijBWqEwzBijM+J7WdzfaEt8j0M729DE2/NK6PfYbMCr/R4Ac3k45dQERq/wxKqZ
/AMtgy+dw/BSd/1xbvDsYUrY9aa4H0z9ua7e3Mk5T47/mysp3uRd+oDfDcaVQx8shxHsBtH4WURU
F5KeDowMNbaYK3MHM3ivJgrTE+02Omqb0yOLekHqWFJYtMrdbyeGBtL080ss/OVEAXeE1xiIn/Uw
+O8Ts1LCq0wrxJlM31pNz4Cfd5XAHWj7Sx7CGijdHZYKrms9kXI0+lPKO5A0Lqb8gVdAP9kHqVhC
Oc77MFz9rLqbw+ZiCu/Rh3STNuabxZJJ57HHOwP8bm9Uz736TJ0PRNRvZZ5iYd80Z0sdVrk89u7n
2d63qr+UdW/eA8r5msr4Umr2S04j2drGCJ9aLGP57iIp7myqhCBmHQ1r2M5x9Qcz4T2b121ZvRGM
/o7Mdp8nxSmEPnMX6rjIRnmtwEdBUzSPvLQ5ramV0cXRhuQefi0ZxHp/ILm+ipXzVdRIYlFbHgSx
8/WYucZajO0lq8QuNtQWLvWereMvyrdfm8oB4YmDzqZHZus18F3JVHzQ7nsgLouJnJFUCR42Jsd0
MtojHusIq6ssxq3QmnCdjuR77aj6IzC9VAZ2qrDQHlIkza2r8zSP3aEjaTiaB330CPi6JTZE70lW
0XuVpwxbQ38OdeOO+NzLoCgAoXp7PFa5I9dytl+sXM3rPh3UxsQWhJT7SDi33BVd+hEZzJKmV9Y7
JtPnYZhdTHg1wKkZb7No3gZZ403CT8cAH67bCCSwi3kq59CKg3DSjoByXAy5Xo/PzPkMx/JBQ5Df
6L13w9SKLVOmgAzK9mpo/UWFzh2QOOK7iQ59sKm5o1rF4n5ZPSat3+K+Dt8FMUFMK1aOwh6Nu8QC
Vla2k9pp3pwF8AnbRYqgNNifSJoglx5pIEn4lcfyVYdbGNX0LnE+npZ/rb+mPIlDXmBibzTEug3y
deQrkO8MhG2vZ/NvWv1pidehnYb3GbbLaTQeCq/CgeNvZdwSGLFHlOT623T1W9aoADGFOLArMzYg
IKGCZpTFBRGLwwT+3g06j9hMA2QFjOZLKDh2H+FGgL8QnLDVdJiNnDMkvcs0F0+3jtbyVegM8hyX
y8rSrIRxsvqiYCddEa304eHEbqUf4FgyKdV19kt6U35wBEKJO/0GBrdmAR3MUHnj1H0rhXceBQel
1jg6dv4H8BSIhvxXJDUIGnMJZoC+a3c1GcOvPB7R7oqDsByO7qF5VC2vNuVjUCcebAxc5mjzJ0bT
bOXwrNo0ebxOkZAqYZ0dPBoHVy+fer3SfCLiNtf4iJ+ZV0uOjSoOdcnLj3Q5AEIvcHEefujZRItU
yj6U9KCBX5gdzBSRG42GKpKHOMlckNZqgCEH8m2lcffx9JCnJJSXuTXNVVMrZx1momGuM14o4v3s
fbgZk37CCX1ncSUSFf0IudQKVzzR54ebvEq3MqnWWYNHHV0KOVHf2khFjQQjNXW8lpO8tFYp0JM1
KL4tOVPchOHe0cdTSPgVz+wcVLoAIFDGzbq0i5Oum3cJoxqqwbEZ428CEFv6io9+bO6HPDpZ9Wfm
yGdSKje03TWVgAHW46Pb9CvEaLborKzjof0lsR23Wf5JXOauzqJTNr8DKSGkN9+bVnid5vQNGN25
SmtizeXKoYcu9+MjVPV7shXAZ4ksNQgyhRjPVpnczDxlk9TfwuGVktSHpCI6j3q3tb3qja2CdXAZ
iRkYy5ZXrKBnG797SF16pwdZMsdnETGeyvqul9Q1q4y4LBW5hIbvuS2xhbdPVoguqMS3xdynzP51
jGqW0215iov4IZ0M/26YEuel7nEd9KXaAA0NV3GG60Y078Du8awKnrulfhbIHCvJe2o1Ov4paZPn
oSWNRBh9OrZRfC/NKqJfgAR3WtTIUUa8Ijb1qDIX3iWdy+kkXrtCv4aTXCx7BtOlssALNjW2R8oP
yDs9CL/FxNtkL6T7Vp2qWUFkFeM7FfHpACYi1E0mlOhPmzblQWqjf6EqaWaVk5h9kKTevonTG3II
r0WPw24ftCVhl1A9Gz5PziHN55NU7gHB/sJiyIffHDm8GEzkMldP4p2hMeQYVZL2hLjCQ6SIDkP4
eQxxwqDRvA1gWf4/yBr/h+0OjtN/n2P9N2Kr2T8Qq/jjf93kW/jnqGLzPHvx11kLMvc/eVXQqlzH
h6Rq82cWSvDfGmOtv5hMgVSeLr2dpq7b7P//6rrDLvsXjQOZptHu5i3/6//UGOv8E7AKiYEvAxeL
75E4PXnYf3TdlZHGZttyAzcxOth+mfLzbJVXfdxnO8/MtBuGJ/sRsAVKO3CX7jAJ32ajVvvzVygc
nhdF5OUfNVlXboI2nd4aFY3X2R7Er45zc7khkTq+NolLsgtYKFQ2EmPeKes7Cqnou3RQ4/NG/B4s
EeFLFQlbd/A9RbKuhUvQtUlmntNZ2vuPbE77ZuUieU7EtJbU6vCTYJWYY/1XDLWFS44Ub0T5E33l
zpF/wlQLIY38hGP1n6Cs1mbxC3gO4rOxiPkKblwlT4Tp2GL6wrbLTYkLS1tBjCGEOzTalGxYyBLO
RRMhqOtVtTascWN3L9YYh8B6RiDS27Z1uS2ZJ20feXMax/Ai4ALsXGJZ5QSGwCNKg1nMSOJtXplJ
8efvLrnbfxgl/6Xo81sZF137YwT9O/ukp+Eltx1+9KV4HAaZv9gr/84+CblRcf53DrFWuNdUc8dX
KSf/f6sV+OfLxfd84tLgzSxQ2iaVif/4VfysQPAx9Os4pKYJmoOs3x5QQBvt8VXH8e1//pmcH9r4
f5lCPV2zuTa5KvmCOEN9E0nr73+qAkeBlCxkUERAHNVmmr0Vvpt/xL7flnsc02UEHacw6i2BCDBJ
xg8yaZpVM24j8j6nMmQiJSkaje/EiEEtRXxodfuN0xDU+FuIf73YVZydb1PakzHows7TcBPN0jsh
uXcj5gA05JXhSK69cPJhMpi1mWEvaqbpaILsQMfOM06iWEaqC+VWoruZnU58Dy6SufIG4AEbZbne
FuuzBdRX1BPiFobRnG1QrDNNw3mF6ttYJgdJV6H7aB4pwiUcroh7dA2JycYc56PLapbMYpWbemDD
UPrScqRoIuNY7O0GIPSqmOGx7Ftso/tewS3Z17EtvJ1tZ/Z350X2cbSrEYozy3u1SlI8ln4HRmJS
ROsMMEUVtMmSwsOCc4IOwMydBUc5SIvYwVOVf6a1Uqyoaqx9q3Zy4FxYZjW5O1/L7dsEScE/xk5M
1MdU/ApwtqTpZxcOYREgIceLYOSSBnRtXdacqkpmaZKXxoceQVPkoJDP+toRTUwmJBIyD7KZhe+D
Qs7w114WuUgjVdnftWbe2menywcKNIdREr2QkK4iQlr+CZM8qUnmyP41Mn2IyHPjVuzcPL7Po1WZ
rEBt7v6zGtHjD0kj+qcGfynxiJAS5QCTgvmqsLWQO2h6MRNT9ZxuG+UtZ5/UYknOT+WBqGP7MXZH
sBf8KhzWf49VKDl/0d1mkgjsO/oNZrPwpt2kW8ugMSTUndVePeLkadgGHc0idc9ll+WE3kxzEoeo
W46DoapYjyRE8FD4i0iLwb3VWrHt9QR8Vo2N8gWaKSvBcE6/I6ZOtRpE30Xcjcqpj1XY5IfGEL29
Tr22cjY8+tS+02z37EH4YMvWkBTm7HNn0PxTHKu4SfTAM5P0qOoJCxLLJfvV9DiW42ytjrk2dttq
6sbvCT/xK+EV1wBu0jDUYs6Ky03I4haIk8pZjlVoxliNjaG5OYR/PE6vqii2Y0EgnAkKs+mmM2zv
2unK+s2q3XvNSGzZJ6/yGUaNRudsOs8zxGIVNpHgxNF3sE7ikE8jM6iG2QARACjQGMX4yH4g74PK
xPG5AoQKzTkOAQJLqNOoV94cp0E3ut6hc1T9B1oqrIGEsJu+qTu7eVae4DhQmEbzBFdp+rb7kXl/
NJ32YMPlCXe+7TZoLrwPv/kUU7Z3AM2I7OBBQsach9LagAST98SazWSfqGqIgHkpWrbLOUMpCB0S
kJsB8MCnZ/Sk2eaZk0KvKu/PBKT0OlK68R2pknZJUZt2sdGaLBPcWw3SCEm6QkGGMNPniPadi1tB
DupzHnr40XP5VuVEI1cL5NzbEH3nMaX00XgEllg9zNXMH+MmgrZo9D4LKHYU7jWE2ETWKBwbN8g6
VxSBN1fh7yK0qlczSlnidK5CXG2Ekfkb5Zm4XO1Bcv0pL4/3rYmtK8Bm6j9ID0L4qgAOwy9smMjB
I2Vo9aaQWv0seT0y3qeW/HaUTaTLMUwDsKGfEUy2ssE7E44pvf53MRU4YwRaWr6SXK78mbHNvTNW
r/JeaydUhAgFodn7Wa71JmqRssqdWWKaUydpqMUA3XeLM16zxXCkEJkzIIlYDsA2wA/yyDnK6coC
HHNC6GEZqqymujfmikOtyWNgIKJpxFfl2mPFSVmEl4lltrutaKn+lYZgvPZizgr0MNx6gQMt7Lmp
BUsRHSC5scZbFe+7oiWabDppUmzKMDGADZOIqe6QB3p3g68MJNqqgQOwo0iPsi0sok6FVYpZYCPB
eYVkxWMW4X3kaS9j2+nfjay9Lzu3+a12HA+uoFDE2zQkJIotKeI/C8iXha+T1f1xTHH9YYmtrRkE
RMv52PB6u0dzi/o/xH9wPUKf7svAyy2srNaMi3mVSVKEUN7BIBAMjGtWfkoqNhsTpzZc4Q6YoEE6
FJgMoLgg+82qeMIgLn7j77befdV1V9xc7mvZNNrvQkpZw59sK6YeU0GxygxslPRH6iPQ+UYb7A0C
Uj2vPH7v9D02MnlNXEHYGAnXjjcW60eWSloiNY5mOUg/1vjmZ+TkBotiRHRGuNlgbyC07ip5/OIR
zwAxEDZILO1k56X9Empd/NhxvTfL1im9b1KD536VafI6dX42bvyup8iM8KnQNxGer/cqHGysT9DZ
yyWUpaKNlVf50Z64u4CKgAXb8BJMb2PS9rx0Zp/Db5xG3U1XzJK4ofXsd24WgEs4jWt/6qEv3tIh
lF9eSistokPovXlDz4evFwLKE5Z5BErDLZ2vLLJbpsipmsFX+l1h4ICYnCeaE5yPDkv1Oww+2gIL
RFV6qahg69jukQlZGVTDEwIVQjNZefnMMgMBgrccdOBb1/DUDoir+C5H3Cytp+yUjijzJfDFkH2i
jV3xTw7KGR+61Rp3E3fZr5JMxm/bHbvFUCvksHIpZAw3YPfhgeZZ6g7nynOzhnf6GDW31vMTPPSq
W/gLaULmQZEGsCj0wGg7REW6nmqSsYErezg3fkoH+7qVqVvgBSfwt5Z2nbHdqGKln21zUu7O7TLR
nXzVVtXrHAIZWE8iFsMDGTef3Bg45kdbmNK4GwXA1H0jVMcVWVjG1HDaKJW0JvgzFiSGdeU0tv4J
GS2ED6gR/oYNQPMXRkf2QHNh97u0TgwCkb3h+haJ9YqUyWsaM1Iea8TCZR3TeiGnbWLUNhov3Zd8
9PmSYvyMbUy9+znMzAnxTkr7nFVINFAAcsNlM8aII/MbLTNjNa9h6BtLWtu2QYziWU2TEUwCH4y5
djBViNusepWevd4XknJNrVXRl0GEUAQ5aDH3ljaYcb+Kbvl5PFnEsUWhIk9GQLGDhlBAIj3VELjo
ljDWhu+VcVBJA/m3rCd+Cjv2Zo4y5HVmdwcnvo6fW5BDyAYJTIH+Rc21Kp/x0udGkLWpJp9oQrOR
a1OTooKAUcTA0upjCepXBC894z6OTIcVh+7ajfNAQND24aNF2Hkikh8ub1FR8N1uCIunUYW73inb
57npep8MS+QsjYKhUO4W4d9CXI/KqDgXdYN+1bq1SzVHJbwU/1AE2847SKuptWtfW9hTWb6b431V
DdJ4NNrKcy75D1xyNufhxReLPV9PJdb7FGTh2fNG+sF0mVgmq6Fp/tOSAIJSmS4MS+RJeJZAice3
Vq96UsgL8BL0QuwRupUj48mCxMS834oncN893i/g5s4WmT/RGfA6IzwnjosZgISu0tYlUYJdrkNn
XlfeaLxFyqjqTcN2Td/XkZWpLaKHXR0oavWNo/5D86zx+BIJ+aF8Ym+H+Fl1bsuh9YcECpgFKmjd
LYRQYBfQQueGkZwGnIUimpg/RFGfpE75wxnFrQ6VsCza5kH7IZHOrZ2D0JP0HBCGz7rbkkGHH3lK
fnim5Q/blJEdzmnxwzwFnQj/FCN69jAuUFRjwaOqH1KqoIvoLavYSqMJQVINf6iqNMNAWFULbBUZ
GO6q/GGw2kbkYo79YbPWUUmE64fYinu6/W64JCIghlO892DZEEH5Ib1W2pxx8vbsZjrQ+9Q/w2fr
XmzegmQtIGbhgf8hx5ZoFmwbF56sNTkaQnGL/kAHVkW2eCSscNV/SLSaH4ZP2oKnVYxLmFV5Q7AI
TyozC+ofmm0WYbdTP4xbEnKIleUP+5aAIRxcY0Hi1gscl6UgnNykUgRInCZFjc5+WLqkY3E7pubC
2P055P6/B/Zfl+7n/35rtiq7dvwo/mFvtvyN/7TAmrhqoKgbrBlsdwme/nVx5hNk5cntO1DfgNgu
Jb5/W5zp7l9c9hO07Vqao+GQxbf6t8WZ4fzF11xN8/lLLl3X/zfkm25ay2rsv3YTtsP2yXd11udw
6Wy+zX/euHhdqDVdXq1s9Khh05hNm36KKEXnsyj00GgSSEPSp9I2vaugOcAB1G23Xn8bMcmD5ajF
DNtIXyg9Ib8E7cKdTgbLD8dQBoi0PiGqHLrbmakg9Y9a12Z4oaah7Z5dcvA451UTvsa9PrV7h9wB
eewxzD60kWUzNp9I91c4470PLJzkeyK/v8nJsz7chAdMKtv0DTmPwXYEjVCnUfpuDQXHEFvmn74/
MvZPHC54/dPHGvrxm5ykvnJ1XEk2t8SrKOzs10Jl3VqY6G4NZAT2znq3tbSJ4QtqLEacJoluHJUk
Ng4+UgAbYFXXfGoocxqrhVXfC+vJmKr62uSc9zcZfQr3/RR6J5QGe6ccNd25uL04ryYYZZK+5TVC
W8sdw2VLByNe2i+tbt99I9TXbNpA7YyNfgNW4YJOGQkNlZYqtrNMOCdYfT3tOOHkWJFqqR81u8cy
Xzmld21dGX/qhcYqx82e7KqIQFFO4ZMfVliNRe1R2uSM3haqvPcMWo2/1+TwUWxP/mm86h3Wabqe
2emgDyb9sdUdaw3le1iZkW8fgANmO5ZD6bNjUnExlpsIlyfuJBVyoiK9i7pR2EFJIuFEMpi0lQn6
Splt+5xCRrtGUr/EZfocm3bKocBr/I0xxSFv8kaemCsZ2KkUyb/oUYs3gh3uXjeXojBBNO/igBtg
6HKacu0mbrZYJGgs1HSHSo52QO5w+bSmbFnrlJUfHXoJvoIJRjz6zoBHq12iU7SrbavCAW8WRRhK
o75eE1+xjzIzOtJmwxwsuRQe2T5fr71zsLWQhyDJNKXEtBcBEYesS8LWvEA0Exsn9eezXzt3dl2Y
J42oIK0Fs0D1boxdlxnhRRpjhVvZze9k2SVfylIOdJS2x47axcNuMmdSgGCrXqiy0R5UUVdrcCwA
btq8Rvgxk11RlNhFIZPdgcjjAkTZhIEb32K8fIeWuW0dCVUfizmNgybPzyrNKwYEaHrsVBJg9yMv
LhKwBMpSo+JDyHnJeQa5iQQH5NZpZrAmHHyeLNvTH2oxGrskCWtyXvOzEfu4onhwcBLA67XJvAIC
hK2fFMuDTWHov0bTSg7w8cMHicpK8AYP1bqsHIC1tL5fvWKKtlTVJRtNDPY6o5lTKS2/YoEtAo7+
JixZ4V/bsFB3BXn5NUfU9qRijWMOUTDrqwwtc82GZDy05LBONZmVQHfbN73Rw21Zp5BE3LlYMjrd
moTuS0iN5nQKQx+i4+gnmIAmPvpjqAm2WX4NangOrSfGa6i+fsQKAZ769NYBgVipeN7mc81HHsUy
++VNOMBkwl/Dnd9w7UzdulTk68EdYx/WlhAphndOUyM1AUYI4YUmNcIoTXKQDVKfQ9cdJTUEzepR
t05obelaJzx/LImraW7zZQzpJ6Rs91bP4NJz4ITgC2fgspR3tS9Tnqh55+K1kXBASHjj+k7zPezu
MIQiRtdM/9nqdBztYHaGeLGbcDq5YyGpavKLO78fWfTS7KTvO+odPlJrDunfZgFZJ5Zzwa2b4dZC
oibPE9f6A4FU0rscpJgWtung6meCzTx9AEPTXBHmfJD3UxtiXdEX/Ik56sTGBlJEZX+Zll1tqVX4
A6oDJ4WrUNgXJZffngMMwXnGszSeXzit4uQ1cN2CBtPiYQtm99NahkL84ZVrBUmnGWu2AHsti+5C
I5cQBbLHzuxw+kOCKbN6o+GT5v/uWl0L8lHy3+U+Izvq4R+y4kcNaVV49nutdNKJWqA3w45Ew8Uz
mqBIQONm+dYE4l8m3qlKWtzb2WnIzZOcyl2JZCRVs1NRfZiTihmtuMOLsnKbBE+kv81DMyDMeWVs
39LpR4lcxOMDMJiwOB93LKtYPFdrrW2P6C81kzi7n1TIBzOZeDgY+5QXEfPyeSQHLKz5BocU7Vyz
nnjA+foKxgj4ZSciEDkaWBPdIp1Yi/QOQnY+mviSKjof8+i+JjiOZlRca8isrGse0zwNmqzZNYu5
rc41Y29rmXVHYWf0JQzE62NMXdG93vCyjUTaYq6SzjOx7cbfpnr67LpuxG5+5CHomjo6gzN3eH+V
wpcR54HtZ2Lb0UdHjMu1t3bn/zFgDOzIbWtrVejnwgp/V+QAENdx8Q0RB2BK9PoD/pJPoOLdRUZa
S5C3MQ9pHcmrM5XFpnZpqyxMzKGeX+BggJmANMTpP7GOPBajlTPWtJlU7chKsdrAjN6HlX/FlIcX
pyNMjL2nREsJq20p3XqLesad3A1fUpUXHdCCi23jUxUmYQT/mpvK2Ets6dxM5aOtSU7kOU72WpBy
xgFH4hD3a+ZAa3PMNc/QgOE6GBNxp0+aumQuNZhJNt4PvBd9uzDXEy6yA30or8kwhHhV3GM/A2qQ
7b0Wmud6NHhIDtne68E8eY2Wv44gy4DDD+O+q9PiUhez+zFavn0kXFrsKBxFZwekhMt4WS+MXa+/
R1gcKoeHeGvGYU+Vi88oROaXI2FlnJ08z7d2HadvgCPE++iqC28SOH49R6qVJK38TVrySC2ocejq
vtjyDBzXha3j93OsX3IwvKW5BSPHqIEP6AFc7eiEetfpOYBoJh/HjKBykvD0Q3W1UCAGZJuyIe80
onkg6uNCRyEIEpMXU1ypV+nnGIqa7ApvbVUNNtqpankG4tDlsz8Po8K33DaHYRTvehxT2FxTa+y1
QTSB8Ula895WuQFTzDznPepJbuhAWyl/2fqG+NNWo3UJ1figtPShJ4PAlAIaVK9OXeYEoi83U+Sn
fxI6ldZCCXjrJsTDMFa7ZKD9Lx2wOkeMqdhoqagxwaCuulqbn1v8p6s0YxCrZoFHXTffPT3/Y8ON
COo88fZzVZ0ct8IzkdevDonTdTiUbO8TlwCvzJuAbCdY7sHitImZs6kuGIKzo8KoAwF3fDIMRigi
0R8SB8QK2U4dUg5sG3eo12LQH6LWuyYJFKpa1vp8biK3vbWu2wRpF+lbJmIkQymcXeql5VdosGIj
fcAaV9c6eOsOlIsPuy2a1UByiJh3CBN0VYh5oT109yW/sZUfWzWNGpP2YqCmrmyPBHaiDMraxMB/
92OtBC0Zfk4uNrTSvWxtsekWTtKWfM6orbJ6IOebsYJa13keUQoY1Q4SUlGa92yKs1+WCPmChvKu
MkmbS2ezm8KGIu9CZ1K3rsoANedkzMZ1lTnFpWUX+kubCLywD9QPqYuLP8mm4UABBxeaAbOOycA7
C8RzZBLkxIsrUnMHw6UOGLxd8lLJW5J3Q4xJRem7drD0U6uH1ltLiIoxLMP110HknOK83cJ7uKkI
JY/N6OdEAGifggMpbsAytGoDDsAbXnTajxJ8wxLnthDYeVXTtNNOG5Lyrpn7+dTrumC9D/pOg53e
llBad8lUKp3SBdXuhc8y6aJ3OnvSvPQepBXn496PsxkffD81z2wFuGGgg+gfg19HL5kp1bAmhW+f
KzcS+MmsoWMZ44Zh82WK1KFqPBV8+DNIhWyLJpqYR62HpHUpy7IoTjyrG7HjMR6LjQCfix0rRohb
zZ7VLbnnjn3yigIE2e2WRgMtMP6dvfNqjhvL2/tX2fI9ppCD67UvGkBHdjNTom5QFEkh54xP7x8o
rYfd5LI9vnOVa2c10lDkaRyc8A9PoMauwYwFTv0tGyi13+CyyCsJhmoQboYa6W+0SyGAYz9AT6Fl
s+t6CWi9RqZiasNC/h7DtsdPS4drZleaZ2gO9pX1j2EooJYYaRrCPOqgcW8Mrh35qlMnSAzAJ+us
JZkiPwMwr2OEMemSWbBhfdxhvFjTfgK0Tu9KWai6DQIxXXdbYkgqH0g0uaZR8oz7i2yE67ywjDEu
O67ZqntCtTWDzeu1angdpFZabJUAKv5mqqD8r7swAWE1duGwjbu4aHe9R7gNMY/nQmWdFuJYAhb0
G9+pMqy5lCgPX8esA4DeSPHPhOqtQz2su/aERtuYY6ZfBalJzaydQngPuoBbBAIVGH8FMNBwIHbM
QQiuQAUmd6FvOokR2CzLjYlZixMHExBNoRad2BDu0Ty9nIn7cizpG0+pjXVJa06J6hzge1fAUiab
TYPqe5SYhau3Zeki48IxZbVLiCTlTYuiMyDs3DqAfUUUKjefvLo216rePWSDUmLtYlROC8bsCjxq
cOuJ+m2S8jmrAgnJNsjd1GuwAiy3VgpLJmr7K3AuDvgLCe0hYYdlDkIHgnJXy4BtVYSDpDp56PWi
WI7hELuTVUq2mKvXY6484ty4JUvwbNOCpyoU+UqOm9cGwP6Qjw99bx2Qg//mtThoL8p2aKgfRA+8
6kdsPpA2p30iCOVTkl/lTbxBDvo5EvM1AtIX05Rq6y6qH7HW2JiDZafN5KiBAcG+xw66KDdRWcyd
bOEBv4ibssaDopMuW4TF6ZtlW8/qX1GZ0RcF/tQHWahvqWhSzRbTK1/tb+Kp3EuljFMq+h82rc/9
4OH4bMhXzYC7Vi42vyyZwgi8sxjjiwt8i4lCO4L5fAB1A/PWL7vrKU++Y232g+y8hyTnbfRSQQpX
J0NiG+pisZovwSyE4/cr8uiy695VYnKVKYoLfmPJ4dvZvaj/SJpph9w8xDy0luhlqVAlIZiSbviJ
+bMZmQ9t3JiyAn+H+j5498cxqAfb68PNOHmPiRk9q6BIYFdkP6h/bCi8whVLGwf5z8mlLfUw+DKg
QrVbtaLxJGDm4lB+npUqYfV2IqrKo5LTn+iZsOZgFGpHY0KenhqV5RhmEZ+7o/uXYffWDrTySnS9
Wn3CfarmI8tzd6fOHjE+yBf4C+Uw3pKXKhSWeROIKE8Jpo3p5m5IxAvTgLZSQDAW6CRjgyl1dImU
m96I7rNYu66jblVqWnUd0nm2DZNZNvWNYYUbmejWnIkx/Pe4UA1ALsltIdRrhAnJX7IV7ctbINQH
cfDBlw4PQ9l790mbuknoOYY8HRQrvleg/0AR2QaduEEjZhVO1dpAa6yq8G2l+r0Y0GmlT55hM9/v
usZbg3Tdmm1Dbh/fo89i62biYuyzyazsVjYLqMx9soXS6SA8G15YorRtCmklUpWFUXHv5S3i3m34
Oqi16gI/UVai2my9MXOR172Bd1uvg5ENzj1f4tWluqUUaws2Ptzn6sqcBPOy08tL6igbSjbfozp8
8QgMpzcpQ5RmDiEg7AuxR2SOW/yxCkZlZxVythZlCF4BJ0aEPr4TBSPcwkqwrmhKFYsugjlWYFTs
kkch8iDB3VNkFVmPATkgr0mvqTcDPoY5FFZcv/h+QbgVIYak4i3iT64ZIdup13sz9O60WFtOvWXd
tH5A3UKIUbNAcW2QSuoc1irtoFNS5dlOhbqVDJ9eXuyqcSOsKfDgcZTIrqxqt7jQbkYkdbnbfNxt
yt1UmuoSXAQmAcMMaW23FLfIwqlQrlGRIzMUMFbv1sixZisMkpZyn0Loz7Wfkxp8rwVra8QF4q4m
GyWkb6jG2UGJFLsSrU0JT5p8qAHlYIBrpdmRWgQ1xSYyLdc3k7U6iMJeqA5VXl5AdMJqEJO4eG5p
qhISAZZlZ6r3kqEuKhYmuPPBJJponMijs1P5hWOV/jfIpKzYelVzZWPNi/CmesV5DR8OiXUNd+OG
OD41FGGPjM6N51nLJNOxVrpBfmVTlea9KE/wCNMbmQlX4TS1MtlaRowuEZLK8RL4YrsQJyh2Rq5Y
dL01ldx8wn7cZEX1cflkBhAuRv+ugmzrhEmkLyVfoC+GS5hdi+W6y+VXHPvWkzT9Ag9gg0AKkeXR
E/Y0fEjdmCFlQ3cHj2LvI2Wa1YgNKYl+EyBEgsqo6cJZmG1vmxJyRfnSzRS9uP8BEGif9N6ykQZH
TyaIHsmjhP+w5tFnh/VBYSZDyFzor0DOu5nW7Mas3PfEHAYS0EWuPgwTDBjMc79FaXzZSWjgtfUu
K9VDGAnGXks5OzSPIkYVo2FnIFyqj9ojgsiXsVYdslHG91e26H5g8WNXjbQhkHhAnmsp5oTiLUxI
Qd4MerpCWxRhHM9H58nrL5BtE+1Sp9Q7K4KTucr3PrK5TerTVufHLBA72EdTaywACdyaYorYi2o5
qI8s674eF1IopjZ+nNtGy7Auln0FJFT6lEgp9IMOZsjQtia86YjSqqQ+qgMBZVlgHAzhHwReSCo4
dkW1LVKVaQkgmVLe+9nyCiD29caq1+s18eBjXOPuJAWVC47CQ8oO6YOutq7TKLnPvNbqv1ukUYSy
WGAAeAAUBiAHbNVvD9CBviUvc23+dghN6yBNaIICMMNvwzbCip5gO/fDlyBn5MKRUe2flr0geTd1
YI7KMqRnm+/UiH7pKqFfeT+lABx5HyhZumqvQ5NERS+1QxU/CjqQmvFrkgyEJEJOWKgqrIyXHLfi
bhljnvgLwKhxk09df1OKJnaciMvAyh2InowFvEvOCD9RWyqcWHDWru5XxWOv+BJofaQQczIpM+Om
S/v4EOoFvQWrk++JnC18xSExoFA+BuP3wShGEkcfT/KlkbYBWT1SdQGf0Qzv5WFuZtYe0JfZK8mA
JjFk+OxhgsZrxEEpY0UUqlaVKxhlRr2JrFyHOEzHd3DbuG4p6MNbWw1jnv6QI7W5hm00XeKWPtM+
JWLe/49U/4NU1wxqEJooUnWme6apygw5/89duPssbF5f/nXbPDWv9b/2IZ20f1223EZh5v9rUydP
2UtNTy5Drv9Nf/bTH/+7ZUdG+ZcoyvTCJAnNVRpidMT+9Ox0/S9dlBQDyQ3K3gjK/O+eHao1smSq
pqlb+DcZisiX/t2yE/+ake48jAjKiYYdfb1/ojErHUvMolQLLodOInxa0+DwUk8kZuW2Tn3ayv5j
2RXAnsBZ3Eh1dCjqaQcO7RVul5tP0603DiM1A5XwPUW6rITbFEm9W2XKy7up/gSzfdxB/PN5TB7f
lGlliiZiPu/RzX3VqKACOyA/Mdm54OvUYOdfYmlu5MQwwtNW/Pb1mNKxbTRTaKHbY1mqoUvMOlpS
x4PWikyJQwiVO5pxO02qXHZ+9eBTl6BgT7pcgQJF1CZFCD8LHvT6z9Z7Hv67/0qikYwgAt4D1WeI
+N9tU9XCiXvu51pzTVI1QY4cj58iFsCUDuYNMTn1FVQ+iPqXKvemLmxEFWn5LFQOoyxOm6+f/OPA
mq4QhSnoIxkS/zsemPJbwJWmKDeyDgwMs9Bu0aPeju9Ad4uE17JW9VtNAjKdq49fj/ybRvH3Q7OC
ecGKpPCesSjT3xSW37/pqAN9mlZBeh0vYD3y//3+x2YDpdH2V93Cu9AOlouh4Np09A0Y/pW+qXaE
7QfBhdnrWLblCvb83+e/V6yrdbZuFlfVuuG3litvyLsWzULnLz539vOV7hC+PlY7y1Udgy9HP/vH
8SrZTavherjR9v6mcKXDdPAvrPvhur/KAV1cyRs03W1QfDY4MLdyn6/4oc/PDb8dbFzyFoodOteU
LWzTFZbwO+2e3ykLYa27lSOuxFXuiqtuWS3TX9GmdBuHkubaWsMbWSG6Q+2U+viLeJA2481wOVwK
u3Snu8aFvBfW4mrcoufrAj7npxGpv/1806V3ulQW1nq6Ug/KZv5J7cKzf613aAgsTBtMLh8Dn4J1
uYMAb99iPmLj87UJVp6Ns8whWFl39RqY1u/r4z+uYeOYB/HnfcqiblkwdRTW0/FawjWm8UpNSK6X
zuUd5LAdsoAr/7r7GSI/gP2wiQiSiwjMsEOJzaW26EoLaZEsp3Xo0jBZ+W5pR8vX1WGLHueism/H
Rb9GPchGfGARuJEbOyOfOmHKYWA62R5gfL+4BsMYUeFeZPfWVUa2wZ+dfi04/hLyGd+7Xn+9cNWZ
X3GybsEiG3juYbA3H+nHz1moad94nZJeDwmgL0Xrze1A+3ED52KFhEvt5GNE89InyyaEvfj9Sxps
gzYNNm9/qsceY5KuXiEbD8WYgNgNs7GzkZLEbKnLqUbjYCZuPKm36c/m27dfpKh5DuQCKhuFKrAC
dFIrg6OBbaTuGqm/9EBnbT1e1Nby6z+/ZGBrF5OH0MLf/+3t75VDa55ZAaBFPsyMhtGeJXOvcXkZ
JzPjTWiJjGDnr1VV2gqqcKFmwU3UBBdm+or2w63koSoSxgdFkEhPpts6NHE733S+5U7gP+VpG4kv
foDLm9rfGVH2lOfWdWmEW6rJO9wCvrU5eRd2WYvsZ6j2j3WTrhERdLSxWoZVeyCAWkEFMKXJxAjG
ulJNRFIKmrCAWVc6VXWvHS6QUsXAO3R7FVvn4FKDC9g0hYu6M/oVut0gw5Z4louinKOqzS7SwktM
whZSmdwoWXbbN/m2V5LF14vq5AZ62zwmjti6ajB1HLgnpB46Ay3MN/pxIlrCSJLSDZDJnXvxl9gg
Jho2K0m7Ght9OfjII349+HylvlvQvDFeGDegIauEIop8cvuYXq+NQ0MjGReSAcgAOJcIGV6ImgpM
1bppbgrY0kodGWcWzMl6maMy7j5Jx8JSRcHvdCdp2B/UQ69Nl1Etv4LbrhZBV6ZL3BAuPb/WEDpX
tMVk0fm0olpaff3UM47q3WMj/AfPTzJkk22sQkPU5qDgHTusUFu67K0m3lEdkdfYXt9EeHDspBY8
I6xY2tGzEiWm4vu8yDfhFLb7WMuXnZTuAvp6e13NnlSgNDheTwk0qOK5iIr6LqXFu/36o37+SXUw
WliOWHDNjj9pZsLwSIgfYHaHjybhop2KQEhDxdhldfjYUtzJAa1jmpJoZ9aGenyqm3AumRoVVhuL
UoazM3/93SxJyKeaMt2b6wRBo6TvPbfops3SgQKfroJK49aRfXWDg059SJGXRuwiu8dLsd3NFlcL
gNDWhZFz4ldBs6OA/Z3Sd3/d9DIdZjTu7bc/6jne8ZrajzaNzHDV0EhrfSTpUHy8NEuMQIym8O4R
NcT4dryI/K1lBN1tTrJqg8JH3BmPdycYtMiu+6zbwq8RHWw4mhvD9w6iDt4ehsD920v5RxjFuzzl
n/+av+c5pzqBIUPzZvjw958ui9fstqleX5v9U3H6N4++sf6fb18mYnSemqejP7hvucZ1+1qNN691
m/we5M/f/D/94p+M5W4sXv/Hf3umRggA/uYV8dzsfTJDyP1ucc6f5M/3HZ5Svu/2dXwOXpPk9SgD
evum3xmPpv9FwGjOvF5OMx1frn8nPCpfgbhmWmQbLGJ1Pmf+DVLElpZWFmcqqRIhOAfS3xmPJPJ9
Km62JG7zcuRs/CemGse7nsRCQy3UlEBKApQ0pJNQn7ZPJXuW7C3aRBWwoUDBw4ds6DQjHYF3M3P1
+wR9H9XP193f5+qcwzCUQX3CAj4vk1ocbx0usRQhJTSeTW9Eiw/TT+76xDi3Qz+MQoJICC0yawA9
326Wdxu0zEuaUiUsKWThUkevKAlngm+eOS0/PotB8ozsPmqpVE6N+Yh6N0or8gxegjoK8zTh+KBg
j9rU4fLrGZOOr6J5yrgUdFRZSWxhPConZzLIVqSbEkpUQHBeyvYC3XK6h7NwIAI53If+hMQ9dS/o
ZBcasjb4QzmaDz0Z2LtYIuySX8mFuDem4PbrTzYHr8fv0qJZKalcVKC+jNMMrQkAkptQKOwolTy7
bNLb3NfoPaGJ4rCSMGHE6enMmz3JzefZAFRIckqcyTpCXPZ40imXEWlGECKsLDI3Qy7kxI9yjegh
3WLNTHEURscJ/dCo33RWJ9qVhM5GoA8EO8A1Ma+gZaP5pvv1XMyVidPJ0AwFrK+sEO8xKcefq+pl
nL9m44aEtHl0cuQ41EqSBcdAS1CfVQPR0felUboBtnCrDzKEtNCC/RvBHQVR0V/MXlKondL790zD
fxVCnwgV68EQBdEi93+0kybsTFWebjrsvDIsXuljRmhluV4tyKhWKaGcnpnuj0ucHNyg7sBLlhVi
kuOn6nWj6etBpDxqTGQsCgJdJY095+vJm8+Xk4WkAccm4gJPqmhvUcm7jTTFyqhroYJyqyaig5rr
g4NXPEJqOX1WJGXOxVifvSsWpsn2nfHdp8GdqoZlYQwaOypI0GYsO2EhpqPuYCNR/F9MINGHQi5P
FcWUlOMJrGAmi0Up0ZTQ6YuqogSiBT7tudV3Eg3Nu4IwmZIBEsu8KvXkKJLaogkisIb2hETYIezF
4dIwm8oFEYd5aWGIS1EKlWXbouefJKYBiESCwwxda9HvOw+JSKPfFPFtA7hmEYxNSiMe7Z+wFrR1
KUc/CBtDiItCu1Ql1B1lU653BMaim0RKt+h8YLXQqfWNaXnJmfPv4/Fn6YR5c+42Y/XnYuH7U1bs
6AVjGRHYEF7wyUHFl6QoThzDSmS7VUwdqB9RaIzL6ter8pO1TzWdwTWRMI8C6fHAcgXHF9eJwKbV
F6ytEuSdMFsqfj3KJ4co1+4syoBKlIT6xfEo2Aqg+SN7ABnoO3NfjWDPBwWL4s7SbbMfgyVK0+WZ
QT+bU5RE3gqmksSFfDxooTVix/WINlAAyHsaovhCQNbuNulk2HMh3aBWQcnKNLJw8/XjfjKpc2lr
DjVIhyVt/mTvtjqK/eZEiw+cdYs8rJChhUeXpD2zHz7Z4IiVgKeeLwmCKPl4FLNRoR4YUJITZM7t
WJaHtQESDcMHTHu+fqC34Oj94UX8JrFE8EyDb4o/2ukyGQMCECTLYCxJP4oQ26OWXpwA1AkfPmzr
8/rWN5p6Sd8nvBqr7I4uUA9A0JRXWWgmq6JU2g1YaAvpgSz6h9P9+8MZpCzkdTP77ngiLE8tTUXi
w2FUG1z3wD32Xj2KZ3aKfPpWT4c5eauYy5j6BNB2keE47kpji/dlV9BAnUbU9EQPQ2/Nqy/EvBvv
cIdABL1FKhJuYXsdDiPw+8p7Hsi2IKGqygZl23YpjPT8ZBCUhtlTMLOiHlpsBLi4B4efRnR0pdZ6
/fpdzhH10UVETE0cLM9nNVtfp41wtDo5mMcE9S7cXhG2QwahfBn0xHpg44Yi2V37s4FnSbwjx/SC
cyPCdgvzIcw/RuKsog6Sx6IRfFrgbF7gMzTh3RhuGKzrXJFuk4xuIlJzGsq5rdXASY3DHpyzpGJi
uaDjkKiOrNZQM1ukMGzcJ6Izt9HbdXO8WAmeZBFOlC5zZr/VK99tv3Ly0t6oUY8qWwk2SJjP4rlY
sw7YFG+JOnKHPKYDeS1WKLia/U2IRGMIWMr1UvS4axrfX0/5JzNuyIi3WCqHPNHTyf1Yy6VvAZ1H
ZcvMh4dEU34J1EsXcE/pNKvJeGY46bhQyYIha6KbYKl0UWZLgpPdinylWmMaZiz6Hmm7TroABdhi
Xh/ju9ym1SomoFxMtacj7lbGbh5TnFWs4cy2lOe46fg9sCU49IlfOX2p+h8vNIRYqjmjANEgp4Xb
izHGNq0OEZ6lfwHgb3IGadL28qxaBpk5gWtRVjZuXKZbDAjw+UUkPRVyyvGBvuI2rLAhSQTVuuti
PO0Bh74qsvXbLPM/FrNPD1XSUJEytswW0dnw1skmRzYBOQKvQSy2GnXkm4XnxJdQTMV8+cxb+nQk
mj4ktnT1KJ4ez05TlkXVlb2AEHv2CxB2uSqQXbKxWRHOjDTP89F7oK81p4oy1wUL4y2qf7cfxkId
JQ1FfxuKhrb+sYEuB8EKnzdnwCPszO77sNYlA/NKepiUMrl6P5SNJvhQVp8TydSTjIb9TJtK1NXs
dgBZ6cxgH59srjZLGjAZ3hf84uM5tIpyMPG1hTajT94sL5RXLlZKJeQOUF+xibsceibRmZvgpGbL
/mKDscXIhwHHEveeLJJBncSmEWaKf1Y74HHvcC7cg+gD7GLtorDfxoa6igIQIF18ZlN9WDVsJxmf
EYJhqgyGfpKrJCN6+FaPiqwC889VPPR6oxrFIwMfwH86uQylExhqKkNSOjmpTEega0pDJopJ/Ex2
usoCTDEUhpshQopWq4bVWoEew9dHpSSfLlbZoCJrMcFg8NCJOzm7OrlKkX5EeiUkKVvBpoycSMoQ
70dEbJXHiBllFuQ9pbgEXKhelJWHxZTfWpvKj+/PfJYP5+j8WWSdp6deZGDycry8zLArp4F3aA8g
OR1wzyg/WWUrLrCuQ4bNM3A38jrxstBRKyDQFPH6bMR2f+ZjzKv4aP+aqAhwHKlgBljmb7J17/Yv
gEoVnbYUg3ii6yuOkmKvy0W+rEi3HMXyX0ApeZRkUS6Wo0G6xAiwXjW9NDpUDrTnIVVWb5/oH1VA
9+FzhSv5r+a0tHlUEv1/rQhKkPvu5Xwogu6fkpewOy6Bvn3L7xKoofxF0Y+MmxYhKI03OMFvzIch
/zVnWXOZ0zKops/B+p8SKCZGVNhph8y7WpUJWv6ugIp/vV0OfCdHHImvJVv/pAQ6n0t/LyRD5WRW
GWX2NqbcAfjkeD2HQDlCvYa0HHY3ln6Txz7uV3hfI3STAKvEl2YnnbtQ1dMxKQdQOVPm7H1+wJMD
C9+gIMstX3SaMkMfNrFaHDpwQHr3Gq5+P8P7iutbh/Ho0eZhsGCa664yV8HJTSB56MAhpE9R0NSJ
oeejcQ3+bahdHEzU8DGPv8XJmi5rjcLJ5JYWVCPUMJw5VvU35b2AZaux1ZMDVo9ebmM2CD6PfxAQ
NYn4OXYKpwTi3ToI9KQ5MuT846bCwryQDgM+6Lnbd7sCnaCKFi5UZ9tP7egpflGerHylIWosuKIM
GXcZpc74PD6XcIQA0fpLrkhkoZxw2hnWRebfYjO/GHpXLRBkd41uHU809r+erQ/rgMmSuTvmRO7t
hDteB30VltRoWAelDK0HiQw36C1/F0XdTawlSMJN/mCPk3799bCfLYW5nE+7k1rvh1pDgvvDiO+0
iH9ujg3I1EqLzKqLw9ejKHPgdLoUDHk+uol9WXrzDfPuuOxqeRxK1ZucwNh0MBkN7B+hYe57i3Sm
e0YhpZDRwame0uyhTnAKukxzYKLR0mT5j3gl2PAb1I10V+YoE11V1rfZ3ioTLw2kSwwgzJchplH9
5G0GkCTKvY5wn9E9+u1hiH922ZmA9NPHQdGSjimwqHkXHT9OReo9pEYkOmjySvplnrQ2MgTLwL/o
yXHJbuw4alYalpCAIjnxgU72VxGCTmDjPXGdm6u2uEyhNJS7ZHrSwl8IQ3elCq9ksKv6Xvcvkqp2
ix5SpRu0VHIPFp629F/jCqXO+Fpvl6ElLIz2TCRzHLtxGLEICd5EzkIWoWSeHAx+PeF3EXODJR29
RKWcluGASUts4ubttdgq4aF7Zt2fJEa/x5wt2i2NQ1p+E6B9vzQUiIFBBgDB8VV5b+HIGYJ5DzT1
AiVIbMdKyCdh3K7RZwO0WijBypyMM8H4cXz89hGIwd/iKlJvrvTj15kTshlVRvG3NTIV/sEFMjJu
OmTP/Yjm7Ndb4bOxTPpm7PR5u5+mGBiDtWJWc4AArCcYAN5NF2ZpejlOPL3YLb8e7ZN9xy3G1Ufl
i3hRnLf/u32HHUI+yRoDyQ2E4gikIKaPI/RLWMxUHB5iA4vgGBpdZJ7Z8p8cLIxsgCGkT62L2sm9
NgxDGaNjyCNGqEz1ahOtxk73z9wxn4zCxT6XoOdqIsrex8+ntqKcqTyjgz8LVNSs9BFdUM4m7/OP
OTm+qNfN7TZqboZ4iqVBhCvPMA2cHKtLkFaERZe0gDBaCYmgrkH6MbqEFUHZaUBBXWj6M4f0J3eD
JjEq/Ukua86b46ecrB5+v45JQZhCZIjEp7KxBkccAVybuJJuZ5k6VvCZUT85DLS3CNcksSJLPXmD
mMGSbiX+5OTZEK8CyJh2bUWuGD7pXocMKsnIP8pu3vahBjIX2A3hPcDaOfZ/t1pjqYz9figmB3kr
FR5GPxNmYG16EyY/+G9gORJZ/j/f/JhE0hlW5oVEgep40MJL87rpkJdNpUuEcnIYIxQG4RX/wj7s
zHL9ZPNr6PSwH0Da0JSfv/7uAT21h6QfMxa2UUuq0YKbD+iL6dGEE4QgndmCn43GSOT7xLicNifT
6TUhfrgsEBzj7vGo6RG7x25JBs+LGOe5etpnO5E5JNKjnkaCevJoqLoP8miQ38iUFm15EGYDIxQP
vj7PPj4SBSCQqhrnNfCF06pdC+XZR0CJCYw7FXOqHx1SG6NWYiKgnGvDfDg7wQ1pdLQoBwGd4HY6
fllhaSltXxuiY6lcf31k9usWApTdx+LDWFsLsZKmTY38Sq0HZzBGJxk3O4GxqQVTnwMFzcF9svcC
rIZbpZfnACN8nqrsvo7SxB7UPoEL0mM6XML8k9026NNl5+NpXU31fRmiCvn1fH84A/gcSFlRKTUw
+SVCPJ4Db/D1rO4r0emn5kVmd7iFqK5GL17FMpypED2Qc/HAHAoenbXzkKDA5s1I8qCeXMZoAKIz
hzKlo8QtaA1wBX1pXeslErIlmpII5SH41+ZQ37XSXLSW+ouOlduUY3zuk8wjnXwSiqTU6fgoEqDw
k8tFFChwGYjIOmE8AQpNsXr1ZWErRqXwUJra5egPmJygYbe0xORuGHrB7URzq1nBQUDl+kzQ+eES
IOEkSZQ1DiqKC6e4MzEaW3Qpo8kZkdiz4yCYT2Mg8KNT9pUOsz7YpkXw6+v3/9bkPJ4D+rqWrPLu
wSNySh4vABmSv5wg2OiIcOzb9FdHguD73/PilT2zsHoNdPrSQ4EicGtqs9NDqh/U+CDWP5LuoW03
svAjsA60vRfIBlyHl4higCPuLQcvDiid+JjF2iu+tPhequbGSG69AFa8W8ib3H+Ixscu+JWa1328
H+rLrx+NftyH90ukOwd+oCwJnrWTlYaQhBQNBTMaVWtV3Apkn4b2MppXKRZpVf1YYv7U6ZfeeJcn
O88ka70DktgXS+jbTqkdqv5B8nuYwtdqCzuu+a5ja2d8x0guI63NV2m2GK1lWa60TWouKnipCSYY
XGQ26Gr9yoexgfNevYRf50WbRLlgZWftteC/yMm+k3dK8ZRne+wcH4d4rYiuoTutfq1IkOsd5fvw
mMjLtvnWBbdJcpCbtdZeoLeoAz/8qQXfh/A76qa68MsPbieoqtFSDW2rXaQofXvueANe258WYr/O
RHSrtKum2uHFJJX3OYj4nHV11z9HkZ2GN5nnhv4qnjWTHPneQN5UvAqmA+F4EvAcy3pyrYKu+JI0
W1N2hX9tanadLTMYqFJ/j9wIWiCmcWF0K8IXAb1rQlGsmEtjB97LFNfdI/THAZFM9Kkbh1ZQ9yxd
aJ6tt5eivExjWKOLQkMqbhtZh2h81qWrAO5i2Gym7mca/BwQUDMWWbEXp7WKJzGKd3mPUjCMNVN5
EvV9uUFOSgaO37nesCubtaRhdbfBKC87B8f5eGCypgz2PKUlKpSnCA+T2ynNDIKmIFdQVJo50ZUf
ub6QfuvwpsOcAaXorxfyh5vXAv5O/KuBRcXT+BTEEnsSQsfDHOPzGzvtqHmb8ODPnYZvVaHTo4DI
TDSptJvkEidHQRkOWjkKxuj0uN6gj2faunyNBg6IsOm51nmTP4rqbmxvBvVFUV9r9L+7em0W0UJG
nKh2aGtkaP+AgO+cFopGAbHb1axVL60MOUBBy9HN71ErL7PW7brvwbUSL7wbWBiwv71F7gbXJC0q
mCTCwF1z4W+NfSpjRLUMdg2yJA6SMGi3TKVtrbR9dShvkYRFUEUHx4p9HOrd15QU8JwqpRUWfslF
0a5TZWmliw3uuhnaAc9dc2eGtxnt4PHXtPRFNysduUW3HvWEZUEWP6tK9GFii9q3Ynpu8rXm7XBM
xqzSHA9hvRHqpeV/r6pDEaxlybUU5IOQgWf1o+vlNsOqhe/b71FNmzK2CMyipWpu6/oRHffm2pu+
5cl9ijGgyi7rpB+oYiN20G9Ro1904Hd14UlFCKK4VGrKYXrmVOUVbm15uzaU63h8+XpdfYi1yBln
2AslSlWf/3189DcIjhglml1OD3TN0cLuWavQMBM0dTeBPzwTaXw22gw7x8BDNCk9nKwu7F/VrgZ0
7GS9MvPaBNDKcrIwamTPMjM6M9pJu2gOsIhpQE3QkzbYsdZJbAzYWVAUH7zcZJpYoKUdyHFlFuaZ
4r3asvJQohmWdGKhOEi3VqVqZ66fefZOdhNhMrEsGQ/z+6GTYxRooMc87zDRBYyTMEJ2z6rP7NrP
RkGilPoywTIh8+ljot1sxqhQYuprvoQoPi5SqzuXhH/y6vjhANJFCO68uZN7FARJp6i1TwZlaMtk
qgzIxZj5QmKAU2VO8pl39zEQmseiWERPSqOwcRKW4YtjpW1Xjqh/6eU6EraWSBmNbAd6AO4KmcY1
bmKB8M92g4kqKxXzmR1ItZTfHe8Gs/CmUhu6zsE/8LHIcXAQzb08/cT391xv+DTxYCiGoTNMUDIT
Uk+2QgTG0tf7nLK2ZLV7rtciNpWFXlr3SkAh3dt2aPEg0jwuv37E07trLtfTwaRJDAURKsbJI0rC
pCB16tWIHHDSlmmLa7MU6/DitB5vQ0ecBOPMkB/2IUgs8GDwHgEag9VRTxaoEoiz64ZBYV1DNAAT
wL3YhY4B+QCqOmI0GWzySJZXLRLuyLWd43qeLl2Gt0ixwIbDH0HNed4/7xLyMBH8XIgt0CcoEBoR
+JQ2J2yqIOVjiWbdfD3Bpyt3Hg0YiwKQgW4PPczj0Sgv6V4iRIUDSrLuczQO1WxhAtKcZbaDZWua
P5pztksfXiqwYDYKUsVUqmninjxhoXdYu2UG7h3mUNklsBfEFPCQKoUmsKui/RXP6nVfP+cJTwWc
C0RpSjhvnAMgd9rJg4ZaLUg5AmpObl6hqGTFlit6F2Z1b5TKZYt+q1gQMfaYB2LyYY12UWzE9II/
dMIVhroxwgTCGretSfwRdPeRVCyFfBmKs2n2RZvv+XXMI7e3SHnhglbtgr9rFVetdM/PgMbJD0AE
EAXtZRLP3yqkqBx5F8jKf/2gH5YPzwk+Hh4FzFky1pPnBNugakBqMmcsqluUfQW0HtTWLgb83zW9
UM6c5h8OBmo4rJy5jQI/eiabH63WoS9GfQjS0CEgcMYW6H1QWgshLZC2TZJfkxLkdi2GV12mXn39
oJ+OLDE8wa0yl8uOR56kUJeavAwxncDTZ4BsbvSaZpddIGCtRBRVo8ApuvJknRn44wzzyBQEZ6YJ
jBP55Hxo5TCulTJCfCeBgyv6LXVzg2RrbCwb7sGZQ/5DMwL+8zyvkjrXXqi5nuwWzEwTMKrTgMVa
TaOqdip00tZpPWy0Xh8PeK0uMX5AgmhqfXRP6twx/XM1l7fS+PvQYP4QBv1Qqs18Fpoxx5ON1xaO
zZh3OQqCjmmyKUVcd7p7CYCVLKNJDV9S7O/TtYija4fZNnqvWrhRg3qVJRsW/JS3y//F3ns1xZGk
79vfZc9rorw5bd90Aw0SIDipEDKVmeW9+fT/q9DM+xONFmLe442JUeyOJLK7Ks2T93MbTPYPjbYe
469pDsWWpJII9bSIliyQ7JOgM+U3G909BeWeiz33UIxGW8QURQ6LS23C8ivNF2ywWEz8yiI0upzk
nTUp3PsJuzC5aYKOmhgP7YLBjiE/WjTUov+6P8TTeNEZsY/QpKSX8PppdMrwozR0OmDoK4mD5cJ3
0uaQcBFZNAWi4wyHoRYn5SpybnB0J1eXLIwPNrQ3G/fcLIdGAJBqUaud+yDooSObcuIqYHRoe3Ax
XmMpuCi6e2/A7oi0rPUUaZv3l9zbmc9JjErAfOkLA4q//t6Jn5Sqqcp2NeGM1rb4/Uyk/ywjG1jE
1hfvD0YTgx/3atJZQF2AxVAkGJZT6vVwOH9VU6/1zUq/sb7lt+wt+j3GlS7B0oQOzOFSa/6v9i0j
wYJ2JlHr7bED9MFQMEYqsajthX43HaI9AhEjXaXhdel859d2eGiD6wQ3lnLrGxvNRMBP0m9jfR3a
K48pRFYj0eb2HjNr6SySak2gWk76uL2LBcrtAIiciYfIcsnFiF8LPHrcpUv4L76DBHikWF/hxgQg
A/qwdsylV5KbtPLa3dCs6mAVWztNbmugDLFJtF3pbEOyYYkEouoOl/g9ZSfrGiPLni7zIvnsPRgE
o+sLgV86zpnZzlbbwN7a0fcMy+liC/Y8XQVc6bol/Y85p+WTG61yDMZgHwVXhbOpqg2+wk21UPq+
qHFI2mb6bpyuigm9Fhjmto62/Ed7hMq4hY83Nvs42zjR0u036qlW11Z0YTyis0X9Io4k4Xzpf+JE
8GRutWP2owRniZ115FxH/gL9ZY6av8Vnx7oLx29VeVfE32R6A2cWGMA4FdE6wkg+wEVy5erL4Lu4
nD7Yod8cDfPEMWlPwWScuxpnO7SWGKOdhhMTpx6ZBkGBv4EHqGPVcFgGS1xMaWIjnyDbS6ebu/9g
4v5x3tLdYPLOaPk5SCudfCC9zGhWDhF0eYVRBGBlP3ZbrVY+b8uhl9PFOg5QpF5jqJh+cGS8WaZ8
fexakMlZ1D2A9a/XjcEXVm4VMdW0+iIVWIS5ZfspmUpQkWz4YLA3+xB1OUCPw9mkz9vR2Z7gS+Eh
QLewIbOraFePIRHE0QZrcdgtY/I1wlB7oWZK+PsP+YWzebY5MC5kITik9KPPGbhpLMuq6l1MmJQT
bo0O5zmb+K5Flih7y66dHqRjzRwIvLn7eLjGttdZE+RiLOmRTquUMm1NDN2BSEMsqlvzRzpl/gV1
G+qxyenEppEa+KJswiVE9/7f7t4k1AKYc5NCjwD9ep7BvxX5E93GTgv6ctVhOlc57Y4W3FL21Ixt
ncBH6vOHXn1wvZ/fxOsnxpiQNSnpOTiCOefj9zHdFNfUoG5KyrRy2k4OKkC3vehK80AjB6uUMf2I
bvV2IsKhAMtGlQ6rmHbF6xG7sAmAUKBEAXw0F4n2nGiEuPethkVn+fn9CfF2Hs69INgi8zQkzOds
Hso870iTrTA75yzCmg80zhvojATaWnlYsUQBpP6YlPb3h337UJl7usEJjOwTqNN5/RUD2QRQanEY
54WWi9qo19BtdBzKzHGdGPqXWOEt9/6QbytC5NMgUvTgZu45q/z1mJlTG05JEB4x6p21oAeEU2AH
pulObbjPTE0CxCWwiwk8XDStWW4yv0dTZcT/epvF32RmaXFXnYWoZ5VpixG1G5eIiklJxFue+MA0
SCZodOkyLHEYLpnCgytIAp5u3n8EbyfW65HPnrrqccNrZjmz7q28wQ/XXSCDpVtjBYfl9vtjvT1M
Xo91tmzQC5rYuCHRqUvtafS574sWszqi2C38BpqjbapyA/dcfDDu/PReL1fGZVtlKwAlg/H5+i2n
MoPBi/xhFUVGgfd/jcJZy6IP7m9/epKU9VwxOChgRZ4t0WhyVKQJkwib1MA1Bzvp0erJqI/k0nfE
R2SDP0xd1CYz85JbKl5W50eTGmsnwMI2Ixc7+Sbd+GdO9ufYGeFlz8kBJX+N2fQVSlRvT+cx2tEK
3b//Os/kJhyIs+AFNkAA6IGg1z3bKKKKZiWHI9mT3VMhZjg98wR9e5Udw0JhMl918pBrmMg0tvHV
HjUNd/B6lYiJLKvG6I8VwMaSIap12zotzuzUnL6Ady20TC1q8ZGg9e3OxgfGjICJxtWLx/Z6IrSW
g+c9tNiVUNp1gY07xuPFhliLVeISIiP0nvy6yvjghHozMWz6y0BCkHGB3FF1vR7VJ1oIFoqKV40r
u01eqCcNlRCq/Acrjf3/P4OhkHBMAEauNWc7SR76dtPVIl4Fsoo4vWN6GrHx2BbFtqZv+/4MePvN
4EcSjM3ljQn4hmoMb0nvqzkmZoiq56qss13hB9s29VaZUboflEd/GmxmnFGLWjOyf/bNwroVjZb4
YgV+uUNot3VCG+se6tPFIN2f73+zN4cRnhlzF4F6jPMWJ4LX72zUBkhtBq2lkuYB8fRuSm3vfyXW
irx4r9unonc/2KVe5LGvtqmzMc8OIy2lWdNJ0BCfENZF58ZoeIgdirNW/9LWxhrkgjZ2aWwwHx9m
+9BdJMzgIqZ0X2bJwzRxOXMHzT54oY9vk+V9wFt5s3r4fJAFwGloGLmYJ71+JtiLhux/tlxxC9Cw
YrCSa7N5LvNw6+btuApi0raSvvhgl5lf69lTYXcBO2bY+Q57Nmo6uJUVmYhSchbSPtGmZyP4EP8/
dygCDcIVD6Y+ePU8kc/ZVD7co8g0Q7mKE1FsMAGC2ItBPgL+/oaYl+I5a9ybII6M3aiNatUGxvc6
br+MNtbfYoRs3k/F3hTiKxtvsUcoT6qMYX2qK0t9sAxeH6L+yycl54kiAbiOaX62m7S5XfWhJhSo
pHtJwvgVaWIZtW6k9gV33MB6FDI6Sne0P3j9bzwyZhNMsElqFMvy38LpgqzmlnYQa0I2OzW4pEkM
4w7n7QRzF5KzdFjRtQOjODQiuR6JkJLjIc33mVNVT1E/3b+/RM+6CzwJ6kTkxy/HOtzJF4+03yr/
QZG9oFexWklUOiurxATbX2mRV62DOl33UZ6TtxZ8gXmjE6QKvvz++K+3iL+HBzSyUXdQJZ8zKGXY
6l2nGL6rYTUQr/1ZG2rEBPqprPF5x5t++GDE1wvwnxG5pWGeYeNmerYUioFMIZoKLIVMwVBzJo84
seWU+ynu1aO1Kztvb5Ht8GvG/U989J+ZZvXfzWkXPzL52rCJP/5Ld2T9hfbdgAI9H0VQ+f7PaxYB
EZcn+CHcZbBRcvz5Lf0tPDLMvyz4b7RsueO8Fh5h2DRjc4Fvu8wm7v7+v5Ed0dl7vWvO7eC5yplr
M/xGqdNe79XmGIcduSgIBoUzyG3nVD7dKMMqjWwzjSa8noH0mGUnJpy1IfLgMrLuwj7/0WsTLu0x
9izf7NQgGk70Ndl5VlHl7dIZwrjG1BlL/iWtrixZ9VmJNXo5laazrnw/RmCSGrN0L/ONz83gYIJp
VdDH4j6aEjJkfO7I1VARS9C3LXFKMVGwNh78ZEEv9Z4fuZtEOOZLoHoYJjCU+/yQO7mENdFWUbv3
ammKExw9WnhFo+IUDlcU60gvhI8nuqeLB1NEcQt9LnUhX6DHDhZFVc+G6kQaQ3Aous1gFFWCFJoP
vwgHezyQlNLRUDJdRdYb4Zg/cUJUty1Je+6aH2HXy7Y0W/KDDPjum9Kyy892ZmAyVdpVeBeKWhIr
RKSvsSgTx64A1av6E2UF8OcYNWMCklhrCPDpLH+dwRZzQQJkZa0HvOUyklWmBHt3uzZ+YhhSwY/h
OCIZd1JJuRWUBfmavQ57A7ttB/86zTplLw0n9DHEDh3VburCK5+D2PRIDY4R4+CqPirYaEVb3Dfc
KvPt0Bo6CKbdYb3oTF1+RYi18pcR8cAORiedNhF37SO68pIRLNis6trcmnDhibXSbMPDRDv0nshk
7i+lMtsfnZ6ZycGpVNlcE8OkSAkzq1knoznJuA/YiJpd26WETFkT4qdVFupE65L1O5JM1QpoRjSG
LXebwQD9OYbaYG4HnugXEoQah/AIkT7ljtPjzx+QdeAvCr30hrt+qONkgTmihXGd2ahoOUkPj8lY
1qC+KY3zmptGl56cwYO1KPJAPTLZa7qIMUYpxNx3UBq9urGe8rHwvioOW2c7TFZ5oqnbkQDfuA4h
RAFmInNsG67xJdlN4N2yc49+5xQJOGgXIYo3Y7Alau2J1mQZ596y1l7y9VrPCq+d1mmIgoyST3oU
6p8yHpDHz+7EnaP69lPbWXmwobMYeYs8jUE1kmHwvysYMg+qJ4ptaVYkgi7CYhTPdNC1K1LFQ/Bd
Mg+x7+26wVwGnZFBATStL+SKk8aUlJqvX2rFYO0aQ4Y/SWIVB7tLALbL0bxtoJd9bTqLLGVC6MJn
tNTWT0nC8qMJ2eKilpV9F4Zu9qhbY13uLNVFBstGROMmd3DqWVdBNlzobq2NBEC4DgIsW49Gf9V0
Ho6dNguyJ7gvl49kzI/ahrgqGk+yMsmbhDVHPlXedS1pO32KqNnTlUsee634q77mTzQCgFUxZTUk
er4yIMTPi5JyCYPC8lbKMZKTxP66W/VEk4pVYbjiORd+98XyZXNHYEH0SbSBTFelqEyWtD+2P9yX
d90YZX0Vpb154vVmzB2DXpgouKwop0lX5mBXz5oq+VKVVL3B3LC6YFH1mhYs/dpzfmBmyP1WVDkr
XBSEUi5igM+nxsqbQ0OwQ7wSWD/opKFFoccHjmBKxoYTy2Xvte1nqTekIbpabYXHbKgw5q1JjQlW
hgJWXrJnDTw8/FrHa78ZrHTakHJbJeuWyFNabjMMJ08ZLGrS1PL4utZd2S68hKisDVhr9QyVz3Ph
bBW1DY+NAC8MPaP0MiDX1j2S+oi3r11UhMG6maFu4bznxsYZja6gYhdau0cDxvaY5pSqa5Bls1TL
NsnjYY2bxS/DB39TkbQd49lquHepAU2Oj6UMt7zzifnVV8CIYq/JOUKrrLtAbAvp+2KbhmNlPBSa
aaC8xKHw0SorvVibCdvbjuZ3fgryAsO52E9rb5k3GjGRsUjaa1G4ZIjGFE8Fp4LmYkOsmaW1cIKu
+RpFCILWk1NaGb8ZmnR3ZCZ0Al/i4k5Ce3mK8HC7NxOSepjqLJbQJBGu90ZxxZkLtY+kZCIyTdE5
v9QY/6uR/sP9/r0i6fQ1+dr+7mr58ud/VUmGZf/lQSkFc4M6NpPt/zGohIv0F8oHE0Geh4fQi5XS
30WSjzobKhuCBGAlwD5uwX8b8ptz8jakPt/AUgOLNaD+f+FOeVYhAaTP8k4475zD3GjOb7OdWaIN
yr3xyMbRsCA9GuG2PxITK/NFV4y4RRMYakvro54Sj+/3Cy0DUzmiQ6Q0A/KFkvW6NNOLaAxio6+O
pLvEXPOVu7Q0En8omz6CJM/uzr+GAkgC6SK9gFr09VBdUoqx7bPqmIdBsoybDlNjx5W/7gf/1cHl
nDs8D8PicmbnChMq6TkyI6M6avUED0mfnQ7UzxebWneSO290u4tG6v3GiRPDXDf47q8bQF4in11b
JGBgAQXRQFoiNZbrriazrLbaRBGwdA2sgBfm5JnXxVDlHhHFrvxeBKgPfOqgRUauFrSFsX7Amqb/
3kmhPXoabtHOVAYO2R6qu+oqLSd4bhAjfsOmeWdT8j42+CcdIjE8O7XSb6qMhhS+hy2X2VAv2VfI
rn4KJgO/nt+WxekXYvG7YP4P7wJ8YWZqocOmZDoDS02D0Gejp5kSczJsMGxJZ4/sj4jcZyDZ/Cos
Vg/Ti39pi53V/YSO2lHd+/XRmcQ9W7jVXomyL7akvNWr97/QuQPAr7GAGOlGzYDcecOmphyRDozC
I/F8mxIitBlxBIfWRo0kEX2L1KYwnUWA83DBeTg61abtQAgwtvIbmD7VyWy/xrraU0D+iDQbSby/
TQPoz7Ry5wTBAOLsuBQ4xjrpPbyQVTsTtOfQNetoVKdOkkm/LOrbkNJS6E82YUPdBdzpJMMhDMKK
x8lALrgir9anStY6tVDT1sA4eXAf6vBa5eMNCTbLIDyqaVoM6mZ0f4TN/TipQy9vc6rXxLgISU4r
jCvstjhGN5Yfrc2u539+9cC//MLcZe1tRX7v+w/3XIT+6+E6cM90ECmkUucwj8yyLqcJdsyFNLat
zDaun+kbFWc/ZJxDoCRciYNMJZs0iPKtoLr8bMRk6GSFvnFCoa1SEbqHvEr7RRrqC6Npv4B8bTr7
R2eQx0Rvl9Ztl1U3aiaVEYJHdpeaDoMmk3UjaMsYNRIKvze+z6Qpoj6d7hDknYcZd11yKpfGCugn
+2TFbrGPB9nzlrJxa2aF+AABfGFO/gYB/noWc3II92wY3eddOiiiOrn2bnN0at9aURrLDXvRSCLZ
5CxtCsOfAVeDhfASgty71PoS1Zm5z6xhjlHH77ALIZRIQxkrp2rDpebb1sLQO0LAuD0tQzaaHQGC
/OQ2Tte2HX/0Ms+QqtlKnFLVxNSGG7nPCTav2t+QKq0VpIt5RnNMx55clyaC2RIFLhaao72u/T7b
Jty1Dr0/DMCG7YOnzHH7/oT6w6lDtcw2zYEDdHsOcPZ0j+ktxu1R8wd2uUBTBy2enK1P7NMHjbA/
DsWxOquZQefOj4OMNGOyclsESyU3Xe7X2HZgbfcoSKX6YJm8SCXPp8bc0AGtBxwGFnv9ZHWj8Wun
LepjUujNVeqnPmmcqXXTE8l64GEQdiImtEE90eWCO/C65G4LfTQfd2S0o/LDRXfDVbK+qpLU/EDU
d2biOL93MBhORbRCs2j2pYH223sniH3qa98oj1EVmutauPSXXF0kC1VDpNF6C/eHyPeXQWN9CUtp
raxehSTi9f1mjp3a0nuedpqGsWMydfpV5IzmB+/qbRUE95JD26PjDvJknxUjdhgJ1xytgtDhBl5Y
VqHEiQlBdpGlbqmb472qJ/docAv6YOT5zbx6c0DJ0E0gY1IyQBI3X785IvyM1hNk6yG4x45xjItV
1OLg/f60fzsKBR4FJf/gAYwU5PUo5L/T5huUfUj1CgeUlLQ45WX/ks3HTPdm+gndPSo7tuuzzdqN
dHdKxm46pKOxBSqrdu2kGwsK2XKl9c7m5Tv9767xn5mX+A4e21Zt9l3+ftmY/8LfiKwOJAt8Sl93
5lBjm/rPXcMMyAWDw4Ut5czLZxn+f4CsBiDLf+O3OfpeWMj83j/xX/ZfcL5f/PMxSCD4CTfFf3Pd
eDml/m/CO2ha+GB0sSiVGA0C0eupqKpWarpV3I+YN97UpbNOAwJbY03qFwMJwGJM7AvhNmC2QCdl
/2hRDeXNEtUGQtB47TqfOuvTYI24+dJKHnF2NSXmOahC+w7poXbbTJ+KkUleQdRNEUKGx7zt2oU7
RMYDrEPLvDW0r0nj7swmXFsVhK+27bT73PhedMaKENuSYsazlk79rJXVoZ0QZ2aVjSeyUREwpPRm
U9FOFkaz9nyFA2C4QoP1I6yQ/uHY6Ld4JaNlyWmPhYqYaZogZXStEosgqLrdJzbdqdTBWuJq8Ktb
Z7qVloRn64LeRBkc6P4Cy+wL2ydWCPjFgU61MDDOnGk5q7IlHF03wIor4lOF7LZhVe60pt1WZrry
6mQrHP1Q1lz5u6fOw4Uo6mGta4G2Em70PedcyBp1SRJ9PndLK/okgCPgCYskSMARiSetOz5/3a6V
QPOXRSvRE6eLSbjQtE0v/RV0sqUOF6lvfmo5uVjpzxZWB64L27y68yFfWu5icuesUaQlnW1cAT7p
i7ptxLbmQqPiOdTEvZsGOOeWQV7koPvRhkhlUqNht9pyYbXih6hxcjCIInd64BFP3au+3JRk5GaZ
2vkjmK8xFvFCM73yUpegUpKMDi09mvbXeHC+uC4AfWBqj1P6rLAR0bzZhWnf9TEGXUUDaGmYz2E7
UXHosj1wKtRXLbYYVubctwZZYK6zDGh2C6dalE66FNGc2tK7nFPhvQHgb0jHXAvnwZXTNq/7K8Ra
NAJtr74YnekUNMT/SP+Q5Ybk4e+TSFvhMuIcBpt7Nei4dWlh7TB2/cbu0YUbw5oOxCE3WgKP2x9l
SME/5dXF4GZrPS/2FpMUUO+noWICANKtHUCIauXGKPM50ZE6ViManqyCFqW6f+kmivxSIMSCyOAw
trnzkrSOKc8ytT21DHQYEd241EZo8Jm/81qdS0cPGYhAsgRzTqjLoiXTCkXiFN+0tBBIswQSmNKl
749brfDXpi2vQ0+tyW/bpJ1xQ798qfufbImtV9Wby6iCjkuwLobDep8tK9/ZmVGJ1Yl2ITtqP2uV
aHKT1d/q/HPtrYV+H5LubdrDntCHdW6HwckI6mxPs4gk0mk5jtqh8A3s3SlX26cB5rCb3bTO3G3G
2DXT12PvohlNK2SuYtwNen/bDs7WmPJrGwa9o1cLy5bVQstmwwX9Fj5kKLULoyZ/O3FI5e6giqT1
Rh+uYKTzJ8iXZSnVakAF8lObHqT+xQQaTYqwvOnTGPt80Sz0tt+YMJaHfePcxmTbLQngaDdNe2PA
3Nb1lKLqAkeLTy1xXVN9k7P4ZVfBn4UcpIZ0J6F/h961iV5RYgJFsg1dJHKlx/i58UK6Ti4UbPQA
pizWlWC5K3fPybooYu2Ux4+uMH+GMKsSyGJt93kI5Rdo/FAiCQkajOcM/zCPZAQcklZVM9Cofm6K
dJmF8RpvcrlAtrksBeHP5h0RY4uSZV5wYI8lKPb0I9R+ZjEgUOIsC+e2c81to26UCtkirjpHBofJ
Mr4AJzK1M8iA0bMxxu0iqe9yd9Zece8kofeYEloxqQuRmsuhFOkCX7EL3+5PZPFAhuVW1vQ5oo3M
wwZH7Trb3iRjj9bY0oeNCNkAYUnhILxoZtPm+KaZHiCgBMT/Yu4Mezzb5IYOPtWTeKyTug0Pgw8P
jWKplVDfvbT76VXTxeRrx2n4pJNR0Wz11vZvbKv4XDdyJaLqsSCIW0TaLjbCjl5E5u6TvGSPj6Jg
OvpGNTtHi6sKgcRVA7CCIkkmz7UjTprpkNsblCcvDZ46Vq3MmhuqI6h8rv5Yc9ZUWTw84ZCpsGMP
jGOED1XZRdvAApKB3YCClEiwNHVuTPwtMqxCyKDr5aFS8VUVpuNToPSlTmx2mGIkN5Ha4FTupmhk
d5XnBV4GmABcxGa7KadG35W20a5zmcWLKapvy1QYy7GCzNnoHgqbHtthTFs752gVYnhwK1lvoyCp
7qwMDrPkkNUBrn50fWA+GHod76rBrUHmanvp5Gb8pcpGQhbSYk58G1ZRFq6aMLHXXV2H27pPAaMC
Y2Pn3Q5b9G9pYUQHDdrfnnq7WKo+kCE9r/Yi6bz2LnT8BuhjkjHeuSNmckhfZNMw4Tv/QYBrSwHd
Mwrkfd3XS0hXwybw+hsnCViR4rIcjLtQC9eYAsHOzCMEPL5xH4w8u8q+rQkX3RL2e+omv98naHOB
gx5AyCGIlIg/N0NziKLip60PPpnTevZskFhxEdWhPi18F3v1OgzUtGRiTYs41yPWkzDusBi7iLv2
MNpiNwTTQ1NVxNwP32QDe41vYG9McgdH+IWBV+y5kckV92+2vBY4KJNrnJJiwvs0QL0mkZsIz7um
FA961n/JHfOhMAtwGiwj8qzbi7Q8pUWFrK9+qLx+K6pKrFxzqPA/0P1NlJW7PLoe6N0knP21N83H
y6LQJyaVU8LNtTVtN1f5QjU8TKk1uwnmRze1h2ZwfexGguqQFLgI63mT3Reh5m/GMRxWpVNba3pt
cEODJBg5VxtpNVvbrZubRrOKVWrX9jVsynCi3yjw5NKbsP2c2Vi72Uh3nly7FA67bFXhZiXsMV/U
uHW4OVVDQZB0soD5WuwLidTWKUYP/4vCPGWhTUEkVX2Z9bG3rezRvvGrWOKOOIj2PiyASfduYxc3
oWPl46K2FIf/2FlyRzJFs4yBDuKpjGk5J5GXsIWSPUJXJFTc8bWcDHWNLjlvog8SOEJxehGXrKNF
KjTvwKqur+PA9x6hZtJprVMouHTvW7aw2nnKMI0kKcaf5HMQ+NXGLbX2S85kWHdtg6ekoIcdbVou
WPqi4ny98LsmOdqtTUNHxc2ePdFZ03Eekd0LTBga0+MUjcdtCvBwaKwoujF7Do7GGLNLrZkIaLe/
VcFnvB8PgNTTfZvF476xcWcA7CKISLjW0RrC/pNWi+HR5tNfuYIDiTuztQpU4OGXVrs3+TT6l0E9
5Dd8lHAv1XDrJWE3qxvYpRS2eKMREAGd+AsnbW1axsY4fWt7U24Tw9sXoZOsgtQPTxzG5IILC8n0
HJ0hev0QF5Z21Rp59pxJPbsXXp4fnb5xWXoK74rRZ7xsGpEM1UWbYhm9tujk3dHH64+yKLeBUazI
kFjHWpJulOVpC0Ri5QUsgGqlOfFdlFQPo6GF2yCM8Nxw6Qioal07ynjyiim/iBJTkgTsjJ+1Kc6/
pmbg3EMcIF4xj/tdrVMpJwYqjLAdw405+u6dlwVio/W5uQvc0FiWZa/FvC5qq9HXBOLd6CZQBtl/
dOIv7apsD7nVqVs7cb/JPLyosuah7ySZ4TdTWT+KCI/OqUfv28WXsYDppiSIAfHgu9Dp92EUiusm
DOK13XefpY9FQAn3gjUaiKM92J9pdaLE0stLjSTEdRr6ciYyLLJOyh9w3DXMPICHrZhc1nL4VCEO
Q7LyUhvuPHwq94VR1UcSjJZTIr9FsiPmS7lfABLuVUdWXzU0m045J6zY6gu3s48q/pnwLldjIm9D
VTcnXXESh0ririFRoKtoenA08yFzBkpbFalDI8plZGI3EHXBbYJ7BNvggRR2HESs/gYq2UPWNafG
quuLpm65HWDmGxmZuQ3K+m7s7Md8vreYXFIiL74waGggZ0US4uJy1LkD15Ag48IU2ChAhTdryxBT
1FgjsZlSFOM6tsm1FBPHoUVsppn3kRyqy1Ta5r5pRKBOHgauq4l5+0M5AoBfhOG+0jRv3Ruaf4lT
TCY3mpOXew5ZUhaqMOg3LPr6Mk7a9iqWkhTbLoWdnZZ5zMpIg5UcoERHldcSqJqkHmSCCIUgHfSO
iMoO9K6RE/co0uSP49TkJs+krr53/WwDlxS5jjUE8G9f5eIZUQxPG11YMWp1fWy6BD+XzI5aTHuq
XaFVYbspYt2RBxeY3552Du7/XzR9itel1m3d0fih9GJbtZjIxiKnCWe4j1yK1UKbhq9RnoD+a1Hw
C2H+H6LynznW7b8jKp/yJE/Jy/5D0vr8F//u4nr6X0hTdHzQ5xauCdz7d6y64/xFBWLNATU67LW5
vftPyiBZ7DPeAbBC5xcXdbpd/+AqMwtOB4vjB9I8gjhp/Rtc5Tx7hP4IJIfZZgUHDwNvjTPsrcoS
5ryXyhN7uXlRF1w93AodJwyLaOXUYcdVJ2xXqmGXTLzJWceNHDaxytH7uG27hc0XHH57iH9o9Z0x
uUlk5DOBs/s43cHk47u+hnq8NBoaG+bSKSYk60to54a9SNliPlt5Ev7ox6TuV51KLx170ATXLS+6
cS1D6IuBTL6O3qZhbYvIMj6rMYElUZAsNpNtFQ4AWZL1397/uGcCwF8fF8sBYzZ3pElw7lprxWXr
xuYoT4neBDpqjr74XHV5WS9l4mknfxSFvyjHIthnMu1uidbJSWOO3Gcn7swrfTDMu67wh8/OYE3O
AhS4+pEIaOHa4IY3oxnEP82wk98Q9kx3Yx0Xn2JzuNUF2NP7X+Q12PvP96DZDRfYgx87NyZ+g9sN
0VS6LSp5cs1e7f3IVli+OcYv+PW/trtftzdeRmHSkglBMwe13ZuWA10FWTYDE67S4hVAT48lRIn2
UBGI/f4XYgH9hpH/PRTiGrTxhAUDXr7+Ql0sodpzXTlpsv2JazO2JaF5if1Gs6gC5+79wf70vQg7
0GEX02ND7ft6sL50bLPlcnwShWcd9aRp1mBO/qWBQcIHjZE/vKi5N4KJICl5AQ3r10OZNojDNFXq
pDIhN71t9euJu/fq/S/0x1HYGfDuwJ6eXtTrUcbU0eXg6uqURKna8CeIkve1f2fQNr8jh6gKhqGP
QmfvPHMHgVYfDiAXp/lOtijbEnsGX31ki3TWQnwZhqEMbDNnmwLXA6j+fW43gy3hOsVMhcnVMZNK
xU5jT4PooC88GG5rKLjmwhv9YT0N3BSsJB8+iMV43Sv69RGArmnC2vBm4OC8/gjKyZTndrE69YAv
baGqrWXS0Bci6lc2mc3LroPq2eTeRyvu7Yt0COSgwTf3w3GfmX//t3XtJ5TviemrU5VhzNHCE+N2
iunk+9Pl7WLDj2H2/ISaQxvHO5sufjPH0JhSnXS8YYGfna/mmD1oKOzKaPjAvPdPj5IDkzurgVEZ
tuyvv1GnfDHWdqEwZiTUoOoaBzMkjEBKv8D9cQjK42QjbkpS96NgwD+cTei1XjzD2SZhoZ/xUDrR
+lkf1snJH57g2V3ao7Um0GeB8/S+TbXPCkzLjEKSdsIVrZN1On0So/paGcisuBa3MYVZ+/39R//2
Bbu4ssCFQsvIHD9fqW5XCtPJJ3EKAEfv6U0Ht0jRqw9a4GeSyXkCkw/IiTybi/GqzxvTodWYft4K
NZ9o8UpaQbzse7fZ9QFodS2Et0PnrB7dqs0BLcxgp6qw3hQ215D3v+/b1z87CsxTmgYx8/p8qzXs
yg87pU5CGPGuKKyGqkQf1kmKK0SoZ/bGIQT91vQq8cHIbyc5I9Mo59vPZnwvTarfllJqGRgKYYt6
GuZIvXyU9kq6ebcO0sC5zqT6yBB//ib/1/R6eeR03ji9UFaRi3o+HqynPnUivqnsGvl5snrr/3F2
XktyItG6fiIi8Oa2KNfdaokaaWTmhpCFxHtInn5/6JyIo6LqFKEdE3Ol0WQBmSuX+Y3YtRNNiV0+
0hJC8dEoEj9FevFJoTcUF2E0bzzyvc9OLoovq85lj9HY6hatpDCk2eWUTpXmvRhd6x1scpZd1bc6
MSstnvqw6d4nE7qMNBnwxxwYrFlGXG3khdhnr98GGr/gv8iylvh5A+qpNNkNiAMEQnRcFjGshw7N
fr3sD/2g6c0hUXJQ9ExsaCEqzcGWg4tWWwM9wi/NXLZ+nStDYIYZsq1lmDPrKXp6fHQC8Sc6u+1k
DzvZGsKDXxu6b5qu0L+UBYo5kYw8l6Ky6D47gzn9kye9C0lCb+RPdZohPLhe+mHsW0nXIaqaXxU+
mlsEx9u9t2BPOIP8s5CmVt9BeF1k5nHaBqXCwLLNSDVbLQz92JoX8U1hvH98ym4TmkVQ311YnGjP
MXK9DrKGM7hoW05tYDR1dYaCjT+hdAAAlOr/Hcn/f3PC2wDGUgQuoDULPXUdwLS+qjGT0NpAcBU/
KyntIgxE7OPjB7q7io0sIuRy8Abre7BGIxrAuMIDqQZ7Zao+KSZjqP/FIg6q2NR74G+Xafmfl22M
6pcNQaELeqmXCD5GOjrH86aI3O1JAAUJLR95zAW4s1qFfiPYwKTrAhNu50Ebwm9pbGzd6HfeF8pt
C4UXEyaDmH/9KK7s4q6tRB9ket8i0Dr8HPCk30gblvvyOsK5CwdsqfiWEGevctmO293rHNkHiddk
T0B0mrOCYvgT5Wd0mGcDDZQRuu5ffyRQ0+C44OBzfSw1+Z8fyXZqmBHSYFG1w47GGvpD7mZbeg13
DhA5/6JEA4BNu9nVeaE1ljc1TZAKZhVenSg0Ke2lSkWK8/ED3SnjXcaKoGcodhbDhtWVaOStOxjz
1ASgMhXUEzLn0GOtdqx6Bx0cvfOYcMeTryTYAZRCr+F31sb7DGrNwR7gBuljZ2wQXu9sH3xcNOpi
xH8AEK22j20N6YR7TRcU8+zBSHEYDG6aRqwQbMsNCRhvwQ7BqaWo/I0h++NG7iozytTG6oK0TKKP
imxo5reRiTFl2jD/wJ6DjGAu8KcaVK3eWeMomYFHCRohQCaiZG8PLT7A0i0+iZ6x3A6WR74lnHBn
J3B7Q+6G9wtObC2RJvKankBR9QEaLcjnofRDk9RT6M5iQPH3O+FqrdVOcJzFgDQu+0CDLwNdxYje
mbHSHMs4ZqY+mfGxHDTrTWV5yjtHpcUMocf1szRMzomGjZYzx87h8W9aIVB/f6RFknFhGaMISXV8
fd4Am8NK1KwxqEqlepPkIGCNpkIMZwyH8Ts+vhazUeRMGXZCxEIq3yyagA5Qpfrt0HWLBnuUt3uJ
cu0CTAZzB7JCNvpu9PrOWURmSg+19b49xrSjQQkWmZZidqxUgV2q4Zb5hWHcBi3gUMhSoL+3CO+t
trZbzFMUlV4fiNpoD2ncJMdBGppfjDaTwRx7qNxOfoKUg+TWtsNz2IGrOHUMSQANINchiyw6zr2D
hGLldjtDYmZRZpn+ocz14cdY0HJvysLy45YnFZb1K+56M3CZBh1LJiVvinAqmB2M3smFL7SHzIS8
Npq5hwmZ1v3gNePGrXa7gQmXED7AD+vcaevirlIdINToewSq0ipoGXrNJ9tuyl2qGsnl8Wa5DRuo
GPFOoeCiAktCcL1X6qkfTHt2xkBppIENWvazTgft/L9YxAG/+vtfZ30gFaPuGkLTFNBjG/elEjNQ
BIy7cbctGdn13UaniwYooQlqB53c60eRXVrO5AlTMCTtT9G5z4kzHtUOWNMAr3TjTrv3iYDvsQzA
UJP+8PVi4WhaqNWGU6DLJoMUO0jcAVS6n0qdbZznFTB3Oc/oL6tLx3NZjav0ei1PyCSUVioDdCUr
38OH5akWqX7U6wzjVcDtzx6w1K8Io+od4IvBfnEBZxc7qy3xhslhMXa+SBrDo/ER5eBDnHT8lRiu
2my8lDub6bcq6yLczF9f1y5j67DBuIQDQ2KAqvaQrdGj22KN3CmR6AlQGyNevHR21j3NOtcVBzVo
GcxzUgkQgCkTFy01mVSNdsM0rEFp4ZxEJXhCs221r1GfRhFsxah9H/aR1DYugTsbj37cAg6mAFyI
LNffx4oiozFENQfjLLSv80Ln4FAnQeGg2ppN8LYfH6c77TWUJP5YcLXThZoodV6zYIcW+Ds5exnD
eB18UWZHz1g5LXz1KvxcqFJ93+HdeRwmJoaPf8SdA0CSRY8LbQ/mGGuGUBw5dpvk0xxgAlyfABSD
6BqVbl8Y0ZbT0t2l2FD0K0G2Ehqv328/hwKQwTgH2DjTBPFqZB3736C8tt16tcvduAoiZHRw/JaJ
yNIHuF4LfxnGQCPgQHdyjdOAGOvejMzoJU0b96zEwAEx1UBnQMj+MHthsx+MRviJpVQfwkbbspK+
bUjwoZeMi74w7Dt1uRn/SLeUqnELkAlzIIkO8IEH698SLXRfuEX7nKZuiwR7Jw880femAY76958Y
CBaagShAYGW97Ps/Vtf61OqSWJ0Dfc4+d5Ht7Ke8/AiqY4tycmemQ6Phj5VWb10mZV3oo6IFuS2z
VyhSQJQ0va2Svad13bvZtGMEUcOsr3ej0WrBEDU6XYgqtxFNcWEFGzTgPkRdZro7CTh6gIkPfI/G
vYfidqE33zFrVvGmyGpNfcMJ1W04NW7yBrY7aKu6iqN643zcRm2XNiGiVhSM1CWGtdq1lhNPhWYp
RtC4aX0MRYU8ddzmQWxGmrJ3x0p6e0+VQImMSS8vDMrVTxIc07CrahdPGbO35pMjPOdXCC5U5SYb
lfepMmgfH3/lddBGlwbeNbQKpGW4XdZeKkK4Nhyysg1CTbH8RDPm0+i1W1bst6ugHo1sJyMUF/03
ZxWyRjtPja5r+sC0O3FuDLlQxOTw5fGzrCMxbTMqTBNtUI6LAYviescWwHuqsW3GYBo7+SaingWa
lHr/KqJwgPioyfvH6/2eIvwZLrBgJGlicEqqzaDDXS1YZVpnkDSpQVgbzvcuJbHf1ZoTIY2N+00E
cc2h9V+SZg8+/w8Uh6MMXTdw0Fr0ozVS1fSbFr7Nbhhi8ckBOK7tzaTwxl2ptVq2m60eeNhS1+W+
08X2Ow24GFlGbYv/Wv52iXKWAmbKLvr2G2Cu6LXtK+clRhMAxB0ocxD1kHG4kIqQxpoAkSIQ1m4s
zOiBZDH/1NN2pjywBkbSFZau8WhKsEa0SZGTtGIgojGoh1ehgPTaJbRxvj9+hb9pvdevEHUa5ngY
TmsMxdcxru81FXnOtg88ocX0NIU+n73RVd+a9XclNpR/rXSWX2YTSK1boLGh2rD+94wrEpyWzcR7
Vsu5+lFoDOd2mKMpCGAkAgRbAxr/kxwcrd3J0VGf40a21RvNMeYnES7j67kzu28xSiz1yXE678zn
5cvkoxcHamM3H2J0rwsf20Lb7+cmVcFFdpXx2icG3vZhl3fPSIYAgjTQOaIRifxIs+s8JaoPPbBx
HMeistlFbaKc8tRCIbnysqI+2Ik+vgIjN0o/LmX7ERks3CzLhiaJT/vdSTHj6XvEUtzeujAArLwD
In0xgPXORFA8DOfDPHbFvBMe8Bbf7MDNvigjhk7P+mB2/+ppEWX+0Lc9iikNchsvrp2Hr0o0D5ey
xLB2l0Xqf+wwlDzUuNcalHPRO/GlUwPGo9obXaDcadmfLH2kXq3qCFEsfSg/iDStBaK6k5v6uVch
vJBHBXK/k1nhL5bL+NwLZgAYKYTNR92khMHBIpa4Zc0QxmxtmpfY3Lgbg5J1ZIEMv0jN0vyjXLKR
Mbo+863MhQ46sQ9USJcHraDZWDGUPD7epndWoWHGXBaTBZuRzPLnf9yFVZZbelkU5OCmi6yJkSqH
LMUt7fEqN5kdD8MyNg/k0Dr11kp+Ydnlfaj0MsjatjqrdjeDvqsB5qJMc5LO9NUqtWnXSizYMLVg
DgRheaNYW6rp1Xm0OIbL5JKZy43XZKxXoVTGsGdwquF3BICjGVp0ZlS78CFH5Gfw50fHkz83Hn3d
mlwefdGpIsEycNVZZ14l4iyG4tYMDOBqd348Ke2nnNfQ7UbF834VXQVzliQk9RNntt9WtpaD1cTl
wVYUREPyDMYHxNFdT254kBqIaiSHQd3tug71n8c/9u5vZSBF3KIGBF9xvRvQG1HnpDeHABceJtoF
rmKJnmQHs5vU81R5HbWXU/1ldfX7BdGuX+5rxoFrczXVKia3z+wh6Ect80cE7HxB83ZjlXXKySp0
EXFxs8HS6iTC149WaGXn4PIwBqOriLM6zGbsu2JGwj0nnfrSFTm6MIWs41+d6EWN4i+E+o3fcOf1
csYYOAJGQgJ13f9Ihj5rMlQtg2F0Z6QmPHGKpC4uFphrkPDhh7xz9A+PP+lNT3d5cBJdWvzMKtAH
WHXyVBshFoSEZCBU72xm3Y787S2F4wedCb6sVZ+77+uQmfvU7YKKqI5IhJ8hJ7rxO+5EGn4Hc3Yo
fr9nzNcfoKubjpgbUe1M3fTkxrr5gnib+Zw3GQpMhjRQr4rDnV5p1YGyoIEXjuUgdnidP/Zhe8gL
XfOB6fylhi/VEBURO8MEIAeCjp1//cMyiBVamfLD3AFxJKeMf7kK3RYcUcpzqxMVa6trYUtF6dcs
sV28P0LL7wpS18dv6M7u4BSgAbV8KCL58ud/hGIP0coSg8wZ18pe36lT0b+bhljdq9YEGtYop32l
yC1hz98gh1VYXDJKUmU6/8sRuV7VRii4MipJMQQa6BTaQ3i0q7Q9jTNCn8DD0Kszo/e1lvUHU8EU
o0kyXgZzAkhLnXuhvnJOfQGFA7nb+o2JWttOEVH3ArBIOTb97DwNqd2hPyTGJ2CyUNEHN0PsQzOf
B9VE5gF4NgGZmoEvv+M+Vl5gRo7+MI/jAf2FnDZnY+w4TgxXYGAySgQkXEjj1RRDsQGJWoLAzctY
psJQWJGjWdc2uHGHyZBpc9DKBsf2BTeLuHK+j3Nv8pEDMDfupHUHgK23yOxAJcRakhHcKijVHWN5
LHjZeno/BqntNPssjTvYj015ery77hw/ElG6zYgfs9F/h4k/dpcSmdy/c6oGKfCz8zjH5mnwlK3q
8N4q9LMZKyPyjSbJKmmBf6QlpTWoQWuRzOrF4JwHdFw3XtvvdGH9nWwO7gKGZcz6u5P2x8MUs0HG
3sZaEGbcr6BklnzPIJ++DHaRfommafiER3DcPYc86T9lNGm5jyqgUx+V1FRrPysbZWsGee/ZaQUz
m2FGw3hmdZKqUBfARz01gKgBgCRt4GMRa7c6ObdhYpk5ksLQl/OIEqswUVpuYgiu5iBFm/BQDh6u
gIi7CYxdvCz9CPMX9UXZyH4fRlEdJIPRU52lwiH3nlvxH8NDU5ytPi++2W7cvjWmDNUlxx41zzdN
JXI3wtrta+H3egytliIWkYHV700Gj3Ya9hnBoEquVbhXe00O3cbVenty6feDyNPws0aiZJ0tU+K7
s92XeuDYBI/eiGPqLKN7M6MbfEZff9xyLbi7IE5dy00OhmR9nrjqolm2sx7YIWrYrghh/GoCDSWq
Sn8Smbd/fH7X4sjsdp7wjwVX24vugFbUvQFdCfZ5hDQmJMX5WZjOG5rFkHHH0j0PCqTyxBvDY94K
80SrJoVeXtb/0AmBXFCM8rls669T6iZocBjIs9izghrVxse4DWv8VKwOwerRrkDg6/pOKUwrAdnC
T22VXmCcBVK2Aizpi7DbchC/+xn+WMq4XgobB3dGeFwPPHMREBM2vaXMxL9olDBucuiLjz/Dvd3M
6casHKSBSmP8er3IlAl1Wa4HBk7wT5HABFhI7OIfr3LvjHOy+QIOaBZkdK5XQXOyxORFZ3NZte3D
+XWCwk4TH45beZwo/g8gyLxPjxe9LZAYx3B68GkkSwWgdr1ooWoDLJ3UCLrZsP2xy36pleV+YMaN
jKFaUZN7w/wV2vKWQ+W9b7g8LOIQvyd2q46igfYJJywxgsmqxJmoLXEnKOe3Zp6FO09CL338oPfW
Q0SbYQ44MOY5qwftK8uC6TwZgdJlNF4tRbw6Ht5SkJLlvqQXvFFV3TkObBdqDpxFQHavIVB0u4Wc
+nwOKHJI4hKpn9ze+JlUUbqx0p3dCZYRdDLK8Ky37hOGYphGYcE9TYxaPRWx8wr2dQtAd+dxAAAj
oOGxCIOq1edC0clEL5Qkqe8zPAC6NEYyjtlMWDbRxvPc+VJMYcBZUzYwlVw7wnperjVKpcx8KVd/
102l8Zqmdn7MeiRe6AJmG+fu7nqLN5uD3ZXj3DxaHJaSbq4aJMlsYjgw9J/qrP9PMZz07ZxO8cYg
4k5bBG0TBrtAQRcFlPWtJdEWqyxhq4ENeRYWs9dcjBgDtjqE9MhpjY8R3qU7FJuHo9U1BVLKqfL0
+DTc+Zz8Bog7xpK3QCVaHXut62XOFR649PKPYijhttuJgVgdIm+Pl7qzPcl4cQ+gKMDxZ22LIaqo
s23QtqjG6eGLnKKEVl6jbsSxmwkFN+UyvqMWxDaJKfYS6P7IDssaLfZhyTik41bfDaXnQkbc8WAV
IdwkFU1etYvGZ92ZTd8wO4ErXKccjQqJgdIu86fMED+VytDOo6ywckzHTcGs22bE0u9Y+FcLNuEm
TXabxJWtmquB9PrkHDljDIE1Gc6iFV8mKFwngGDiOcvyT3pUFG8cWVmnaqIFXFSJ9UmRoMW7xgVC
MYANr0crPSyUZ+Q0UrpKGwnnvf3BV0MpnaEPk8NVeewWdSpp8auB07noQsKo/WdwzKU8D7eoQ3du
oGVGSZtuob7cUKD02QztzIq0ANoL82/GDq9TkxVvOxttayhT2sLXUrkh9O7H45157yG5EfBIxg4a
nLRxvWVGobdxMswaxI5FBkDM/7XWaJ2zRBsOj1e6mfIvu5NrdhkN/PaaXZ03N+zmlK+vB7NbvS0Z
Apy0KO++cTUU73HzsPFnzFpUyjPtP20q9X+tNpNnwxEbsedOikGco9RVcb8kuK6eeIqFKOdm0INI
b0YkGc23xejae0SP1f2cuECOIu3940dfGWAunRbyMQhUIGUAl+Flfv2WK2dQ0gkOfVBpAofiGpo8
hGSoVTsGlxnOhmP6nAsbnptbpoO+c0VjOcdyzArEQmyZBkVt/WKyiBqBzjzl4EnV+2R7iv1NIdFU
jlB5SyQdRAUQqnfS4leSjNPo525bofYxtDmka8XBDMR1ELzGFtrTP2t9Lt9KaxpPs+wU+9W02vjZ
qWlS7NjmNVpKef4SpqPNMHZO6o75hFW1e2jZ5uxXyji8QElC1NKeWwkHDV25fC+1aK52lqbU0kdX
1X5nhEzNXjVH4kM9Uiih+lIq0Jptq28nH7X3SUExXNVP+DsVL6pSFN+RrrLtXUu69a7VbUBqal1h
pUHPsPTrzi0/Gcqo6mi6z+7s93E1fKpmFAsQ00p+hFYDtbzrI2vp9jVetcujimlM55XJyQkXVvvj
L3tvUwMW0vhRdE6gk65C7swMytOT1ghA5rxz5kp70wpn/hd7xv6XKdXxuYO4uHcY930pVJTmAcFX
7VvkcbLz419y54qhEAJhxvWtwexZna7RTBVFD0eDFmsRPTFChH3ouNHpr1dZjrBuWguDVl8LvBZO
qyOuFRpBVgv3GOo2XHvL/vqXiyzmUag3Y0ftgf5alxqTrZcTWgJ2ILqxPtTopO1nIbbu5JvIxyro
5oHKc9APhv1zfSZ7LTYnNdScYErsbOckkf52KXLOtWNuhb6b8M4ci5O/cJJJuxfl6Kt7eRxT0+jE
Ih3kJMauz6p/UhWF5ywtlOcu07E39eJp75rlFrLqzsIL2IwCg9ALLXWVsVoIy6JUYyiBzTT64jQV
jPk67w9izn+4KoIhSYq5qhj7rd34f9oAV50qkO8UwdSKKuJ2xNvrZ64Bns6KIdIL8gIUqXR1kGUu
5+y1bxUx75l/KcyGtWZA0VVPzlZrVYdKzOCOc0imZqTSuLBzxXtndp73PcfD4KOY+/odOqKpiWhu
W5YfaKyIGU0mWYRHLRrtFk0sWR7qYkb2vgrjuj00hp76Tosex3Nt64ssTAXgZk94dd6lmtP1O6+3
y9pXstbJ/SaNh3MzV0jPRPo8BZiPRWI/pJm42Io3XLKcA+jLcigCrc69t01UZF+TUkPMY7HkjKDM
gfdPFTv9lMQo3e/gY4w/7Wbu553dtfpPzQmnnSVHpIS70XuJS9NsX4miiXZqtVp+6qwxMnwPnEN0
bFsLxxAygOkHagzGjxzBuF8ltF+q0qTVq90CJvUOXSrgOiPxqj9JS6TWHpZp+zPF2xtrbhxFUMWA
xWN0bIazkqbjG5l45nv0lNC4j0Rmn2v0jbD3sKUzH3oUOQ5ODj4B/ztLxvumM/ofQzxZDa6mqGVF
g24MRzX1ivZAz1ycNSXDfRdbcJopbs3I3inopIelXhzVSPmvN7L0U27qec63KT3l91Mlz/QAzIBG
YfLJdOs29pUwtlD/H+L2c4fAb33wyLcCt5+To+lhC157afola3oD7GfVG29jC8bLLqaMDfGILtot
6fKbJGHZvXQhmBrxjekLXO/esaVlSmogLmobR7vJU5WDJnBk782qO7Ro6ewr290yWLrt7jIBceAf
EmFx7PPW5EhVqc3C7t30oiQM4qyxrj7CGJR+rSjVWZdjcnLrIjshwGyhMDTrZ4Nh7jyn2ovT2uJv
S1B40JQsNGKY4C4a0NevILH5vF4a5hd+R3zQTVRuEmzpdu0ACzaSobdxtdzWhOTSeL7y5ZlT0q5f
vfM+yzwzSdsSDTf0zFCnmU9JCs8cC5T23Ty48kVNbZW3n2snkWfyH3TP9C9/e/XQrzAp7fkOXOne
6hZVEaVx3SLRLwgOli+uzIYXW0cP5fEqN1UQwhOUP2QLC3Gb6cT1q9V7txF2F5vBbKQnxcStLYx1
bZ8tsoWxHr/F3GLauY03HEYptjC9t/cei3Pd0VKF86Kvyb8ENN0Bq2YGFj7Pr44ZIq5XIJQYoinw
+DFvbx90/xeWLzCq3x/1+jGteBpmHNJ4zBaeSMw0RBYywbGcUeY4lA6d2N4gTtveX1LFF2EP0g46
QgwV4W2vrr1CxqBLRWsGje41+J847ddoqk1k7z35nNrjuC9kWB6ceVa2NvGyQa6vPRrgC9adRjB8
bWd1alpdWm5e54gA5fKjTDv7g9PbmLQZVvyspfGpK2scijA+2ttm6b2dtOTJs7NTp8Tf/v7l09yg
sCN8OTcTPbuy7czrLStAg6R/Z83U07tqaPSzmilfePkQUCGV5GQA6fzv46XvbW/amgsdkfYOEJvV
d/eipMqFYQENnGff7UX+RjhT9JTLbHxXNu5LUmWwjfGY2UVUKY8XvxNGaKfClGEWx9Qd8OD16gaS
hl4ykT0OokQepBDVGRWw9l0xOu5/TpmaGG206EHys+oLgJ3sMJVWs2HRfdNPYwf++SNW28ALnX6Y
i9hmSDKo/uSZ0TEaKbCtDrEJaPZbJhi/r4brfYeOsA3REIY5ydgaSzLBJBh7RFGCRkXgzMfcKP1s
2En+1eKi+MeqgKz6neoiNttVnfGZfAIrXKYSDZgTXaLlyW4YIz9ylCI79mObFzsbvOpnEgrgciKT
WIHWIFirXSKQKCR9xTFXUhHBlcBg/XObNLoCcyztz5mmIR6Ygm79PjXkPBvf9/aEkUUzNYbtyNIA
Na+/b11OpGKNawdyYjxetory5LWN9zbJEXcCLwyrCfPHHYAFa8eF8QITqd9VXdwcWzxhtqaStx+a
X0Nmv/Rp0VlfowhavRyHsaztAKBccykK7ycHfDw7ce6+jPq0NXy7qfJ0lmNn08HnaqZ+uX54AUaw
FtZkB5hVGW+sEnsF1Ii3LA9W/n30K1iG8miR22CqC2n9ehlrwWcTvJzArBXrG2B4KnsZXzShe+/0
EsnDSOmUzwYiWx9Q35xejQnpssRTfkAXI6XW88g6RHqIUrSq52HghV60VzMDH45CG+QGdmE5S+ut
j83PMn23CDrrrMlBSrjqXWkHoxPNgCEjtO4BKy7WH/rx8ea7vdHoyNMsQ7diwaqsT1lqV6MtKsMJ
0rGcEfH0tNPoSO8lmkI8HcIU3n45evtmcNXD45VvE1Kcing4cjK40TcN8yIzujlx4uiCWuB0loMS
PfVZ1D71bTz6kZrkBwbfWyL5t4GcHjLpH6NlYjkYmettEM2FYiNlEV8Qhche8qGun6n4qr2odRNZ
4nHeDY0H3lQfF0VDbd4/fubbs7Usb+kuVzjdusWL6aqdbeJEr5YsP9ShfWaY1DNqsfs9MpkYupja
Fs307nok30BTiC1MQ67XS9XciSQWz5ekr9uTM2bNGbkoDR8YJf537Iut0f3tYV7QNjCrbK5nzJjW
69mhoYHSEJeBMQstDlANBfKqu8dv8UZyZali6HVC7lnAKTAQrx9rcW1lHK2JC7Z403tpQQ3YoQic
ma+RVGIcSIqs+gBnEjhvqncOl8BQZjpiu0t6UERR4u5MfUCOHCHnCSFg2/iJ/3SE+5ps83f42+Bs
9/gn37nN+MkkLwAGCUQMTa5/sqtJ5l9GlVxi6Sj7QsRcn2muf56zWDmphRLtq87VzpXW8GvdEAcY
o3YA3hvKe8po9xCmiXG23dQ9C9QZD7JH50QLq/7itIV47gwpD7C2AzVqUw/ovtE+O63bnm0tqp71
3NH2SYETY0Ht+9dFFSk/s0MsQ0Ak2evAanvIRJdumlxymgNdQ+MJ7UmTshtVaLvS/3v8Hm8jI6uB
OySeIz7CPXX9Ghsrnq3OjZJFwFfugFole93CLtCjp7yR+N7ZyywF2hfRuaVeXm2yjJZ6rs2uuER6
mX4q1Tj30VxuN17f3VV4cd7C5+LwL/H5jwHXkNZK1ExtcjHmOjpB4FD2nYkG9+PXdicOkDf+v1WW
sPjHKoqWN7OVsEpsNI6PtxjwQM/7x1UxP4dJ878Ic5SBoMMX9BjTwdWrU6dxcNxBTS6OtMz3dV/N
/iCR6HVixXvux3irN3d7lQBJtxcvMIO0hVnc9ePFjeqa2QDxWAfsd4RH2u1xeo9P4yLpbk0y3EtR
238fy2mpOSpAeB6SjsL1oo7Mox6uQ3JZiDJn/EJjH90M+xDH4ntpJFtVwJ2bi9IP/DmQe7yq1xwU
fAOU2OzG9JJoCkrhRoH+svI+r81f+mBcvClBath6i/Do34p+EGwZ71DSL85DgBFWpWdMdwTDUGJ6
2ANnF5FjHKpcDhtv806Cxm28CFtSWJMV6Kst2hVhG8Yq/SlkTOBwQKLqPhVwZ9TdmBK2dnOmWE8q
ydieyTNdzx4mZ4Q5BaJCQjcM9OhGU/2JAVwQz/NY+uhKt9bBHZP52A3e3KOaOqZb/a075wpeB6cW
Cvyi2bkKR1MaIiqv0BJ2xnyZ7Xf1SdipQEIaE0IJSXPjHN8JfySFC+meyaYBEvx6z8EQzJBETmin
NcMXQR8cN6HhJ1SYLY2nO2EJlPli8QN+iCWXB/8jYNRT6OXV4OSXKBLQpMvE9DvdmTY++p1zC16b
ESKMONo21ipdsHH3McvezC+o/DBeUxV7P0JX89HwTQ8Fok37BpHSw+NYeIspWCAv4CSoCBZVuvVL
zKeGZLOPisuoNa4PmDI/YqNSv7iACk5NXI6XfDLB15cosyWZZ32tdEwQqPwtGFT0dAehjMe+Dou3
Te/Wb815s3F45zO7JMXL5ItuLVTB67c/9m4eRbYsLknWpy+uOtNXV0eszCbE7h+/jTsfmq9MY5AB
FQ3KNY6j6xBwcmDiX3CRnPymUNKdmrX58fEqN+xZggi0SlAHXAi/04XrJ1KdUUNpKS0v8JcwJtQM
6zlsrPzzXA+/DzTjE+asb+YkGk5kPiWaxnr9ivoorQ7Lqo/V3MHoUaqfTVWKI4Cp4tCE2XQc5lQ8
2UP2Rcd/GBXHav4ewarDTB3K2eNnuPemwCUwEUVqjhxkVTpgLoYC5OCW5NKqRgBubWQv4i1eyW8E
2XXtR7KOgy/UKjJbEGDXbyqC8Qewz6suRWembMdkEKcqr5B2U/rcyPa9UYlvcQozeF/rnfERcfTK
2Y2mGX5lHKFdhkmf/sXKt3pfzLb9LSxk2x49p0kueAOE32HQ6QUNxAVl3SSdVmEZHG45st57VUvn
e2k5gxFYqynNXm3Uokyri2GWma8hnRbv5jb3vjz+Ird8GHYV08BFLxlSJKXH6l15djVNnScuRhgi
pjB+LEdGKOnIBKylq98ezF47JLVL8LewnJ/Gp3ZUX8vZOT/+IXfuZtrPDEOZrNAjVZf38Ue0NFAW
4IMWycUuK3heZTU9JZYx4P/otSdvHn/Jwjn2Ydf8a0xFtoH+uPMWSE8p4jF/A+rGePl6dS2t1QQG
XnFpjMGBMqpNH414Rm4CosgpMTQ93VWGmviWWsavI6qjh8oe3BMc1cS348Y6FKZRbuhx3rnOCV8L
TRCOFDAgb3UzQo+LkBeiH+kYU/S1aVMJhRfk1hcsbJV8p9R66e5U6UYo1ZniJakb42wakOd2faSp
4UHwX33LHI26aBIJlJKunn6NOKI3u6QIVYZ7mJBtTTF+52zXhw/AOZ0QhtpMFFBquX6VSZhPaLWX
1ISt2fxj1LH9Ly0JOocR0we0ohCWLPdUHR5+MNCmn/gi1Qn1aaH4o6jc0a+tsE+PddGb38pQ1V47
Hu6o41TOOZuUAVCO3Sdw//CSUPyWWLi09XoduL7U02BQTBg5TqW0XzSR82fQAl0szcohPKTmlLxz
pcAjvjLqEYMlaND4lnmJfLV60sM9zdkJPk/kQhdovQInnbBScFitgeQesLAVkd83RobYvVo7dNlA
KD0pUR+rz8oct6c0dvR8R35RXGytMcEIN3Pzw4UiXPHrkCqj9vO7xHmLiNEcVCPAjNma7e8lojB4
xJtK86Hv9D71dTUev6qNY6Y+iE8j2VVtWnwPw6H80mWzPR5Ipotz5yK+4qdtaGHnw4g4w2lkCIEP
TZOiPosxtXuar2XV+BrxHXHe0AFrUueFdelSq8YYitbGjxTOUe1Lr2VqmqCaZO/SDMXJXd+27i9p
VgxiN476TWxbjtqCaaNRa9O2Wm1sQzEtAS9mvuBMBmyIeIA4ZF1WarbThJtBOJ4dcr9+9oqT4mWj
+m8CuPU46AWaf6BDtPSFOeBU7dqyMX7q0xR+sAacTxioJJHfzCVmYQrah71Psqf/Vw0zXmcw58YX
aPYq/FY+wT+ip5479JGpfxFuhwODnBuI4SYmdPtEatOLPnUzJNwYR9kj/xtjJwHrfRX/Q9l5LceN
pGn7Vib6HLPwJmJnD2DKsIqkihQpUScIUqLgTQJIuKvfpzTz/9EsdojbJ93NLhYBJNJ85jW1vj42
asnCEaNojTAu1fKThqAWnaRhKcoIwm4ZBw3OP21UzG31YqKrqoeN7g56OLHiLd/0Fiy+ZOmS1Tlj
azypA7YippiT3i+kcMetpzXG5HemSaFiLge9C4BgJRunx2gtwA3DszauxCLPV2BJDPDUF6g1WFeq
Ud0sVQhNFXNtQ2iY7CRW+iNukyYDJJlgcF2Vmp1ewedTiP1zI/2prkPyBSXP/F5L5eweRGejF9ie
2QmmoeB9QVPGi6ZqBZM2lQXGPopRrYcCjjTO98RDT+jXxmyWMkmeY0w0/XXSIcx2k5NCBsdsUgkU
RcTXaVEVzU0yFPp0leNbNG7dBazZZu2a5v73c+xdTZZu3xlkwu5xRvSoF5FGittMmcmhP025WwZW
i6WQqXenXk06f7RQJLXK6aWfDe+DsvN5d3uz+1Ekh1BGr5puy1kY+u3ut+TEYPm6dKe2KI2gkUgn
N4mO6GJsiu0wfsgw+4vnPDPVzwVoFRrbJV6pz2ttds2Y65XxQZbUp2RsuAB8q4PELZW51US9bvzt
hJYolGck0qQWR2vzYnh1O9HcVR/7U3pmQZ8F4aPSRoD/9y/xXQxPQ8M5w0/BKFEBuYzj+rViearV
eNKEc5pl+lyqpneczE7/YLb8xYUIfc7qKMCkmTfnz/8UfMQDIjiJLuWpQQA7JGmBl0kzA4+S7qMw
/i8uBbgdmWU2QCzXL/sSkwZSgfhxPmEkJAL2hDWCTuke4K0VHzzV+6Yn1eo/X+si1c2NBoySnOcT
/oMyGgQtwGRFPMwodGQuOAi3eFc4j5bFidymOUZ7ptVEv3+H7/d6XDjQkWSSUgFB4Ojt0DpFBWbE
deaTjr5eaPdYy9TL+pE213vEJY9KHnsOlZkqFBTeXsbu8gITKWU+zbrWbJXKHg+dstD/MKflAPAB
a71kyu/cEthQeRYfBocmQ0VY7t8tL3AjvzS0KTGRfVzeyLzk6OCKYSIfNzt/nvBUBdTRhIWXfvjQ
fzWXzuhBlbV4fvyLsUXwBaBO2c2n3jK2RZl8m1w3exI4O7pxvMW5MyyMZLvMYg+y4QCG+vPA7PNb
x1CunW5RIQ7bH4Txf3FLvABwjXQ+KXtcphOZNDJ3ld58QpOz3CITOd3mE4DGTqeU9Pe3h7NiFemw
By6Lyu/bd+6JclxMqh6nzhoAohW5e59PDjKRBipRv5/F73sPlIpsmp74XsBBA7vy9lo2kCclTUzt
NAHYJe1THYzvTUKu2h89D1pfNuWtEnhzRaSL8ZhtP6iKphyzHg/rIGfIdH91rOaT4Lyc/EXG5iEh
jMayNkFgG/O+yogA/NkvK5zQ2zLjzA26efo5r03xncNGLodqUtY9VF9OZGcGhna9xlP9t8tjPCh3
d04Kf4mLnl/wn7ZCYEejkSz2csLbzYAZ0q4+xo/VHZ0E8UHW9VdzhUbyv1FV1C0v1qwy4vS7FMpy
8pZxCetiLIO0qiD3L+mHAq7nCuvbc5nHgjt17pRSLXMu3h+Cb42+2lzLGjK84AbRwt+3kTWvUS03
lPQaMowSFpDod7yP46R7zQcbw/kKF3fgnKWjkBcgvwSE9HZgSw9XWGLu5dSXIPwR+FIJzRJUTZWV
/0QQ/qlUG1yL9bX66Bx9H5QAAIEcbqHgd9bovoi3adatVirL9WSRzmAaWSFHZU+CpMjkwrP299cl
/WHIzXDRgfleCsoJu+xGx1nUkweRx8l08WBUxrCfJ1jnv1+Wf7Htw9I605oIusg6jYs4RFZ9v7Zl
aZ1WsB8PMbbJfu65LB0hYHH5I3K9+waHa8Ov7RI9Um/1Zj1M2gIEkuidx9/fzvuz7gyAp+jL+6Uc
eMlsrJGs7RrtjAievSfgcybKua74YId9/zIhBIEjO7vHU7C5nMm17mVC6MI6dWZabKax45F1M99r
gyuiYhy0D8oQf/FQLiUR6xyFIRJ4iW6gAI/YRtKZJxXlHn+qKX11jTdsfj90f/FUnJYA0zxO8XOv
/e3qkG3fUSHHKbHurPqqgPayk4mRbskeZoANqvp3oVhsB+fCNfD384u61NGOe1Gui7nYJ1opWlAR
zUZSnShMJ6W3G8TyETH7/eqH5gMWi+4MCpf8++3zVXWC+oOWOifNA4YUwz+H+TIo+0RQZtPWrg/W
2nW2q5L++P3A/no/b/cdTuNf2EN0ZU32wLdXttMBwZCOkcUHa/ppmoTSiVJ2kSWVB4a4v8MVD8m4
3gVfr5bQb3AvDGnpmhFyCMuNllpl4OXGS09w6KM5XZ9cRIs38eCYfuZY9QfT+xc26vJ+QTkjA8qO
RVP8Yp/sC4y8Zmk4J1EqdWRDDAoc2edPcYM2mzqhEOnFUxaSZC3Hpq9bcuIki7ShVcLesVs/hW+P
Bymoot8P5Pt1APwDOMa5XkFL5xIHEo8Mh5XMyV2sA3tfkkEPckQpPzol3h9UkM3ZkJBb4Ro4urx9
XeDJJiune32nUI88eUIo5N+z9BCeaYfpuZlj8+QIigbBSjfF3eQJAkJBlmkahuldNxU+6UtzW3La
wblKM/cFwympX7lYIu3qPPG2aZ6DfXNjaNg+1t3JRL2rF2u4WN5wWoSFd5hdk177qpV3Jk5wVvWI
lvh6sO0aQ2+MUz14D0DOwSer5hrhFF3scs8bqydQTyuiFlLgOF86dhlRqmm+eBLW/tilxR2nc/XD
STJz2KE9VT+IzvSAt7SZfhevjrMhmameVdGkHeIc8VyFNg/zCrYA7192ofVJNwrMufphQVXCmDpM
2VvZxdGkYcoMeCX/kbUaNpdFUxZJ4FZmJ9Cps9tDL7v8pyAkRcZcT9YvotHt21xInFqbtTBuKh11
wa3j4HCD8Pc8Jr4cJVy0Lm7TcltO9RiUaWkzrwTlVXBe8xDpZWsdFdxFQZa15oRzSW4X2gfz4V1Z
nFoC8T2zAZAXZTPj7XQYFsRQnXLI7nLMaW89e9JDo3KGr72pIN5ijMNV5yhG1AiaXCuicR+EaO+3
LS7/q1pHX4tO5kXkkK34z5gxtj91YXytZlzhrbSwA2zMbUqvjvxEu2T1pxEN09+vtvMffrMLIKZK
jARQnBQGteWL57YzHGkkqIE7mjnd9dw4Y9iltnaVUwzbWHGeXBPzKx8s8ffhhEVkzunN0gOTQLb6
drSVknXJetLvBlk1x9iiljpVyhxW9Nz3grjtYDVFvGkxHKNJsNaRWxT1EXqu+OB4+hW4XDw/uAiE
ZcF1IpJwWfoYOl2buBfzbk1tEHWzdC0lynVrup3dRbvR8pRqb9yoreHbOJkCWhqtJ6PH+wCyqBhR
ze+a/jCSHU2bsa7Nm86bkG+qq1WdwpZACWXJFhuNYPTiejPlSQ8QGH0eH3U9mUSASc08NBvT2xdk
NoSlKxL7oabVLZpk1MRrPIBB1IOXFugTJs7ACfb7GfAuIuAlsBXyD5pfCOVcZAf4q3ZTR5xz51Gn
BX3mVQEkyXXTdlMd4fuRhb+/3rupfq6g/aqj0V4Fr3G+nz8lPgla2zhC5sZdb3fFNWZGBrTj2C0f
hNp8LjpVfxLNZD3heth/QEx4d7Kcr4zC4LlPzQl92XzqDFxpdWUx7qZuNrH0VcoA0M1H59dfTG66
W5RIzqHpufJ+MaCVV82T3grjLluS5irzSswxrSrfVUXpcJThVl4ven6j8XK/WUvx1R3MbI8y9UfC
bu/SPh4XnAJ8DjA4Bg3atwNdtqbEm1wad/Alls/qVDc7r6XJlw5K8vj7d/pXI/vnS11EXcR2lWmy
c95VLsXJuVWqgAhpin5/lXd7NKAiIDcgf7FxoFJ5vos/zZzM0VQUlqR9ly6GtinUrNqDeDfw4lzq
nWxb7SrRDTy1VLle4xqufbBVvi/zAWii1g3+AKw/43kRMmTmxLFvx+Zda85ulLvVNkvz0jcHcQCN
+zTW6k2/jvvG7G5HJ/vo6ucxfLtTgdwhdCeptmza6hdjPE6Oog51at2t67xey0IzTqjoptdjMawY
WoMThWbbvRaGWn3ryvKhbrKzcG2XfxQ4no+Eixshzj2TxHgNFP0vjozek87qdJVyp3YkEr7mTHSy
EWUZbjs++2RX2MH6op5bI3CRtvs5JXI3sMlCI536JViHNtNCsXr5y++nx7uFZ54rkzC7OFZ0cGeX
76cvEsDjQMNOulyS7axaRzdZjJ1jNkaDX061XCHd23+yCrAzIq8U6hFF/dwnRvbRcrhcetCf4NJR
BKA6R5R5CRDTnC5LbarNp7rVRRr2i9IWkZ4SxHuFKOoAkgy9Cgv9k/XotQog8rYSCLclpjd8dflu
HM7IsS+g16RmhKvhlucG2GRiAL+iyOSrZm+zbYJuRk60Xutj7JST43dNoey60rS+C0gERzoLUwcR
NOufXM5S6cN/aScfjfLxxZSr+cVT2+woGpXegkHi5AVNDd0vqLpz7SxPivnRNZYBjHJeHXAKtBDV
ymvdJ3pr9bAjlVGQLmnXORjWss6ps9Du9bW5yj5yo3oHhDonVIQMUDRBt75X/1GTodamVhT3iVl0
+n5ewdz4Q5qg7JiNbq/77PfF61jo5edY0Xsqd2sx3OuDNHbE3+VLpuUmCGuKxZQNcy9JAwR4qWJo
uO38/GAenveBPy8Q7hVjEZAEENzBK12mFuVqNX2Vc6+wchGyLNxyCMZRaNvKUOXW1NNmn2pNtdXz
rrhfzoKVgC/GUJuKIqD++ZGSina5YPFuoesC9OTMKOH8u4i2UNbNlk4o+r2CeQgi6TuK05Fmf0td
Shq9vTlruDT2c6XlN9bKyDXjzpyLvxlgcxNQKPBWRR0HrsgvkY4/bd7Iq1jSinX1vmykHdg4bgbq
utjbkcj7qupV4bdtOn2b0IRGufODmOMdUokAl/qnd+bFcSqzg749OgY5WLFjV879qn/Kyuteu23o
yrqGDNGnDM8+aiaSvHl+Zw8exm1fF4hqhtkGiXVdEZF2bmTWmu/pX/I636pV98HJ9u5o+XV/gCX/
c3+XDmizO81KoZXOPdDYbRW5+zFy/TlK/dPv5+blEXq+DuoUNDKYndTzLsbBnNoZvyDGofD1ACmU
YPSnkCX0wXi/24ovr3MR5GVG3I6TzfOogeb3QRqiAhlGuQ825N/z6r/e2C/2//Pf/Py9aVFZSfDt
e/vj/1xn34mym5/Df5+/9v9/7eK3btvX+n7oXl+H6+f28jfffJG//5/rh8/D85sfonrIhuUkX7vl
7rXnUPt1keS1Of/m//XDf7z++iufl/b1X398b+CunP9akjX1H//5aP/jX38Q6/zp5Z7//n8+vHmu
+N79a/eSPb/7wutzP/Bd458EKcQKkKDA61N4++Mf0+v5E839J/MMxQcUh2FonvuEddMN6b/+MO1/
Uu8ECHUW/qACcJ4ciD79+kj/JzVf+hS0gWj9Adz64/8996d/73z/fiWMw39+/kctq09AL4aeS9LQ
ebNFEjuce9oGjVnq5WwIv+bPn3aDDMUpz0k6EdBQHK+yFP33sWysKwUpnWej0eQXvZtKf8ltgEXL
/M3wwCCl+tDdun0cH7MpM19iLHuomGXuvkyX9AtMy3VjcaodUV9BkiYFUPsVWdh+S8u+Tg+sh/qT
pw/lcWr6jKjEVE/Yzlp7bx2UGwvh1DulnwQpXw6MCVWOTyjoDtezLdvHflUS/NHSHJ1NaYX67CiY
9mYIXHi68pAPwoQSoyb7AeoMMz3ren9VZ3FyrcW8N7t23RJq5C+NA7zPSc+SxMZao2xeDadpmdYD
hFlrNw+pflxTbY0aOvIby04LCm/T9VkEK9G1KJmdu1IjC1x17T6mFRyQfoCWGWZ5LhzGz+i/Zr7a
aNEcy9hn00+DtdV/xFPFvVO7y7CXbUvnqqscsbWKYYNVQukbgFR0o7y1k4dpae4UC+IVEK0JD9AY
2QhvAvamJtP0pe4gD9a1m3D3cnjFcsXcZoiF7bQV0E5ZtYgFLdPyQs6s3puyEntlMT83YNmfihhX
7Soxle0ESm5KjRtK6dZ21br6FFeNfr02bvtAy2+JHFvaOweX2M+ELZXf2W0CpVEtp6tUTHYwFL18
HIzZygK4GXOUmMK79WT6XQrOtLyiK0lmhrlNZQQYNuZ+7Qzxd5mO6bZCmPVkGK2HRUOibNtYjmHb
mreWEpsIOw2fnH74qowKcDP8zSaQaIE6m/u6SsLZFOFEa+dGyPkxaRFlWmYVio18cYzsziqMLJqL
4lqN9fbKpTMdDNWabgwzbyLgV4dhnA9nzoVSWZR9u5dUx1srkQnA8Wp8wBWJOlwPuu2oiB5dEJpm
3ESvdRIpY0zAncLdu8KRj9LJi4OWutMhdhkdP6Fi0dt08qjiGBt1bKswwU0oz+poEj904Va+BNLp
G8hO7h1xFWO2FSQ9rn+CY2BLbyoEF8HwpnF8hTl2NNdjcU0FA0AX3R1QBO4W2V+aV4niftcmxdw0
wiTk6lPHDUdNk58WNClMO9naLtHj4izbTF0UNFbKERcnWJmdEqnmuCkBKBmDTtVjxVIAFvFO6JnA
YsN77TptryDFD0pxOGhWPvuzsWh+MjjzdTrObdRZCZA0O4nGKT+MoPbCVVosOCNFocEsDoCMtaux
FKkPGm9jdRolFqM29lBFjZu+aW/60TVPs4IGfeGI773SPTiwhm8xUDhhNYDP19AW/jJWFmN+rrM6
yvPcdsURVY/8rlNz6ec4RITkEYFuznh2lIjb+469uAGWMZRQW7N7xv7EPmBaaW6LRXX8ESwWWOLk
dhh4ojZPn3QMvreofE+P1NvMDfK48l7q1vXgKoxVCtGurSHCoRFUGz9Re93Td8qu7WQ2H4t61cO2
vB16T4TASXK/c0284qfpO4CDzE+EajxacyVC2bnZwRNElGh/+oOpfPVEphLhFWuodunneO1CHIOa
bb1UO0djNYVukznHLMvaR3MxKDc13fcyzTEHsHCI7OHre+a1Ymj7bBkeES6o/CzJmZNDex+n2Y96
cZ4dKW6ssWxvnCwF7FqWWOw08S4ts/zKageTqW53WHwX46NQquoabJCCNQrUIH0Vziaey+I7SLvu
CLUCCs1crj+7vCnwPiunqMGE7YCMdL+VBf1ev1dBBBKFITGkmQg4tVq56fN59vO0ZD0JRJZM8Ivb
bnFVPwVCvMHtnN3Qi9NwsVNnWy0IphVrYkdqZbysk4n03RTrQWvW8xaUontYDAD53qikdwsB5bes
wZwwdFI6fqNddbeIo12ZSXGKddHWEbop2SYx12sAe0HsuTUtUHB/P2ylsHcaKtRfEytbbvCu6169
orJeZ17bVbF6J22EqeIS+b1YueI+AzikiG7FBx5kdcIyoX8qkr3LURSNdAsoESXlfeVkP4ZBc6gZ
CiNUBq1+bIZ1vGvxTX3EvGX1dXvdwzIrfKjY9UnBLxW6bu7pPWp79leFlMSvvSoa2vnb4tQPcWU2
IcwjxaAYFt+Movg+pWruY2eEdrnilCHacqRLiyP05zbN+jaQJFiPmZvaVLI0ehN+ZiTGZqa8lfl6
LcTdGc0PZHgqFXdL7mvuXWVWnoyxrY+EH4UbFm3tfDZVxbV80JvyyUE9beetVv1pUCSmFF7RHPWm
odNk5sTpeAToGAMlY3c08j6ZAi3u9Ie25pBC0pNtIKvk+CJVfBr9GAGkHTjz9vFMhfpsYsDRBkWb
Unbry9qm6djEyrOQmbwbdb27Vwy3vtPbtL8nFHF9fartoLRpFvZVEvuxRkKbq2xajWfNt8g4rtej
6OVVWpTt1orX4qExtcdGZEwxatkHr52Nq2ztZtSuS3Kc1RbN67K2DZYSqfyZ8EvIDGe98eAgRDqS
ZOvskGOSZ+yVxqei3tLYBleIJ8qdLq1IuDTB6MxnYRJ793k++n2u3ogupm/lcBI3cSCHKd9Ir3zA
7C3+mXWTvVkMZdf3y7a0fiCoEyqqsx3MMSyy9UXVN2MM4RnqHzIchRcvt1nZxEe3kGSp+bQ3tfHZ
HRXEEyo2ikDPlPblHC4ejEZ6n6qkHwTs87gP3NSBEi6bZzGSQy2JbM/T99oScus5rNEp4/zyhnGL
g6P1YGpyCgkjjGu1ZDtWiznZ1E4KL9ZYI8w7+tMIKuehYzlVbP6zuM8dQ4/c3PQ+pUndP2edtIJM
cszEJRbQmArYZPK5u08tu2EKEv0lQ9ttBm+yX22nf1lKpABLISFAeVW3bVVp/rAWK42IvXpO0K4C
Y06Q1guNdsNa3ltF4WyyWHRhN9tbNAYkUubaC2buj54xIFvWW/VN43Um0BXBro5f6VMZ4+qyiK3O
urSU+pi4zVaPHXZJr57RlzTVx4x3DE1/0ZMDh1D9OuYLUco6dXzcJlscficDZ908+SH64hmJyO5W
r+CCtLN1xBmpvrNap/DJ7tNPuBJQHu/G8VArY/OQ2KVxO4G+3dnlUoe9DcSknWZzK0Befx9rL47G
HpM0Om/Gw5SUDaFALdyfRoXWrK8j8r3VW8LZBvaaZVZBikVaYY+3S3KlFrIJ62prTc7EqWfvqtjO
olxJy0/wGtKrtdG73dwPru/1eXKrYmJSnYXt2sjRpRJqSSwjeLfWvsZoRq6L88UyUu9mWsXqC6uh
o5GNWvMAdrNvAmpOUqXjtSAZmaeZoURmk7PsEv6fHir5t2kpdhizRY4W33vlEeibMFCvsVkVwyq2
MnfPUpiGG+/zctR+FtiU7oB/HpzMoHGXZMYBPKLwBaWgXZEu1b7rWrnHw1j/IlzQMiOBMFghvQHM
jTAyDfBK9KjKIXwYSQfznIDcqPfH0oqPicQglfCeFm+kY3121ZkzRi3mahqx74xOwSo1FYIznXYv
GijM86xZ2m/dnClRaw3bJKubr+icm8yPJZsq1GUJilUVp1WiKC0NGGUt1Ps6PmAIGmP7BQJcJfNI
jaib636K9GnyKl84nvLZA3257hXHSUqi79oFlmMZu7YXw+SXPdB9s13ll6kTdSBcI6Mub3folzmZ
VD/XCVrvXCgbJ3/NSwMNrEmNGTjVfdSGvoAe3IgoRnHj82InKlU+Lynu5tyotoobO5ukXptQXUxw
kItNc5TgQA/G1kVVCg7zmTVQLJ8pS/aBbeTVLft/QhudQK4fOjVaUeu7jRWRbYzE6p71fGZBK3nR
/NSVfn0uGuT3cMmcNnMjPo8wEBIfoeoJ/AaBhjkQzek5lkE6VoE3SrqzKCYdK4szySi66sbsZHeV
10AxddIANiaSOg4QM6gMbmAqE/MboyP3gjZrmI60nNGymTbg161j3Mun1lCtsAQ5UgSgDq2dpY3r
XlYoC/k1lcPbRWb6bk4lhdM28YKhywlVDGW80jicr8SAIUCpVGrodjjLTGfRVWWy143sXfUQc/JF
VdwZ+zpPxS63TCVKc1ErQevI6ivUA2uft+4aSmQNOUG0JWydatnxvzhQ1Y6kBdHuQvtiT3AKQxLW
O1V4LxXz19eXGrPOacGmq0oiZRBlYMM0JPkSpEXprLL1DOZyS+3PwDFvUnwb6dIDbJ+2v1/Tc2/M
vHL73IoGG58T0/wmvR/QovbIrG5HidRIVmHxUGiZn6nTXUPG54/G5F15qeH4gCayPfOjCIZhGr5y
o0/xiBV4PjRflAnySSHy4dkuzNcJJ72xpru9AhXQqnWDVMf1LGbFz2Ogs72T/jSAEEK7aO3AlDoJ
gzdakZNXX2a3dY6zKR+9HnXtQraJ72HJh5+TDEjvy5vOMGt2oNLdrcvsxiF5sXWtprbjt/xUF9b8
MCwNPCA3T+gWKUzi2YF3T3Q513DSFaLefs2NoynrbYYV4kHokDy6YjOvtXXfrZWyUWIkaIRmPY1x
6n5lIyx2U1Z8M0F0JAE+8S4PnWnKowoIO2r1xtry6psw1ntrN8TF52kkQ2Rrw4Ex9wZyBRJ6XydC
umvis1CtBua0AEPhlAjdqDm+GcDCkJpp4lCL7XzLFwWOufN9lq/foaYNYaoMsLDqXIb52MafhANd
pRDOo5HBTvYdevl7QCDyJQcRGVjaYIErEUZktPMm8fLWH/VZuXGc0bvTPcxzgGS414LEyJXDdYag
5a1F1eYAWdLeiEXaG3swI8vqXH9yRBvO0CcDo1+uY0i6vmcRYIrhxhPe91y6NsFPPfrYz0Wzoh8M
FGzCwhZeuLjiQVrKfac0XUAPWnAE9U+Iz047kkrmq8XrEN5Z5mq0x50w8X2skSvQp+QmRo73arSW
9Vaby2+rqY6BA6lwN4wkoCQvagBqkcg5u9GVLtnP5MtOy9/Q3WyL/ETq42nXBhRX9ChPaOXZWtha
CwEPWjwEIFx9xOs6GzrJxqp/yy2UTeoJc+LV6MJ2lHHgUVfC9mQwiIhL03fHaohcF0hOAwRUk/W9
0MRetGxJioU7rQGdMRCm1qKWah45b33kZu4L/UXRp3GLVfOy6ecue5lhxSFoGl+Vo/PN6cfDQLgu
NK3cTh2HcVNo95wV/a0sZXtVOQ1lCnoyiZzMQxzr696J651ux0lgmfEG395PovaiZeh8vDiXnSxg
DMWT7XeaxoaDzvs+pd4XiMEat5oKxJPmT7Yt43hBsa9dQiRQv0yeJW9hxql+nblfPZNdpUbTuYjl
GuRFfF0Qj+/auASvtSa6b1T9w1TlG6PLj0im/mipyEdoCZGp8lwA5bP1qu7FV6xlulPVO5+H2Kpg
CjXEsZM3bGvTHW/QXNKD1VJ20hT9nhQdw1SnWcIY4cSgNBN70+TIouHbt0Sy0k9elznspYr2Qvr2
AkqQEvdU6fu2BGCgoxtSYG+AJKwVmITRUVW0rKckrQNjVGc/E5aFSaKHFi3Hsz8m6l6z+Y8mVbMD
ilq3SBHRYE2WxKf1GRVZloQ5ChTXWFnGoWXkD4hQ3ah9ou7cTpqsPEo8uCaT0tvLHK5jlX7PcGaV
Zyaz9UzPEUJhWt+3+vw8GJASqwotp6KuGKNkLc6gETppOVWMbuj2IKpwqa1jjwqFcgeH8SoRHumm
DW+xMZJdUlLRUwsduF5L9AoTYWc3DX49lvqkcfDcmpV7Tb+cO1pCmNToi6vFAUz2F4nL9k6x1Wxj
W1121NyKaSOhYCbDjR7T5TzPk3pnzMzytEI9YMF9jcBDjWyJqg0uT4A6EVtgpV/NoMX8sSHBlCxQ
nxDwZ0pQ9uou6Xcja2x/LJbKnxIXXuwI3r1R3eVWCGMnXBYn8VS2FbJWwtQb7qwR6chV9sESW8Nd
Ncy+l5VfDZj/+xU5W0xTXKxRtaOqtCe7treAO+yf+Dz7Jnq8Rbs+nVv1xJgkGGtlGsFKwcIn58FK
wDa/Im2VfANJlwTOGgeGXh7bMf3unBti0mDcHEKyrwjR7MWIuC3mAMGqjRi+IrSmD/3GbDEN7gpL
BsNsUDPAAzjFET5x6vqzWVTpdjbnQ5/0UPzQjd2si/EsCvuqioejFn9zRuaVMWevZdVkgXKegeZI
sXKAJ4tkAMg5qx4OlsQgvHMN4GapfZpHXpc3dVHcp4ROVbVFzx9GkwNLcSjyhJSzjvR4k9nV58z2
9lqBhlRTkveVGO21/jws5PS6txgPdmr8hC2qHZFINpGisoyNktrdEcMm5ej231QxflVM3L6T3Ait
TvxwRD1u2n4oA8Tu20hfc5zpptZLfXOqXzhnafxaGMkbRrcr6vlpXp02TIe5Djvx2pk6rcb5hiK0
7xTld8B+X9E/sP3B9pBXrlJjl3dJfp1N6XrUhG59XhM2d8U0mS3mF0Xmz40+GjtvvJbVKneiTb4j
SbtGWEjOx2np51CCVdtQ/yZswQzLGY9aph4myWEyAzdYik74a2vfVJV9ncol8lK8D+KhTQNv0tcN
GAf1KaPX4M5Qj2Ub9ztjAQKlvPYw+pj/Yv4EhA7oY7fVi5/L+ihVFDz1MONsXIuyBrRWvC5WvXHb
kgByqPNPiPIjflCovW8P1UgJK/2CJCQgZMVG/n89Ouzmn1WFhjR20+WPVOp2WNWGeuXo3XqinInY
rzI0fqp2JSV8pb4iHI2PEysrU+p7J49v8AyYtqMusuvSSdqg7eeHKSZCt9JDmiTs/VLBFX3GbY6W
wVfdrHaoOfdRA/D5f7k7ryXZjSzL/kp/wIADLR4nEDoyMlKL+wK7mXkvHFo4hDu+flaQ7Joiu5pl
fGubemCZVTFVRAA4vs/ae5/cIi/PvPxqa4zePhldftFG1E99pLhTtf74NhpvXjRtba02jFUQqk41
xcAT+Zrgt/7RrRDT5tA+ptZyKLgSKXDMP30jI/orPZm9HY/j9FUnzS0oT7LlePQVsYexAeZWZWme
jCbdlVHKK0boWmWDmEb+hiRrGrGtZu2aYjlemdsYg6+zXQJzN6rEOhGDPW4aq3VfNYPSqgvniU9g
NVMBKftVs5jLmdjgcK8S2W45TpUM2q28J9/bOGRsDLqVS6NDrPyBR3fo/qArMNaoK5ZSn/g6MP3C
9bwXXOwcQPJ4mR916u39jA9hsxrK3ZgVByvH3csT1yOyOwveW4pPeBxtSZkdj+ks9JlQ2xRu0dpM
VbG6WmBM/MYWsrjN/MvnfbwbA2ero/yxH3O4nTqtvsmBUIHEQPuaH1hUd2sHvxEannyumZoyzdzc
990UV2Q8HdXE2qIOwTqmLPhUpcsynVHimjK3w+bvnXqfJxUiWH9ydb1J51Gv/AYBoQu4EKLOPRGr
kTk89bKmWZl0/5o8GesGq4pXEwLkL7YeoXKDxrrKf+1ZLX1/KsxpQTeZualgwypo6ZBnBNKfTVv3
xId33HgtJr/NIi15GSYTm6owjGtcQrrGCJXudTj0a4a1p2A0nP1gVN3eMKyMQmyLuce1wnmtBByR
j+fhLLtpBHnEWr29RsFxZ82TMu6sPHgOFM/peYxAVRinDlOQ+1W8dNT7rKtgrM+J1XBj4hmUbsxu
CHe55uhs0SWz5sdFdzna+4cB+cx0F0qDtKAKsL2b0fiXxvxOws8NnsZ1QjU6uaaOeLU9zORTxG1+
Ut24ndwuP9iKTIUEeHlDyPzjwHP5B29ut5lqIpxWpImlq6rIzVdS7c0vwWzTrpKkFGSTEsESjShi
4Ug50MIL+elJ17wRZWB+77PF3/n1ML81gVIvBdozfZFOsx2KtjwKH3GfrCkPOTRz3m3Xtc5IQt4u
7xk0R26ElyTKnit6ZG4U+fD3Qtr+x2TKrl9dzThrj0z3tYafexmIBChWBb0zt3VXgWAOQ7G1lOzi
3PKys57H9g3EKzrORkWWfDZLptpyWDuSagDiIfp1tdTf066/czP2B8JES5JeZxyEJHGBD8S4tSL2
CbxhZvPI2NcSB1B57zaG+YmRnuwTFeX5caxcC50pcS+6HZsULXI2j1GzuCevsJZHlTOP+KWlmDvq
QfOotdNLUDIPl03q74YyDFdG0Ievs6v6r8mT47pKwmbbJL7ezL25ELiTuyvLGXkszsu6SivrwS3C
5mDbrXyrbU/fROSMnJpsSb56G+nkCu6mlo+O2Lt8qqv6aw4Qst0scNbtIp8HwzK53VD+/jVmDdkH
mZXskEqdU6NeclkY3wM1UGQ7+MPerszxXqZuuqYpkJ1cnZU7VdAL4suoP8lEKh5hDBeFnK8Xz9UJ
U1YqlhNzETNeZyd3WTLNexOg5WSlYxBrRRyK1QflZ8sLcFxqVq9IDIMi2qAZ2E8WxUPPCX/zv1wu
5L4KUW+XfApW1RTVp2vEGLrmkm6cNA3XpZEKbjFuf/crg/C3cIy/BC3+AGj8t+DG/0Ac45oT/7//
k3r4LzRGLL5//TOLcf23/4FiRPyHeFygTWISrml4v6MYzi9QaeQmINtGNk3Q/0AxwDdcIon4MuLT
rnWzUBq/oxjBL1zasIX8bzh36I3+WygGX/onEuP6a12BNfeaHUmuwZ8o4WbxOV9Z/nE0io7dc2gB
oB16Q0TtIUwE1deFXV2tMeFQFU9gGOI+w6ewWkJ6bslA6ApOTWyzniIr9dy978vW32aVo5lbx1qZ
p6bOuwc6z+gW8VPcK9vcJXhmVfKgHDTyaEX7m+xru38W1hgNccpFZStwzTxzMBCmHo/6oaSFScc+
F93JA1eX8uDNBMbG9Jj0xlr5JsRalia0g5RdMeC8dnnYirCp70TW9ruaa7FZKdfcyQxicjcbrJPs
1CF7xa054RYUglhVY6a3qjegeGE6rYRUELbDNzWLvLdlaqJqX5SD5b+FdSm+s2lY1oYauFrNjlJc
8mYkvVB91PS3SIg82MvkeayFplQK0ZDNAfZTmpleHb7Fugh+pdAZaPvbrqga463vKXxw4jRKH/Kq
liE2a0gFVcT1MHbljdkElUe5b1o5l5ols3gwDT3aBPIkOAW+VOblP64OppwWEMZmtZ7MmvrslJOU
9+AZvVu/t2nf6K1G4otbR81fmGEsh0Nx33yILtA/hxIhlwBnHGHepm9Lzoy6BBVM2F0jrScVdiDp
jeewqpf8Qg6fkghltn3pZJYY+8UXuNvytLb0c9iY84/ctgjVKhNSm1hFDsS/b+w0bZ+6LEqOiNYB
ynHo74EDsvt6mZHPro0t3qDZW1OwojZZYgvnUc+wge2K2opKbbMsSOnkKluwezfmfFZF56hjvQvm
MVcR1KeqbZl05AWpaihXqSBW79Q4AA2Mr6BlTawHu4MuIJyzbyeejBxjFFUu5DsP9EShdV+YyJDG
IAxKEmFc0mROtPYhyDuuo/QhxXgoN5zSfIOnml9xU0/88M5OBibAReW5OPpJS8JPlwwMahKFuN+S
y0DHT9AzZx0k5oYXTMFpnBGts24aha464GRk5UBT2Qa9s73RdMDcsiqX2wHrWgPFgaRNwDzirkoW
45wInnyE5TgaflTnPZSJZh1jNdN9Klp9yYkMWNuFRtELZTfez01tBRyH7LrgOVimL5ZhIBKJhqFY
1FwSG1bHxs6dxhacI+nLR1YhhHgTGtcdWvKm75UdtN/TOvXfSaOmhi8MjCWPZTmz2dTmgnPkWmOh
ib5snPbgOTWOrzArhEGSVlQzs8iiMG7ysRhe/cQTT0p37m1Y8Er3nGISORy0LWTVPQ/jnGfqS9gq
Z7tK4I4rggpScTC4mq6b37kbpk/uCq4zbhLdsQVZsZIQjiR+q1LEEeL4pCGntHdRX6vQ2jkMgiog
yG9Ol28gsnK2T4Kxa3hkdYWDZygj4ZtIYUZuL5tEkWtUHYpI1mPzs+1nZ0IcNYoE+91aVmM235iq
ztvEW7VNiMBD+OMwy2ylStOJ6GwLx84aVqHfwWOsZkuRV9TXvdlRZOPM7raN5potkwp48fE2mcVT
wmoltM7OLL15fuFoFWondsM+sGxSvERpokGjdLMVbd0UYm6yiTuXFP2I5yYth6bFy+7P4rsbpbJ+
iYax9t+XkkjIp9AuZ7UdrbHpzxG8Wn/2E7lkm6gQPau+hlTt8Y6RYQT2hrjoV0PBOqrurTlYJT3N
YmPnVSk36S7YVxGyP944TgANDgPBm7vyIvT6mVd/jXm1PTpTaTyGulZxTR3d9bSTF1tfcV+ApaqR
4/hG58Xr+mNY+OGDqLt0rafF3/SZ05crFYajsYtGs94HapbvjjPboOiUiJCDtBA6NZdkuo5TRBib
rK2dqqLyRWgvuKSDrmfIN5ONXCPNtXNVbysRAG8NpXEZfaAQPE7FPrlKRbpNw4PZzhw+Omaqb5Nm
uBrmihPEyJxoRrLa92JqbiJu58ZKdYvGl0SfCoKvN2wquKZ1MlXsLWxb2Tu7lkG/IhMt2roInpz0
hPXsFdXDYg7Mcmk1HtvR/Om7hvUUsEtj1wu8swK6dg6RaOuXEsqxOmle613iBB8D8EL/TaTciY/k
r03dV4KC2ZzbrFHWpsgD3nA81/JF2ZPIY8QQR79nlQ/Hs67rpuZk6lVucq2wdNOvIpP5d4qlbePN
V4Tv3PR1UdMdl9Mjt+YCweaI4nqNL7ODKaaeZg6Zd2V9r2j/3GW9WeoVwHZ96xeLMtdu7ZItR29B
rbcYFrNpZZlpeC6zRbJyKbiXdpUedrmN8tL1g0W8T5QbcRdV+o7SK+gqpx7NaK3YoUYHvytLOuwW
HaJBVdeBGhc056Kp25VOG36D5jTX3ezaGB64OpGKu+CGSFn/YegJ+YjJDydmim2P+igNZ77JnKL9
Dkm9oP1nHGoSY9btZsFk9ahow/XjMRHD98k3ee/3NceVKxOTFcsnbVs0tyNezMEWQ2QX7pIs0ydq
Me0b8iy9AHUyEysdcOTVi5vqnVzqnoteDCMc7N8fof/bwfgP4/NfDtr/E0doKOS/GKHBmgkg+wMD
fc21+W2MtqCTWRMQBBkhc1yzfv9zjA5/AWf2mYjpKMBPiOnmH3O0BQZNxD9lziYBV65/NeL8Pkdb
vwA/E74CexzRHULBwd9Bmq/c/P+zfBDPdc14d0ij+DVBC6vDH/0FTSGtxGlL5q6x3l9vsqfOmSd4
iUVv/+k1+Rfw9JWc/68/iR/Eq0HMiHs19P4TOT1YBK3RGbAu69AWsei8vFq5ZlZsq8D8wDWHiPbX
P/CPfs3f/jSqbfxrrhSdJ39OfV/GZBYsDgGGCIvuB0XmcT4o/VOHzNjESXLn5pEEjkjj579r5v1X
L6tPwy6mkQgvU/CnlzWZrawRUB61mZnlGvd3r3euJYd6bTZFWv6bl/Zf/bTQ5zTmuLTAESv3x5dW
iWSo3ZaILjIf7Vcj6Wv4kjlkhJ/bsZt+u8y5QP81Bf+vXldsGPxprNc8988h6RmVLnNTNuuenfbO
tRfC9IvgDW3WOySM+3HYUk1f2Pzjr9/P6wfkTx8ggnECwk59vEm8v3/8KyffK1pUkPVE3wLKGU13
xeDHue98Mvexb4HW+vufIM65JNRghvVIOPnT62rXoeyhrdaWU4fYoa0g2rOLa89FsMh1idhzYzFB
rm20yn/j+PXd61/zh78W9yvVC45Ngh5ZyH+O9w0cr8HLBPM2GLKG2u4Jm+XtR+8fuZ2g79jEJTZG
Eu0D8ia6rTUI/yAS6BhDQb3H0CsoaB2VDQ/asEtzXVuh88MCuXz2cmdgbMz6iYpbXZg2TW5jc+NI
epjigv3vB/taUPGosd07I/J7tVO2tKpntywwJIb1LMWKbsy02ZBew27YV8kUoNHV+uJSy/0ghmag
mDTM6/uRj4W5GnsApE2Ztu0R1oPzMUI+BXIm+hS0j8uDbqN6VLr1UgQj/p6saWWM8ayhTC/lOZdv
Va+HamsPHokV66CKCm3FDWGKE1MR7MKaGFz26ErlE1o8g+TEKmyuvgbCz97y3sj8XWZlxQNPcoJO
pqj1trMLW0SqHVAHW6HlegKvoZQdp6thp5IA7lTobOr3rU28Asp1Xb6ERlfkWwM+7xvrwkzEJP1Y
ZN7kJHQ2k8ybrUiMkghz/IzfUt/nRtOza7XZMtbW8wz4W+8iKf1wRdknjVlET0IySHvy+ERjFbz1
tCIAtiRK5WAu/vBD0IeqN0MY5V+YSzQkWCLzZYNXyj/6Xg4xmjcYwMgiTrExjiot6gPnyZYoaAPP
6nveZDB7s5486y1ykFat1dBQWXrrFanUq342LJpPc6hN8VJUEiWB2dBLcHEOtJneL1VhGifd5aWH
mknISpWsisktujfj15Fj+HX8YKlkJBw16rEr5tuag0N3KZjxWNwTEJBvxVBlMEnAb5iq6OGauRf+
OkxpcwiLBxM+Qxwrc9buWTC+Yg0gIYehKvMKgwwZkper9Ma6xnO/iYrXo16ZCkCoXonfhkfyDjz9
btNKqnGO9ixF586R8274dQjtmqyDfkDsMdMFW8YwOTVvEO/LrcUgmH6ao9FYj27IHnwblvSq6FXL
AgHPaCXU/LaYNhvgNjL7bk2wi5u8c331rLxHkwZTHQzIBNXQBD/H0rWBYoaiwFBgLTOXY0Syb2wO
QTHFAGHTE/4VRmuTUJ1u5WTpIKAWXf0mpmh+0kqRe4/DMZnjoF1EuMqS2nhMw3l+ayFPHka6NNvY
WqSwVn00tQQ5lCAMZdD7704KnlAtFutMFCPdEqqauxzcqsi9NdsrpEiuOsk4LrLTsKr8xhcQn4qd
bUmU7aPwreWZ4HP9aVjK+h71RfnucBf57OxIjYzGyTxsmpwc25Ronw8MtNFXoRNmVjvxptikYnXY
qrBDsy1x30BbVL5x73eCA18TeM5nGtCmTC5E7T7WlG93K1NEvJ4LlqWXRF3vOyHcIGAPp+2fji28
FlIi9L4HhBnT1eMZjYzdydTVt46GQI6ZYEG+yRrFrfN3AN2F74jU8qWVk7Jh8/NFbIomIQxYuAS9
gCd47ySmN+R+jYWIVpXH3irmYNC+tHQsIdEN/NdKSJHUa1Kmq5eCPFzJMbgkkXXq4F3RG3wwRSAH
iBSDzBOT0x0ZuIDABW9cVNkWwdCJ0xznCHcZgqSVPRlevYSQH2IZ4z6bvDca9Qhzi2he99c9GA0f
9i4KHoYsVXUswi7h8+66rNamXEYbE1yt2uLGwUrkU+wybDzn2lpeyRpkO8l1V53DaEmAE6hkSuAK
UkAmWfkIlHaQPshiLBYOlFIcwgCb6iULfaj8SkYCmwJfV9JjZNda37Vgh9mBFMGWyJxqtJfV4qpg
PlIubfk7ac+Rv1Uc1ZJ1M7Xs0XrDxl5jd2V2doYiSZ4oyTSWrWu69LkXee1Mj+B2171E5/ewGIaG
e6xm6aRrN59xjBugIeUmE547QDUaoRxwSLgi/RG1Uxo9p22QpjfC1AUYgliichcADI3UxZVLu7Jb
VYovy5WA9X0XAmcEWejqg9V11KZjw5m7u6IdWvfEPTfIuBCbNuQ5DU+9R86R7WeEa+HG4L5mbBLm
QZhm0BCzPhFnXbln/i68tHIMlQnKmaSaxwmR1MNDkSejTUiCl7JbynA67ZhUetpepW3qozChUbed
EREBEqez06Uffm2zU+VG4Eq40lF782GaJ4dK4ElW2brFEPjYUD4B+sqtD2Visp/TMZM/RSvEwzxn
2WnAlD+vgByMLyQxuQd1UdNKW42AplO4BWOLvHeuPI6/FEP1aaBj2+dHbQvPw48VhWl/akKvMlcW
YvEVESy8meDyDgVvSJqG2JbMDT6nsGtBD1KSNqxsMLyNqrzhHTOE+5L5dYILbO7DT6nrhvtPJruP
WfAo3yA4dc7KTa202qdmiGo0qzp5AexOJtbz1EiPxMck6o3ILDWsLGTpkwNbd32/56U8tKZo5UUv
5XLk6Z+19SohD5YkWBaEN9GIpZA8/dqyHh0lwheZKtakgJTksV3NXDJGg51sKObcv66Ssrl5nDyM
3IfFJbp2nWaqmFYdnd3VcQrcqTqjKCJqI1oM1WvWp1hLuHmP7BWNBuHQauHr41lFwVcKBf7WLUP0
3Rt84zadrZp3Err01qnd8o0Ngq/3Hi2CbKt6p6aUCJ7f2Q7ptSBB+Qq7wVJUYb+mnS3L4oYH0xID
g5MkXpiW1+4hnAVaL5cPGHOpry+rEaopln5n53HaTOk3BH19zjiN8cZODD8rCmGNb3br22dZWjnl
mp4Axx6agmRIJ/GXL3ep5E1TiMo+k5Cf4RhChzSApAZV4eODYXqdjXGgURsvh/9BWBAZ6sj6SblP
WKcYu2Fclmhl+JDYRxkWqjgqI+TGyYDRJVtRaJlur8Qmu1NUTO/U9dJvnjJPhONNX6hJnMgT4zaz
ctGTnQ0JzShouWCUICUCBj0eMHLzf9tzXvDJ6zL3DUwFy0ql6ILE5u/CoOBEoymcPu1EMKjJ9Mgm
KHDguEX7EVhQ+SQK2ZqBNIJc0FPYb/qERxGTTlVEW2vWdJBXQ8FtOFdEn5GzOzraWLdkwPtflDFa
XXMNtwT4IAMwTX6ShDz1O9snAWJNylGWv1aR0xaCNkhXhJ9R5ucl1bP+8IKTpvkwIo+KdED5qUcc
pB0WEMQ2vzepqa+A4BDAswlh/5xUmd0OaKnvsqsR1gSl4fMDIHLfrG0jqqKYYjnOTzDH2L3QiXcL
xgJjH+RS3NYE1n5jk1a/euRyBHGGcEy3QTbx1GZVn33TE5vlOHFLgVPNdNpbhMjwp7805X1kWG2x
ZanTv0NyYddqitkEmXYHt7pZ7ByOup8YALn/ptAOukgLvE2Ky126JfdXa+r0Jht1MeymvqklzqvO
NRgipP19gdx9LSnErmO2IdlX2OWTu7FqNr+ryvTms+g6SYRq0YXfRxF1j2CXhgfnKc39YDVYS4cy
We6yCh6dB35v7heSHa/Gk3QeYplYxoeYve4AUxypWM0m+yWD830a83uW30eJm8edbc9wY4eOrA58
JDHEwZFFKNcsb5yGkavL8XBmffW81NlMLzwTY7DxOVxUAFzX9TULzOouMRW5eXkinbdmqObXVnf1
q1smxS0TmVVvGUTTc0Jo57sOxgguNLOKG88Zyic/6hZ2b+7s6ThHsYRRa2m7WGWzkX7jduW0m8iZ
xNucWBXAf9QHx8xAYV1J4MRXKx/lvZyX5WlISeBmSwQYi4ipMDToUdsnjwoGQZIVRkcq24XzRCKX
oGKEFWSNz065wdqHXQlj7Ogj1QgkErs7amj0fdkmrM9dlydjBWwB0eTYA87hlHCy2GV0ehrmkWNA
xEB9a0a6qrdW43OIw7Q43NgYORou7Fzp35IV/tZ+/f9PcfDaqPUX4iCRCf338j/+z88++/xe/8fD
j3b8KLPPf965X7/D7zt3tuRo2kREWcSvkCRJ/sDvO3f3F9dyqd+h19SxLNPha37PP7AsMhOY5/jI
cvdxkbv+IRYSf2AjItIMTsYQos3fW7pzjPyTCMPnKKLAwPUATJAhwS2RLf5JxeMIyBGmL3dQJFVK
F+XsSSx7oERyYwCo7t3e/OZLp92ZbTR+cxdTooP7w6XlRPdqBZO69GnLxc7Jrt6miRW9EKn8QRlV
n0DwTXLtT5zVydGxgGLmrI5R8r0fgZPro8ckuv71O6ouU2tjLD90YVtrLWlpXvVB2LwKtqfZQbt1
ezDHFsc7Lt6bznMIlpx77wZDCg6okOogDAwGpFzX55emXQgGFkK/qClnnzLKL1dbfEfp2eIgvTzY
t5wZzzP8aZxZfK1JlcYmSsqaEDi5lgkBUjTHF5fMG7/yfKC8BSBmjcXNxg1jmnunlF94Mo3XrK6G
Czca0tSsAGOJGoNbbsD1bhTGRM95FtyOQyt/cqf4mIgTP1y/0pj5jmbheE/GOH9hoNQnJvCS4xu/
8jzzwylz8X52BhR5lhXBPlzyjyDlBVwCp7j04bI48a9/BhXn9OFCF7z++luGei4upt0FtywbvuaM
ryrQtYhCstaZHOW6UZ6/r83IWlN14P10c/Ma1UljDYEW83ChqdDce1IUFw+P8sG2hFoPV2VMBd5P
3tUrBw6PcTAN4zrcd5a1Y1VfPFOTxAtQERHLWXyGueDPRuQJ9gPhnRedENc5QhVdMDhjD2iubNbi
2/wlBr++F7TmaeRRUlD9VxbeqmfPuJ+uiQo1gfOEoHbBDIco7K9q5HvOhcMZ1PeMHMfu9c3rqH0h
bioodtcXNxes8hdVGc6qBdj+mQflB8Gl/ERn/qr6nKOugVUL49/h+rLWzhDsI2KVL9jH2ax31ceS
0hczGfzQoE0huUPd//TclLMU9vR9qQVsvyNxIiU+eEahbzVUwzebsHGOe9NtMeAFrjV01sSkTb2O
fDET884qk2ZCAWvsQxBee1jGuSsfqQ0INrmYg4uRdQQqDEm2Q+a6DsSjFb5wWuzXOBrMCzRCuGl5
et2Q1GVuUj9qYAacudlagW/gvp692w62hKW9Sk7A8s65wFu9xgLZv2eFAnkhL+AQEaYaU3k8rUUw
EKxkyCD9Wqre29dBrXAP2LjlgzF0vhyzYTWIOYksDbSA5uoS89YEssrzgOoXh004/MhnwFV8OmmO
BTJaYrc3SqjDUF5mPvBhE+RUwyurxWPqeDuqjfz7zpyd13YM54fcDZpNn9qiIwBRA7JMXAjL4ven
sPQsTh56ftBpkN/yqR9fe2FYm1q5wKfU5UzrpoORkb7VHoNlNrdWxYkKA6fEjGn53aaxZ/vW0F3y
EDWB4KM1RHcju4l1lxde7JudfS5Irr1NScRc4bl31i5B2pzoTRO6bbom8fdTE6dDNO2FaZKcntRp
uMPbm2+COfdvgSyci1knM1ghIy1taSYWkSA9li2htCvGfv88j4XzUfFjt1qVHp695nMMfPlgcatk
LJiUdywrz9tEdXTr4zVd12mCoNbJJ6vmvd1Q4dlvwK2xRgFy8BvW/daZuCSAuIAqMts9GDjl47Gu
5iMtWJi/o+ZOjJZ1m/tN9lzQW3C0a8P9kCwswBptc+AcYCI3Vd1QkHVl+0w1aegcrNZ6liaEcVQG
3uvY+keyo12ogFk8BdhQNr5xNdg6aCeLhQEwW2adr+ZaDEe3lsmLZxMqkhWD3idIxXejL8Y93B/i
clJ5xMU6xRAjqhanwcqNs98HyYMJqxWbpDN1cY8heuX5ZPoC3CA6tCN217gNs/KrbZMf/QAfLAy1
dwRxA9pfsseRMWk/Gq02Y6TZAH+ZkSdbE76bCJHeB3KvbfLR64ptuyr2vRLBBtGsv+X1hynmRBIB
OeYXBGFw+Q7zVzrDHGFb9o4C0fQuTRUxP8kQrnsPFls5QXYSS+JxVY/RhoA/XMKqA/Mh520j7I7z
fI9SbWJGDlZpkH5fUPVXXs/ZMLO7YW0uxluxJAvGPnyYXCqqKY4LjhAwhDJd271tH6DU0JBIO4D3
qiXNS4Q2bLpKRSR3i33qtlzeCcjJ5I7nPg+xfQ9XWcrwTqVS7jqS5XQwfR1d/U8kRIeN15zKipaJ
ftT9uehAeBmhUySQdnKuFDv4J6zLVUbobT5Qltc9CLMVe4aSOa5MhWeB5O1Db07+az+Z1caYw/nT
oCyNGaB9ktgmD33TVs+yjZYXoBMSK1RqXi8J55aSepubMDjCkWyIDp47Je9j5c+Gd49/j5P2Qjet
sjIiA3Wz7CnQmTa2nZRrP0T/H6kuw+FhlbcJuTerUMhux0YAOj8KubeaDRcEW5ZDPwVHiQn76E9J
dCFceNiojiNQe31S8bwDkhZufm+k6UM5jvo29ebolA1L8TXOBGg3iac5BdVPSGfcny2bAETHrn6k
lq7PBCeCgGnAoiR3m20/Ls0d1sHHKr2S8I2P87jirP/D6VOqB0KaYCQgII7vKKnsUwiwd29Wfp6s
+KQGR58fuErl1F2itjC/8tAPTtINxQun1HdDS/dkIusDGmH23EZeVt2XHMRv8G7zvGuwNnfJMvNx
zJoHzPcutWeWBzzYZsllaLp7oEILE704Exna3WcB+kGXGHza+8Hee3z/rWdUd6OBGyab6umRpc9V
2DPmXSKqSyu8K+it7gwzIXh5mK6ezHSKRRSAYSEHLU515lolGbLjQ8w+4zgDE8ZV21YXeP476fAA
yCr7SeT12q+WDyZYLHIqE1sCK75FicXHdAipQe5Ng4s281ZWqSOMxuWjQ6Dqtu+jFHpMmcdKc7pk
TAOKjwb5wtY3OHGnATmeSVttCBFc1W0xfSyTar4V+dxkGGiz/gLWqA6Q4u5F1oSIBK6KHrI2inaQ
buMqigRpLlF/7GdzerQ8mVxI/iFvqw6njdvZRPukjl6Tfumt/Tl0dnkXsg/Lun5vN0a/mciK3ojZ
0dscf+62nUf3k+obcldEoLuNxtexKgf57PNwO1e5wnaeaMs4uPaIfF83eCu5aohyCisIeq1r8zlU
lf9J8Vy5rRl8KcKW4G/Uc651MpIyo4dum4WB2jqEj2/DKcTDMTa49At1FJEHVjhySR9xJ5/FMjtE
rJb+Rvqmd8xzAhOapjqXLtJux45kF02yvjUM7hPInP6zg1iW9/a8WSwiLIbANQ5+NRAk4ilC+Agm
2ISl78Z48fu4msBkfWO+Vx2+SAeifsXDQcVWSnqH0XGLS8mW2je1obeLW1nxpAfyZOqeC01M2Wnq
HIEIPo/70MII0eo82xluZ35pLO87ZHHEbeloRFUvQd8bl5OHsnanGArqous+Ux+bnZn132QE4O9S
q3i/MK/snEi5N43GU0eu0m3riQu8TY2LRkCRydp81KZ1GTBkgKWBqzWjDnc8GFD7dWBPmyky5GdE
rc57ydPtMxE6OtTtxKerMRfrUNdzaG3NhHXkir2Vc0bWM9ATPZLs1g4G9FMUNv0hcEvnjiu2PViL
653DtmcDCneXvZEkgrZgiuY2+b/sncdy5Fi2Zf+l53iGC42pO1wrulNzAiODJLTW+PpeYLX1i/DI
R1r2uK3KrCqrMgPCL644Z++1WxenzxR8d0f3t3gNcnrsWLF9SDNMKU0lBH20Njwg5Rp3lpWMVP7z
ACd8UI1oLltRXHQNQlliS9KzUIHqzGXdcFedWrXZglXFJLiPsv9N6xXSpeEThTqXqe7bBC9fsyes
HnRXjrC5VeOwkYAp3YMA1E+BbdQosHQgbIYJQJhiPP5GHP/WTWfn8hrQL+KyMq2Lc+vbqTlTDbeH
yJO2MCsSM39TIVm+s1CMGz1oiTysDc+/QYQxruqMkecLq1nFRWc+oM3rFkibOpw+EOQPnh0nG2yk
4U2gptjslbYC6xDASSMzUD8IqfQd0Cnj1k8K4DWVjlrNDBW0HRyVLpKoHQG9fIlk3Jr5efIahbnn
JBWeDGKZgwWMpBJ/ld0h3waIg30KZ3wwzGmP3ic4Qeep2b6X/E8LQE/sGbOBSZp1et+4kTZZw6NT
MubQyUzrtc5p0II6adYeYry95snxvvXq16ghvbwQjbTsW3bjnsRm3WXQvrc1ZlgvaS8mCQMWUtsZ
9/owDCbO8i7awqCCo9RQK7R8+Fh2MinCW/3Qh1VwQH7RvUXwyI+gBLVPYecEUHlesLcV+OdNSvsU
VIe36IErr9n+nNG/vQyCJDc1aL1Dz/dKE64h4aFzja0pdG+bolhdREgNnKAp9n1CsZyQp8opPS1b
gfwdj/SKovVgtuLBRaJNY2pAhiGlKa7/eo9V9p25E4th6lvrxIS8RrDDQraTZSzZD26Z3EX9cJvU
erKsjSqCNjDcof6D8oUMOm27+z4xp7pWqD3neCt3WRKaN+rgpvdSjzxZMYljbtpnFy/PTaObAJ4M
4c4RjI6HPA9ZzRsyHkipixLx1icZ8swGRm1jUYWWyynQKaFHM+nv7wEoJPuQZ9uQKOwtizG8pcSw
MX26ARoBIU9wwOZt2I8nKgiq0wfl2xDIb+m0lwok9a7sWSVtl8opO9ttmER0T/ToBTZzOK+Ffut2
0idFXYeErlMm989Zl7XISrubBGrPLDWrYe+6hrQ1astdjobqQDIhOBYdLWVhd5g1yO5Fi4aAHeC+
ayyoR21kMt0U4cKuIuWghnm7AJicbSOP3WQt54AoI4uCBUbfleWFR7alYhbKsIPDsHcXMg21Bb7+
HC9yTE+8bvaq3ma/+swc6IA0MlwnXYyOzSJH6m3f30meae2ssbVf8HxUTmvp4Oxib1vICqd9W/0F
LTLfdjEAKl2mfZ4dIj3RT+gdWhxeujanDPQ51Gaz6QaIVLUUDjMIFMrSdYE79A3VTMN+QcNwO5Ya
LjpbOQSBvWuD9hNi5S8Vt3xaRFsyNVFssqcIat3eZxBmgox1k0rOERX9KqYMJKkhCcc4DzQ5SRY9
0IolQNSHNJZ2kh3eV0HeHbR8kC65G1pzoWSf8KiXTamAPxo3HqwNJ4IAiRM1OuJy6xyfXuh8qKB0
1UI8FrL9GLC/naPDX4MG2eURy5zVYAbOrGobu0hR44jteycZtyjDEbxipGRr+RxZ0GxKGgkrDzlB
J2O8lSA1tBwLEQXQS4ZXTe54tnI1E7ov9Bi4inR6wqRx4pp2qqV0PRCcoOZIP34ywEf+mQEpQCav
CFN+wGuSnFVba1aSnW4tOgEUAOJ7WXirJJYwqgaaw7L9INX2Pm/ifqvIzQf1uRTGzkAMlVZBtavU
O1Qcj4kqjec8lJ+zqmS66qonQcpMpouPREseIVq8dYP3GWrWvk04uagNp3H704vFxsrZdyuxAtEB
C8O8J6FmbOpXSDzdjko3oy1Xm6URVxuvNsqnXEKIYAoRnWrCbtgr4hM2kyxc6JI6QeT8iI0mnaAI
KetMKgt7zYqXA21KUI/EvmOrqKkL7BG0cFdtnmz7Sl2VmbYlSYlTnWSsC9xuKUnHc26H1FzyaUK3
eOZl3kKjX2dJdkwtH1Rx3C4bNWZZbTaBVxo49CUqAlEZr+PRL5ZxmhmntJHmMec04GDiFl0c/O2i
XdL7SwEqyfkyg4rgmfklYm/u0a+g5smxKTZvaHWssOBsrdbYlEEGZLBhb4lme2YbdNr94GHqZ0uD
X83olL0aocoiIgOgT7oVxSb33qw7Upt1fel29C7a1szX7OPPEmYKvocVf8rFwNeigG6F/6wfNXAp
dQ9uaLDiR1I7Lm3OQuniP5LZSNtF42TheJ+P3jAbfHpPoJRUaHX+OWHdmgXR8KD0/laO3ZPWTMYd
VV7FkY/COrI3vhe5cytocEvl3p2Kf2AuG80zstEd5+Fi1qYExxmZ8NewK9C5K3T18spk9BJTnq/I
b3Zn4xibr2UJ3CtCST2vwYZVcylS8kuVt/cUCcWqiiWxRUcOjdSSQfZA3IgXoNyrh1EiqmrWgP/Z
Yg2UOPxYoT2DMgZxRarHQ2Yp1qbJ5HrZBo1JwaEwHYUqcg9CyWTSVHSxNaLa/oiV1tq4tPEdxBH9
W52lNqbnJNtCy2oP7FTTd0ja8eOITntTiTHY1iaVYWoEvYHzo08ws5e+/wuthXimxKatkdApN7RP
qvuyCgFvlqM0U+oQLCRlum1sRsPWyzSnsauvW8oe2JmYczPj+CPwz2wrNqrOkNUfo5DiHZ+tvmzN
lBc8eAM+HKO/sRozneaJ6lJBM6NoVBsc5XxRLtEPtAt6hOMpGnP3MND3IXzI9m/8gpOylgv7KWoa
Yx7IRkvmnV88mC22+Qrw5Ks3RMWqt7J66cesSmpXK1sZXdi5DSTu3peaYKWIBmySmofVc1j6rmPU
PZCSUrEyttJKvLQ1jmEyOL9VXIIx4LROwaEijr3gg6NzSNUB7gzGc+jSkPh199akW+bYXSHmZgLz
AxcuEdq+qa+JN9DO1jB+DFinySAdIaNlVbt0wbHMDNnjwCs8OdjQ1au3rCjVLo2tYkUHH/2wWari
yQi79sChI134LL7LQaNEgG+OMokKBMy3h+HWhxu3Mc0ifm+a2rz4evWk6rpSOXi8DwmHQScN2Ma7
bIy3eaqcjRL1Q9oMmYP0lI+7oKJRckOvbmANt7leyeATksmKN/QrtjHNM+DAjuABa5inSlKutYIo
oqa22LiaotqV5Kvd0yTlPCyYsfMUNZYP9GLfsP5Bb5U0h+hYdeuR+R3aE7Cv0auNBXByE5WlNSey
TjrBunxBw8hu1QhuR5VjS5IXpzqWvX0ug4iprfSOHC3lAspTodacZtge6wSXRcyBAc6AXkN1Anei
a2G6ibHJOKQeRvuSSC2muRrfV1IIh1A3geDIT1uUGnn2a4zaZodoZODE0EiLxpt+2DINy61X4huT
Qt4DI3PhuYY4dNVEuta6W/x/9aIJ5YLVvCdFfkgA7JlJ6AQ2/WCkiGAnPEBptiWIeUia1NGwqW+D
MBavveCMWCtluPCmWUWpDbz9hD1z4xSqheWZC0Rp4dJNm3oV2AouHURSc6/XiUkd2rsmH4ZLrWKD
oD/fbzKITuyWs3Buxu65HnRriQctmidDNG6LiqTjEPHhIgTsQeQ8XhJrKq6iKe2BpSSAMQH9XRi5
9XsaY3QyDAxScUjPhIaN6QRKKZZm3Ny6hK/f1tnkEqF5QzhYlz5GYKwWhtGb+GP4NShZE/trljlS
algBraoUK2ottE0MST8K0mthWYXFmaA34+D2urvkfg4ZEjnqiIZ6QGWV7BULeFfZ+ct60OJN42JB
yWWTAgpnLvyA9IzpG275fpWbVnTNqY1Sc67kiFN8rKg05P14qXvNM16jag56xtoj0kvXAcqxFSje
t7aU0XwNMVSgQBm9XY28+Fi3UfvuhUBOZwmqw+3QdunK1+RymyGTPNCKCpdsUJfUuBYYgeqlojWC
/XaKWDpOhUNP3FpKHhqjFB/e3HBdeYUFMd1RtIR64GvBMtRJxcCPi+LL7zdqn3cLTw7FGx42a1Hq
au/4XqXNU12U89KgPouOyFrCV+y3CAeiOaFYloPXvlj2+ZiirCmY1/3GOlCDMe9bVYuBbhAG0vkV
tkh6QSg0qwv+0WheJGV1F3VhvbDrQpqnOOJmWWiV22FQ7ZDPp4k3oR6/TlZNiJVyR5QNyZCqHJPA
JZnKuopk/S4Y0d9DdXOXtNf3fkJuOOsz3CmPJBU4Tch2XCPhSzeliodsDW1ml8C5WZ+Ms2KpBgSU
HB/+PK+H4LaN4mqVJTqCTRPcECEtAlQ7FIuzGWl0omBV3IuWrpmo7HEtjXb9S66b/FjoY/chNXQy
hdROjsOYpphLx/Aw5GOxqnqsaTU1lZsxwKAqTFOi8hvwDQhA1EY2qk9inMqrVZw8WHqbUHfV4geD
k48Ty9SfuU37ZgjocvW46LYJCd8OPijg4EX7HgSJd0wq9jLU9Y3uIQc5cMyRj5CgAVnF/+ri8odg
05IcpTGBxWZGqz2NfOI38mC6THeifEJGaN+okgak0ZV1ZI4uswxbczWSH4sO3HBfGO1zApC+mGNw
hbPRaJ3HgAgze6Y03JvnW589myLqrQF3jtWydyqR11uSzwAglHXlhGwIX5DISo95W9draPH1tjGs
9hmJSHIWtanTtcKpc8Tf9UmqMqoyiV78M9T26mDarXYycyFvRdR4AdVkXqYC/s4JTMocIJ3UQ+nB
EmzRRz7QnPsEf9luymFwOW7S4NR63gB6YET+g0RXZ+x68a5hoaU10+Nj1r3wrbDs7lyoaUdY90D5
S8IWXigDHWVVrhx89/ZNVHbuBsMXylU0RlB7/boKHUQyhlP0NtsrU0FkG6dS6sQjFQ2foaNYdN11
fL4TmJqDNfzpFjdFyyvq/SF05KTinw5TDwBpXdwgYUIAaWvuRpjUUxvm5I0ql9pToZTRgi+PNzvi
AOfow/Pa4FgeR9GUT6lLU3TWxNO9ZXGF+d3q6RB3FIQPgLE4Jg/6mEz6xfitBQzs0BMCTWz6Cej/
9l3PGCx2EnP7UZvlG9rs+RYKpDwPtQaOmInBnEnVvkmRaFNLc+H+KCUe8UHP1fq9MTApS2cuU+8Q
cTOXe8EEC1UZfRlN62ZGsIFZr6a3kvKsN27F3OXgyzUof6tUdrGZj8iOLHpy6lsxYkTl3Eew9woD
BcHlGH60NbU+dZaoRe47I87YBQIzhroav0F0njzrxeRfdyntzu00xoiIAEykz7TZS/0SyLnXw4JM
zZztuvYJcqSx53Sr/WIf1XXQEaPkc1FXDF15tPs8/BjTGm+5HlYQ1mMdnkBnZabYhUMwaouRk6R/
UWJTOeUgGoHCSrIQDkKFrF0gtdYrVpMx5rzMvKCNy3EkIYCkptG9LfFwNA7ozwsZFYrJulnI0PxJ
F2dFUobyXREipyPLFwTz/gsG0IQ+yZZKVZVPcuJx+qXyHT+MnHpYTatReky8sTMfU0IDk2WELqFj
rwsaLM4UdhtkTwAxBLlshCxXof0EEkQpD7Rp7huF/2fs8Be8QnBOx6PWCt1a9ZnVbOGEII9C0yeL
h4BcAAEzK5WLDe4zb3C6OCznOj/L/YhweJyJZgTDmTfhk6xX+murt/VR6lqgPknggXIa9ahA0eyC
pJuhsfOpQxRE2XqePKfXNGEVBo+JdG0yonYeMh1HcD6FkmLR9nSmmt7Sjut1VUi7UTbcWRfLY7n0
G85FtCDDcOajKF8NcWLdUNxmjtAHYiIav6vpN7PPsLaahqz5savcPlpp3YSJsCuyWGHalSRgrCh9
pDREiSbfK0VRUqwMjRiyToQ5p6RzJ7QYIOxEn7BQLXSzLPHxMpdp02KraIopKUtL3T21Eque675h
fLhtTAAVklkOcjG1X7wKph2/xXqqDfNMUYp3XzcN9aREmYfLR/HzT330xEkqZA1kMBe72KDpi6X6
hcnIJ2IGPkLgGeEXSIPuKVAN182DU65pnrZoOslutyl3zXFrQnCkcs3GFcM8hfoJ0aG1iun4GsN9
pmamZ4F/BTSGQ4aJWZ5VpS3PWxNM2wZzQtxtEvy5sD/SaGz4s3IJSkfV0+r47DM7JOGSfrWpkwXM
9ze3AUM6EnK8jToO9RK5t3GiIlKtpKxO9yJrwiV2Fm9OcWA1+nl9xy5Z5aXVIcCtAglkX4GGBhC+
YGtn+Owt4gf2aIeRukGpRpSNA2NCZsHMkTBwzgGUtPOs6NMzbxM4YjU8SdlgOaY7nEmqkudBTAmd
LUg9lxr1F/1Itr9Z/ViwEu81GuL+4GvL0JBemmycHPfiXFPAeIcmTpuKqbO2tWQlugrhArkG+Ey7
XU8RBLu54e5zQ71NSkjhAVJojbQxJ9I5IekpKMw8U2YRInF/pOrhZ05PvAsCUnZURT0fKKWVEYds
D5MXW5XlmDc28scUR4aQofrCH1jy+6l3o84iiwMH8J1GHhOAOycDcxpITGP0pxZm39YL2UutR5yu
KQRRIIHIcWUxDxvwWdlALG4ZDVjNAQDPU7ghh5LQlWMQlMEjxgreB7yjeJ8XaXGnt3py8AfvPinY
HJpD/mBToe0AoumdZM4xeaBmzcNBT44Qnq3Ypx5p5FSIXBFO/ep8FlU2JivozAuNGNwbigYtMHBa
kWx/glVd6wtC2YivFfHObLqzniROHuo32pivqRhvcAdki0JDSlvJ0g3FMVTiGfuLJCnProutwYpM
GU5l3WfA3gE+xKV9SWO6uZXVLWt1xOszmHvZsid0ojgB/SeomujhZaRhcSEog3KbFr0BuzOXad+n
t3JLrkKe98q8cwdlRbtPBtA77ppejlZpiIgOe/DYzoyarSOSVoMGwciOnCOQ7HiDr/AbeuFNYVPy
9Evw3XKOEz02dl4BqxvxMkyQeCFRHdxkCJ5xnThdXXhryoBUtNw8jrd2aFHhA8PwQK+0e1WCjCJa
nSN6toJHKfejXapGLyqG3ksfK899BlStrvBU2B1QhqGTq5VRAm4CyZcXo7IZLN2YKRmrk+xeoDX0
sM6ibl1p7bjCNdp82Kb7jhufilRK3ECR0BjEUP8QTYY4MBPWEVUiRTh08/s4jaSp4ZjD9/I22Oj7
yX0CFlynw2gLZXxnZiLeBs3Sq1FkAsZ2KS9jyi9kSkM5hwe8MPz+yWWhano/22tSTKXDe+Uc9eRW
dThvBDIUXevudR3wqF+TuofWXMK3YFonLaDhXGvDq0Wk3x75PweAUPtQQYlD8s7SkyVGGteWny35
WQ34lwhL2r4XEIjCVzOBakk7lp6X0qDQ0QdEwuzv5qal3dI2eo+lkk1F31sUGUMIL8N48PGjbvLB
vJc0s2fBR0aIBodWhKxaz1mkmCtNpYsx6GuqH9I867WXsK38VVBKHB8+o1SBoWD/shqkKoYy4jxi
lp4lXlrehTA0MYcEa1tICwEXsJFrqt7SdkiMGwW02a5SrHgzZKpyHHz3nCjtWxjeZkZ4ijAHLApb
wzWV7mQ5PGpq3TpDKN0oXi6tk3qC8qnJGzB6B4DFoaoy9ylvs0dwR4shKNkodrTbC9l0qtJ1f7Vh
swzaeLgrdYV+5HApLYuylmVuRVkefWXMFmkTzyUzeuEg7Fi5/ynXIXpmk7INbmwIapTfrEgiEKHb
DrGqs9lS7ZWq6ezQjewUYrNbok4ZtiKBq2OBX1pUofXUazlOUUziwBiAeMqhlsxkrd/3JZTdorWX
RodKpjIVDwm5oh90DiVJ03cnxQhOhh7fW9A5/FALHClPNiMFKY4hLWet9g1KNfXexLcXmURUYQy+
QTHL+6z2t7gHHRf4g8rmLyqkalZX6a9KF6sWQsosRhFOvyf1Ty5M4VgJHzyzWGFxQ0VYn20YcJVI
T2bQrcFaOVRL1mpQH8MsN3aVXBEFiMSEnU+bwtYW0AhTAmAShHpZSvsfsaxjlpQw0iy79616ha3F
PZdxlyyyQVqOlbatm+gjbJVjlBXkymiCSMg0BPGJvVZOGfWxT/3fAs2ehf2b6EFdQZDOF5jg9Bc1
QjnUQq7FoaBM9GArnodhZnK8VoypX6csS6mHoe6Z3cVuPBVjlKA2Lkj5pbqeIBpqTT11gPjsjaYW
xwqmEXItBfCtp7tNN8xF/WUHxk6GN9j8j1EYiA2uYSXhQ7N9DS2MPNgaXq10I3z3RNa7dOpi6H86
AhE74sbijr5WzhIztvoFUzfJodQ1fbS6a4sTiJRinsBEMDOYPbWxwG+mzZFUcY8YeqS5IEl3DoCJ
GqrfbOhftietVLEmcJS+IVx2plZpR2cvyudmoxf7NLGsfRwWZAtG3RkUyWqkFc5ZAjMM2RXaihKO
tW2qNFp1Vb+r1fIYCP2BpW0np/A8AK1CsI9lDRGrMNZRVjMIOi0512qn3hQtmGhefwv+zN2HnlgQ
GLPmcEJrkspQ5OYrvyi7WZ+/UZym1xDWYi5noFNGS3ICvdzUZreX6pIqkHfAlrbJ6viBlQi9Wu+o
SXYPKxaFb9NRtcnYZ88G17XeNQtfwrwxaqVZIJXRPzpNDQ6hnYZ7upP2waMduvWDglizlj0hFBpd
ezdU9nFBkXxGNsslypMElmzAzt2srDOOXspRQ+Q66HJt0M+5dexome0Jak7mX4L8/29N+F/KhCH5
n70JDx/px9h8xK+/mxG+/pn/uBEk3f4v6DIwS8DrIRIz1f9rR5BM9b9UzQRSYNsm51pKzv/tR9D/
yzAV/hwqizLuHA2CxP+Bl8j/ZWiEJ9IrlvmHDAVn17+hl3xREP6bkgAJQjctxcDhQHfZFIZ+Fdcp
p3GTsKt2nYcTPtfZ+0swuwlmJ2929GfHm4/V/fbz6X17+9tL+geSyRWb4e+rXqFMxsQF+952rvNS
zB7O2ewOINPsib94+9hjup7++mO1eH58Pe4ejvvX+8/b+937uZv9dB94Lb57+Kt4XDkh+GDEhg2L
7UHgyvbP3z+n/Sey5e/nZDD9bvZQetoH+vSc2ezp4ZzMstnLw9PD7u0DScLsiX+/JLNxdvd2umxO
L3cbb7a5zG42l8tmf7xc9vPjYr+6bFaXy3b6b4vtdrF7uT3u59vb7fz59ji/vd2dzvPt5+72uD07
u93nD/f/xef45gUZV8QQywA/iGnCdQ4vh6fzdn14Ob3snp5Wq7vd4cmbLfaX/WK13S8ul9PltDxN
t7g93553t4vjdv3Du5ze1Xf3cmWcyYIsQpD/9S7fpmHDu3x7u/u48WZ3LJ+8xsvHXcC7ZHLnv5IL
NbusPu4+eL13/TSaH/k7H/PZzbM/+3x9Pn6+P7+e/dn29czoer75ZHSdbz8fPt8JDOdfD+fPB9D8
s6fzfv/8+r77vCWR9/2H96v+aQb6a3xc50VrUY0hSeeZnOXBWR+c6T+Xs9lis1yu5rP5bDHnL2Zr
Z/0fL9n/SKBRp5f13ctU/xyYuZdhrHRxIPCEDMPz++fu7USXavZGWu3scuRdpbP98/bh9eb1+MMv
OX1V312bee/3j6LuiNDDOuM6k8TAeAzkFy+6Cfx0VucNe7WH78fNlHf71+UMTJ9QEjTSsNUrBo0e
yU3sYTvHHVUAm983FQUri+wa7bMwkwVS+Zexf0WOtCB4TWunYxz/31YaX4fovuvvvOaOzIbj93f1
j/OuYek6uc8E8mIB+vMlRPGYymZHK5jJ742IuNklmL293bzub16fb47vt/Ls4f2nz/mK+Pqf4fb7
Ra9exehj9TdaLsoJfFbrjyZhbZHYoSazUOGUNRE5FqaY0/fP+idciauyD0FmYOO6m5Y062oSBJ7T
UPcrRjwkHh1iQUbejI4G6A8gqr/+3bVM09JBt5hTwLCiEXf852st264us5rusj+a7aFCMvXaYnW9
lOQC/0BTun6sr0sZQmN9liGA2VePhXM/kO02BKgMkuSWsh4HXg4VMLHiMbn//rGm2/79k5mupcsK
LxKasMJm4c/HMgmSbrTSJPsRBP3JrmABWYYd/zAo/+kq8KEguEJN0r5wxb9/mG2JbUMVnCNtyr0r
tzPNVQoN3Pn+Wf4ahdPDkAtt0uuBcPzlw/z9MrnO+dAcKFMqVW8sfU1VH8EYIAtgd+5uA7iPOTaB
OnSKyMIlYVgkCaX4z35gU/3j04KNsHBkgpAzrqZAs/EpK2TQaHHAEARmt8qsq8Z6/v3T/nUVS0af
bLO9U2QD5tPVTqfS/ZKzTaPSACyDVWSNGPK63F/926toGiBpCyUtLDpLXH3YHv2GzjcIY8EiI89L
G9uf79veD7/cXyMeD7RQ+JhNA1KXKq62S0ZlkA7WGr2TdsImlFnYSDJUn8AtpAHfP5Ay3fEfI/7q
WldfF8FPdiIQ7ThDCbbLjy4JanzEBeumQdACiJeMtUc8cRQWQBlQYmScLUCiLEXfrIXRrU0MjXo/
vqqG5phEX4Zqi4hJFfd9+C8nApu5TWX/rGoGu3XFvHr5vrC7xqtJiWwkj4xUC7DvOSRRN1vjy6na
xfdv5h9/BJUqnc3eXSfN/c+pQIY2GHY4WBw1hZaFweNJtXxpFoRl+sPP/ffQ5efWGFg8GCmf17zB
CLVNrGboBFyVAJUIkN1e0lXzhw/keotMPY6pxuD4wbNMNus/nydzI0pYBeDqwGoBDKAaWcYdFRNj
oDKbo+PcfP/+/hpZRKNzokISKXPi0UG9/XlBwCwyK1U5OGJf3uin5iE9lE/2u3bsg1n9WO7Ch+Fm
PPqv42dwY2/dRel0P2yAlOvd1/UtXD1z1xexFFN0cbIH9Va+mCftiJh25W3Vc4fLD6HaTLqXb1D6
FptqrZ7UO+2Hqf76rV/fwdWC0voqDRKpGAgaxs9dp2vE6UtF77YZsczfv/DrYcTngXYCoj3ptexz
5KsBiw4vl+uKDp/AkT0T1ljell4qP/1wlX+4jKbLTAkwHE3Wlat36uWqK3JzHBzNT8hMR348tOKJ
aB/6hjnBx6VAJLn183tVdKu+JovcvkefhajWRR4LnRCZtm4XTyOhscSVCX8Xl9060SpkSQcAZnNI
hTPLhmodvto+2s/qre6ehXjudeLccKMMsEfkd6AsQMUfTXXKU63xrvbzKHjP6vyF9Xqpl5Hyw0z5
D89tCCxmBrsrC6/v1aSckZIbjy6Pm2Sj/dZHnvaSJfEPk84/XIQdnKbqzP4TvODqIqGgfqgQaOVo
QyIv27I9m+DQtj/8hFdTPgOFi7A7sJhwptrGnx9mbwx0XbWqmyqLA9wYK8XfZYX/D4/C+xJTBUVQ
m7naeNPk00EThh266ErdQ4Mg4XVorB9mmeuD3fQsgnIKjQxFBUE5fX+/UR7Ujgv7RUtbO4qaGQpk
+9ZWw/oAUrpZZcTSzkG0Kz8wL6df4fc18+uiJowLprcJYnH1UZMRkMVJzFBo0e5vzbJ8JaBADQja
lKbeb4FBSIx+5CC1F/9+FFoCoKmw2R7o2tek+9vz6moiwX2nThvh9HDqEsT00BnK+t+PEOYSTcg8
5HRsunqrFu4R+HvEWSeeicAtbraCNX73/VXE9eQ4vUdtKr5xNtM1y756j1IMyiirko6YPxy1aZzr
yEgU76btBmsbuQMOqKhPlhV0Bf4WVSyqLque7T5eay22QG0Aoh7GyV3emYtAE/sfbm/6Dq5/ZgPG
CVVFvkZ4A3++BU9p+qhhtYSqWnkouuoyfdNx/Z+Qx09zUeReDKNN1yOn4Smn3YOUA4msRGpO0NZc
GpX01/e3NL2QqzsCkQIUjG29zV1dTfGlFhq5JZrGMTFprpNBNWdsFPxlDNH/h893+qP+vBQzAyxo
0M0UQY3rc7OeW14uSCtw2sBCL+MqsLsCMqJbI0/nbp4G+1GV136vXACH9D/sVf56TiHLlqlb1L0s
cxrof775unRLuANhgY4qpeWMFZF1AcE2iQOdH5fih2f9axwyzhUZfq3KQYmLXi1psogNiJIy9tSw
OMVSDcWyQ/NoDi9xhRX++9/wr8lDCNxpX+AcZnkEOX8+myQh6SstDKZuaKI6GKT2kDZjszHqqr1U
ZtCywHTxyg09a/n9lf+aK7+uPO1IeL18eldXxtTWtGVlR44xmJCzpHxfkuxL+p3/Utr5egLb//A7
/rWccUW20KYAYDcd/q5ebKBWPXV1g4mqwNmZDx5OTKBfzvfPdfXzQaXlC2VR5qMgIUT72gX+Nicm
eiNilHG5kwmCA+i7BHF1MRKjV2EEsrNfZSBV8x/WgKshykVNqlw0rLkiuKLr3Vaqk+tq1SCXzTyv
fgVxHa0S1hxMrYSIv37/gFevcbqWLlOYsKaNNClCV599y7HAVSORgF8LxNklGQPNbpL/ux/r6ypi
apQoBlsQCiB/DkwXrZGeV6RTqIiEViPtwteS3JJ/+94YDzYYDxSnumAWu/q0Ye14iHV5b3reJNYy
oen4qMhDHmNwK6ofdt/XBwCKHjK1ABYyRhmKMOtqAA6j0sRFS5pmYNIs3Zi5RiUk9bB649TXY+0s
D4FuEzheDKNxyrsyfUYMLcFh1JshXMQizeq5Epim/5KUcfkmeVgmP6xUKg9ETqbdwk8DUCJEoipa
6PS4X6pdOyqVRZ5eZJ//5TBg241oGcSaoEYlpsSq3/c6IA+aElOLBTTO9xGQU+JwBfrE769yNUvg
oucqFI5sdULfq9dbUM/LikzCszZvuyK9KFYTvBQS6mL0ifTjPRuoMd0y4+77q/41xPmhiB6gIqbR
JRPXW6qis8nqAbflAKJBkRbL6SwJYfZ8f5W/ZgoAMiyczDkwdgWCzD/foDHYBdHV6Dtsu1CIA9Km
CFVywiVrXsuF9CIoLOj/brfNEBRCZwU1bTghzIdXA77m3dWjnibIfaxi0YVAAXQ0oD98vELl1n9b
r78uA8GbHSHPRz3hao6IcEy4AIsSp+hHErwt3zt2FuhHucUaJEDs30KKVf43e2fWVDmSZeu/klbv
SpPkGs26++GMzBBATLzIIgiQ5JJrdk2/vj9FZnXDgYKmHq9dS7OyyojkONLxYfvee31rHSdpvGvp
IgLV3eKBbtXj3qcl62gOJ+vr22/75Xe6ROZcMXCF4LgJDqJIFXROqmSiNmFOyJZKd9hJoxHvPPmr
oxCjWtyaOLvt5cU82f3HcUoVUnq1QcSb3gRJklwN0qjfObVfG4WtcUmdODBIlmr101GMNjAK0dC3
WqEtOU21ofd2ahX/xlwh2rFtkHreQkJ8PkqGYZGB9Rb9R3QQoEkZbPrdsXz6+PfCXhiS1mIg93fe
+Mkbm41+qolZc/YrK3+kJ3/YtnGNEP7tYV5sJEz8gHfFN0O2icvs84chJmiNbhkmb0vjkyEz2l/T
ud7A/+/25ByzYz/N3ru5vDiWl0EdQmOyphh4mAdvcE6B2qbEA5sgiDR2OaN55GQGAG2JnP/t53s5
JdhAiI+J5XhKZvnz5wNZDHcvHBOsyQXXMFBAxZmc86zavD3Oy0diLngsaUJ5hwa+g3N5aCfHbEuS
zEWced+qgSsHOKk2tb0tDcS2eHh7uJdfm01pwl7u0jBeiTeeP1ZuNV5LKMJwJQSihl3C3U0D7N3F
HR2NKyy+IwycjP1Hh+Wb46Be6jwk8s1l634yKeVUSAF6m4Y/s6iHrWe1BvCO2igvO91MMHXYs+Qm
pon1nazywUWHjXOZMsxGEQqOvt+l+ScDj43Vd6OZwOShf+A0wRfkOPNjuZ/HCSZQMdV7I8+Mi9oS
i8KkGN557pdHEvkk0yIkIiGDQeXBoU7HSjPmuRGt0RTh9WSHc6J2SlkScLYSpJ8rZC/WO1Nq+Q6f
HxYMCjLK42Ti3v2bnfnkmQMoUwroMRa7bmBsDU377gB24Z1RXk5cRuH92ti9CJsp9fwrDSX9yuQF
o/WIf8dw1iCqdVZdQhsMeCYm1jsHwYvhiCht0ycUZyxKkwfHTaxHx9UBrazOMONnreSXXCB3Bn6S
vrOzvRiJecIp8Ptqyqw5HImKZCgabQfrLBqLk8KDKdH2VvZpaGhIfXtZHNwWl2jMZjHwHXFr8+3D
G5SX8kc0pvmALP3mix/aY//J07mRTiuZYXxwzo3WxzVOdgupS/RzMX40YOfSseRnSPXySb598Frz
1qHzUmDZLQaOI6MSaNRDU3VA+QLnoxedZSzXdinx8A99789nzIQXvSoDGgMTqasTDej83HbS9+6L
r3x9iPt8kqD41QATOFhyEsWYQpLmrPEjzeqt4cC3RrFbImms6fF8L2X3crhlFdD0hWafIqV5EHSO
TkPNmhMEMYHXn8rMbtdRMVqXPpyK7duz5dWhlmQN1X8Sav7BioszgS3gwqhSCF+mTe/WzvcJpHW1
q7VtvBNMv9hEXJ7ryWDL3z/ZRKy0wlgaLS/+AcBRKxv0Y1fU6p398bVHIhXOmU5hnmW3/P2TUdio
Jhszemetle/Tl9s1/jWmo8GZaAKsAj/+/nw2LQzQbG72v9vMngw2pznVac37S0Tk7hwk6lszdYwz
GzbjO8/1Yt93yR5w4OG9xVjU5Z4/1xxNrbQlQ1m+bj8lswg2c5CZJxpvGCT7hXpnGb/ybZGtMMk7
2Y5PvvzgPUIWakRaokMu086/7ZUZH4VQTN7Z8l8dxXNoO8AvjuV1sIBbsE4ltHxnnaaOvCxkbh8r
LeWHL8K8O/LvlOLJUnO9f/7uxqTDO9XPmeZ+OSKXQQdlDfP0zmR45RtyRECWh81XWJyVz0fho2ks
LyCcGHhd/uIbrLbaA0aS1S0VTDwp+3de3vIVPDuVXaY3iU+T/AvhuXswYBXFjUF6n/4Mo2iLRXkM
FGsgA/lAoptS5dtz3X9lNBolTIc3yV5xmONHueC7dcxo7ijCtSeTDotfEL3n8VDJTeOFl/0Aivbt
Qbn6Lk/x7CkDzAV99NnccoiPD7OQXS9ne8Z0ifp93d1WVlQPRzAPOozoZwEWv3JxPMBj2PguijIH
+qjwKAVWF2wVfrj+LgsLSKR+2aXXsRRTuGpRstFsJp15rRsXhiYuvuomq6IavKQsR3wcvEbkmGFl
XYX6y0luIpYCJMaOjvSgMvJmHQegOlaV57kk8IzR/mzXbvtddXhXQgOsqn4NKtjexf4c0UnTOc69
ww+fZxXd6JtM+LJEXeCHycaJq4yKpPa7HoetcrpVfW8d4ydNJFe6cXliStN/CI0QDp8SUbfHpk2e
uekUkz8UEcKvBAL2Ja0sqoBIOeRHjTFk8bZD2PqzdEhmreCjQEft2qw8a6sG0Sbt6gammo1vY+ok
Zfy9RhalN27c8kytKcXp5JlTfjJEWPciEu6Dag2rEGFLskj54HjqWy6E2Xfdd1GOlz0VpoX6Zl3r
km7+TTZx3GPTY6XfQLcj0yCDiNG1NY8t1iNGKVfu0Ga3YQDuGLpgF3xtjBm5/xw6GE6lhnOLjUz6
dWxxJztFkeiXa9n7GFLULb0beTxniN+tSs1rPJ6RkZiYWl257Sy/xRbppnWXoKHd1l4bUAqQLtYs
BpKlfMViGRA1Ipje+3jf4NmaiwEmL95iiDTnajgy7ArZTpA4cDFiL0m/T5aXfAf2a3irph1t9xgI
GetY0//w0NL7dUYszEub2qY8N916RMVszvGZEQ9ogIQEmgeiLEeUGKPjBp1GSX6NQaMP0szJu59+
NbjQTdLM+do3U/NjmFr3PMe4+q6msu2f4kgEwlH3PqY/th7slQq93lrhRdNeg11HpWg7US3XNmzW
cTt7PtZzJXo0iayqV8G2bysBkHBOcOIggqaWbgrUV3HGYPiRwDtudaV+ZvaYX4VDX/7SSR5+TXIt
xzWM3uk0rhp1Z1VO+5VKmvE5rS3nPi5oQFtFcxnItUfSr976fm8eJ6lDIOalvTNtwUAi1zOFFuO6
SHrzsgtxDQNeKKzboAPuik4n7K7aPgXnQoAXeDvELbgBYlqXnwom0GNiSFpDx9iAnecNUcm3lYn4
pmeHv+2nEMlpYCJVCXEeQukyjUOFTVDQDevEr+0tziBQ+Lg9xnJXUh2teInJ/C0n1TzguG60+9Ce
UBLj+OYXRKq6AsvsOPMX4Lf1acxtMt3igYXtlt8vPBVr9LMjDxfcbQPeNFo3xG5Yk4QR1uhejB7S
SMJZn5ikk76STZrdXdEL47wuc+/OKOTYHdO7gIosSqt0AzW1+5QGQe7s2qiLj7O5lhhZjyTA1lhW
62xn0N3THw82EQVqpTk/b/3efcCZZLz26mL2VoHsG3jkvIJ25aiuMTe2Pee3Rg1F1+gd59IeWkSx
MVp7kMGdwk6yw6bubrbG+kJJ1uMKvXaMObMeS3enGgsTITGO/rpqjSncpsJmoxL+6MsVMCZM4dKy
RyBlkUyg2ZE4hHeHcvVnP8dDg5HHPH7hEPL8vW6nXq9GyyjGnWXYMK9tJEvFDq6SvLKnJDA3g3bd
W2317bypAJ6jP+4afdHOSo18IeiD1hW2Oc568bOCV8iit9ZDNVMzHeD2mJug7ppT30ziXwjHIQ/5
edJ9123bXoFniD+VRYGREBfxx9mTi1PkmGsycJYCRDOFGcTGvMWmC4FS8YAS3hHojeY8uQSkbtAS
MINRAvVDPwi8y/geU2r1WDG1ps1IUN4fYRJa9Ksx8UKeu+u/2NCzTvBxs2Hct6O8derW+0EAX6c7
odVwQfXfeozgal0aMnTHbTBN5Y8Bvpu/0lkrfoYK1t8RKvYUJe+Q5XcJnFCT5pbQB6vHtXuTYiKh
Tro0hRoYORIwwGyMP+lVGs1dyPs+d8FDRLw6xaz16KbeQV+xzMU3nc+0YkP0wLHDIdvbKu0/JZjK
fKIqa/zAJX64WIoDd0O5WFp1Slhfij4AzxeqVFPJ8OZE7MZ0JD+auCNVEHRi1BrhpjknolD6nmCq
ux3GhVGFwUp/g6bTuYeJxokwDsPCPcqt+kfs9RNbo4w4SYAu2RzNBeYwANISLAZM7Vpr7sfRl3o2
w8I8RZTGObzvugz6n9lFi2yvFVhajnmFvbYMs6vGabtfvSii4xHW+X3SZFG+1gVfHPONyQuoxO5u
Odi8n2EiXFR6rYVrRi/k9yr3KvjxnETF2o9d9WiMjXcX5hm4vDirmn4ltFOlVMqN/s7KQN2vRyT1
W9YVNFk6EPKzzJcxtnn+gK38VA4Nb8cf2oA7R5Z9RtLJfhN2RiqpCTvwBMyanW8Nflt/yZMRpHgF
802t3DnKkp0Ls5yvtJnj+mRI8J1amWMFTmgimLWBZ8bwlAJ/dno8tyxGDdPeTnaOV6nFWaFyv0TB
7E5HnqH1jW3QzLeNDcjt64gOu5lW/jKG2T+Au1vBFOvvRLAwcRvUu+W+npS/uA+OYcmm6wRf2zYK
mAYxFoYgVnseAK6ChtyS9qqD1ReXgEzrUH8es9n/1VIXBgkQQwDhtbRYGoUSjEg+YNVb16N/6vST
vCMz1VwabTzfj0NZ3aMQj5s1RY6+REMZRdaec1/i6GVEel1BxjdWzZTg/O2khEC2rVMgcVmfhjsb
qyoTsUCV3WZUaM1N3xiVSyQwYH1iOKXxU3e5/bMCJKE3bQanjRc/Bmw6ufPVpKu4X7VAC6e9l/UD
87CNI1oa82zEUjQirgw2cPsrcBYk07v03oZr6a/CsUZwC5ilLL9DnoXyZnC+lBuTjtub1BVxuJrd
GP/JKVksKkXKu993RR8/DIHZ0N2K+nDeGVqpb4SdKJq4IOTzvu0yVgwAIts686MyjY7GfvZYdvWy
H+pSJ/jGCqeCtGcHzb3sXVPvqDHis8axhPYyURL7UzBEhjzpycA6m3GgCY7ojG3UJzHR5u4JicSW
h86lKU91G+NHQrvdIBO9Tg1dhddBVaKKdoau8L+NtYpv/WzhK5I+bTKQB1XjxcfUOIwZe9im9i47
am7zMYrSOT/xC4gyqyzVRBfrNAzs/NTIvRJumkb9ux97c8o+JSLpT2JpTN0G3KJhnvTE2vYJHNWs
++WAbM1hnzZGloOLc818C9RbA5bTnZz2gw5SOgApkoXR1sBtOoYBUvXofDNUKt/jGSDgeEShpa6q
lSOiKTyh/QaLuMaaCPzYThx9kxPf6FOs2ybnk+g4J01YFrndIJulXXc3lfEQfgbOQ7PZ4PZBeDSw
RTjXgpAnWg/U6JCCVzFmW8FgZ5Pk8g08+qv/l30izozmN1mMLTRBbF/Bzlaty5WB/9INjlun7mvs
QhMciS3Imf4qq1SXkHMrpIVMPWtcrC+UMrkg6t7dgX437H2j2KdvrZov7kzPKgFdnLYNxNkSGMxm
qqEufQYtOs9XDpwTqzqO87GiIW+gJz8FW1rALnkIIohxKwkXttjVwlBYJA9dYnzx7TbNL2uai9XW
b2Ltzhuvgod9wmVYhLseMkZ611XUvxUxEdcWIIaO7nBKmeLmS4kWd9rGmuaD2wB4iV7nRSSMfdJ4
k3GeYj3s1KsxhjsDA6wsv7XaYmn1bmJlOxHN+LyRZ1guZJDoeA0VBgknbJp1elxV2iCcApFQWziP
ya69qMyiZ3NF4JHXu75U/XzaReQQHkOcvfKtGKWwf3hF0QTnJbz2/rrCLEXsO3gyS9TY1v0XtBT+
cvwPKp++TlbXF2BZfR01EK0LUvar2pBlsy7yBHx/F4Lc+WVmQUao1lHqJyPhJhd4uuVqXZQiPy4h
987HtjRc7OF6C1rrBpwqVscpNuzyDKBN2iJskX5/ZZkjkAjgFfq73yNluBQNifOVaBpT/0LI4RZb
iGP911HabNGBPziLh0OjYDfkc3hNkcgqtmJKPdTaEw3BW4yCwdDpOrFAMDidz40idBbowzw2I6Yf
Fr6EyVY2UV0R0tVz7z9iWG5FF2NrEN710yw+I9fHM7Egqp92usvS+FrZyhebzp5HAxDyjMTCVGIh
fRgOZMYW8zv7tuNLLHYDgaS1iSJZmD+tMHe8I7+OBxgyTdf55X6uR5z5pjawQGO4bafOMxlEKZij
iO6hybQzSMPGMFc35PLH+rs2hJudun0lu8+DUxbSW2UJ97dVjoTb2of06KfHsc7Y51K038auG5rq
MXLH9psFjwcXCqPR/rE3uRALzNh25VEfD/E1dG7AQzGOmc26NsWQn8bYWkMtqWJUbJqc9wklWdFh
aau5RpFJM6yrtqBws7JsmHe0tadQ/80CZPhGe0RH/AmPeJx3Jas1n+KUkz6UHkGGC4a8AUUx9T9H
4EwQyuj6i36ms7UQs7lZBqdtPwXZV4xRsANJpTkVZ4lobfei5xefLwwsz4dzVbYut88wb3SxJaZ1
QOImdG0eVebI/G+HyvGuEuX6gM1HOQqf2G6O1ReMUIzqbpb1+JCOg+sWR0XEONeB2bFzKRjSaquw
sTrxg2Zm4yIGCqbPOhFl/TjFpsjioxREkHXlmfDvrJ7psh21GV05VcFdPdUFXlWVRLfBC5OPMUsq
3EpYgWKXFGPVwEjqdLrh0YPT3JRBdxo2Jtd3mMnOCWh84LXZ6Oozz21clkKLyfgWR8+F0WkW9mOH
5Qjw0ghrB47qqr53+zjgItZivCF9OulYPfkE6cnL8L7M2jJOdnweXXa2AcKeK24572c95p8tPJXn
rZoCR60DyKOQ1dzOOZtkXIptiYF3u28XvdOKCwioqdZg8dA04tvJFp8a/3Fu5L6f7LLaw4nsz0pt
BfmqChN9x9kM3m+2hgj3YzIpBmxKmZ36BRQfzCqh9GxTu6q3Vt2bP0WbFvZRKZd13ph1Q8wmwRnu
qFBOG3gd/i3fCFkEwoboukty8nVQKu1mLeupv8fxx/s1+nEB/qMf52uYqziC8FvXgGKFz4Sdbfdr
B//D5bpM8189KguL+9ROf9S4IkI8S/sx2HOnLKqLxjAhoUNPwc57FeXp9Mv3W/pdiU4iYC6G52Y/
INK5ZzamNlBMRx2aW9eU/Q0ZktraOtJqbnJQo85G2XM6goCrNIRikdN0i9OV3mAe3X1vgtCP1x6k
Vns9pVkL3VNU5iNcqAnnAIuaxRpOTjcfSQNvdEjXsnrgiwNCNk0GHAekZvFd4OYGiQE4nxgRh478
hi00yDLf7jg847Aq7soW48sdgEWcCWyvN74PxSwxWcrKzLKOOlfbFp4jMVGI5JKo122Lpe6qH3uL
VzwCH16XRYm3qoCDuMGXOtmGelQPrZ223GFL/c0aEo0HKfd1fmEBgJElnojP6PiGbBW0JEM3beEw
c8PRS2+x34jwA+vw8IYY1z8mBQmeNZ7LWByEMnZ+NQIncYhSargU0UgHo0dkTPYywD59RTJS48Ts
Wr8MV+pxNYS+vrUGGstAjAjii5p031GuTTxkXK0q6wScSFIAFI7LX0WX+SWX1Sb9Bm4YpwtdEPQD
pjXngijewe8+wT79e4QTd43HRUi8gYkHZpo9qorc9k9n0YhqNUaxBNslLHJnbCwdF2AVlt9H22rw
14yMiuJJmsM0NADecClVypshPRpsttZIVLtiHQfA0J3BJZnZQO0DyatSKMzzFP0adc1+3kdOiBci
cDOuQsAD4XfURLN5EI0zJg9m+4DTISM7pYpBeS0cOJricL6hZ9GKs+PMGYxg5alUetsG489HQ2ks
Y9xAut/GLEzbTaQ0pglOpgdjo0uLBHFd901y0fdRmm0jtrQBImqes/uoIMctuKls4q6sqrBZCutk
nag+gNhltvNXR9RUYv0Jzu86ZdPjktlpgOIxoq5gyS75D7HGfmdNoV3ZR4tHrjh1mgZpWxqX7Y9p
bkdyjX1lpZCTMG1cF51oAYFTXAPkaw4jnnhkWsjIABm9qcx8UnjQJEG2tZMwvWMy5tM64Mi1oENG
0V4kldTHfe3hWBGQ6C/YOIgh6E+1oIL6WE3F+yHE4HELpCRqdrrFIntFUbFwgW2OFe7Aoi4Sjjh4
2KugCElZaAy3EiLY0roIG2WbC8eycVZI3fNxoymlFRhd4rq18cEV4m6PP3BzZMDMDQGPG+6DTjuD
mztUcTq0oAdeD5093oQKBLyp62rDx9PTWKdRi0w0bHJr5Wh3sjdmb6lmW9lhP4FCXeww7drpI7Bi
s2due3dKH1WPCcB6HIE9H+cI7LCQ57bSjzdNlLV63dMKR9qoFf5FhJvO4uHnmw+BinLu+YSLpxUe
Xe1ezJggr3xuX9amE3Z/3WlffGZ5NBjaUSU+ywDLuCtl5PoCWSt5DENlkOxSw9yW7uKbYg0py4es
12dpQwlkLgTm9wi9UroNy4mUUCJoS1q3ocwxCgUL1K9HWfjURGZJJtwqfXfEtzE1jU2QR6R2yZYY
N42Ew8jhXpr3VpR68CrJzCTHMyTqcZ9S/cBioi+qy7EgC3BO0dfU3Bj0BO7A7sNTOaPRPlUDAfma
y69Z4NrpKjyDi8VbOA7a4HNQhQbHH/FUupnp2OviawobibpquG1cpD7R/wZnIzJFOIzdV+Bd4dt1
df4Y1vV861Klmle6aEE9E47nZ2mG0c7GGp1Fau8m38joIWzOdFMc+VHgphxovGRySlN7OWo94+VW
TARI5gg3renyOtyqwCPsdQFCs3PO32oXLdtqjiuk0gump9+TUsVddRTQrkv810hcGUOT/NUf9yH+
zWX1UNx0zcNDd/6j+o/lR+/LampSCLH/9R/P/u2yx0FPNw9/8B+2f+x08etHh/vP4c88+4j2v37/
dfxQbn50P579y5ZNuJs+6YdmuqYYkP813N//5f/1L//AZJdPuZ2qh//8xz1y8m75tJhf6ynZJqAW
+a9hOLfJwx/7H+pn+uPwZ/6G4VjiT2SA3OQdCr4LEoeP+8ub17C8Pxe9FH/uhPydI2g4+ac5r/gz
QMq/VCBtQb/+UvD8G4bDB9JHbdLFv7RnLGSDj7BwoBE8rwEi6YBvR5N56P9uNQ4Oit9VO1o4R+af
7DElzw8VMrgrVON+EsonjVi7MmL5OBYR7a3fhy0dRIiqbs3GHX7NVT5xr4JJeEKnNgFdmwf5VzGZ
AVa5lQyP6TYUXzkzbHMvoH9ugDfP16WHwf3arJwhOakbwzfOQFKY8miYdPpZ0/t719Aj2+9nexy6
ndtELQgLA4NMLEJyLLaoKyKBLkyab7JILxznOrgL0wAvuj6NoTmnfsX1KdAl9xBJ6ketnXRQ7doD
LzqwHQwtNpVJ5Gy9kDYoms+XRthJLym5KQjzaAv6u4H1mQYzxMla0P/c0F+DBbAZ3VMx8Ikt7Aws
9iydJN7GhVVGGyl0uAqnALgVjmFLY/ZUqx69FGU8DDEGTdIza/GhxKINWG/X95IzIRv724prxQXb
6QyPsZ5dH25/7yzIzDDhEugiAFgpWoPR7sIVl8fcWSdyNgHsP9GF6msG1HjcDMqpvw7UO8XaCnH1
3XrAIPt1BQPC2s4V/HRo3z3Qee4s/gW5JrSadlQFwC4H/MwxZqIZhpgycSUF2CYj+5OXybSmj9le
k5zF7wbAerwLF9osB0hDcaYWJV73sJolfqbVYLRbyPE2NvPKJHit0WvR+gls6LabJC5pX1o7SUGE
4qrHTwHO7Y6sBiuqVeP1oPgGYNJn+UA9ZweHGaqsNv1KbXNVj9c9GaoT5SIOgh++0O2g4s3Bti07
m2BVQmgnrzdwf/+9lD+0xf2/6T5O/9Nbu9oJluPnP6aHZxvh75/5e1fz/wS8QMeAv7TcLXgOtq6/
d7WQ7QnxQEivBqrkEBX9/+xqvvUn7At+kMZ/uv5N8b+7mm+y4UEF9pC50Zb/+/RgO7/6q1uBk+Bf
Yn5+N1Y9aWoAR4CUlo2V9n5zAZAtzRZPGodSyv7glI15Q2hdcP8pp/hY9hYFQY9CY5IDel0M2wBa
s/D1RR27Oj01Z8pC5NZknB8ZRkpLXxwJ2s86fMCpRnSDwj6JoA2AMVfPr71reDnRjT/c5VaS+vQh
/A6+pUmsPVom0E9px9qE0dl3zM0Zfq5dCTIC6fhoneICO40W/kIC20/KTH7Kbmd5pDRJEfyQczfj
whhJfdO506bzJwNec9qaJHTIyuxJ2KtTIOZzsxEJdojtXNNtYBTZILaYECQnA7nAe3uYj5GWtGot
7TE+qUaHm9LkcduktxD9UhLXkPzTARY4PbH5nqLxbVikKt8FNtDxsU6OnMjLdgU3zHSL9ThuY/gj
/7AbGgGwHcLLZapb+8dIZHSH81d1RBKzppFDqb+a2/7/MvyHzwL417HFlgtB8/AssFh+4K8l6Ig/
aflz6TINHPg19P79cwUK70/gA4QaHssSGcqyNv8ZVgR/0t7s0WBk00WF4JEf+mdYYf+5iIy5AAS0
W6Js+8gafB5TkPz9vfwWHBExxZILPliCKCdUYnBkdoFhk+G0vG02Gt2H2vb42BCGn0c/4oIIogf4
oBs2oevG7gaXgznL628dypYjn0Z53Bx1QsaDNfuhprDfAxLHLfqJRbj5Atsxzn6t/Bn7+LHmHhaO
kChhjncnGRzfd4Z68QZDFMX0GKM24AWC63n+BqcJl8yC/PJK11lx1xYYt8Wgk2+fzKe/984/Cq2u
SgKZ9j//8buj/X/3yt9PtOBOfKYJM4nu8OfDWN4UJ8Bj8I3LwuqqWMplK3swmhvbMMBE5GX5EHWK
89rRNsVqsrq73GqLby0b+c6h8efu7V/oedvdX78PkBL+4QUDszqYOK1YsPKa30c6rk0Hvh+BJG67
9gelEfmhHvW/x3KXXlb0hii5D8aKC5IvhRzcVQvB6LKqB30L3ttFnoiT2DsNfgfy+r8GQ3i2nJQh
8tHDZsyBgIliduVhmSfFidWE0S1MajxpSvqqqVeUV9ns1ieJ2ZESbCzSYLW5UIULdvbekPjLmT0X
8NKWtC3jKrFzYJ2/wwB4Zc4h3WWy0QNL3/5yHXl6cILD7ek8U96qpoUAHC/F7cqm3vv2V/zaKOip
CADAd6BIWjQgT45ns8BjjeSMt/JrbyQenZ3bzPeA2r89zPLLHsxsZhC7Gfcrb8lhPB+GI7IZiCI9
BJJzt/NmTRCA8uS+nGRzLHB/BmhgOSGyHdu+eXvo11YV8hH0VhTdmFvWMsufPKLtVNgAxQk46Cah
uUp2nn8Uxqbydz1dZJcuhN2ZEIScG14xYFXisGmPCkIjytPeUD70bvuxZuDf849ZR1zm8+59tv/n
vxIFgBqHLtjO5GqiT1mF4UqFxc47+8nzNt2/R6FN13fdRRV7qJkzEjGQ0pLs+5ahjoiZ4EST1KXW
rzx33qEFje7fftevzCbmq2UhU8X2kWPg+XNFGCnVZRq7q7hp5Jr3GHNbcd3Nx0eBvcDlHawZt/WD
bXJAXujPcUgZNSOtVs0kPqfSeI8J8NqzhDAluI0vB9sh5WpWvW2NiiaVtK36K4o46ZaGkvpDZMK/
viN2IuF6SPPQ+R6scsPG7r5SnCyL5nFvJQPoZ2oGuN3RuPrh10ZiA8EKZzNq6cNNzy+sCtNrRVrQ
pzsjGOEyUyMt31npy4ZxsNKR8xK6MOHAoxxuW+bYKNWZHaO0GPUqc6DgYGVbQZ2xbOybZEpT7ACC
K8yl39kwXzmtFrYTWlQXyDHt/M8nX+A2VK6q1F05NH5gzdKqnZ57MOVNYbxzWC2H0eFDggtD5EhO
CPnKwbfmq8zvRo5yDGBLECNej5UpNRgzhppV2Cc1rZrvvNZXZiPKckQyCB0dToWDDdQNAc11OSox
MYmF/KTaTSvornh7irz2Ch22Z7pT2a7NwzjHpmF4JiGC+zlNnUdl5CQ73anmYtDgA98e6rV5wo0Q
QbbLEfz78vl0V44dNfTeYDir0aT3JqTMcqxMPexxfbDOpFDG2qZb5pZmMTxaK8d8Z/jXnpRuWxrL
YBVyL17e95NDoSw7pwB1zh6iKCD6BlZytDl25zk97e+81Ncmy4LJcz2L8isKkOdDFQPW8qFLYUo0
w+UYFddTGjVUk+ZHjwb3gOr/OwO+nCs+JAlOF/gbyKu4PDx7Nl2wQwZ9iUIiUmIns8g+pfvT3b79
Bb42SuCiEyM+CbjziOejjJnTarpvnFVqVbA+2s7eldzm30ENvfyefD7dJbXKPkz+9WAUl7bJOY4x
8mzK2ruRZhLek1vqfuXR/J7uyF0+6/mq9k32LuJuNIU2FJPnT2TjB8ajcoMhNvTNFcagaAUEXZFi
k1o90NOh19jgBrSPr5TbCzJs/N98Y9HF2m0Mp0/v5ohPWXlhmdGo1PaOgc/n2D2mZp/Pu3GoaUKU
llb2SgilvmdDQu0RJhKSCOpI6fkE8zLbUBEeBDhFo8ZfryCHmCYm1UmfJQtqqLTd2wglGyXWQmcI
QuhGz3f0zLo/sevsHgWH4iVtEhI25YCrDBINyq+KNzyculbh3CaFS0jf5WHR7mJ+4e+JMWu1tYvU
PcOBI+YRvTo+ITEDqItp7ecUb1tjprWfhMdaU+tIN/RSOMGHNP7LWUjQgI6SfPrCXiOV/mze5qP0
04SOjVWPfPxc6eoumKzo+O1p+8qEWtTURB0hd1WQj88HyaqkbJH9CHLR2XQqhV0cUVNKcLTAnPHj
QwmuTnDyIU+8gCfJOjWb0k2d1TyqfJ95GSmliE6ejeqn3H3ngHglzEX3RW8LAkeyfCzK5w9W5DaW
yjkXKNzn/PuBTuOUqmwVXjX4bsLkwoq0XfuhitZWAzV4JQN7+iUSfJNiuj0+1W7YvfOqf0fWBwuK
NwmPBT1kgJjv4E6nKwEsmBB3VVF5PekqD7dcBEbuEf3hhU/3UR6c0yrDaxG0ywVrSgHjRdsDYEHb
MXcU3qkZYk8nCu5huY9pTU1Vfnpnu3y5P/N9O0vmZrFBIFXz/MXhN40eYyRiiWpl/2xra9xkleHi
eC/thwFdzAVdr/rh43OD4J/biAAkgI3k80Hxik3NpES9X5ULmElqOlDM1DqaOxT1bw/12vMFJBRM
8lJ0p9qHM96SkvtVgaor4SJrBrNH/+H4CVTbw+TKC38o53fe6GtrDE0X2SaKZrDSDjZSESlX0ZVE
ukQPGENXro3gPFJr2pjQB779dK+NRbrpt6iSC+YhsqMoKCzhLk2YTuvOsTXQY+MOojozQE79O0Mx
lRceAjuIWH6VJzHD0ms69yUhy9xZ0H2VyeygoaDCQerfGYm56Lj8Dzr2g1NvmBU1mp57lDOZYldy
rtL5aAUofLicvkcjeeUgX1CUJLhc+Ek82PPHSqgquEXEhkQlLDufqIXvuDB7P9/+nl4ZxeZgtZmC
JHfE4UXHQhtCKynbE9BmdZk1WXk0my3iiX9jGJ4DNDFUK/cQdo3oSeKbyHQYSWscF4ktzrwU1MnH
RyEqISih7gsi7yD+ZyMjAwbumfx6238aUVhBsQ3tdxbuy/s7lzUKz86SVCZ3e7B9uoP53+ydx3Ll
2LVtf+WG+qiAN43bAY6nJ5O2g2A6uA0PbJivvwMs6b3kSSpPUG0p1KioqiwcmO3WmnPM0uqEYvmc
5FkUzfxnqPXXWuKclwqllD/f0gfjiFkIIjGFalaPY3ID0ospHA0uxgJjPKHvcDeeGg/bJtY/X9mi
lMrhHUmzC8j1GMg0mopLwLtt4dGL3POWmNWNG5MP/+cb+uDpGaAMOKCxl1tG0vvP2mq1qExnzjKu
QGiGrL/fj/lo3tUouILIGPQTxdK3meZotaOChhGWL4/7O+a0jF6LrCrmSKGCg0nIk8r0R7xz3UGh
IH0zV9r8Pclm7U6bshLZWNTL3cDv237+to1lfPFdwjk4PprOgFHCkC2eXyfVvKtTvNlOqugPXRcT
DhB2p0jSHz1mZg6UEQwHA/f5+8dMDpiOOIm7jhq12Dck/Wy8IY7vO1yVPhO2cvPn+/vgO6UjAo9y
EV3QhTuahBs5Ugx/qxNDfdu4PVnVmoyIAXTsp//gSgvXg1KJg3BPf39n2LvUEIQ7W2U1Jr/R0kih
S2VxJno5fLp0AdzNwSHF8vw2D7+/VOQRfBuZjGlkGdf4v5wHJarnC1yQp7o0y8x09JGycEHCprfE
Nvt4srdi3UvJx8Xkq8vsmlXhzgWjtRImgYVYu+x8JdXG3g2YH09MMB8sAJS4qHEB6uMDPd54N904
ZDRXLLxQo3vPWoTIVcTzic/jg88R5Q5LFtUSzqTHHnpKGp6rwG/CSDYKdFvzk4Mtwo80XMzh8PkJ
mvoFkyUFBKxfSwP91w1BTSCoKnXmTDtKK9YCkm2tGK3ElAIOq6imnPhMPnqEdFqWTiItr99wnmKe
leVIh0y8QYYhIkdsB8KHP7+4ISqE+MRMTzXteHFjsyVAlvDdizm+z0K7X9B8p84GH90KxBxaMOwR
mSyPdjikb5VtHXIOBRY5XdAHty4bsq3Xnx/CVP2prnI3zm8rDW6WWsMpjP2I0+wWn515APSfLjhU
5T/4vKmFWAsRmY6ufTRbxGZnszdjQ49ZK+WoPHrnaa9YJ8rFy179ePiyi6e2QzeOGuvRbNs0bsa+
li9gTMpkFzVWtHZbp9xIA7vaUJfWylngtSp++Qll14m15aO5l90b2wPWLeaPo3uMEm1CRYGnXeaZ
+iCqNnpNek+/Kjwj/PQRwmXbY1C9YqoHiHF0aFGJF05ABLBdlO4UtEoi7+KyF9vRkNGJu/p9SuRS
tN81qnDL/Hu0ogw1torEmhe5rEQsPRhLDGJdWwQyjU7ny6VYju9saRme2KJ8cGXOLWyImUD4SLWj
+aOp59nGGWz4rmuF24xD8B3Zxu49Z1A39uPSSNbs9hC6TjpdnM8ODQ6EbMAWDjHNFOforgmvT6ec
0wXsaj0JloPZrsvSiHxYZz5xqd/Huoe8CCY8J0KYs9rRWEe33VilSUmLIDfnGkR7tw87TOF/vqEP
rsJuHEEABV3G/PG0RZG1SmEKILSfIi+wJgtgnoey5j+4Cl3MZVPAWH+rwvx6BkSFx8TMdpzc0G5n
1wiRjC5XPz1veXz6zCL03Tm2HzdRLLvEn165hh/ms7o2OrmIGZsIx4c5nyjSLNvg9zMKl9Kh61F5
WwoSRzMKEdNDjp+WG8JTT9JY795OGJ5eo6FVb5ij47WMde3TCxkXpSnJYrYkr1hHFw0jIuqjZqTI
GYXRyzgRh1pIJfr66XfFNgNJik1xh9Ao/f3yrE0KAc86mm2TYzS6rMlc0RSaPv9FcBWmZI5PnPmO
r1Jh3FLSjqs0RRqueW1IGHIxn7jK71MvaUecmShaUiSlN/P+XloeT4x/gaznQc5rypZzAJJ1DpD9
DSem3g/KdsyGHASRIFO8s4+h2gNds2miUObXTlkX8DBUtLFO1rc+ZQRtP7ICPCeDaa9bTSGaZtDz
7xxVPQ/+hNlshRKLtd1Yw23akk4wWJP56TrxMlsviMalSO+5x9MmiB1zZL/sQzPJdyAAVX5JcmrW
+n0nyVUYDxR8aJfyMN8/8Ygga5xvjMHIiexHooCLQ9bO+IaEGuewHQiJ/vTniu6bSulyUZaFo1c8
uZ0XVTWvuIps9WIQxrxB/zudaKiYv493zsRvBQVObYQRvr8tXem6fk5wvWRObtzzM576sD818j4o
Ri8T8aIshaXr0CV6f5WRT2ayuqWLUVbmRZ669h75Z3XXNl2R+U4SFY8AJKqgyQtYUWokvs9Z3Gcr
4L7theWQn/PnZ/vB8KHSsCjFqD1R4j36ZCaIeJnJSoiVSzVvzRyJZ2nX3Z3ZzfqJRf2DS7H4ULtb
poMFnPr+1k3hROAQ0HakeOCv8rQV5/Yk2s0wh82JgfDRpShDLSpdWGWsGO8vZZRO8XcLri7d+qtr
F+12SsN6JaVAPf/nJ/jBcLCWfTrFQDZllDneXwvv2RQihKG6oYXNrp7H9DJWHALLpa1sWlJRPj8a
lmgxTowA8zgWHr0xz+QE4mq5SVU+tPDjJsnOVmE5/fmujp8gz4zcRNqlgLkWU8jRXQ2dVXdOw1Wm
nkZQ3cX2SnWj5EsqlM9qCGEaqos6gXI/r+oDwjptvzYTNLzp2hEEpabrse2qE6/pLV7y1/V8uQyl
YGKu6C2gHT7aOCM8nGUmuYyLLxL8xDaDamKg/Z8JfegbZz1jISD0ATRZqmEgCO9nvLNz1OCAPYVe
//3p8ltY4qnKE80GtvT9N6OLSc7YBhY5gSgDIzLJqZcdqROe0X3yc1k0cjzfhV9vUxRyj1+kjWU0
T1BkuHmVHjw7bs9aXZxq5R9PnstV6DXQaH3rsJtHN2QIUeegULCGtPb4opFv/libxdOfv8kPLsIn
aaOaZ0Nm8WW+f2pT3cdV3xIOn3tOsYoXKqoJBu+zD2z5Pvg8FoYjhSf7aHmzK1go48ADywzg+zb7
2jOrgGFw4l7M43mDkiAuAxYa8C20Z47jUPVW5gNNbYCDiJ2/lSgaXyReppfZhiftz7pT/ewqb7yH
Sui9GgMIJQiEKX2xIcWkA4IAHFCo5QV4i9KZrpnwrHqnDsI5CDmqzpcsx5Ec2EXlNNskzJV9NMMx
2TlJ1V1D3nLGAPezUe3ZAxfnBTAi2vOjNL5NoKtnPK2TsitkiR9QgQzSBwVDpaU4purteswbp181
+lCf42CvK7+2wW9BuGCfl4uxj3bVICsswbPu7gTJYa9tD1zJlzJPzWDU7QQ4miqyBQUACyvauSF0
pcWnoEdXo9dnl2JypgdpgvEJOotY1ZiB224ESRr6RuTNDNNKneZmj/EaB/BY5gROdn18RwpVNQWe
PScXeVMbX8Dkaa8VFLUWRFg9LtYvLc+3I1sXYlrhAl6wIcheBrerx00Uj6a2aUBveBd1GjLvxYle
pvs0i4UeNOzsom3opma1MdyRtLkMVxB2C60iqaEb7cJdVakVy62O3Cq6j+thxHQKpAkmiyfFWT7S
yF/h9cuhV9Q9DMQKs20V2HY9vFZqpT3g+6plgOfLq/25KLwvpjXa7T5uy/lbbNhI7vCR93rA9Nbc
WLHIrk3ZVMJvYYs9sW1JMpjcTRkGODFN2++yyqkDK2kGPGmuqC90xTAf9LJoS3+07OxB5a8X96+0
d62S6Q1acbfuN3OXymYlvZDpP0XVLFZdPmdsDGZk2H5RDkMLWQDiop/Uuv0VJIj+gHuuKXdRX/Bv
YLUaiUd0rPp7EZE+coGyas6C3FCML5GaqeNaz9Pw0QF7EO4crYpvHdm711WYGft06r19EpvNQZ0k
gEJkc/6Aj+BlUkL7gRJ+a/tIULN8cabjOg9nI6UFlNQY6oxUKqWPLC0fAT7o3ncVZF+ygpI18rG7
bqIwCTbKV9a27ClTQ6+Cr1yLPnCRfECu8uLhtrEkqUB1xY7Tb526zqFnaBBcbW0pj3H6zVR/iqTz
INsSN9jMn/8m5Sjy7Ry643nhuU3r152X7oRaiRAHngnoM0xxo5CwUY/fu1E4X4cOZc86HVV820aV
xo8jxYZiFQ52eY2V0iS4WC0bw5+00Q2J2isqU/GntOrJ4Oji+bxxk3y8Qkdhv8ZNYoHR8Aqr3nTE
GnbrsrNROJh14drnqe6mw5XVNiATLUHCXGC7U8RgqEUXBRAac2MFERF+n2KDQbxBJ9E+x0uLaotz
KdHR41gyfE6NVs0vwDwNMpBKkz01posnLxpraw6KOpkeRTtBOvSLDD7ISz0DvNI8IkvOCzvPhl2F
8rCgW9fK5yaeYzK1nQmEarf4tIPMquLWb0fZPPXqKG8jzYIV4fEs9oWRugtas3WTQwXmYV5BBnBI
YYHGN/iqyfYZvY4Y2Xxh9hhWbhMlOKmxRSKimGUoz61YzbVdCszkvKybvPFll/LyZmG+wDRQ75j/
2xdYG3RLXKO2duj7qkW+VFXPlZxab2MoNl5mI9ZV6D1DkwF+9YbuKoUuiRdfbYsIuADnCt/C2PEQ
J1l0LSc7AQoHVaf3I1rUsCHSxQeJu9n6KbxyE5mOeCUcJ7rOwtrS/SRXy2kbYm/lv66mhQdtrawE
jLiY8NV6dku82mDIwnVHPOFVl9e6vurEPJSBN+kECs/J5A2rDrFvtIPnBqVmPXZVr++pi4ooDWav
GL5MTShvIq3PMJ3EjWs+1MDZXD+1Ou0l1EztpemZCg69Zo3Gq20XHIX3MjRodVauF14QLaAMwVA0
+rOiSVkw/ye6E6D4zKx1O1nZNfU0vs3aaNpkk+E842FrOPT92hPtTeLEKXgCN+vdrd5yuvFr4XnZ
etDS6bLxZjmvLMl2NCg1tR7XIETMSyUJK2KrAG75COEc62DHvfyBhGuuAxUs0B1Bjag1HvtC1PEe
JKR5n+erCmjZoVeNHMpNU01+GFvzIQP4NvuFF2LXWBpN+pqhAVeg5zwPc1RTOM96oQqCQBpadjBi
5GkBEY3u3lpCaWG21erLMDMLkEk9uV+BfS4fkzaKH3DC9A6qw6iPm5ZiN1GksBezNda96VXxyvhe
WGWX+4MB7nMdMaCohQsBOmgmvogPOBeJvUZ67NzOCV1zp9eMaIUkPzwYipplcIxcfrsZpVA5SXSv
viYDeLgtGGKrWNlmzdljzvtkn3QY/jdGnbcUZ81YUpr1yOTyR2D1eIHHMNvWQ5bcdFoyzGuWsAbW
pTtZO+nV3p2rktzIi7RHxVfpP1krLWLKWJtMeTfVmGiQqLIeMAibAogekefMMiDJRTnLRtAsECnr
XuysNPZu5lCOZgAov77sxdhc9p1jxkCN5nCtooP3grps7Ws+9Bk2bMEC/00z4jgMTKr48nIaUfld
tGNWhldzqAHO8Ls+dH6awlKUTT9WrnqlIYtN1y0WE/NlFHYntnzWTnel9mbC3KHxlV7odpzqqODt
2L5NzHZh1Nl2P23iJDTtJ9io40KpVfp6qzcCTVXSzlZ6oQh90sBIDZa+VbIw1vccecp+T2i9qDaY
KAdrE6ZtNASKJ4bXpuqG/mpKe+O2msMwnPwxj013VwroM+vQCflUORFbxXMPXubnnzeRvx0jtOWI
hlaAJj7HtWNblJFlLdP5hI9hGgC/6MB3MzPKrhx7iK7/fKnldPTu9LRcijgHDi0I/+k8vN97K5Bi
nBgckO+gMmVdsu2VDeaGz7Lzxk1jh/0hiVp931bTvG7hIq//fP0PbxXRAgW+RQh5rCEYMjXO4rzl
GJPM3qbuLOO+Dsm/dkVTn2h7/HbM4FbpxnOkJ6CHWJmjY0acFaU+LbycMqQBrGjmtK2r7lSi7gc3
5FJtUjH/0F5B7Hb0QMmsCZ2BlUtvy2ydOuy++t7sEE2pp4KoPnh36DmXegEyJroNR9WQWXUFVl3k
uyIzVcrZBuJYa/EOu7FtXDKRJTAqq/iiT53qQASv++3P7+6jB/rWzEHygKv6+Pp1qjgFWzgk5W5Y
b6cprNaDRRv1z1f54IHy2mgXUdheJEhH5/uqz2dOUoMJZaqs1uaIz9902FhMQ+h9+gtZUBRUI21c
1Oykj46ITWf2WVO4SDsSL13PdAUu7NZyf/z5hn5/bMtV8DWwslFdevPq/dJRwf3MDoaKk68n6Kp1
Ca1iGNPuxGP7vS6iLZYQxPD8HwvsYt39tVefJC7qg4jLKK0Yrjh/O2vA2TJAAV0pq6atXBCCY89O
Q46Xdg4tFAwOiFYLsckeErqk0BwltFe94kQzZBkC7+ccOvk49Okbo8qgkPz+l+X4tk1wCSZgdlt9
jTCzb8ChmZs+ZItOIj3aP7snGOzzj53YHEprqKCRZBy93NCbeuIMeR6sw0XQ5iWb+DE21v/BVfDc
0ZKj128fN7LAlA4dMydQroJISwKNH1V1PNWw+L3EgDeVwgwealxH3M77B8iClriRzfqAft+DDqD1
T0UJTF1rM+emzLXx75v6rwP+H4tI7t874IPX6sf/PPxovjPC/4b17L//79uf+SeHQtf/YvplskDf
s/Sqlkiaf3IodAtDOxGTuGCW6VHlQv9ywTt/0ctBrKljc6cjsdj5/uWCN//CGYRqlOmHVg+tmE/Z
4Jch/v8H2rJ3QA9Hw50Ut0Xrely9i3JbHywT3MyoKhbctZy/DFvPfraq0jzIbDZeKso0eiAagx1V
XOP49TLDIBbVzV/RjBzisLeJRVJKezWmoiWlQKjiykYB/Gq6pX7Wu2pesXYP4BjCGTwph7TJfQo9
TblK+2xISIwo80dghOQpjOBbSxiBNUZDY8fJWXnsKeQTAcEpKUbk8ZVEBeUVFK0RsnUf1qaawcqz
aTUKIac9xhnCzm09uf/lpV7//UB+taG/JaW/e05vohw0k0tBHE/BMmP/MiPjyRXY3I2fNHb0e3g7
WdAuRaWt1TdsXiMKU0R65/EusjgT+7Hdf7MmdpKkEjha6StRNN5BBNdUn+VePqg2JTof3R4ESCUm
HJYj3zpVVKn6Halgoa/1fbIuMnM+0en68D6WZFsMZvRmqdq+vw9DtpFjDeXPuorjWxRHP2Ijm7aA
1YlRsBXUfJAGm4otvEPu7TaSbKA5QUxBN7WUIRwA7GQWaF9DEcpDaHWLV0w9l+mg790obs6yQprX
xEql+wgmx4nWzvs5jW8VhRebGBrXDBsK6EfTc2Oowmi96GeRh/l5wQ4Lo1jUBVMn9XMokacMyUfi
1eV6rLxoAnmnvFXnWJM7D8Az6T3/6A3xpGTWfSxmbW0BE9l1ZSHOwoHiWg/XIBiqkm+f7Pk/f3Rv
Wrn3Hx11aDSdRFVT+2Zr8/5l0Scbm24sfySzAGGqsDYTB9Km9fcyhKI6i7AG9N7KPRZWK1nXUp2+
5qYeVwHanemVunEswa3k7rkY9SurcFTF72dRv1AdEes5mxwSaNSuooiQK8mZZGdcrEvNUR6A4q2l
rWbWJjLI30THatzOnqL0u1w00WNRFNGtErpRBljSrU6s/W9y3He3jTkIdY9FqvCyPz7e8BO/AvA1
7r4ZspE1QAF7OkyKMzw1Yz0A1VOTcoMMiJAQdeRIb4YjkH0I7u0lbC/7LrYJdaWh1PLIsqGcOIIW
KVjWqeofbUXtLmPbnDGeWe4NBSDrYYzH4ZK/1QRxXNNa44C9L6q4uaAWlXwZXfcGkaqz//Or/e1T
pqfNF4zNfdHr/pbjyOAoI9lYX6saMbaFWHhN6R1gY6RRkUjDU8Kmt57d+0eKFAM9CxOYtnzORzu9
hSuqG1MNI98bn6wwstZTlmSrQnR5uu9zT38Fr+HspDKfwQmijp6F7e2CJWzYfTIfkcgBHbcicQo+
ZEHNWCtgxDemqWwFLZk9tK8arpfjdtRVAHQGyLMo/Li1/IL7Wleoi0bDF22sYAXZ3ZkWqs6ZWjoG
dZSio8CuGNKgjNYcPCPpfzL6YRDYkjCttPFOqfqXaeLoWdD15jSJioMzmHu8tzQTcxzz+dvghXKV
IdFeTTwx+MpNfFb5k9+yupzYabPG/35JgL0UAzGi0TB+P5DjJHE6qxq/qaJx917WzSudlvjKykJv
9ecP600fd3R3yyTJa8ZXwuA5ujuW6lzRm/bb5MknG4MofDjK+M9aEQbpjAczsKNh3mW0Cwc/cWk6
JU2Kw8W0h1OBnr9x+5b2Ix+ciiSTH4T0+P1dZ16OXVL3CKIa1edsmnM4U57ZXOtpQ/rfKMGsweid
wG2GAxo1xYyUp7hohyc9tTPI7EN9BSFyMZOq/cxXOhY/LDcEsSysREJzBzeygytL1d1pmuJMDxOD
GCAjBm+rh6HNJXOnOfEm3xIE3z/fJQx18ews7iC+3fc3pSazC9XTfoUjV5K3IEb7u9o2c9Aw1K/k
RM4XxX4yElhOXQ3BM1kQY+OSO0YgurtyIiAxdaNlnl8l2XA5l2OHnjFO3JVVaMXrQPPt52RLZgVd
mTGGxbN+Z7aivcyiyXyiXy0f6jLUr5iLpe6n2o4ycnKTxV2p+A6lixx1icsDUEmh0/wmLIudPvXT
s6gU3VzTdboThHccFIjSZ2ZV9ueacEhN0WQ6oqezUrtEF26mNxipu5YcGGkVJ57gW2nq+AlyogMh
gcscvfPRVsqQXYupUX9t9Fh9NvvGLgLAfTSW0BCBM4Qk1DgrzRvzM7u0x70Tj0qQzak4pHkTpasl
DpgAWhEGIhePjt5Zt3XStLdtRpQNiNSFvDtGdn/mjRERUUrXljdvY+y/Z51/eHzN//6sswVmWrQ/
pl9POsuf+NdJ569lr4RtTlPB1PCGKcP866TDGQg+A/+j2b0EMfKn/nnUMb2/loMRxCqmrWW+Yrr+
51GHfwRvAcUQRDDoCwABjyB7f4LuHU+MXGAxkyBJBDgAdMw92j2yv+vAY0Wk2DdgNmwlzB6Uusfr
WSrxWW/QDetw1gLCrLoLT23bQ2PhCMarfIo5oi3z3i8D4O2XLJ8+GlaexG8mGhKN2JDgJvCJMiqT
FRb50DaSc6ik8uckKvojrh7j87biKzOLI2ZN/LJb1IPRc9cqliDYq7NuTPImdx19dRCodP1uFcqv
J5T1H/xQ6iCL7gJzBSGMRyNV2q0RDgaPrJZ9ulFSxdg29cEJo2DI4zrI3fDU3u9IZ7mAy7Bqs0Qi
F14UQcd7bqXOXUl2Eex/BNj5HO8AJ8d3isbWVbURm1PTMFaEBT0lmU1IjR4RbARH2KdNSFiYOxH1
Rp9jO2RW8/fK+t9R/4+lXvrvR73/Q7w2ffvroF/+wN+D3tD/QiDNtsbAALEIQvlE/h7zOvS/N2qZ
SaUU9sxS5vrnkLds/hFxnkulDTcqep7/N+Qt7S9KIdRLbApkCKRgBn5izHNC4pf9MtZYZBBEqFyF
xgUYAJzX75drORrEO4Y6HS0oFOY6aYS30cba2Yp+dnYRJU6f4MSt5fbaqukVen4iIsq0Tgw/Dmdx
VovE2RZm8VKreMQ18taDGQdqgH18782jCPRKb1bMOR4nM/WmANy9y91S3DmK5qzFYM64NZpDneH4
d1OlJ2ETvdmo0BAlnUhZka3THqCabwn2GO9DV8FxBooTNFC74t+yA29I7FUXEsnoiXTeTATF9WT6
VTPIIq3HnmblNyMxfDuZ07c225soTOOV7NtsFUbtFTlND1Y2mCtyC9RzTZ/rVa1Mma8ORMaoTrdZ
ApS2tlHFSA6G9iyXog4qz4s2JW/Ijwh6OcvJkCCGwF2jrfxC4pAX5GK40NWivUZ2UW9N4i03BfEB
h4KE2L0R95SHWmOJTMyJTDV0Tgr0UIOcjRP7lTbZ6Rwwg0KNCWfKOF2ju43jjUuK0rYcQj32G4Ng
di/W7UA2dfqg0TygqT/MX0Rd2meJUoXgkftyRWVr3OPzgX4u53MUYf3Prnd3xPnMt0UkD6bdwQjM
NdRLLgQd2MXBWOrnVHgmdhPQ5UkuQ80fDU63lpn7o670HCWDI6uAMFO6iaSd3NeZ+d3Lkuasc9py
4zW0mPEzVbtw9l4tZb4q2kjS6Mv0jSzojipzVl/FRaOulZF82MGigWvPxJF0WnPN/i27UJzyhTVy
B+8UbL8whLdHQdGtAO85wRg63i4h5MMQYU/UTS+JqUiGVZVBdURSUAU1uahJo714ca2wo0tW7K8b
0sQ8nTeYr2YlVr5MUdpdp67XvEB6nYMkqsUuHurwLKopYPgiJFiU3eJW7ezXVDNXJrqySVPOI6Gt
0FWtsozN7ch7tKr2HCJLUGv2eVxah6jIOUWjw6ueeRcc30wSPhrtfmwL4uJg3tdgNcGuNn4emTuJ
uPsqL5IJvoY270Ijr9eqJYqrYkx6gBZ9g5sJW5/H8DTbBwQy7O49p1QPIhnqM5IHm3tJEqGglRoy
tLYZiKKAp3/WAFNbObMWgB9L/bTXt7IZeIKVRg4MTdi2SNyr1oiMb6kCe14x2HdjUKcxpPbVxsQS
r+G6n7qgRP19rqmjcWitGjqs19TOUgSJ1qQKrHICHCwVnQMRX6l2MFvGRGvI5CINDftGsJOlAhbb
34dsuvTybt2n7bZMKEUVEBpXlavLlWqRW4cf2F4L0tnuzZJ6YF5GzVNXRel1XlU1y701HYasSoBZ
kx4xGP24zeae9M2+pyQ4W914zcd97rR6fwf6R/eJWivbtdemT3oIQIRu+K5L+4NAPLzSyincmrWC
GKx2pfBlTxhcH9LEz4g0MsQwbOOIbC441V0Qy7Q7GM6rY9fOmZS1ikowSwJ9asaLpunpjU+O620c
qL+rXoOzgMBOuUn0Fv2ApGjIAQ/IFwIDULH2vR1Pz3NL+QVJztbL8nCPXmqdFcRRUxq/tUtNBmno
KEha0C+MFrzByVWZYNMxOk9aJV1nbugd6jCscgykmnVZVqFyC5VbCWKyc67LKr7EvgJCSC0DN7GV
S0QHPysJ7reKEHAk2YvV2MbFLEcfG499oTqDtWuJReO60jpXCKaiqpDz5aojhnBT9v2VzO3yPLWK
bhePVPNknV+mnVRWntfWlzEZNfeaI91A0ahgjyH6olGphkPjOdW6boxqaxitds6BytmqrDcVSY1m
tiYysSfj0yRpLEb7YaaG1wVyIooHGV3Z+WYjxUaE7Wu7hFYO+TqLtavcy5+naVEczF8y1omocQ5j
pa5TKNGaJ9EsOCxhU5B6Ntn2U5CPsRuwTQPK2H6FObJ4OvnZyTnh4FxbvxQkIEZecrAsdomyZ1SW
NyEQpVWnKyS5aGm0qrRoCRkGsNr1z+QvX3XycSD12hJegB/uhhNaB5OSgFPhYusNucHRE9cRYTQI
NAKTHE2o7hl4evO7mlb7VPsqU/di0ucOuko3j4yzJL5BQqBeeWVpnAMnbANVlBPyZ73vVtNIlqVH
2X8/2YP3pYrc72VOykinWvdhtdTYa+LofWvIJQFE+ridrFqeSRzu8IoGwq7V+CdfmLvj+JrpK6uu
EtJVVOhN40AGZ2cCgmcEKY9mWkHBz5rwShP0+CNSmIaWZnSOI/ZsKroLPWYjTotsiHaCjLQLvUYR
C4XQyrcx4PmVM9TubVW60SuSOe3BdhPWqjp1uq3Z5Al0LDwUF+MiIvKKsL6Y0aU/damxG7vJ+Bo7
UxREbWp/bTIj9lsUzVvDG9gzGKPirGGFwQCye2bnTB28PbW2aUfAXP1lQA56OTlqddW2KbNFnJWk
tKHS2hIpWPPNLX/P1mGVwxP1E8/eN72Xo02jx3+dkZijK+20B2+Z+cwHh5gG+nPZkxlZRhgcSdtk
cBJAdtM0BMoQAr7KOmX+Ns8jkCtXb/JgjPv8PNZIBxyY+qm9undlOMVB6HZfw4LzyVzQbM9FNlEs
nLV95BJC6wDvWiu2nX+VYA0v+LBeSksNfV4R1FYOfOqesBHyGxrLvYWH7FwKyknB1M72TqoJUS/x
c466aj9W83Nh5TtBTjADAmJ5g6U4GKZM/QKLX913mSd2/VQUm8Iay8cccmQACs3jpcf1hTJII/FF
Mof7uR/c8zFWvTWc4ihAHa1skmnoFphBtK6Kbj6PyrzZDvOSF2dXVxCZcqS0kRowTQy2b3oRYw+a
YmpVza7LS/EIg9nPLI9vqMAUNb0mZKk9F17SbMzKHQ+EeVdEDLQT/aKYeCPUlNGu9yyxhsF3k3VO
vGkAvmx7oG5rtl1EDIoi2fbakD/kS6qRhVDSlwNp3okkO6etq3xLus4qUQ9s8ZqLlow7PkGFVC7T
ulDIMfDnLr7Hy74C4nBHdPALXQCKPkRfqs6m6+S1aJEIxnZ4Tb5RsuclWj6H9nilERi3jtXpywxA
+rEfrSCfkmnriTL95taE8uRWXxxaEr2vy9a94jSm8DYtF3lv0n1NZ1ACM+43hILA2umTkOgm4ui6
I2jtEZigdW/kpUZjkAMr4ICRnbNKegQJSl+QoYJZi/RulVjUdkrpZKuezOCUiVHPwMVJtpdLirkM
x+9Z6KpntatskCRBv4/F4Kdh/i0y4MDpcKAtr9o4lNYaT195Y+jb9hAQHrsr4an4VlXdOuO8N7Pp
qYyivd0bpOmq5ho1FShj86Cn7lMyjo+DVXHiVi8Hx2JzN0ZblXI0I5NUJXcyYz/qve0Ul3KXh/FD
alNPnym1yrq/wSrIvi1vD1biHbSJwGrydzFxJeSFzD2pq5DGLbFpB2VdF9/U3lm1sUrjbBKc8+Pm
JVfcl74M9zGVAF+65T2JzD/dSUd6ZiPBZrQWg3uJdHgI5la5KOS4NdzugN9zHZfRei7KuxQa/8Lz
C6pZQ8qk3xKPmP+Qg4A3OjrjoYZffV5lvYqAxU7PWlJrL9uBs7Nw0TiivIThKdg0LSXEGCHNBWgd
SpGqfYWP61lpWX/HnIAkOBC8LeY6flIidmVkPhKPV/sttmN/9ibW0qQ8ZFq5zeea7GBruhZj7Sej
2DsV/U0VuSvRj9EqSydx4XSusZNVol1XJEDvQLZl1+MMbTMaLpXBOidtV3vWoAu+dJZ5GS3YrHQY
9W2YxxnfUTFsBerJ2zwf1NdhashOJyt6nar9DzII6nUxQtdo46hfac3/UXZmvXErYXr+K8Hcc8B9
ATI3TbJXtXbZkm8IyZZJFsmq4r78+jx9MslgEgTIXB742LK7yarve1eiuilnnh/WKlrTSLSSij3P
eWga994Jx6cFWoS0NWF9BiXKPwao4luA4e84bsSX3Pp7mks4vwD1MTb8NKWQb5Gl9zM6cV8WB0og
45q6Ly4F/EaVNcdBpZf7Jmj/+CTOpo7TDfdy4yZ1TGALWU1N2nn+d2Ep5q0JlaSpvf3cOsF1VRBs
O1e33sWzM+dcSvLOxz5IKPK0r5GTv/V2d0HWSM/l2H8Razacm7F2UosWJEqqqqs9iPwzEqGmt27u
xRYrF8o6w66X1qvffALb9bRxduV+Cre0It88ZfSkUqWiFX3pg/0cND4aT0LrjmvnHntPXf1gm1/W
tYNBw4MQyPZJecUL/Y7vQT1cfUjLXZaXXwR/UOOXl+lsROTbqTPXW7EzzLE8d9zA13BiXuA4Ki8F
tXm07Q1YzRrTh4up7zKCsY4RffcHFy1xWlI++TPrFkowXOV/ytYZPjrXSpyhSjbHSMQUBWzwaODb
NS6094PIXTtmDTrisj/WXkGxcBcdITvsQ+3xUs8RLpoxVBd3zt+mtjXOS7g+2XX55dMNn5pNWB38
SX9OytoRyvGNW/JzwP8Qa3o4X8vKNveexxjda46iDLO4i3iILtZmuYPeJ7amqh/pJ37I4Lp29uAc
LeNzaowdiQp7D6fwkfrI89IYj570689hmW75M6I+he7MNGvw/uW551MTPlVHlKfOK+HZCAO8LtyD
zV+6fuDhCtBjtNoyYyxTv8eS3HAKAC4gquLe3eoljbAox0KO4WW2u5eI3tvUQ96xUwFBkqjjjuEU
+kd6CWtWnajmJqH6I4y2R3qD30jGDNLJ1ddyDaaEf8/ZKdsfows01xlTdwTdgE8qWeouW+6zWjHj
y2Ta3JYCs4Xt2ekgXpF/MCw37hvBqfVb0Fs945dtnGCl+p84Q+WdEXgtajPSD4agGZ6GcaVPDo42
S92pQMRc1myoteX1sWzs4pE+V9p7rZJA6IKRY0C3T/jXPH1HayOO62CKHSUm613j+W9tIPXRsevm
K1NW91oZvp22Wym/u8bxzxMtSPtgcWmptYnia5ymSKJsbDB7OBlnjlPtlS+r97YW0Yd2mvGT+MyJ
3m3vW9ijearCegAOClqwUQ2mEgKbFE1oEOdjqiM84ngIFm4dNRf6TB+S2me1U6Vbs21fVaGNQ2v4
C7EMes5o6jT0M1/NlPQ17pQ8K4vYRJE9xeOI3YZC5ODFHUW7E75bPM1COc+DE5Rd0hlLAw68sEqN
i+SbwRDqud74SJmSfryVXNwpaWKZiIbgshg0JtUrldtVOI6YExYLh3rPAKIUdfGFzlO5deu+Dvzy
hGvGfJ1Cq7xmtZ0lDX73q7DLhDZgOqlQQp9FlocFP7KZ3tuJr2FYovXkUnV3Wk0K0uv2UCKQiPOJ
MFfkaJp3Z+ZolYs7X0ZpP9hdwIU9oYVNh0AIPsJ1YG1ut/nLDVp9YISR6GpMYODOEs8jXXIObpR8
Htt7EnnClH4nnsw8WA6zGqw/bdZl884SXP8IfNHkVDKjP0stff2CBeuLfnkaT5s2pxrcoSRqxQuY
RHn2Qfk2piwjA0Ow2a1vO3170IVBjS6FuGCE1NAkC0Wu96urnMSu8g/yhDPG7WCy6bQrr5ER3JwA
BpS2UsL+yMa6P+b+MHFCESEo3PLDbfSwKzPzK/Nob6f0sb0wbxa71d3Kz0HXL0W2fuAUuYuyjLYp
b2oSdFDUlyGAMCRd0WZP2eBEeTGyvjbfzmsTwtkHwvwZVgYyPxIAqK/tDHc5tXNNOf0cziEOJDSa
FtFvCXXF5XWYzPDokxvz0xmt4kifDl3IwtouHQ/3JRuK8oFQ2+W5FIXzk5y4h67VLrSczjiY8Tjf
zmkTSDKXZWp4Out3OrPvCHSeeAq39d67NVSsiyyelMJDZW4otWB2aQ6ObO5ED/ciL8TwDUqTJZu1
bGfXKOxjNpKbIIz54gtaxc3Wth6gb+9DxlDsTHvHqRaqApfsFX7kLyUTYZKNzAnUvlb0c0UFBMmG
L4DexFtT7zgzq/XGqbNYfP9BpyliddqY/mBJPRwy5DWyWCQXWMdZlYdKetRj31wUd8Ro7TNU7THI
YCycW/5YwLyNSzluUSfwGujlpbay/K5fMns/Gll+2uhp3Wv2kA9f9Gk9ONuxk8ihmpmaNUZfWpWs
+6oI6lftQU9uugQ+0XN48j1o4ngJnGvmt87FdjOuz6U3z8OwLtcSAdIDgahlxBJqH2zMSgmlTYCf
bnccjW1Yd7MK9l5GHo7VTJ8k3f/JVpC5omTCleauMdsPq3aMo4583qaFunlaxMElesx0BzGNbVxX
tb+jse3XQtmDnb0aVplk2zmfVTIR6NBzF2/Wk7uoE5Uy215VS7iTbRQdELgqJr32KSoHYOnhofXl
1dz0wxwxCa9mnrrtwEgE1ELdG1y1r8fUb8YfPNLsjoX31EzGsMsi853F7Ix8O+0DL+G4mQ4qLNVf
MIykj4wX2SCVoDg8/5P5fBFofPaycOm22zp7N3OE/yQB/zxM7rPpaTqK3epvUTD5gbnLH02hg51r
yjbxN2vatc7yZZFJss/m6llmOQ1bdTb/9AknuB/s1qxjJIwBWU554lvFhwZOmbX7TFTszmnOyhAX
0+CDjOrob2urPdgIrvXNjs3RR0WFwZoCsY61Xk/3/mD5CXxnc6b5Pd5C7y4sOrq0SMCK23F9WTdr
SNd8fXc7r0jYLP5aXU9cuJkdSh1QNLdSOGrM4WEGjj6WQraXRUt0Wbo4Y5EdrwTez0caNDlTxlxe
0O98BP6c/bFBOedse7PAtl9zvy5vN6hjXSgY/GI1t3a1ACdAB8xdspbWvvXWWDH/3lqES/exyyJ+
uSvLQidkX8r1rh/NqgO8Ffo3azA+SycYygeUEBw53Urx+XVYTbXvp25FRRhUAUBcNVptuuqpaL78
UFZ9rBqhCuRyo0OJn5Pj3hPrFtwA6Yl07XIqt0PmeNQCUr/uZTHVqfqPP0TuvRK5UZ0x34oxzcIy
/LBIGdc7jkj1Gx9TFCat3ZVfg5DL2b6ZcybDorEEsyw7fSWHH6u30q+4Lb+GnA4EnpWfZkDRNyHh
ojgTjPfsqW3HnFTccWSAtaG7vzNZTV4kNfexuzjmoSKagHd1iO7zvG9eZlkVl60pI4x9kVekRpGZ
CaK6MXYMF/ZGUvi3H9UaPEaE76ahmRcXUw/ioH3hnwi1SbxChGgTSvdp3IwLutxfuvBoYQy380aw
zk47wWEN/gwur9JiKbCwlQZe0fwcgZQfgh7FGwZil69fBns9dLcyR9kesARC+2wG3Yx4lmFQdEjv
YV4czH7+NUce/q9JnDbKNdJ8nfNnJH2JB8OFop9jyJBb9Zbh5N5legj2GSyZzQTG6TqLw+b1KTbR
c1e5NbpgNj3EanQ/CXoeLGdNrawWh8WG56gbEG4xZEhaRPtstT6YW/FkLWaEXbZfPvvVEPflxv23
E5s37dZNqNSXvHL2PGwhirBsfGrG9bHxBMeGcxtWKv9+HTrkvmrmLZ5VPTPL2QcHX+qpz8Ub+80b
DylKMqveKcf8KOwsDcL8dQy3UyejJ1nMzl9Ar5avjGiGxGx5gwpZ1eloNDwWmde9husSnBzT/JPP
K5DRRMnkbnbEUbkl/6rMtAnQ1fdi8b7djdu4NUbngRSvneuXPhioCQCdbSZDwcoTPYbe9gvUXaYW
9bg829WYKKaRXW8bWPfGAsqmsrzj2KlE+T0B81gdaN5Wz51BFlifwRVFLM0c9yTGTM2U6qVw02YL
xMGYt7LB+x/6j0Mz0yhCG/ben/L8AxS8isOlq/buEvjvEapszhgz+ztWtcEl3hjvZrdm3Cdc5+vO
Ckr5XGHee4d2k8nGQMuKLHHglX83XPwQdr8t0rhTJ5Tlh1mLX0Dz40Er+Sfk6eZa39mkBm6tf6rt
EvYEA1V7zBR79LC10YHV/5W0hRG0m9FHleEfrr86LXUW02Cf0gcur8LxyJz35JJ2CKlw5Vb29fYN
DkFexF6Hd4iq4mekJSVPGy602QCWRP5DEjoFoLFBWe4uzDZSZbQ86L7vk2Dyy5SOjFPvo4RSTfV7
coM3f5HnuUCXZVRHnJjA2QVW8gHN6L5tuh8h7FBa8WEzMot270QZ3GxrPAauamxeCLd5sJdmYtUu
j17TU4nkOutu68L5Vz+bwYvlDOaPWWDqzIc2SGwWhGfZoPNabp1GQOciRZpb3EE1Fs/tKrrYgqJ6
Qggx3vWDChI1RcdWqWgvqfmOiUJHDyrpr33tGRSTpkUquDSRcSISSbwMoej3PHcjFatiXWISk9d9
EzT0cFODlpizX11ywnwSBtvf3Jb2oSUfNrY7yMxdqIE/IpUdhrZ8cULDvziNt8e0W93pAsXtrAvm
2br/kW839M3WSe+337Y1nCzcZPu1KfVbV4TXweydJFTML96Q2DiGVNZhGrc/R9RAabeECYnn1r2d
m+r3P/0KY+DUcT7WdSIDdsFBm+rEwyjvQ2IhLhme3USb3c5t8ueMv/g576N4pb+eh7KvqRKHO2a9
lO4lqjuyBhoRA9L8HFrJ20r5eew6w1UthntuyVU4aoWFbxnkK2shcSGz/WoMRkkJjnqUVq9SLAkC
L2vvxQHb1I6s5xNl1RTRdwtXnJOB7TZjyookC64YHLSjsfz2R7uk2lcO2ZOvsmWnDWkekNl9VL7x
xxjzhn8arn814tYSoo2uONIRA4a27cIRt8vVbeFx/XX+MYzj9zAP1U5JdnSM2/wu9R7m5Cewd5ip
jdj9scAmS1v4GXdEOvRZOvVWkdCg2cSqtV9bQrfkIC5tS08wQ/y8PeWbIJvfr1W62XQGC1OTljLf
tYSBkQbPeZp1vcB3nJ/scMySwOcpqwb4iM4A5Tac/jSQVzHK8Sma/Opc9uqunNr7vPXLa0l4Fqxo
Q4+HbkE9Zip9USG4bxNkyTGfDfGQtdJIgk4A3RpVByoqnfA8LGDKEevRUq4fDZRFzht64hN6CGfX
ioNQguyaVHrYDRrEG/XnQtIc5z67tT+J8c8qBtbpJR+eq2jTzKyTtxJ/RJjtaGdD6slbPiNu8mWH
Y/yXByB4sfoJwHrw9z0xFxjKLwDbTky7rx2HqnNfQlUI2OtFH6lj8HdzLuUlLJCDtaU1MCH1VbwZ
pgACl9bObMF+B2sj3KSxHlsZdZdx5b4qPJqGo7Le+BJ7E3WndIcvz6rcYyT8j/l21FUZRat+MEJY
+PCNjbSbk6vqLkWoll+yoDtbmzQOsgCgrMKPXg8bf6uCm1VM6UB7dNqWnLLVajjXeas5//GYFN2f
3g74RPBlLO0BK/Rz4I+7aroAsMWFvb46La94Cd1r+TrJ9LvFF1SSKEh1/dULiTTR1nutwZPD9sXw
QFHKlefT6NnPQH8HH5POLPazDbra2oeBeAd/su6HJZz3iirA2I7mn7yu59kcXrZwbHertk9YkgHU
ppT4Duo8JCEXaGHbChHscFhuXgl8dymoYkou0bqvUNxxlDCJak7pbSQVoLFPOpJxaVhfAT1ONm+K
oLSbYASeT5JLSO9JWwvAFGM3nrb2sM0la+UUy9A5sQ4ALxjngh42+OcGbB+CMKsPpAxsp00hKbeb
ceCZaVT5poIF84IxlGldK/NWx/U4sSwfqqpe7pHAp/asx6PwYIeAlfgMTfNtm41DoRb5mBvlEFtj
yHHlhsWDjUUp0VFPklom1sQeRvPoZ2BRFbDi1SJVPSB6Z2cQ9HPi3XCruzJv2kcHMUM8lCI7De3I
5I8LKEZ3+LX4nnHgaHzYZGknBqQo97b7RkQ7h1dZ1O/cFogEJBUVbDLRoeiqD9XDCeqWlEGyR7Yk
6M3vULrrQxloOy6XfmR5JC7JtUYKFKbA/0lqAC9wDa8Hlt6u5sFXeteJgBXc+XBYUZSShwhnss1+
IUMACGfWydgG8OqrHVcci6mnrGMWtAnBaHwcYfmHvSXtWnUInDU65mV/tkihScNq2ejjHqeNtVPY
QJVZtXPAxd6j1To5pQ0zPSdCjWxQ1M4k9cTq2FU0ht7ORfG9ttG+cKt4nvyCo7bc4s10rsEswaAY
iPq+eEGF4h3s1pZk8pTTlayqvWeC7Cv7ObAM66lnq2O7CZ+rOnw33GqO6wVUNhuZMCzoGuExsnZl
9Mg3YTxoFoUPx+pZtIesCw+jK1HcuH1p38/gPTcWBlJ+TAIUX/qvw1oHhdgs4XGazD42cOWfKgrH
R68A+V+iUt0IYMLfl0tPGlBqW1xrwlnHtKjD/C4y6peIVqrLLcUJK1vIrjTW7GYZJpyNTB0uzUvO
hq9EFpvCf/SX8iEo2+fNKH9oYzosfX4IO/+xdINnu2wc3DyFEZtTXya5Fb3kdgtdRdBPaomogWEr
tot0qfah95DdeCEm5S9hemLaWUbQ/bRU0aSmVTjkxTqheKM6fhSHqShysYeIHqP7JgT13lrn3oTo
A6TGT0qnYbb2+0aPADIWt15k8iXOwttUyggaiV3hmYDQQasKd4dVpTjcyris5OYH9F/JiJaJKvri
1E25+baUixDY+/F0J/xwXmdPZeEz1e286aav996wqacqbPIzkyTSs8i5YVgm59JkWfl3EWTI9bJw
t3ZboobaPrGU1snUuk0a3IBNC41BrFYGIsOd7r0+qGPcQg+BIhUDFY7eScNMVJS9VNq/HbHOEBMq
lCNFz7trgdoxDcpoBUcSP9HGFcToDD+Rj7ESOBgVVNfkT2vN1RzCOohApoi7vs2+TTZKyHY0Payp
07eA/JtDBFg06ZTuB7rdem0eGst7XVXxaHIMLcP8JHjg4oKURF2rexMbV1Cptxv+uaexSZ0ohIxi
ZzbrPSmsGUXdAxyXKqO3dVm6JFiM+66yORR8IAZKTXsI9O4ZmRl05kZODGljqs73br49EI0Xb3R4
pMtEt5eynGfLWFNg0QCtTf1aSeQKpqdelJFtsMRBlAaGhzHIaYG4WNk77nAAs6btjXvdD8WBmJTR
IHxqKZJCYUwzSMDSwUoCiDfmsUOoFUtiezdhTErwS1Rp3qNBnINVPTNP+pdgNEduH2ncWQ1vd23/
80pN+V67LbVqUlC7FS0vcmV7IzjhUIbLkgaZ2cZjMSHss0HqtZHDgU9uxCuFday2RjMOnFIn9ebY
+7Vczswl7UVrZRxoXxnu+ESCXenUzUc+UnAQbDq8kyUTX6vnd+0781G4po6NjPpTM5+RCW7ddoCt
C+/Lvv2eIBN2UudzOi1l+WhM2GE9zmfcXeSxRtnvRo7MdEVOy2TfH40pmvfNdJtcXaYyAJrsLjLn
XxCv/RFNJ9dnYCB3dqYokdLM6cbwweY3Ij5G8NhERJaXVCN8S6Zc8x4xXRf7tl5ee6aWMz/rraRZ
KtmK1Xio1pDyIVCk7HEz3C71BOdDZ3fm3g+m6pVJfyE7DGUf4cD0YxVl90SqU83FzijE9uF+4ZSi
Lc20t2ukl3yL/ZH6T3IdvJPrky6nI6LIBcZVqP9GPDm1Z1+Qv89XjUrT2S3oW3y482BIQr/tYpCv
9anBtPFnbjzN/iyy8NWb7EfGyC0kK20iqmIpB0hSolAN/b4WHV6ZCmFbndRrbSYGpDB0BRxoYvC3
T6bOE7vV6eRfpe2i/aWzcDXiGlHwX3ui6o/KGra+IlrR8GnPRclbFIt16Z1eMR/p/toNxVTuh/Wm
+qh5SEO8NE7+iNFneyL9H1iGxDiGMbXklKPlbaF7YoV81LSOXTLIlFtjhrcjGu1q16ba0cGe97lL
xmj7rb11OHhbMe26JkCz4ZZMbS7BSEcPIfu4hY+2rPdFwL5Sjlv0NPpWnyB8NS9uBz+WuiX1kxi0
Z9LE6hA9CElMXRJVyyVz7FetovqhmBmH1qm6m91IP1mTPe5FPX6q1n1wDTYc4cISN6HdnpuqMY7U
LvK+KptZLwc2K8gS4DQKPga1WVdrKE+5ocgvC61HRyzrcVIqdWTwIEOg92B6L5hps2hMHUJg+mG6
mHw7pWg/VZT/FB0UdlH0CUjAXeZHp2WsU9MG12M2TMkk9+lumoxqP3I79jtUV/m5pfwlDhaMrBMI
0WXr8zYRQ+EemILC1K9n55LfgrcyFLw3zmj6ZffrXiuTTpVtDsjnWZi0c0agCA7wPC05xqACAnSn
isz67AMxomvQ2fRjI5XkOstMfJLuzn60DpGfdE5Wp1iMSR1kuC2QjHQZ5ig9vDOAPZEHOQIBL3l4
NPJ+OlRsLoTZKsHNNopvn/y9FID7WTnUEQJoPBAa9q08GybaOJliujMpReUhvW/1FPdzh4rPvTNU
95JJ7wv3L1c0iWzMIJTm7QsyEfeLMPSbb8MN79Bw31ei7GO7rTqkuo04iMZL9bRwaSOy9+1kDJc6
/Ky7AGLAGZwu7jbpfHZG13wsA5MdnYouadz2RIaTUZ+cWXqpbcvlUUnrYZy7cU4iEMg7fwZ63rHc
5x/FdntKa+X/qGaPosNF1icQE8UM6jAPcycG8/DQFKb91lQ1g31RIvYhqPMSFJELuWBle8cw7A9g
1mcTLugc1LweLAjGn2b0DJTPpYreGhLgkkqtzdnWoTguBG7GVHRu7wQwAnvAGX+joFBXTJnitUQu
Cy1hGCdax/k8tPU5efZvHTH9hqUUD3ZG2lI9ulfWlfWnadvZEQl197Qi/jn0qFi+fHaE06jb9sE0
tfuIut6+2L4Qdz0f7gOnMtxFV9cg2HyTRL3Mp0BU1dfQRSiCUWYQESn4DkD5nLUb76S9FfeNsTZp
3nTJSulJ2nVWdFQUn/wUS/Alimm4TDN4s1+j6l74wO8F2QCJt7hPzZATkVe1tfMrl/2SBCVmF97X
GJZUsln65gl19F3VzH+lN5+2IR8uuIQyVCWTWI/1qLsp9dzle5YowMp6lYBM615lY5d44/rHCKYh
7UutnqJRI+mvBlw1tCs/BdMKtmiG1j5TdQRi3a7+i1D8wTOiA+K8VZ/YQfUTqab3a3Crak10L5J+
CMc/AQccIZUIkFmleb0A+QGp+s3SB1I87Xs9M7hajvhSuQGRMNOJSfTsd1+X2XAEgGr2yhiDFzYw
O7V8qmyV4NMpS/1LTFCMs1Hy2oShSXrj+qYMZ0PsWJJM4Hkn2wjVPXiQe3HYfJAW8O6vYvsICgSZ
kMdRD9IiXwKr4iroa3899rP/qxij6I7W6hVkVMq3pvZJTcsxDWwTXypGZrkLgpzzu5y+le+s8WQ3
P4BOAYE3adp7kD2kWOOKcsTJhjKRDhmHc3/Lp2yKOiANwAN+WZxepqjFmqMzTR6EugU7FWzBB7sH
jPHgnyxnvAytjc5KZ+5IdLOXXayqdQ/BYFQkX2I3izLKPdfGFfFojdO+jcQFF3l4b6shBJ/QTVzN
waGXYRBrE1jHq6pq54sifMy2wUJmEhgH3ogNCmrLXu2akUOG0XAOC2SVjAv1cdtCEVPlygjIwPWJ
BhAlpA3WS+dhzdxnrcT4FUbqdQW3YG79nDI/Pzh2hJqXQB4w48nMf4GZMBj5nfnSQN7HuUG9RO/7
/XPdR3i4HRXLcrmqoPhdbnqMISPFHWRoFFvV7KQCtYTegYcQkBbQrBSW5PdrZBHxtFS/vXr+oUv2
4DGvkMm146knke84GO6YLptn7VW/vmLwW38shfGAAhtAOojextKWO6HMjymiwDtjNohL8yYebqOT
L+W9rN0XvIuEjge9TLgB+3jCBAS27r3RrpkfpMzMdGrVM5GlKCz6qj80hpulVmGKI1mQytyFSKGS
CvfLmy31E2oDLxYgiKhmbwzsChprktS3y53qHgohndvafW3/eTik9J4dVBtEzZGSpgomNRsfNIAM
SONuCEMDy3w/J2ZnxobJ+lp2fhJh/KPj0BxOaDjLI7M2x46/hT9wYtGzrVvgPGW0x3YuQ5JvK4nW
sMRHYhikWXbCuysGnskwx16A4paQXIzSjvyNfiY4lpX7kTc9K5OqrqZRmvfjaFhx0boZn4u9Hhru
HurusFgoj4kGWQhr+TBy3iDBXZy2SvJbUOA4seP6JAsVwtKPs906D32I0t7JV6h7Y1jGH8jG52M3
6eWO0auDUTN+bxNJoLK1nJiH+kH3LbPOKhpwpduslZPiGm3OfOf3JET+Y177L9n4HvS3fBm67+/h
+qn/++23/lbI4cq8GP5xm/3Hf13L3x3Yyd/h//y//tNvwof67z8/+Rw+/9N/gGWVw/qEc3Z9/u7H
+n/+ALTYt//z//cX/9v3P3/K66q//+1ffqtRDrc/LYfZ+E+uPJd0t/+3j+8t/5R/Pv+v3/DvPj7v
X2FQiBMKXccjfcP7395dO/pX7x+BBCWYmJJuoSv/y7n7rzdzP2EyN6svbTY2qQa9Gofi3/7FsP6V
+DwHL/At5jwgLue/lFLk/BN49h+W2RBHcRS55CdgI8QvRpDFf7bxzfUqetuPnts22GjUQ6iBJGql
54vJZjGuQJEvrT9LNjNCV7ud1p599ZRDUvNaqwJRTdDR9+zPaMM6yy/Lw2DjiomLFaNPTGT/SlKP
sOYbQ5ZvPhQhD0VSiG1+x6jgrac5FGuw400i7RV3WfY6DUiuUrsNUbihT2o+kVJilM1zd2vvWtds
i+zgFCaCwV11C3N7iug1gvTgmJW9tXfsQmodk1TUuYci0xrpu6qHdn2ZCVoG7/F6J24nv2EI8WhU
BT7WZePHwSjKl45WvO5AoQKqcubgic2xt1WRLtWGUDkvB/ZwcwKoJ13Wat7n0biVPEyS2Ta3iTsF
Ic7EX3O03Xdg/fa+Whrp8Eto+olTziWQRz/aPptgHfoxo1vX7snEIyBg7Xzf4zoOcqTZeKgk8Js2
jyCkcjpkvqh+i2DpiI7TGyXeczbU1n4i2+GXI+z2TY/gRIyWqtuHG+xyqnLbRujkanGoTZfPow17
HV1EiX300NVIQT4A+LkRMlGDsmzt1v8s53mOPmxkGB9UG1VVInKHSNy1mOpTs1ruDKzReOiQh+0z
WEqeE6OQIJY1SfhrbLozgdCGrjW9Gp4gdhl5bBI0ckNUQzriXUeENH5E1VUI44J2y6HWiC1FNBj1
D+xVbHMdTz2CDWMBkW7cdbsj9cR2Eyr1luroOLj6gJosgBhZQP2iO+qdeRfkDPUQAQ6qZTJKQ2yh
6GpGUHDarWDeDT8DQp64CxCu4V0AVjFZvhevR/AqiVhkAFdzlFqS0mCkE33xTQC8Yey6nA4RkHGr
reM5m3wRh7NBjEKUY/vc9TNa8c6+ce1zZERdwvQ6FFfClasvwsutR7wdBFjXi1H+QX4727spksVt
BfMnpu3Afp6HAA944lRNR21mVfIGMPeN8Nm4TuqqzT7WKo/qvyDahLRCG/hMuXmZ83TsipAk13gb
ATVjxRuO9bGuwt95OM5Yo8zF7XGiSUx4oTWtD5S7OH6abySYY2TgOIhpN5veO9Kgrgz4jJeoi+Yc
KwCt7GmAjnaIJQuPuZ/LtTzb4JJ/Vl9guGrHgXplMFNhHaJAF/VREnLsnbhh1wPKeWwrQxG8UnE2
o9+kmegJE/w0E4RdD1GqQniQC5MUEVwrnN/R1lCYO0w1FIhs3oImrfSrfUNfxNGtq24+NGG+vSIN
doMbDxL9NWHh76Os3dZrYITcbZ1j+y+DXc4fJgY/jq42+h/Uncly3EqWbf/lzSFz9MDgDV4gOgb7
ntIEJlEiesDh6PH1tSDdrCJDSrJkb1JllrPUpQc6b87Ze+1u2gDAiB8G3IXhOjbcAuaWVW+6Blsl
QAyaOmzxYol4M63rm2owcWSa6EeAh3ul/GzbkYH+is7U55gs1ce6MGmhgeA3k0UugTuL2oFzNRBF
CrCxBqmRj5Kc9ca3s/vID63wIpUo3zlyqvyg6M3LHbR/c9zmnqusINeSDNumjHGn6KjRXmRllmNz
Zndu1ztbF5KohQqnHIobEVOOXnUyG76GXV5durntlOvIhZtLDkA8JWuwQMV52llUs6n7M+WZHDgu
ozZDDBp2Yqi3tl+aVmDTnUSbbnspZiqsBFRilxLJtSViR8NhaCEwmr2Q7nsKXrFZk2pMmwW8JX+n
aDPVfxmVnYNvh5jJVG+FyfDNB9vfbp02Hp9r5vknEnrcb6Is9Buk+ggLG3B1G39Uc3NV2dIqVdCY
KtpjsAzLAPWU/2wLjstreozZcPDaoeoQeDTos+M8hWNjhj2O7Bwc+h6LXginOZTcjnFMVcQBsnec
TZp18xdKi3wSrh8TU9VFeVWiNJ2bYeWDGGNjO5latDUai9pgmHc1XXjbD+nw6Fp7OneZrgdNJdgY
+zThVsJuvAMCPIzN1PyQL0HSavRfoJa/2in92/3Pmz3Tu/up/4E7JfYw/36f9P/K75VSbzZK/Ptf
2yT9EzmWJjOVsKAlgodjH/ILd8CGB4IjUCALaCM5q8tm6F/7JAiQUBZ5C0Esmgjx+XP/7JMs49Oy
31r+EABWqCl/hThZKCqvYQeGINdNN4CmkpGnC0Ky3+6SDL/UWjpneFvCSnxL+hSJzghQf8J/TtOs
o9eq8oqgQde773FqILqttfuwlhz5RITTS9v4uEpH/k1aTOjMLOTDFqXsh1FZfZBATGV+rknBtmjT
pmP/XAj1ZY7yft1r03Uo857eX5Fvxo4C6Yzc9wTPc0dXE6ZJH1nqi9KTL/XofZbDTB5GZZ5OY3gv
nBhgQDvFlPvVqe4VCCTH8l46encxD+mPcDEmVDO9ishai3woHomP6DdNPbkHg5Mxp9MWAVoBcCHF
cUGnfmyfLU3c8FOK8z7D5llRcvMH1L4lnvuVkpNxGc1eQnkWw1zZzHMAtKwOpsHp1yEdq3U2tKet
0rUt6Z7lZvacedsOnICYBb9X1hyu4Vni1MQZ2nlxTzaSvDEj+T3MsJkCMOFOJ/aLNuoHFov4LszQ
6mXusKcjme+1zIexUEi0fr33Dzn3r77au6rgf8dHljef7H/vw979qC6+Fj+a4z/1P/CbXoJX//1H
jWvtG0eT5PXxZ/kvfn3WlvnJgqnMF2qxUbI51vzrs7b44on8W8iTcCdtaMT/+VnroE9+ZX8RRC9A
RvzX8UcXn+i8uBx/OEg5OO2sv6GYLF/tf519iGYDhMyG17X5S+BHjSOGt0+yA1oZlzY5B5Q9ROF2
nbrF34OtGQVAuGPp0Ji8Y25cnQJXHyZG8TJrOkPmGj/kOgLrV3f96tevfs1RZTY6uhpo3ws/je0W
tUCd+KO3c1TeLxqcwZlWWddaBv5NFMRrSa/mCkOKR1hb5rKXzjy0l6NFyAQ4pkViavXtFSJ2Frm2
78q7cqJwixaJvv055VDDPNSZwM9lRgojTJm55rDBKpf067YNfQwCZTcCVLGN7sRKsb1SBhu7ne7O
VowNpKV0w15mrFx+St+AOhA042/QWggsGr4kydekK4X8wrKia5hqdrkXXU8rC/2ko2+ccDSfLX9u
vL01tvrODU06yTlYl2mldRmyKDx34C5g7J0Ormnf2G7ioaCuRvEwUaPOVjSAs3tYTr7YRGNZXVhI
YfNtG9F1wFtUjM2uBhtVbIYOnwU+j2FxFxLdy+kSrIG3TmdoipRIPSGpP8c6UsxkFJjMxjAOH0iX
7T2EfGysdjLzYKQnVAbTXVc4ir1PSGvpVLOTRQ5puMzsZTlFJ8oY5vZssAsLkC8VzmLtoFMsH0pl
yVOV4vLaq4r0qTARGG10NZj9Kqf1gt/CmPBIq6isv+K4979yphvvS0/Jlx7XFSXhqM2/RL0Be1B0
9jPOWPMFUIhdftZ+hibInwEKOqVXPP2xpmxi2diM7/VZH5DBeQMbbwm/IL3xnVaOXFjOGTji8Fif
ihTa3gq+NQc8S0et96WlqYm6wBjx6rdGa1HF0uGh7oRPTxcbiM9GccbOS7aSAOJ6gvWDLqBFYcMl
ni1tSSDJIn14gjBAhTW2MxxlNULuSxuJ6S88719N3v+9mfl/25ZrgT/+++kZtbls38zN/PN/KlPO
p4X4SwXIAARvMtP+a242rE/4wuGFWSYVZepMTCX/bLlM/RPFFNv2IKzp1IXs/5qbDf0TmzTdXHhm
JCIvcRZ/QZhi6/Z6biZwHHoVcEu4ctSlcGC+nc08bcJWSFM4GDx0taO5hwlwQIe1SolGs0i4rJO7
VzfmDzPo0fz5a0SfZYpRTX7+USVMFjF6Izh2QYZbyxRYq8MkeH+In5C1VyvOP2M40Pg81h744G+v
ygHdwUHGozGwxi3QBWhvnZfwgIRwdTmufnCl4BGe1eogA//kg7GX1exobOis7GB5ehbzN0/uNWh7
ynWZK5w5Qaie4+YyR/0eO/JUOuTORNoamcOSyVhML387Lggz3jJowwzuQpl+O27SdVOcCcYtW3Od
hdVOU/pFFXmnSJltE1lMKjEH2zvP+fL+yG8he67Bc3TYPFBjpfrjoH16OzCVzAopBELryiJvgCgs
+syQZfK+v6tMc1i7emh/8IB/e2sZ0vegCtl8VEjDj94hOh5opzqGJLLlWzOO/cFNvZZOtnbVC/de
sQ254WCdfbD4/2FY9lD2siuy2WUcF3EJ+CI8mW5wUM0R+KVBN74hcG024ZidDNmwNv2DNbja8/v3
97cPxiMHwQbbbtksXr892Fr3tDqDh0VFA3wTfbU2f5xQUIzb98d5i3T++Rx5gQzodUvIKFLWt8/R
iXJHNXUJIL1Zjiv6djSQHojylIruBzfyLU54GcoWumk7wDLJwqT3djxUDxAShS/lL8xf88VoMNl8
lPX8+31bBuGkSx6yWKaBt4NA6ckrXdPSIAENkFAFRLcw9pv3b9ofr8Qm/MAExmwS9PF2EDA/qep6
Mw2WzKuthh57Nc7yq5mKeP33I0HYZSWxXM6pP6GcrwD+UerjyOgmXoNYBMzbAaLmgI/vgwv6010D
Y8pSRUgMK9DR9OWSgWcZskopp8d3rk1bIpcfDHEc2/Lz8RMizbcreDSAMt/eNG3QOylGnkzf0E7L
0P9cgYKv9r2qbmdRrKNyILR0ojWHgc/P9srHEm6UnbgxVK+TdNva7WYMp+qDH/aHa+cj4/aCWTSc
327xmMhmFqLO4IyVVGHbIkTdVnnhzV8/ScOxeC/xIxNbLY5mr0KD8tFEdLFnvL0GJcUGR5ClPiI9
/74Kwj5ln8Dyztlvqai8vc00/fW2SdosMMfhG7QvUkLb9E74uY0TxdY2hqh+wKpzPttFRC28chLU
0ii5D4ktsrM6qpO9hVnspLaQCbqd+dJ2JomWAKrX1GLE9/fvyvLQ36yb/FqYQZCpDRJ5mRXe/lpa
MlZOcYq7Mt3m43c3vIBNeT2Z9+8P83P9/W0cdr+cEyG18tm+HQcCZo/ozMQX1BO1J/thO9QFNfEK
rFhQQnGoA9UsEvwJ/BbO4hGncmZ0G0UGxm7SMgxpIq8/mHt/X1nYGuLVXzZ9HkD5o0dVyMagG4hQ
kbNy4Kkpuhr9/mvW7jv7pC0G4mxrXftgEbX/cMPxgvMOwifmth/dCEcrOCWlOhl9Fp2sAedcnJSH
sGo/SL04/qqQgbBGM0Wycuo0YI8ebIoRSu8KHqzE2n7px2a47gaj+WCU49XreJTlV7yaHmcS98yi
jPl2MRatwbG4EGxm59TozRpHp+o+eGLHd+94vOX/fzUeEK4k6kEX4PA7t/TTuX7Q/3ae+DmEycfg
IlSHYXz8gCoBuc5nCJ+0eZwBhYcZ0Co+WIuXku+bD49haIxjKaA6Y9isL2+vxMgyTvil4IOwo+Gs
QSiyy8HWfe6BDl4IoSD8NY3YJjM9gWK8ahYiwVx1c/PBDzmeAH7+Dl0ImvHA2X+73DGf9LLxaAlT
utn1pa1oAGHMiYW9aQ3Rb1K/+uCdOQJZu8avIU026R5xMuJ4TfXsgeJ22WeB5XbjzpJFiG+Xlid6
zpxg0j69BWgCDCILKemY/doxNWM7ZvFVpkcSoezFXNZ7072mIlXftXX4S+pBHRP9xB+OSn94x5YQ
b+ZvjmcE3hy9Y/ZscTayBn5eODTPxHyCc/EblsIwHD8KlfhorOX7evU+156J2hOvcjDVSTAJ87sz
+dsxqT64pOWdfT37/rzjry7paOkXTjHEA1rtYIh87ywq5QG6MdYy63Lyk5vJiKmoVd1XV6Hlen/i
/8M0RA1mOTmzV2PvfjTynGTtAjfhNXegGI8Kg6ky4I69P8rvXxPLCsFEOoeh5TLdo/vI4igIujXY
1hQxdr4C5hTHPgwgIkAlvlVpdF9RBfXD8tB38S734w8mpqPUH15ql2asIHXHp13jegvR+vWTRLOo
xtmzVDBG0Xe3tS4A9N6CtMF+XMSXumrvUE6sGwDRhgpP3r/8396io7GP3tgWD7DI4CgEynwesL0a
+FVHz/tgptCN47foaJijm6zLoaoHyghBPUw4Yrq9qwGgocSywj1wQMiyyfrphHhscFI4AvoSByyG
yt37F/vbhLX8Cirqns2Odum6vr3R8CeATUIvC1BhXyFwOySahqo9vYV8vMFD/tcTJOMt84DH9khQ
tTm6uZ4bTpk5IryL0YoyZezGESM+75Rjb0diFt+/uj/eZErcXJ1P7YqD1NvLizVgB5Chl5vs72OZ
HGK7v25gsWK+usaKdS4d+tv67J5JAOUrOXmw32Bov/8zjndGy9vsWoLEOJf4Ayrub39FlrhDN7R6
HcC0tLq7tjGYo2atcS81lKfqoTS7Qd7mllnV2zHvpX3z/vi/TRschJfsAIp3nMMt92j3gqgZTE3L
phD28Bl3GUaiE395f4w/vEgwiKn/uRQ0KAceXWOVJrgYRrHYP3N0EaicZHyFTf7GEdVTG04fbPz+
eEmvhlu+rldT/ZARhosbboluS5AjZPVh7Lvb9y9p+QLfzPPLbXs1xtFtGz0rptiAo5WVFbv4oNbD
wmILF38OcMf3B9NZqo/H42CMM5/5ljoUG5qjbyO0NS/OsQ2ulAOofWwmA0ZJp2vqpcNylK/0XPM0
MADEItMiDrGBcfS0MQp3tkn8M4lRgBWaFOm456Xy0ouwVj7GEYabC0Q4pXuQU5+ifm0ne741Zne8
yAdde5pKcqDMWczZl6apw3jttFZ1ORD4F66w9gGMmdI0ZfjG6/aZqtWV5+LG/VFC3r0MRa8yuItz
pDNtdPPZMPo3UMS8TeNq7j2d/OJ6MOLBOwNXPXj7CQXUZ6Lpm2pHAE11rURFZJXeOGiu5n58EIPR
syWZvenSEkVxMjompiGc/y8JC+tTlEfy3IAMfpG6Nm7erMU7nmUvtt3M1kmTjaT9SfyHUwBFAO/K
WDlxQC65yDZTHkXObjI4Ii6CDqPehSXK3kn5GTlCntomZHcdSuqyGMdsYLTUkOL+SUjfaPHMlmeh
4eBGsj05q0PfJuZV1qbb3GjjUzJ7wwOe6H5Lwm/D+VM5jwIkkdrbky7OhF5a10TpYLVO51sHixsG
97I9AXHbGOsMliAcYkgvaRmeYEsl/mQREg5DGbd7BDDV8K2xc/A5bVcNcDAJKS7MxL1UfWtctWEG
0amwC3NLlsKIgFebu9uIaLp7cMsoW8CaSXs90iMtTmh0z4jdpVhltVFw44oNkUVdstJUjWOmEfHV
UABBt1IUWWUHqRhLXyEz98mp8uZFidbcTL06x5WLLQ+LM37++qoYgQXwZuYr6G4vHjYczD5I6ogS
KjXS54udtKcDSkUYJbnlfMdREKeBUyLMSed8rSUD6euzK7GSWJF5gQE9u9JdTVzzvNpLLHxCP/fr
+Zst5nkleGjRKoly7rNVEpSUsaM2/fLF7DHii9S7QjkGSklrwU4inh8qywjKWliPWTN/w3boYAUw
yzO9GeQmLJcfmGTypK8ceZKgLtKJ5tJOEJu9SBMmFEr/uF4VWbKRCEs7118hnrtPxwgvvqxOsNEA
iuismzAGfNgAqBLRpD0ROXA5VTxjJiYUjJN5N5uqCoZ5kgdXLtm+k6btC3eCybgs+NoceqeSf4pq
qTMuEx9t1VxVE6q9uIKZKvRtqveXDitd0DiTvh8Kzvb5cArIdUMs4V1u1rgt+eqiwI6Wslf/k7KV
fCkbNi+NXXREGtTPplApKINcnqOFmQ9snbJLsrPM78NISzMwndg6hGhJ8vSUwhy+ab8tI//JhYaB
N/oyb+f7wn6SIR1QfbiveD3Ka8OLRzAeAz3SMk+6fdz4WAC0rMxuB42GzUrotXHbiRcLPttaeN3a
iX18xfHn2TC+Rhqv2agLtXK1RWRpZO0dNGP7tEmb/B72BIr+OnU21Mjj7NAytdU9KK1Oq7cdGMnn
JtGcbVI3/kkRMSvQty1WItPPlbQ2Ud6Cnx9I6vHtH26fnDYg+Ms42gLZ3cxtwwdEGEnsOWOx6XO7
jVbYKuEM6xVJFm31EPW5XDvooFf6hFNuSDGMFUA/fGCwG3IwdlYc7y2vAdbon8RQOFBuf7E7LK1p
vm5ZIPIZnCtRCSD6H0doyiJNGC6Fopm337siQvc/CVL8nE1ryY0zdvuFdgBCmdDD1QAtsunDNQsB
2ROw+vY91tfHetBHbKjNE/PY2ndy0R/EFB047CpOmfOL47WBlUjcLbn7QF+2v0gdpoXIwYuDv3eU
WzJv9W+6QBPdO8YlYa/1wVLWfC4y06m3SWqiP/VmDk591DXPBF0+e5F9PYs833upg0OHHnh9KS3w
DL2W6gpqlHdrRjzpxrZi0mQxJcEGIt2RVNb6ZiRoj+dtgqiFXy+uDB1flzVZ2bcZ8thJP4VoXvWU
pIreeRBlhDnGjM+tMjxrY+2htK2ntOoDXGnAfjzvykH/uHEbcx/Ber6ygTvc1Iuy2vdHptdSGwBd
1iPJFy7dZP3ErnVVHNS02Lx8CoT6GAKtif0aSr/L+kB852NL3jzQry4F7FHWA7xwDjY7v4924cjn
Dcmre4EaCagZUtsU35VtOV2ZIht3mlaQ1uHkobNDwOqetiDJtPXkzWCsoUWc55Zx4JOLzjyvQo+t
6OU11LtjGCkDJInVrOvPTTc+in505CHqTWuDkyN89t0JQnM4ihnil32Vm4XkxF6gls7kBcEW045t
LVidcc15Ye1l08Gz7FWu5KYtS0yTqFh70PCdbMY9bjAI374Kbcp/kHYhP1iY4vKSZGGRoyO4aSLT
/KH0mi2OHLoNe9iNUM65KeJzSiQ7KIWb2YVzTSZxfZH0eKwp6SEDgdIXVyd5bqkmGBYlLHTB+kZh
yDvksRrslTDx4+qDlz4RSzvlhyYeJ518EnBqcTFiAph8snvgTuRMfLWhTpR9gpBcPfhjZh9slzjC
TuAxDLyyzP1TvKQzuSv1os5OocK0DaqAEjAjfBXLWcXxTLoKGmCv7youUNbt/awGgBeFYrSg8QhW
9SOXBJQI3jdbn+dIYMRpqrmH9qDLJ2aqrxShQa8UrUXu3uhP15GhDfvZKeqLXEPKt25CMSZBE07m
hYZDnfgFWEGKKSYb8rXCnQaqEW3HatLDjGOjVp2PLvjxyjbTe2A81bAqSPnb537nBhWFBAQ2wlbY
impAFoGK/OgiRdz3pVZy2I2+jQpdRPYIlq3xSOcb9FLvCCvza/D6dvXol2MA7uqpcaWzNnMCWqH/
j2cES5zYsr4dPb36krh2u8uxRGylo+kud28RcCDhvyicYrqKSxePAkA+ExLAuXTxJJewctdjjK7O
lRmskGKKLvWxAiLrMlNryHAwoIUFnuVqlltkvPeNTYwa6ntJjid+ufO2SMDPRVH0hECaDUqYeMyh
Rb2XLbnEK8xdn61pukDLjN3Uicx97GEbMSMk8h4HlKt28NqzMBvTZ0KmUQKV/uBRMhqvkUzv3L46
1e0WPTaO2vXEYX2NRTnbFx1or9IbTtpYYC9HEL6Z5+KzSruToQRWBYzyusDgXsqyufRD95HA3WhF
WtJ2tnE/oRbG2KwoTgIn6YunaOaunOZNn+0k6wOS/jm8aDLL3Vtzf+kX8a2X2dW6WBxn/CMyYmTp
FDem3vfJKuNbAvCsuWBsc+smrYnu0Ei+PVhTpU49A/BKPo03RP1cm+H4qE3mbkAMSuZFzpSTw1My
UU7xFyPnazbMZr8JlWkWAFX19MpMWGza8ETNVn+VtFVDooOt4cXMUDt9IyWqfoT8p24kG9/LugG+
OzSzvOtmeTppPRbZapA3SQLm2GgRbmYt4LNKZi9zLHYdeO8nKV0MGIs+aoV77iG20xGKpvHV7ZIf
BRlZZ7ExRnLjJ3Z4UG53nqTGsNORT++qEiR3nCW446pqrTI4zsOoETreg2DqhsVUU9mXUZ4aO9vO
YNKBiQuaKbmIhDhrlbHxZ4idvtsMt/UcYz4nByBbaRImTpV8dVQcOL10X5TrUCwgvOey6HC2YvyW
ngMK3AWI0JDQAkqiTdkP5LVZnQ26WeKcJ8DA8eJmj2uxZB0GHAQuOF3MtuQ0aBImuwPRK3auJkw2
fWbU527u5LRyMsKN7LFod37G+XaQOQu3Qeu3PzXtvophg4U7Z3Swt+jty5hWFHzFpGqQ06ModpnZ
kjnicih57iLwIAMOzsCq4+ELaWA4kJPom2OMUNBDiNrwV258v/qCMj/e4PGci7NaKZwrE1BmPoA4
O1GYUs9rUAjAl9rx0ldltPZsOVZbAmnGldOJPoOUKyIaZNQLcbMSQC11Z1tbtIEsDN0Y/JWqg3EO
yxcDm+mJGqW/6dM6tVg23bjdpCazagERZuPWSbUxsgK34dymGx1LaDnR8GzD5DEjuxf6PzuqKQF1
TIpAL7eEmFh7w43INeY1ILsxGx9Kyye7qdLIC8jABnfqOnVaQAvmADAhSVgm9y3TaAw9H4RxoLeU
YdbOUFdkdcAT+joPvl8fODWH0Wk/G7I8G0tjQk4NgL4s9hls3pvFtGvTHYfdRkYS9uQAp3OR7f2h
UyMO17qs3ZXPmtmeZwUhYhkMA7/FcJ/x2ybdz5wbRfXG3NJx6fV1MgmACaOZGwcprUlcoWMjvRcb
UzOQqFV4aOvSVlvHLtLDLp/M6RGaAHy5yB74AamGC5r+zRL867nA3Uq/ACEtANoZVdEnO2GRBAZY
TU+h9XWu/Fo7IVYFXO4l2yNgL/cTLPZ8M4zTdE99PzN3tZz8H5GR9e0alKIk8N2Mr9wmb299J+ow
adkQ86N5isczSSbPgX+pa1+GyIuKXRor74Fk134KCDMYzW84vf0rjh0Vs7LE/nrJhsQdHuLOKDek
BhBjBvlo8h56WM3hZYwg01tFcnSTs7RrnOiiIijTXjM9SaakAqYDHNYzWcX6flTDzcLFOtHKGpqq
pX6oFqxJbJctlOqCgxYYEluZ8C9AGD9WZd91p5Sj8xJLmAmukiSXXcJ+rN2PM0ZaCjwlpEw7Ak7j
zqHD20gSj9UOpMroXwHOnZaa3q7DsobSrWvYNonf6bNnhOLqPtGH+EyqCeIhnRmmwY7YELtqrfEe
waM99DsJbdm/TRJ1SBzwuR1cPqYCCXqalQTh+SXO+ouKNK3U+kGC261Kt2Z4cGAJnnE0jw6spv06
sjjFip0uru2MY/EYQQ4i9N10i308r+FlRAlmq1xr9HUYw/NysO+uGyPxzsKJKGN09/qm98y5XJSv
F3j0T0HGbKSYTk31aLlfpnmByerJNjSn6iJKlJlfK2U44R677tAFSOcj+6KN7epa4pJx5ysGrJ4G
Y8nD6NMvWcp2P5p1jlrnc/iovLUGB94aT6cG/mBMPBHhhhgM49T6RsFDA/M1WWRkqfJMNslZXIv2
fAlwczxoPtwlZ2i7lR6qJIDtiPw1Ebt+nMUPUiSMbpXYc4hs0/TUXc5ZwM748OAThb06xclq3uAt
rR8wKd9LcgkddeYSL81qKfnrKg2g6xc4KM4MkO25CKqyWUeQGDNDv3DqNCqZzh1f28pwiPVtDo7y
MnFQMhtJF685sRPXxmYv1r4ZIMKccmxXTjsHgkm2XBhjuFMn0Imtrm+GnkCveSLMD/BxgL1oWXsW
0BdkGlqUJ7YP/xhGiFNotNUS/A9ZlADNKZ34ehKFqW0tVcXteWHDuzOML/48jc9ulGfoXDWSCKIB
KhmuwpbDjVuSlgEst9iXFUUZRT2+PPOypFVbbQTGZ/DNrXvY7IiV8qm5iPD0UdAxQwQ/seAHs3GD
klu71h1M8tOsi2KPyA/5eYSJ7MLbZwtndeOAm5M3/kKb9GkFBQTfu1fIzeBaPxrL3BVu84i91RB7
cjlil5JV7Kxd2pUXelkC7WZt3mR8J3fsSaOblgwfyOhodZEvg33QKUHNgzAvvalp1BaUbe1hkSz6
8c5yKmtF6auG4UfSzrpxmw3BdnejU0rnW6eL8CzNwCWAzLUDk5U5MObFAbCCPVTmJcSdMgQIYmvn
WYYxt4qBGlb9RY90m8qbf+g0KS86EoLKSujrCYl6toY/1kugPZCEIzReA4mXvDh2doaYf25B42u8
UnNpn8tadbQbSBHRQ7Kqgomd9sEtC4N6QobijmLCSLJdn4+XfZkxK3rJzDnMrV7yHHfZNT5RceuH
9IUCvSGDYCVy7bHK0viMyDBRXsJ4n9jltWN40nm1MsKVAkZIEniouvnQYx49M5FYeRsMQaSdQRLl
LcujeZ31bHC3GdULiORzVt7FmQ9fJHbixyo20/KsiY1KC7wsr41N5BgZWTlhH4GBNiZ3gusX3bF9
mvALaajEEaSP1osgb33YNBnnw14z0nVHwfTEL432ObSc4a5h0f+eC5VBqPC04nrOXWCMWh/q60xm
NaeHxhqXqaZANEvCEOWSfOfbU/SMF0ec+mTVEbmJ6D4Is7aCHpajhDnxPFLWJw9Xh7dNG3esyy21
a1nYN5JwrXBk0zT7rHcQWSWn0c9DYlqcvDRrbCQnKKhAVKlEF6EC0rckvvIn6NtmxKvvZiekqx1L
SWHALpP4ij2UdU9N/Mps5nKPXRj7kmjsy7HgYKR3SwhNlg3pAXl7fpf2vFnUJXQwKYXoPfJBV0UK
daeeqMLvRziNA8J/mNVzrX0dBtQzcB/CvFj14wDqbsUMMO3fL/QfdxV4/X4qmhwb6T/t+qOWFGaN
OY6xQgVNq9YJ5a8FueD4d+H4QdfnuOu0DERTz9FxxniILo8ajMZYtzg2aF/QVYATlBoyKPT0MYud
Rw6tA0QyDgZ2D47q/Qs8bs38HNdGL06bWphwDN62ZmIE4UChUbv1RZHvhMKGW0yV/KCndtxvWkbB
sqw7yJgw5RzfxqjVSJrPuY2x5QRmqQdRYdTb2fW2ZeH0AHRF+UEz8bgv/HPEpXfpujTREM++vS64
ZJNZDfQSy+JSm079xgqc2P5gkD+9HTRGfXgNdNGMhfTwuq/FzrJEUbdIBZMTys6cujY+3FuXNe39
p/SngXzaovRFLdsEVfJ2IJkbVmEsQgyLGnKkhbu0zNRF1pX1TRKmH7TU/zCYjWCBHqiuI7081qul
4KANL28ZrOd0yNaDfXaDw5qv94P795t2gadk01fGDsYtRDxwdAOFm04REnPevif/sgy3jroPi41c
EtsU9fJk69knDjGsf303meS4RKROuAKOLzABTAXgnXNRDrl9HTe1eCSXZAhg21frsEq1D27oH74x
BJGYHQARLN/Z0VXGFGlVTvZX4GdQIFigSB+19M37F/XnQRxC61AaGrZYdDCveqy2YL8wJHxiQC4T
APBEypgx8KH3R/nDuwG3BKkHIj5nUU69HaWjw9oMJreu9C6L/qYcvlvxjcof3h/l54fzupnLe8Ew
zIK4UUhIP26uCljAsAJG0mdyWmVp9kCY0FdWP3Q7RGql6RWinq0JaGSVd+HKVd4+S50zw+0I//Yg
DXGbtcaaAr/yr1wCyN7/eX+8CR6CUdrnLlLDo7klboum7tg1UH/Si70sKdn3kwSygkonMNEZ7d8f
b3l0b++GJQyUmvgtLTTM9vEihAGuMiRfidekuyVQM/e8C4CBnEWn/TDBl4/VtzbLn94f9vfLtFBL
e5yOLJ0vfgHcvH6jElb/OnNJYilI0GTlWI8t8N/GuQlb74OX949DWTYmB75KH+vB26FGmNdGv1Qq
CsrCmOqIg8MfxzH7g3Vo+dLe3kkWBJShLHRwdnh6b8cpaXf5jWQeNeuUGI9p3UL/LslVGFS8Jkhr
2SF/8MX8Jv912ThA81k0OzbSHf/o6/cGx1Say8re6QAFp1HftTFEbo5AtMrFfaNnn5uK4Cv6GrXg
vJpRtTPbmzSll/n+A/3t6i2HaXYxhGGAcH5bRUh5IVV1UX3YCVdrXleDAIAClk9xTIP48ZFp5rf3
dhnPZpbARuKyjTp6b236XEJh3w7Qw17BZFiRkh5Mj+3u/cv6bXPBMMvsugjPfbAjR58jqJeeAi5n
PcrhcOns2g0QLt1IW7tjE5qAo+nX/38jGm9fI8AbXmHQxAN28V3luApyACUmTQit3abgpN8f7Vhf
h3wQQAELFi4vb5nfj94gpEp1G8HgD2TVHXQnvDCbYi05o1IeqaK9MfvbiHCBWFq/Rv4rc+V/wxn/
v8jzjk7x1c1fiGL/kMIW0/7//T+bZvjaJmXy2lj58z/5x1lpfNJNvFE+FkYmYsRh/3JWmuITImLc
BIipXJ8nwrfwj7NSM+xPtM7ZvHl8DobBf/ufNAvNcD+ZzEPIiyhJQuvCYf8X3ko8cG8mODYYAvE2
TUF+DAp7cSyhM2lLQjOGXxNBp6ilvAMdRxmx7Ett2ikbTQZOFJfOGhkPXZeWgOQgtQ9pnT1RnfGJ
NPOmZy1WxBrUPidS10N8clLJ5LKnhb+aKpiqJERRc0rjRzJIKIEl38Cpmls7tQ5li+bTDL1NAWg3
be07xrLpMqQnxqS2HafDdVdCqzK6p07VnA5NJ4AzSiloNECD9cWd2YUC94iyHgrNqaFmE3OL27yl
phRqU9/tzNxr47v0P9g7jyXZjS3L/kpZzfEMDjjUoCYRCB2pdU5geVNACwfgUF9fK8iqVyStjd1v
1tbWU/LeG8rh7uecvffi8ftqUzF161T2Rf0wJRWIhkS4gwUKo/Af6pJGjVMs2co0HI5MELfqOmZ6
tp7Str81nHJgDwakbu3ogaDHmAZGnc/QmCr9KIxupCWtWhIJezpXw5dU2FS4Uwz0cy+peBX29oAs
qWGKBJTwRggyWed+FFd0VdW5d8lQpZx38+FFS7L9N6QsubuUU65YUR6b1cZqJ6LN40bHd4l0xquk
yxN0KuSDErZhwz+27NnnLgws73ERgdLX9lQBJYhgcK9r04+vIDtNz1Y0kL8UuOXVWIgdr32nf4Nz
1QBKYlTVSBOMbm+NdQyhK9iMecSvSIoRbIU2OBi49lHldtFe+el6HEngysjA10glwFvQ6bmEftHH
Ol2YXU2OS89EbdLmjwR90UyO2ge2vGZLGOVyR4RoviYW8WVxggQwfJLt4APQnsxKQnnDfpbEgDMp
acWL3xpB+ZSYpeW3zG+BMIdeTI5KaFSSmMTfr2v/0i72t+bv/7OYj8vr/TPm8P+O/EL2i7/bza4+
io/xT3vZb3/hv/Yyh8QNzJDYsSm9TObz/9zLSN/hksSjyTXpcknivPnvvSz4h819EFE7hSH1KIrv
/9nLhPcP9hzUwtSODsZEqr1/YS/jgvvnGt4hGA9pu+TyhMjB9H97H3+8gJYRSsbFWsDiTj6mlCio
1XLGt2RuI+zGz0l10cXwGUYGhLJFjEu1mFRld5sG2g0r3ypPHZXXo9un/qVD1dJDNZeQMYg4d4FQ
K3LEQaUsHSk3clD9Mb7k+DQNCxEAw7oa1al1CXB3S+vbCgDxXKTJS3TfL6T4RVkD8WPwGX0xLTan
5lmCnOOdIAaxlDwWvHqjxbofxxu7nfB0NJU6GHCDV2idNKKrJkDcRAp4y4XXFcaPYQUvus638aI3
nZGIwyzwxU4ICXQjjc3EFODYjKMmB48x3xIwgWLQg1ekjR6V+phnaOtTCh/NyjDeSZfXV+IhLvNt
YNfXvTTkFq8jbd5iFxPYkUzLvonUvs8YrLXzvhZuvtYcApth7LqVSpIbFDqrNuqQDjIr06l7JQ1w
d8am6wAOlUUAljh9oeO9BhK5Hsm2r3OJeql5j9yLgKCnqZ/Z1jeIluTNjEk4M3tn3s+OMMKyEYR6
EeN8SGPPX01RsJ4Cf+OBXd/PZQ7AjYnkfdUmJ+DJn61pl+Aa8Z4aGhRmhUGQdDnz0+5lEvbOV9K4
x8Q07pry0cmS0Cm34BSvgp6BfzGOH60z6h3+0/jeF+21yrtj079UIBJndBCAi+K1aTOLYJc8oPx+
ZUVVnEvDiQjf+8pirDJG88oeLDjY2r1dqvm79YIsJL74EAzTsHfq6Vc8zvu8z1XoRflxhLtLoHj5
lab6M5bOzeKyllo/v/BFAX6kBji3eUQJyxQ7k9WhdIj+LsFYd9Bft7XU5HoD/YLzTDo2WfKQiggj
RWHQZjeZSfyyRvB2LLrlbBHot6suOfajHd23bgG/6QKstNEkRWm+N5sOUj2ya1moz0iLT7REoZ7n
g53rI4cSo56gIOBJiHYV9cQlN3F2q/P8mzimO9EuP9YYaSbN/bSpRfpNKss2sKaViegMf0kwkwWV
Pvmyf8ozJiGN+SAB1wYlgimvJ6fGslQREvMAZyI51Is6Jm71q9M07T0I2B+DbH/JYXgdApvTY8rE
TTsSFx20jwHQYBtJgzAKZyUSa51F/Rc3gbWFSoNQnoe0hSukYhIGbdQXnPNa7LPY+kRsbh3JQIGI
MIFRaWrENplREHfjfFhEKbdIYRjLr5b5wMyIWejtEp8cSIQeIDwAc8yX9xEUujYQWJKcI9OeXaOP
ZEuD3uXAJxFQGxbxjBfEU8p4EOFz1e7wfVC9otZoo+08te/CZs2MPj6CkmdhJPBrss1zBUO4e6gn
wOsAWDLkK1bKe+eRX+fqY5S7DsGd17wMvvuVFGRururBA2mYuiBw1VqifgBZcmGRj1w20E+3VW0I
Im0YtK/cHPmaWhG/qhPG5HYy3/tMO+bj0C5E/Nk2ITOfTjbIgLQWdh3iCioj9eUhQL2WvJtZ5Y6o
KWcvr+5Mt5PVjcdcQL1x/SvFPkkJBzyCaRAIqTrAed4+mq15XusePNFpgZHtrrrRisHOmdIiCR8E
Dm+qj+1fbVP6N2YAIgO8njHc9chwwbc4sjkgwajoZCzl4Kz7bErild9nfrIjVtl+AbU7kQk+m027
65TtIgKLTVjqVbbYmy4bBnZnFFg9UJg2VsGahBvpboqqIOoeoRIxSN0wg6TutVFkCIck9I/O0kDo
VBMjwSG5Ao2UtIv6dqFFuYm61t8lhQQLyegomgseeN9ZA/dB7uHKoboibvFAhmcIm4Ir8+IUH8S4
X1dZcSP9zLhiZmQ/YgxFPIi9l7uoOz/YgsIME3j/VreA26YoerYDSHzpqL8CKZs9ys/yRvQDjw5w
u9Zp1j7p3ZXVHo0yCY5q2c70sPqJiE0uihKdBlbQdUln1tVsokO3xymwieF6m2Z9O9qgXKAN5za/
O/nURkNLlZ123sO/FiNjhIhEUM8g5y0AMJM3/WOapujfhuits+GTRI13Hgf+g+6+F1nsPR9Byegm
+zL19iMxTYoSNZwy5qFrDyAFLDJlM5gojLHfjI2OjgYRUYDBd7YenHeYolwxCdkEnOT224Wn6IAE
4tlN6nU7DAsK2COCJ+SSiAVB6VyOz+TeTaMrnwD+ZSgeIjJIVg0dycd4TsrzNE/2mjhb0BXTXVEb
4OGK4lS2yGdSOUVr10HpgjJzx69JqDw5Vc3cfUdF8eNDmaXbIdI944EmREdS7O0YvUGHjLItnGk1
NTPUUJ69ZSw2fpSUF439VgzlT6uNs4x7MnuBL7TmtZ+82RKCU1ynJyJ9b3vaJ7adrHObIVFKUlR8
UxXugFIgeE4MVB7Ncg9kMOL6D+G8hXi0Nt1hDel8VzTLHq3eD6qh20sYIJ3wpAwnueywjPgbMRnn
wdHXXtuT+pAHs0OWTJ0+BnL6iMabKM9RSaBh2Y0lA7kUzfNyZg5OqUXIINcljlJ/+Kqd/llmWUqX
hM2/nwQQ3tLqt8lkb72kqjbNrJ56D75PMizXkVGStt/GZ9eeSVbHuuAQG4AuZlgZU3lbkqK/G2T2
uCQfFcCEMtXbYQH8EI1MfE0N/bM5RlP2Vi4m7GJAuXXF8aJ0cBDQF/1aIlbiG2i89L4DWN/qneux
LyPB2nd+TQ594wYnI09+PBvoqTR+FW2992sWUoMWAIYgqMp1H6gS5jgLQM863+Xp/NwwVpopJ2JT
7GMPJlHUXiF02auIBwR+2WxU39lA+BDJYMXAXUzyqmmdv9hOv3cdnsWIGXFB+duasc/4YaoOtjPt
bMIi5m7ajklAp9ULZXoLeSgBfNUoaimANoDjOTKY2TbnZUIc3zwNJOETKLvrxxdld3tzdotnYig4
BW+CxQx2ZV8fVGTsLQv+OgBim3x9x8OMoj6G0vgM8oSjH93KYH5j1zpZiDsl4kFn6sMCiJ1OjSfC
qqNNnJH9DAqxfG7G4EWAtnrgmUQB5HHK1fFwVTvmjqyVHzjxG7PnSqOCkd0XaT5H5cTYuCW4rVNz
2DlkzDvNi6F8moSR2PjzWO2cWkbcocmnxWJh+ngo0HEQIXFdZgBSgnc3RuVz6tK7EhlMNjhEggMZ
XtfpEt+OTf3i+Om1zsyLCEDuWGreKk4sAIKRPg09R4ZZf0wEpKG9ug5yYRxUijyeLFjiHwmRXMfY
2HA1sYNtCnDfkEmX1zEdCChr35siqMNYiZioymGjvR0xF6C0zWvZG9Xao1+zjywVPWVjtA9SWvXT
61K6d4WAHGLU8i1QvwZQsdpKkBzOwMUj785rUqACtsnO0A0rBsyEoOXQBjMXtDnAoHUKFkNmrB9w
427tXhNmuIuJsgMUZ4Kja8r2qUYD7dHFllCM/DqA/unNA8KCgRm/mpYt8ddjKCwjv+oqpMiqkY8I
zuOVaJzbupwn7Bbd8pOm/Jt6XBE6k1xlrCE04bdBPz4t8yUvKzh6izoUqLFXGZ7QlmAFrNQhI7Wz
XXhbHAhbYCyho9CnSobKRukZd8sMSAg57PBcJMsjBTh+ovmk+hFnBBIIJJUwtVPxYkTuqfWivV0O
h5bZNzjeAmVMcIZOds7SAFl+dm1U/osup09AJ9dJBTHF+RWl6eVweVWTCBOYSxF0qwwSOXz11n10
RGUg0Eav2MniYMTt3u2RB2fLlQX3lt2f+VUbwV8kQRRb1wOTrpuSrGPAS+HCtGI1UbiSo67afYNa
etVR32EdwoDheLeND2xSypBEvc8B6dqe6iFhcE/XwY33XUceBC2TNRAIAlAc3EjxkM974U9PtskY
oC4JJDP7/DG4dGPIcEYccrBHTbiTOOq6rLdRJ/FlqPmY0h0yxYvy9QXa5Fg3VSc/ndQ4juxfUVX+
CiovQWgY7ZZLB8m541h5dPhLrdTjJrfxqLWtlITmQ+YeIn1sJv2S28baTclvbcQl40H8jG36HU/m
VsfZsw70WSdMySuRvsoOKO6MWpNJ08zPgrKsL2ZuHO+g/dKWmkByva0zl/PV3EDzEyAGXZBqRfWi
ah08Z6igz7Yke7H0JpDVeiuFebOknMipB2avyagJY3t8cRv7HQqICL0gvS5640Mt6aZFQp4oDFxZ
CZ0kFV+6D9aYmrxjN9wAa1nTotqrFlekaahwbCQWxIRYH1lts7YYV4vF7bTxmruCXNxx8dTKTsef
eIENpDHTsUVAh+0t9lUT1scmAKChJuvDjFAgIzD/ihK3XdVO4qzbqSQadqq2rZOHgGa2blWTaOlT
fNjeUJ7oD3JLJIzRq9hHArz3sTM/+IsNma1+pLwXkuRcb5joLWx7rbdlAaSjy72trOP7USOpiqz7
MYs3g+VtnDHb1Nr+qrp274/TgwsltuHijkOIqxI1EmJQ5UNaltu2L56i+lx15Z0XOOo+crwwHYZ9
K0H6YnJokl96KXbp+KJ15F21Cj9Hv7ho//A2bqQgWJMQfnUfu4OmUrjFy5Z8xklqDmzbRfIdQ028
ymQGfcgEj3RgRRn1ps80PzAXEqJ1RvuQXKK159S3HjthNbemWMxznrP2VAQvqTBT/VJWhV47ZJvC
e3RnLBEUz9GyXKmSK65sPHfdOXW95T6fUFFfeqJWLEKXkepuWWiIOg1R8oH5K5IJJATTjMUhL+Er
KkdNe+Wlxa4doncDdMNFBWRQ0MXWr2Iq1EvnCW+XtOWwxeWR7qqoITcZf9ZB5rq+pYQVd5GNmyOK
XGcfqSHhuy+VvU0S336yE9hOyHuZT66MeLbu0TBmWFhMpImI71znMeIoOzKZDaAuVRLzegwaSxdD
xK0+d2YODZydZ46WXO28i7FxvLQ5YOuBuG8ScVO50QgO0E/LrTnm85eLUXvdzmo6sAPVBwJDZmyI
sXFcUFq6LVjaumtjGgYpjjITxhsJ7xOa6wVlYm5Nr13jwVpbhpoDgLd5707T+BNxnwpT1CW7yh6i
vZmO080UlfMXolqKXrOcN3NdIXnsqtgPEAVRBdV8svqcZ3GyEXWzMEuMp7XXxv7OYD184AJzLxKw
/Bcb+XG4oIPVMph73/T7KeSkmr6ZUjav/TA4Abhg134c3UuAta7k2bYns1nVuDb2g1+ne1NJKywp
1busJZ7ZGS5GeFiNnGHlI/YyRocJMN6t5su/KivkcmZskNwkNJ3mwYOqtLr0Fxu2Etd+oAkTXYKu
nGsX6NKvySqJhipzvi/Xtphrm4ywGssEFDIm9anOGvtcpqjjS2GecqL1AWi59M1tAEOEeZh1f+fJ
xnyPnUS/Jb/5ptq+pw2dEsyLpa0sfsVpxWUD6IQRWtxu957qmStns71HXU8RWzqp81WZxQDMWdkQ
7KKozw/KSdtTm3f50THq7JxxPXrt83E+ZNp2TkaaxvjVogDAT00Q7dHmVUnY75VEjN46XNdrZb9Q
P4F9g4C0ikzvkKbVpo+WA9HHd9gFyfFug/tJ1x9W1O5UGx3HvI1p3lsDAwBBQl2fd3556CMGHytU
v3QAaq/2fZAcznxqABH1CHQ5/VeTDRRjnVTBDjY7ob/RNDy6xmiFMCCYxXjU9SQ29J5D7YG+Juhh
liOQb3bIjDw7xG4Y3dd4l3ewvmnMgaFueAZ2edTHRahzTbETj+iNDF5n2/qNCMsuKWCGeeMHtsuX
YQjErQGXgntAdSps2JUGIj4rL/owD4LsTmAcvDLg7CLS3ZZ+dTdPxGL0iD71vlYK3147ag/fVa/K
sC067NBV855XJA5DpEr6Q5lmaLdsGGAezpI2PSmoiAWgb7bUwl/aXTPJX07Uw6MRNF+vYqcKyG8v
SvfMDVlsqtmg21raVpUDruoVSswa9ELdYwNp8a6t7aZqvgproee5eG7MLzqZ01pX7d1octW2LGop
LiN6eEswQ+MS1gVOvyXS/spAtkeuOSnZ60VV7ZPRIftfefy7xyjGvZsaXnFePDnsM1i4JCt5KxWb
+moE3LfBemQ92nK5XD0WfzgAdi/oKTK6RuoqMcVnF8LmFMlui3LAOVtNhBgdu0OwBUbIrRQOs6Cp
0vcHmjK4XSkDSazb4AQ1d6036F9C6TTsQJzg9bsY5VS9CdxhayT2TqvxDD56vLf6kupe2yZqaLDe
K3SUtkHBnAMwxEEPjZdD/EB5pb6dtEu2CxoUkoqGGPUUYOSridCZExRc2iWWlZBa0eiLzn6ubzEG
N1x+yri9KwLbeo+pwYKV0qpCID1JnrYsPtnwIvFRtMMNLpRnqdVTXnc0Fvv4TgwCWolhuaHCPIKY
jx9ML5he3AyzlmhZ3fZDb+0WBNVvARH058Km01Z4xRG/06W0Sd9tYST7sWjf3DK7JeP+Ee3sD9vI
GkUWoPSMOtxAuOw1XCxgZEo5hsrsXmmB8UfmCKG9KDZu4Y9rK8tYS7UfmrW7Jh6ZMky/OAiDWaUR
vh/vzarlA50ksYtaDKtBYd+OuAlX5kjgLFanLq+NfTo6z52CzBMvsr+jz3SbVhNRkdMmMx/tRXjn
2sl/Tex/omjp9xqOVGddGerOMGimd46RbpaZH3KFcGU78CT5DCGFR78umcctlCLrnZTCZMVhACAW
7e8TkviN3xnrXJtgknN5Sce5mTpuDoQMfOLmuTZl3eA4rxhY4jiVTgYj1DHrT4e10rArh7YubkxE
yptERRufZITRGx/Qmve7xaya+0Gb/saS0xkRz0u12J9d7370GYZwb21G9SZdBntXeC81caJbPUX0
nPoSj0fezKFwPpbA5UtMvafRDK4YyAKVoQHQzsOaLiKaETx0O53hRulHnJkNnvn6dqDLR+r4fmqa
DR8VL1lBqT1vyt7cUjc/T7PHuV5CYCCo4RiM4GnTDLc5PNd7zEWIvqv2cdT6Bhwrc9KMhtdi71IA
rOu0sMxNOhffSTcQCNZ794OpANNzTzvTb9jXfpxe5YJLHooNcJ1VdGsL6gIRtN827vQ9WQDVLQ3i
+4lb/8odqJVB6z24jnOcAT2GKoUE3cMBR9O2Z6YjX3U9UBU0z4WbbKmLVIjd+HtMs3FXJE0fcjJl
5k2aVcYTRIzqMAaRW+5s13ijc3DSqOBXwh+ffQtriTdNe3Po7tRcfzUatvgSjVzR6vKnizEyT+bP
VDF/VToLaxtwp5QAUdPYSXetn+RbOipPY0rX3IzVXWw2+ZH283JlpJHalmPcbWVRogd1PR2qzj7X
8/TuFsUhiAXfHN2w1VjWj3TjjVVXmsfITftdO0mJZ7BjeMQw4+DgS6jxHngrstXrq1q7NkheNyQJ
fofhygxNofjmonU9kD7O9+zQy5leZyeHAD0EZ7gw1hXpA5AkDH+8m0hcWfcmVSyU4i0uM7mhMphX
k+5xdtiLz5m7nBtVgNpI/c0UW48eCLKVyDLrXTvJuDdH0722qxj6VhDM2Q1c8Ww1IH6EvJwTadV/
+W0HCMnIu4d5GfI3DvLpVNfJr8WI0je5xP51xAC90iyX2HApT4jnMBdg23GjjlRFkSICBo9UuhYI
/Fd2bvNM+N18doPc2KLVCmHGniNd7fB8blCQfUyKhh1tD4OWFIOxwJ6veof432n8xoyLyzN/TZjD
1IyHLvzH/UIXhx0tIna6NjdJop0ry+U5bSax6WT+ZWXJtpr51FzzVt4YbQs7f1ItgE2yo9dS0KgW
ub0ZDYMfiQxegzousp9IlyJGAyIi/ej+J+vU65IHyZmAwHCOPTy7pDH13DBWdrxkOyuFNCCzI/kd
ByL76GqzRSdUuKlYhndHGS1pPNhposp/Wkb7c/DSk5FlR5F5+6zI8Wtyr8o7Wiod1vBy5eSROqf4
Vq5HU0TQRhB1NhZbdQDDFHT1Mq+SKq7XZhqwqWV8SHpXNWAWgPL4rwturdoBMHSupEN8SlPkxzwy
DEx+0lm7Tf44R+WLYU8/TLH4uMsNKoWarf1yQ0heAxpMWhdTaJctV/3RfEiz9GlqDXvdVMlBquUA
iOUUVeLKad1dxhBrxdTvRHrekYOxowcsQDIx19z2DvTfTFKKeEw3shw8a3rxKgsrBhjnvHQLLrh4
HH3c1I44Mg7B5FauBxIB1spQbxHT7XDwInmV80m2ePIMWCguSmKHe5v9XGdv3fijOoYdBks/EUvG
LSV1vvvYfW/7aQXjeF+XtmCAVdHwJRz+CYt7ecRHvWJec20Py2Odph+12b6ZhBusy6jZ6G5ej/G1
GnBY9QrP1lIkcpsR6xAGVJiBgFxma2MVcT3j2kCiUM3LOp24G1QGW4rvIUvHLfb9FS0qpI3mqY8l
cllCbLgv02rIa3h7CflMsjI3QEpHV627bNkHJTwevCbQzMwIr2Cur0k9FmHhCCZdEOgn2wYBWEr/
ycvpL4+LSEIj97ob9MSfcIY5GozdZcQ5GMRzgvNKQpWIKuya5d3J6jvQxWOO5S/DAE/IDQVMUT+S
tricSYBhAxfuo4DClkNQ3CSL2Ya5IJyEL5p15wzmj2t+ZkM7/uqZH24dskKM/NZ0DW/V1VFwTULe
XQtKFaLGTdbQBxqb8jm30NnAu+DGPTwQgW/twU+w4eiPlvWVgYEYn20aspnCgDr37p1pxful91b8
McDQLFgnkUzIOdohLtARvDexYiPQwPXSZk9Q9+CkjvYP0J2q4xOvpKovpt741cIDORY+k0Urvlvg
b68mGDsqXu4jriBgwpg7MyKJyx+yMdZ0tNOVay5QYDXXVo6aG8Um7zXVzvadENnzqg4mIt+z6BSP
5Qm9LOXn4urQy8t9VtmHoOGszs2u+ORAiddDIJttZXS7OqW73kFGDAMLkS3VCZeDsrrh0cpDXS/3
1EJr12UoF9WLDImBqsO6KIaV5Y2PdIBpd+lmH+HhEOKLi/+e7K2rqqG2z7ziK+7GK7doX2QQ8ejZ
wXpIbpkIrQdWci7YkGuIwvGszhWXwvKlGPVBRAxS0J9Tv+v0uRQ4nJc5DtOeWFU/bz5Hu7jvRp4y
E6a0dHuaj+kJB3KYifg195jgN6L5KbGUU2LEO8J34rUw08uobKbpj+iMdIf0qkzEL5279RVO6gj7
lDyZsdZhYaNlGJJNUI3zu2uW7UsKQmA3GjT/PJpCcLzBJM/G2yTzTZUoWnTOGKIDGdeQRJi/5kdZ
fhVZdN1XwzqYE07H6TGR2MvN8aEW9aa1+h96ncwzzYgHK5qfCPdI3/VQ3c4Uq2NLg7oZyC0ETY0V
7uT3/clq9G21vMX4uhu/RDsgyDHz7mjbgeaUxA2km4syxmItAmzZTYLmHUQTducOLlwxHoqePcme
uxDb9DUIFQI0MLeVfn/dEfJT1yBsPXnDeODQZGI71fYnUfPsfm1/VQ3muWWPD3Dj6e5usDrumUg6
qljf2JUKB/u51CRAMPgL5EPl1cd+No8JEkHMjCMIXgxugIdDv+JE9I1XQ5XMlcVw6rwR9c+8EzZR
AaI7A+3ecsqGRI90B8g7a2PYm37JJZK1l/o7sFqfYA+JBW3ortUMWxRXURO0s/fY0csn+LfYaels
8ZmumSHeW516SWZFKmO8SaCbDg5ZCByQyY8ds8vGdg3vNz9Q46/a0iXmAklT3MdwU+arTqQ8Wda4
Unn8YhrDMRe0Vso7rpsjWuIMTQTi4jL7cKAcxNJ47EvcmgNYrYjR7kLdYFNbtIKxgXXSrTw0Ln7K
xbDp4pZEXfA2S6stw5q8MPxj6b5aUAJMACm6ZSei7lhmKKsAuOKj+3AK+TJ48w09t4IUshftVqeh
Vfsq4PByVHJndFg/mf/MxPqYIELTrJm/rYjSKZrlDyJMYpT4opzm3gzyh8U5BlUfzoX1AC/nmqSy
ko0dfo7bdJspSIkugEY62fWOUWNCdW5QR/us7JnzcYMn4Nou1PLUcT1lg0xouNJOkbE8OlDbfV1Q
h4qFTJ5ql7b5Q1AsDz5+/1T7zMnL4CrDrH1Wps6ukSQtN/UwnSZr4aoTff1BVXf7u3/gT4imi5D9
9/98+PqPf/9NqGZBF6BPagcWbLq/CLShkC5RXrE0otpzbgjvddVOVjr/qry2eFHTSCM1rWaPOMdm
4AaYzL21IdYc7tv/5p38OZUQNd9FeYdjBmwRwdfEIf5ZmZ6mXLTLXlQr5HvdR1BE/NKCnmCxKsoq
v1elYXzRtvcfC113D35vE0ZOVE0fGoubf//2Zv4l3eX/o2ge1N1/g+ZR+qOv2/Sj+DeGsNX3xx/V
5Bez2e8CTAEAUbBqcL0hJvfQKf63ANP5h3vJLwdjifYRVfnFNvdfAkwbnCJ/+kK4tJBveib/6w8E
aZfDCCI7mdbgbqAm/gv6S/uyVP5nUfN+bMguF6+Md1Guo+v8y1KaOLk7yMZGw2x5g892cHekHjSE
N5Vp9WpoI3snIbum5YPBnj4rnZ1pV1aib6+KJvbGsHSBbhAfNLInTJ6ToK8Z3Py1wnCerh26a8xN
AkN/prVpfDiKHI0T95GuWS1QeroQRY5xScGX/qNZzZG7DswRLmmWJu1NJHNSLxzLZ+wSkRWwMahk
iGWUyXSQDc2+s/YMJHBGI1t9+MOv+b943P9io7FxAvOzQVAy8YDhAfiLrQVe9eQ0Do7+gBmBmdb6
VQhN+GWxJOciM8QOcAYT66is45e/f+W/ePx+e+UAcJ7v8qDzC19sVH/w+CUCLTmfC5hq7K612/TX
2Imaq79/Ef+vPzztShadw8okmt1HW/PnV5lHRSoYWlDiNUR8CWNBZZsuuXNnGoI84IOTddDPvN4h
ockYzOEuMwAgA/oytM5xWCxum4YTcNua5nVLcvKqW+L2LI2OsXGezcQUG0VslytdWGTQlMSDeCsS
T7VcJWMnicRzlPcEGRZsbN/2im2eJBiJ99UZaEr3Y+/AebO5cg6zfMiJf/iam0LVIaPYwB7v88Ur
7vUoprdWecl1niTWT1tPF7NCbM7LEYOH+WGbXp2D9SYhc0VYQhSqmuCy1Tyr5hez/OK7qQaiRdhl
bXUs7VhmoTFDEEEmtJjZ1YS9agllXY41p+9QxRsFwfyN6A6AxPQy2m/fHQgBAjDuW5t8ieDb1rjt
yWmKi6hf17N2zb1URTcz50K1FcRFgrHPqodsIxtLvFrdQJ4ENgLByRgP9XepkULvh1FNDwtGC0nW
JzfpdQceyAidTKQBnZIGJR7HT0o/YCmGGv9GS7gEc28C3xYzph511C/pxIyLrSDpus3fr52/mN18
k12JNGHG8h77mknG/5/XjrHUKeqZr5r67uio1rgbiI9pwFoThIgGEot+w22TD/w2JvkE8M++ZgZp
YjLIm1WBzG7/2xv6/2fQv3vo9f/mDOqTFFnmn46ey9/4/eiR3j+wL102dizQNgY9trjfoby2BevN
B8OJJZs0ZYzE/zx6hAQrh8cukCZSY4kn9J9Hj/0PbHeSrHuP/3Hxjtv/ysmDCYhV8sejh3DzgB0O
x7uQEuMgb/yP+1xG2JrZuxOd2VzU3pEQNOfWamghsUNYcXskzIm2gk8sImzE3CQB3wuHfDHeurZt
O3JppNW+qqSV+JSJW7ISZvzaak+pV2Rv5FgNyRHZW5KGZGulLoBclNkbgYjcP/QqK9Jjq2sa5EmZ
Ie3JSL58Y4oZ3RI+mJcMTXPRhIYzK5azJcqvngPyncBHcWnyMwXeZYVYHlJFbkWYtuwgOKbyBpaD
3+BgLqYxvbOV3d9GPPLk9LskBu5Mp6WVxT/CwbGQzEeVSf/sIkCPnWM2s6NRfpits1OV04gnHvqx
OSiSOOZV8Z/snVlu3ciaraeSE2CCEewigIv7sDt1VmvLtvRCqLHZd8GeM6px1MTqo5x50lL62MgC
LlAo3KfCKafNvbnZRKx/rW/NGsmYzt6IHUXV6RDgFF6iw1TYUXbqUJxuX5bubJl1DNFEhyws6QlY
IkkrvR+YErVXWAzi8dkirOjLtOoWHs6jshPG/2Ezj5h403XoMnadafdsMChZ35VBwEzeq0ztQzyj
LX7aNVPKvb568aLlfZBWUfthyAi9LcB6vbhVj9IGENeflZPV2f31EDBKRBlCpUn1RY8O2zKPoiRm
wTPd0mTPOxW7dUtoLendollucEjIrGenZzcQSrO2NMN2GHCPaF5WwHQ2NoPV4MCLp+33vqhgGRV+
4+At89KiO0v6PLsXVlOlYGyDuFFX4xxj3limmJZ0Gzjb8D7KuV/2bhr0qImTFOUNU0onO3fars2O
gnzAAObkKV4GH9QMkH8kkW6jDJo8dMmlInWfsHY7WTpoXT7glbGGHTk2uM/mtUu1falV7V8qVtOX
ulWTenLcuy81rP4cUclKS6btnMo5thHIX2pb4SqXHzTRlhUKlXVXEdTCYSccrjmoxdS/UugUtEcd
Dc1XPNXxXrUjQWAo3RRu8gull8lLC6d+aeTMnGT6HAQpysumUuN63b40ePovbZ4DKhY7O7+H86pU
24z7MR1meTR5aBqcmYRk2Rq1KXejR4btXlrABnYqoUplUzlD35zpCSz4hvSa9LG0hVFtrpmOBDda
MP84ngYIMOBtwxCD/GBsI26xbcPekzHjMVpfgrw+ZLCo+hNelbE8IZ8w5NCg2sVLz705WEWZJAld
/7MtoqpkieLHqdynnaviz6Adg+5yzv0uByrY5e59t/BaTBhsepbFqA2MYLJ6qavwcsFv5iDfqmy4
iJsiYuhQdl71JNJywRYVQRe0m6HEmRkvIZChjKElurq5EFnTXFiNGN0tU0p13SxNnx/nUz1YkPNa
6yzWAXDisXKsGmI18Z1tMyVwLKAo2tcy8nKxt9FqvZ2Ksgn4kJ3RIAEvTb3v1ewdAzPFZt2LZFwg
oXvxdUR91BFHLaZNC/cKprIbD2zymqIFmYVSFx/sok9OAmQ/2E4Z9NRdOuJ9PvKZ/D6CmSaCmITj
tLAK0Gm2tfALn6peOExVuEaufZyPN+SKYn/P05S0wSBa2i7cKhs8jKQe7OUCEhuhDuZft2k1zA8t
HsmMcWDBDHRMWjHBLAxXZ1uW5F+A0lFxmwGle5wW0bi7iqz7vY/9QOwaEaoTl7UaixRHkMIJmd9s
qZtSzmaYQWluoGY1/Up0Z+1U6VBSk5sNIwRTP7ZPWUsyV+MOKb6S987PDFLhLVbeJj6xlyKMK2w3
zci8bX2OwAocvvjk073TxCFqz6wvrD8k8exe1MJupr0/2L4DtAEa/m4S6XzhMx/N9rK3MYgo5TOW
innQtagTvrleTFGEGxV3ONCMY1oAJY6Ol3cZz7wrOpQzbw8XjhtqhXqXzHW0uPOtbuI54fYzsnAd
Wft5jkIX7ncte3UJ4jMZyGzkYYTxHQeVwubSklza1tqevAld1eEnMEXr19SAFS5vOuXj863TaCKB
2fHw2gTSokNIdKy6sLeYaBq2VGgABXVjEyNdW75/naQILs7B9XN8ApntLWqtH7A/GSu3Ogb2ZMo2
GHMItoxaFTQjl654lraxyr0XxG15SsdwisdLEmfYgSLGjsu6XSMZ0+6IJ87GiiENpFxCaHXXm81M
z053cKbc+NuCMSnM9KVsmBAqXAllljnn0CLjjMgTy9NhbzU+EnkDLa+/HbXbvw8XzNAb8jDNFbcA
31X7GOSBI1sDppCQr03na/UJUHk2bCJm5jxr2oIdCF4L3Z/hFcjAbnpJ42Vf2Z8E6oRrowYwTBMh
/kOqO9YPOZvMQ4fHAL8VAQZtJlCMMSnK6aMPVuxZ9YWddG7zmDJy5OzKCiMoZacwjd19t5hMbVPE
0yohaLak9qGOu0juW0Wig1lGbQEOTHlMkwwSKfytEXjWhkW66fbA6PB4QOqerzJOHsmwagXcWiH6
M0KdjrN9ZmX5A//d/DEY6OaYU2sNR+TT/GG0h+BibHNlb/TYNJ89MTIqL6cpcE6XUaqKqcCov1qM
U6IddVvlBXvn5L1mq3UlCXgo8HF6+UQvhXvPRx3uUsss50kWYZ8MTII104/NB4cdEIKrM2U4I11e
j5s+0aZbLzHKtEuJO2tDeFf7eAoYPjCCpaxl0xLOYimDYYOeaR1V7SafCpcxSDEt7xgATt1WlEV0
zBu1A1TNgPzgJw3YyxhHwWnJV2mJlWTmxvImaIkJm4V3OpOmIlvpVR8hK5uLIQrhRzIuTW8oz2if
CSx6N1kWFu5OIFpH8M1SbNF+2LD262IMTLnr6W47lPjZl2IcgxP2vx6jqRHYKsXfXlEebGJA0DuT
+tQykTFAnMf6uVtij3RRPJnPrNB6yYIydp54wE68il0PJ2sDNB2bhwrNJXnpMiZ+MTQTduIKMpnA
mIIjLu7H464MyWaMos3ezU4tWXCq2n7ymzgjRg64h8SZpxlPqnlG0i4av/zAjs0pz6YCg8ImLRRr
nrKsCDv1vvHbIx0rUHaxGfw7W2Rtxdyj8st3MTcoSGu9jgmgoSOsIgiCrF9A7Zc7rXWkQP515B6o
ZRjueummn1NHNPyzRTzz0EMJJMjNAqaFlN0XEKwtEXXbPlisZ9MrJhzk1pJsjTShK5pkZkiH+y9y
NzgJ1e16fKB21KgTK8QW3NnbHGIge/yaNnXNG6PpiaVHVqx5xjmNOK6icSoOsDh97I9OLHcdcSE2
jenEaCCuCuu8Dyojjig7xajg64W1eQ1UCm9a3NsQsIHQIXDjNq9yE6pDUVjjzYhxivpETIsMDFTs
csY2nVycnNlV732p+Er2+3Fq+x3awVR+rFyx5AwAXDfRRwMlqy0Cj1zsm7UbJvhgWlJzO7/K2ndh
lQ9k/bquvrY6waQ2D0bzSTfEzvCQaIVNYl4s0ombJKgshgr+WCfTeYPrC2AR1q0JVEDGLU9EliCk
d8hUo6/NotVlZEqukSTupxtyRuD2KqcmdFgCVrM3NstIsbNA0tIV59ou4ySguawWGrcYdm7R6v4Q
DfX8UUV5Up9BsCTjU8TQtDd+4TPQSKs6ekjKbubymHOmG4likiGnEf8Fjjs8IWQXou6/ARH53ykD
r/vWf78FP3p4rMrvpd/1P/9D+nV/JzxvC/p7PYQ8LZFJvu2/1e9soaXLzpf6YAL4+i/pV0IKoVsY
UQW79crT+9f223J+157vrvw0KHQ+IJx/lLx/q/+hb0L4WnfgbFQYJ7yZZri5CpoWQTc2TXrtViix
dcLiY6II6xfdfK+PhFrksJkSWkArox4PrMrrfX5HKga7s7NRgknaiy8Lc7yE/xaa/Xen/gea7Wvl
9I8jIVIgnHKiUCpeH0klrO8nHuQSC9tOpvhnDTHC3c8P8oOvAzWB30yRQhHuW/hK5Cn6lrCce4Qo
jiNdRZftbLoD/Him7r84lFo1kL80Er4RHei0CiqmTmhuwK5ff6PQgZIXedneCempWv2sTUjxDs/l
fcPurN6xRNEIKEtLHhYqTH8G04HZOKBQZ8WX+0W5XRDn5I4BKzh9FSG0sg42k9loaKHLe90ntrOn
O4EKHDK6Ul5EMEous9GR5qizneiJhbyO9rxGWZxZGJQ/aS+ciy1P81KwPRr5Qxk1/tekXHDnM4DE
7e9Ug/c1WXDGkrlHVb2ei4YDC6y6z641JewwHcnqwhpHSMwZAS91GhJT5yUqHTNegNf1b/tu4N92
eISyKhSMmInTdMFTQOwm3w4yZOc6ZTpHeMmC+W5q7eFz3K5NvzoNeR+afEjZs5crb7gjcHk6xF6D
VSWw2y9lNhKpy+1pfkR/nT5NJAW/Fjh6zjFUjISlINfiT1MLLNhIRsQhKze2tpq0/GdVVBQXL9jf
SLgjYYduAS6h8wyQazekc0X2vHVAtRdp/5lMFE7DnYiL7nOhxv5yUbDG4epl9T0mrPJGGvqzNrIb
03cUOCs8726wQPZjc/DZYNN9JHifPHLX9A/xrMEXpEvFVoZhbE1szZHtQwABFyS+4JexLWjISEjs
1qh3mTPYsV0z3mEgEd5RwZKjxTvoqDvWG86FdFreRyYaIFsBduZDNEP2aUUDEdXJpsulxqG/XbDY
vS97gwZdZoX7UQzT6kXt5+YR7EsHUjEfPzaZFapN4s/JE6vu9n0LKyg/SEg55yYbJ4x64ChouFqi
6R2hZz/aiSFnQBDXk/3FhvH6NEQVhC0gTR6JiMFEbJ9lg1XVpS2JFZOi8CEsUxwtSQUVWXeJ9S6X
eWhvs6SsBZYZutd2Y+GV1x25DNI6i1n7gM0sGTpUUTmw4FmK5XpaxuiqLMRwn41BTEBoioIbBevn
c+8nQbxpunWPYBqFJ3q2aAjcNL09UhjV0auxH5oMrWPoTLhGF0X91OKPpD4gCZgO1QWTDGwsrBur
rhyJo8U57upwIojWBVWA3TK1sgtrsQd3g2rEUi6fluIGzFhMr4YL/EBrz61wq7RFiW85m++HNEEp
yhvBzT85HmieOsy5y3KOmO+hfdfPIIlsb2NB2V6N4dbogrrsq1uTDsttxmNf74ztx8+9m496E7dx
cFc4jX8tDX7WbZUHYbp+mIx9hdHmGlKQJ8/mECGPeILI6n0+2Vz/Nkldd1cvzjTiyyi8u5YWqyfF
GPpqrvu02kGT5brRbWRN+AXsgIWjdgqJahPG+NmraSCTOYK2H7n/niYuoBsnlZ/Z9/NrEUYYL9AW
5i9qwEK56RsUtW0Yl7S16gzSFFsWjMuspFnlZAh71q5h5v3R8MiksgGL6MbrnbHZ8cAxxYn2w/Ih
oSEFg6rvhFxR0Yw/ik0K6qsTOiWOxbjGvhbWs3HZfOK8JHbUrTlQC6BzZBW3FKrwHwh79RPzTJto
j49i5+siuFQmPTk4WCq/pc0uCS0w3RgX2n2Sz/k1Xr88xyhdjTcApAC9II4uW1X7SMMml9nORQMI
4LXjZqE+qYLiQrMDjmesm5k6GloPHvaQSmeEOzH4Z+jw451AD562gpQEjkmliGiRL5c8zPIquyLC
a9HvYFcZ7R+1rRAkJoxiiM3FKcRlHGgJRvp6l7Di3EzrRoYcH8/nIEREdlbbvzLOfsBfTr3VONnY
Z+bGuzKkK0lnLCZ5crlaMeLLnsVxHqu8AOjcO8OWJX2Pua/X8R2z4GQ+nUov+pKI2aPqCwTFFUZi
6AwRzT9yq+xuet/7uGD5Cm6DjTsF9XeMo4IkhzNVOmEXOAOfzMTQPoUEJmOsgb1T7Jy85uHbsgw/
1mUkNR64Mml2dWDcT6VLPxVGqWDYxYllf+nDai2SEjQVbobAP3bUHPsbFkHkH9ylc46tRTYnmVsS
tWqEH78bDGaz3gnds7n38g92lutHq/HMPZFRIjDMMyMsSqaLzr1CtRegJGrnSCNJDvtKESjaenGc
IAyYPLm1gtp+HKtkunHFaIotb3crO6raLrkq2Bdiu5+leaqzUXyK4mGeNh2pG4w5eCmJnOI2BM3j
B82jzbNtD5OCmp0e380j6eHxujJ0oriFEVe8FgKcVsYmHTfJg7SC4IkNB1MC5LxBgk9FmTnO1Ijw
NPrrdR4ZXjJN6pU191/ZEpwr4htdeNN8MEyQnjM0PX8r6twnBAp5m9duwPNr44oaPEUCInUb+YEd
bWf0e2eL6UxN207E5oTshPVIGnHothotPsdUTZ1TAMqEtpKIEXGpVxK4KIEZxX1rQwynFGQz0Pf1
PhqC4CFpmpZ6xWUgVOT67HbgEncIbF1anPDubY8KUFVkzpJ0+cS1KR4qdkJ4SyfBCyTt54y2HDFw
OdF5RMpE1Wl3Rz8MZSfznPAESMzApqgEo3AZuJ1bYGf3Ft4pck7dbd3o5s7j4ssOwVLl1zNE4a+x
7UC250XBdcTdF23pHUvuZbfeHymjeR/1ITLgJyk++0SPb3Lvpy2A/2XAyu3WEeq2U4SUgRkH6XhK
1h29/TLnHqmyuo1ept/2yyQ8f5mKF4Y5+iGYe0l24WVyPrKa1GRFGajPxqFWp7CchEF7C12Qc9p1
vJX3Ay1uscBTzHC+pHkqu0aCzXHCiaZhgN9EnnstX+b6tmz57dAwGQV7L2NhnvCE4rOIAowFsgzN
OwyQp5dhcjbE62DZlio7Kwdn9E9MzHOLC6cSzr4jlH8FgIcEL8h/xzqbZkQs+FUB9Y4Kw+lIUCUw
H+qEdSd7UTjJeLzrjvqoooyRBRSh7lJO2X5it4qL00sxFJt+3ee6IpseoVERBpqVtE9Tq6HmhxFy
kWwJjMbOpZNyx/EiseS1bGUXHRikz2bTTkEKvEL6rIkgHPDushepGInYwcAwgLnWLo3I6V8g3YCD
JZzGwq6fhJ9foMBMDyatGnwmvBfzXWY5Qbyjt3F4NtINWUHG3URqtXM6uYldhoW85NfP3AO1briw
6O2FLtYNp+5Utc89fS6MIfyVhJFFlii2wri8cKLWtJg6tT1QqtX6fkvmgGewXc32yZjnltkVY5AT
Nou9urlepqltz7vBSfVet6GjD5lnD8f5UMQKnoNVk5jEqYNdUQjfeQzQm4K9RKh092GuoQqwZmpT
5zIhFn7AfSOXk2Im1UATjc8biA6XkoZOGOBmT2KoKw4JFCnBI0cO7nHoR11Y79pIl/02wPWPr5A1
hf8gYpb/8KbYhPBehk/lP5J4RfvdxGBbGNJFmXbPG+VafK4wrz8Lwl+0ENgo0B/DsZrqhwSBurla
aylI8ksXrdWuI97BrOv+vzOt7JJuXr2IYvUe/ntN4uY//6PnefpKlnj5K990Cc/7Hf2AzSQrMCwA
MEn/1CX4E3boArw4+gN40dXY8ScTUNq/U1cdYEpzJHBqdIu/lAkpfmchCZbUIbwNvZZR/j/xpK2b
2u82vXALgCljv9IOROyAwoTXm16pFm7ZNjRMnylvvAjGDP+NmtgK7IbJ9oODM6NVAnUp0nDrDnog
JytnazzjVnNxv5T+0rBj1umCmMhVxyKGt9CJmCgO3EIATPPTQFhrvY0X23hkm1GssSCV0yWIrF1v
PBPLq9IweNr18cryc8X6UBFFYJ7ZzWpnu6qbN/Sz12bnmppOpTbXrb9Lxr49dqPRWcfX9Wdumuop
spLg0S1N9fzym/4j08tPgZf/A1GWMI5/duF+4LJtX9tZXv7Gv6yUHsI1ljwSHhB61yvwm54WILQJ
HdBgr1YRaLXA/Omk5I9cvJWIt67H7tH966oF5iuR5/C/caGhhHn/CMq7Skt/XbMBxmCowOhcIDal
xHLzxk6XwnGa7Jl9myfs4j6ngu10QWPexWE/0LoL5W82y3QVlDaXqWXao+/O0w+Ur9ei1Hp4Hwww
8MwVsOnZb+HR7ux0lAjDS+wbX1xUeCUfkzac3tP1Yg7/8FCA+jUKm8ctqpH2eHp8b9sprJCOGFaR
Gwce2oepA0BSwedn4JvrX3yrv51U11/L3vFA4rnGo7h+6++ckI4pacWbaHmyPfYfnbASi3LpofA2
8eJVh4VDfvAHBRBrjmL9hfby2fmFDXT1O73+YfmWyKTshnmHwSB/83XbpGeBtcI7l3BIK7IyYwzA
CaIGY/0lIe8lmtoczFwvp20w53de5ALjAqJQf3RylzpyqwmWZ39sWrkvRxB5v9AI//75gvUadpA7
mZQGbxshklnhQyLoRuRiacnlpwM8uab4BVJ/dYS9OQ2Bx4FwjdqI1t7bC4woaa3ppqKYxyoT6l7V
tOZqhoUWH89I+w7wRULxo0WJn1sWNDGz0NEUORLPfUZrM/F1YmR83TTlAEi0GSprT8TW4PQsUvt9
2lbBuO35p+ETI0rAj4vai0IHjMGCscPVZLIZ/PQcO3hOmrR2n35+Ua8a9Pe3r7R9hUzvCxR7XmLy
jRdNSbeYuckANQLFPPiZrQ4Nt9tmfKlu6uLx6ufHezHxvjmg9jBGa5sDOljAX1/akU77UVULEgMF
ny47OnJ2/o5N706G2T1jxveV8o5SGis1BCt2XafMHqHddkelX57DNNo2LSPyn38qHoZvzwIjBqp5
MaPb6NtvZgKBZ9keIHG29MZL3mOdKPZFOH9Z2kydTS47S4iL+fbnx3x7/Uq0euYg3BTc4dztb+6v
ZYjLKXKxp+lMVSextDNKy9vhF3bnHx0lgC68+u1pZ3HeHKVPPIgGEq2ryWuo3mOHhOq3/i/O34+O
wlvghaqBJeRvnurJxWFVrkehWvVEeJ2/q3SQ/2Ke8oOj8I5jJEB8Sbq8715fOg0OMWtaZ/NZ0jwU
rjPei8a4z7/4WeR6Sl5doQFrQLavDB3XeoeXB+N3D192R20lBu9pdXuUGzsevezYTxZdf/HJa2+H
2o4+tbCU7ePIdS25y3Fke/tIDBHq3Fjn40XfOZW88JKE4DzI4aC6cAqva49bH3oZXadd1Zx0LqUH
23QyHUHHqQVol+Cf9q6psGvyMwmVwXmHAs/fBRsx16fU3tW8emY4R9uhDdP+uKWWjRAkFph6A3fO
vVyaiPgNLFS72CEipcdRZiBlNmWC24/OWdJsc+GxgyKHNj12nsggRHQjvvClAK3KjVWP0SURHueY
Hukp/2R5zhxsO6qD23d5XPTLTe80iw37KY7kEQaTjmoRLcyTRhuPDgb2rNpibU2LY+BITrbLEhMP
u3Im2bBpkKLI/qPfUz+ONEGrW+0pZtjuYj7BYRhAOtph1B2I53qXZWMyez8bpfrTcKkHGupKrxK7
Lifqd050o4l3o5yqmdJaN2gRF0X8AZ5eb2/I6GlxsGZNh6Nw5xBFOpWqOZJdXwYUIEEp29hOY/H6
FtSx7UeR99G2HYRzbIvWNhCq84oiOeFyfrIWf6ciD8nfaSP7vpoL5MY6cSnmqTPPag5wN8BZ4gLk
DHp5QV3y7HvRdQcfASwD7+yLWSaGSBynlHw0HEAMONVMD/GSLsPdNNfZFzM68CeCKAVPXfHpb81g
uAhy170RYIatS/4x6oazUABrMRRCT0f0IADzTEDjfsokDbHnU5XSlium0tYHPUMNm+nvCk9ky0P4
lOEG3ZjInVl+ZQ1tYw4ik2ulVxpDHupEb30WRlfz3qqbotnUuSnu2NkWAO8oI9ywJk2Sc/hQyKtB
6k/phQB2TJp6yBXxR9a2xyZRqdy1dtE8o632MKkw0BwnIkN3YEoG4wRDTwsdMi5TTrxHWTjX0iz2
ocsgfzuoAFfW0OCHYg1RGHJ1hqqwbZlQEAukCzZ23HWapE1hxT3o/knkZ7XAN8cHomJvtPrssZl5
a4GbiQg0177blvhgmy7bRpVV8dwrW17SSRVED/AztHvs0ydt9sVsyUc1ZZQttOQhyZMXVIQRNig6
RJKpDE5qJyrNKY6beUCC1ISfG3ssJVZpgCTbqDFogjauaIfIhg7CA333frIH9EPpFpZIbFpyqa3u
gqGEOx2Vc78EVz3oUrxzTV1fhS2OuVvRtV5yas11eEJ7HLDDnu6J1Sk84LlpswmZMhmpK0NQsaa7
dGwtqiqgc1PpNQViOLS6Le9nnYzXTpxjIwdAEahur8bGIye5WroOLuQSf18PeIK2TTVny1Gc1ZjI
k2zBTgq2jgbxJBKMSw0GLOdYlf2CI21WNRRzyjHfYVmbWAKtQ+8tg6KWcc5acoF+poN+75RGnTV1
i9Va5oVmAEsY9yJv85jybRdgF2JZ4S5XpJpUtlFQ5J/t1AnFkTvNSXzw0yn+JPKKYDwxj/o5cbrg
XFbIf3sHcf9s6uFd7wUbWqogU1Wf+aLxP/CRwnNC+njCSqa4oE8IaDg7GGzNcZKbgds2NWxkB6+E
qe2QILVwM487384BDtSrtNmEAVQW2kFhcCQ54yM011qfyhjg1TmSAauhNHaMcyKxtr1nSsk3HsjM
POuoZxDsgvg7KRRO5q2r8tbe4X/olyPkdKi/jlePzdWAj9E/8YChEC33Ru2TBJ/zEPd22zww5JvP
bFCnaH1YugWW7zj/KKZCV6RgK3O0JNjPN3kZO80B/00L0i4tmEM7eLK7AEjSgn+axKzlIbTFxPuR
RqVX7IBQi1PuzcIBxWFZZyUWnYUTofG/FY3MDnVp/IZo/MhYZQkk7EJJJArEpkoBl2J+tr5yL7Sf
Z8pdHqq6ssxmXBrH2wQFvaCgOboOvSuusSYGCojdZpyimdRRhsmd+y/SIBJ1AUdvqgPvXruZoMMk
HlR7qHD80WPexh1Fy1FhXc2DRV7JBtFhbxeO+eSWYxseGuj4YmMtsepJAhXGxqxdj3LfOU6Eq2sO
ylM3krHYwjKDMWgq37qMwkLrXdHP1XuSQlBWyA5h5echn3zIUDRv9VSHX4tep+0WnVXa79hNIXQ6
2Zzgnovr6GurhtiFbOcUH2dWcHojo9brqRQoYRmAbnYAXVmgIpAEjTknzt6+s7ipG8zQQX3l1z6t
6nk4yFsM3p0C8Vqou6Vr6mvPystbTFau2GYylt5W2rIGqlqV9rDzqBWY9zifHAWlNc2nY9ETjz+a
x9nQ+ssJAeQSVOMpMFvN1EeZPuP50oxPxQBjYiN8gIG8PS0o9zzVew3o0lucTcEQOPQ7UPjFUAyK
Y2oeI1L0tnXssOrnNQUZCZ9KaAXEDzq53lY6WX/VoWyKCxeuBt4wDYlSYpE0LsEmgxB1mJCZoyts
DuX03gISlJstNW9dcFrx/+sThlERVJa0DGbuMpn7oKh3UzD16qRpK4aFdBM7IU/ZuXW+9rErgEI3
kSoLKmOpUS52Lwu7fyQb/e80aqFKfrfG/VvrEx7FDnbZbx8TAxLwt5M2fyif2++tWy//wDetyfLd
32XAZhcxk2y9sNeyum9i0/pHitgUaii2CeYQ62biD7lJ4OxiH76qFSgjJK74oz+Cu/wRaUP8Qoo8
r3IZhv0TjfT1fpXtt0c6FPOj7ZETZlv+Zj8zL8bUU+vrXYv8uHVxOG4hgmyG5ajP56/fnaarb0v+
74Pvr7f+3461lpJRs+p6gi/xer8B5IO5UJuGO+DnPbGVKN37jV3vGSd9/PmR1mat7/YcfxxKKRgM
ihvcpyfrleAzodPqMOFrLXAaS0efDepjWVCMK2aXe9rAGpqG4cQH8bMLx/rzTCnjEtpXcRJV94Xz
dYhu1jtw71mFvSN4wiIZOoQDU3twnQJsw7ebiQ6g6Ev1g1PzesP87fNq3xWe4PmnkL5ff95UmcIb
aWigagPy/dJCw3VGLJcBwNtNDXtkZyEt7H9+lty/nSVfclEq10WBCIjhvdkA5viU8n4u9K5OqS3A
l34dNcPXXOr82p/M+YhxgoHhWJ0zEZ+2kyP27uzrc2qFN6XtwnepU8wAikYqFoVcy1unZcQYNef1
8HGysvGQCEzrNJx5GzJpTLOKstmqSN/PHu52orjvR+NfT0M77TsX98McLxTH+IoqLiCvTKrAyxYB
GJQ6nLfGaNAgUb1vqzr/1FJrBSA7effzUyJ+cEoQbfghILRKLHPr/fLdZtXwyh2TrENvVf20M0EB
pn+GzJAXCWQq4hR9G33GzMuQG6K7HerT3HTxpq4j/xea5ZtwLNeEL8Eu8KsgJCHLve2dhb4X4NSt
9c7m5bEZxgIfcI0HCms3Ze0NnjQ8GeR05C6LWdAIDPLbmeXn6DUARX1z9vNT87cnxeuPE7wRprVL
j0jGrpfaQkTCyGmi3eAY0k79RzMuv6ow5qn4+gbmaFyXjghWYYspzuvfIZkiBIlBq13DjJDUQjfs
o5p+hF98p9faxLdzzAyKJzOiES/09ZH13c9duPWci2TQOytHbWEFdu9ME5UqSX+ONkJQJF2Y8irn
tI7hXIYCKF8AhxA7VhB76A851KmKKJ0/FTc1HIFtmg/HYGSf6YVbezXO+1yE58vI1Nxy+kNYymFf
V8mR5VqAEWY8aXq4cJaEBE6sb40nLln8uGe1T0YTtawGABqjaCU1a1dybDO0jgsx7/AK9MzlC3SJ
GERSYcEEVnGxR1CnZCMPHyw7fc7K8Y7m4uYdPpuNpSmlVxP1JRDuCN0kt0NSUe/nN2JFqMG7jtN4
n5WkPGGZVb84zz+8lj1syNRtrhiKlyLC785zzP5h9FnC74I8B1NM3iElB+YgQRx3FG/Gw8qwtGP/
4M8xAbeI9KucQHip7cBf2/z8V18fpn8JUn/86FhgPZ9CM+oy37zzAl33nQpDhUOFIbjTjj49S8BM
7ScacmrEf4DbxBD+GwdVQkBJcGxwCW8OCiOr4CHBQcvoamDnfQDW3W1c05wvCWwlukZ6rra7nx/0
h48zUtmKG4hRLJOr19d3OWIMxhTE690jTMpwYq/miS4Ozmk1UCJhtf19UGFjGargfrYzykkG7xgA
aPyLry/WO+ntSfddmBQMyPCrB/r1J8HXulS0F0IdMJhZ5gI2eUgUm4k/JUJ2E+OE1bCJmmgypyEd
VrumpTdYBtZFzarkVPk7Ip4VBlCTHv/8JHl/e/nyrOG6RENfg+TMnl9/NAKIUYScD6muuMOulF/m
8wV2oI03+geUZjZMGgRy5TonCCiLv+plPcy5waOTN0WI3GUR7yhhDxtcWbDma33HJtHb0hdOXZdz
k0jTbuM21UcTaUwwwBBlg5Jme3AkzIIwOoxqXxfAuxK0HQ0m0c8efHvQdC1wdUz5u2xMj/UYhhvH
isptXyXppkPrWGt2Hjwea4yx5gMq6/IuiC6bAC3IKgpJaqs9s2zsr2NhpducEx1FdPj4cwNffomy
rYB0mWTu5c9P6I/eFGsUYH2qsszTbx6q4KzqEiCV2o0p+yqof9sI5UR2yW0i5R9W/f8X25Dhi8Gv
9uW384e6/e3Ql8+Ut1bl/3k13v6/r//n/4ziRrmuB/+9TeP9msJhO1I+feH/shn5rYu//HZkvpQP
zwCFXm9N1n/qz62J+F0IIiV4NJhZcXfxQ/25NYE25L8MoH32LeqlYvvPrQn4BrYtbDwwcHDHcLf8
uTORv3tqRT6wYLG/7Wf+gXvjxZ3x/RODmQQzHcbQbNAZFb99Z4SaUjaLlyAe75I0FrYvrIC0N7dr
2BUsMhHvTN66meN8JK9cxhTytYpna97e2l2zsUdZ4O2oZPhf7J3JctzImqXfpfdIw+zApheBGBhk
kOIkcdjARIrEPDkGB/D09YGZ14oKsUjL3nVbV5XZtVTdFAIOwIf/P+c7sPDwppCF6mBdK4S+OB+r
Q50sGlFDMyPq3IWLbMrqb6aOPJVNL0zvJG3NLzaXb6ifozuyTHqs9Fk5CNIC/X2iSTCTC3tpMmCA
xo2G5f3SXoA3aUoSlDOhYgvbdqHGdfZan6r8HM+wfdV7hD7RhUCeZnXDknp3meYLNzStTLyCxne0
5M4GU9uEaVC2X8yOx5MjT4HjIdswGvUW8/fRtg89H628CfAazo5i26l53EBy/KFmOIJJsaClMWl+
tVgsf+nRQLFWefTrfRtl5PEunIdEBqVHoLCPgJmowImsItzkRm/6QQUR0HSlu02R2ASYk5Jt3RMT
/O4Luvz7Wu/Pqkd9VQ6O3Dcp2iBFeAnBnxw9K9HUahIDP4Gqnti44D9W1O3K+9FAk4PDWJzrcHuo
YbmA8fDHb+grjwFhMtqGYmR8FieGtbLq7LkulEauJYW4z38hfK4/BgmAF1sYF3T0AkD5/W2aRakV
dGAYJOtHMpz3AwFpEHiHzlgNJbFrkow1AMXAs2Z9PDUh3OfWL8ul+qoVtD6IGDV3FAt3Of849x4s
+XJt+Q94YZHO3tUjRbkWBIJ/g6jyix3Y8QrB4LKBw/lkCooj5vFPb+K0LME9pIAoKrJnxoU4SAZO
4GfIPgdtrr/opx6JL5an6Vq8vpRMEPjA+TrafXjOQBHZN9K1bWrTVnn5mU6s8a7iVLXJiywEt2k9
9V0K5DKv1MbLwB4KBdq5pZUD/NAF0RkO+Rc/689h4FfBrXEcg+4X//n7E+x9T+Y64AwCVfHgz4tz
o6o7idbcxQih9e367ZX5V2vlp0qv95nF//vb/7Xr5fJ4/+flckfI3M/35brlv/6PMuwvWEYseKx8
uu3Rd6c88M+KaP3FNhrUEYwzlj4qemzg/7Miso5S1qJPw0pqvAnA/rMk2pTxcNzp7C7522xa+f+m
WMfx//dvHiW4QTOdv41SHfykY/UMAughj/2f9Aj4SuNat0HGVy5pp4ZFvptsTO2AsVcHrwcCIaSU
pxMfNPkNKWsTzpp9EVtwYbtGpBRUat16MDP8KScyLhaQNWxg8reJXK0QJTdZt+7wGliXYdE4w2mr
0bJHi5+id15ZHYD5szYdR+zpgHKTFfzNbDijSJ8DTnP7bk08VOUHvV/zt6HwSgkNYqIdTq3IQbPM
n3S3LIfGVQwRolu3nf5iupyQDtrUkYMcNiOJ4P7YNXdZatGFBkInIM7CZABgjonf+ZlP86RfzM1s
1ieeP2iwwKO6qOFyWH0VpKYxvHpSF83GT5OBHL00aa2TPmRg1qKyMF4WDonre2a3eFf5MZGrwpf2
rhbD0G+8WXQVIo9lQUWUD7GNAntNpK7R44zDyeceRiAGZBoNofNSElR25tASI4MBExBbez9t6KTq
s/MdE5YNTa016tPK5SiGs2DwqxOihEbSN/q4eZzdpPipp4S90wVs3F0Uan6/gghcXPuzmrED4goC
4xfb2XcrNdIXOyqiivNQnZzTySuuhKh74LOzbuewwp1YHsY5opUewUF8wQPVaJxFXO07tAiQ4gkc
CE75iNF4b8xcOLu4ahKy+vxQ7jTXyIxtGfphs3HRVDzZqY07rq5ScaMbKR13PTGXommEOjbwK3Mo
NjOtZjKAJl+YKwt479qhVQynOyKttyNKhcAbngtRvL6WPQDdLx5roUFohmqF2b5JJisYQPYpioox
/BHcHsi5SwTxkKANtScYUk1ragV2v06yUvtmOnLW8EMkMU0a3qwzlUXJkqodJ/GeDmwCgWHoF3GA
1jJ6Rqxp5qohNgFnO1gmLZizku5g5PXx5Tz76ZM1kJ23j2xDvJC/ac8B7KXuiYNeeS8tt283mq+h
SVB6HGI3iBt1Vrdz9VSIisCxDgX1lU63XgTa5CQvPf2qC8vDjglKuhjrwCzskSrS4Els9zIqfmmI
KadgmARQiiQvllAZS4nvINsXxh0lcsJOMuJyzkDoGHe5g/CHw+fMVgtsFqbCCFYsuUt9dlPLdiHm
x25V76w+PHMHp32icJzhJMCKc6+nkXLXXudOhGWmNTGwqpPWq46QvoRUHYseL6WdAMTnyA4Y2U37
eKf0RP5K/CHj1/kS80VLb1UGQ9Z1KArCNqppjfXRq9QzjVwO9kgdbA0yAnn32uYQhs5MgCTAw3hP
KZX0pbYh4paP0x8mXHhkwu8q9Bg3JF/0iyuiNb1tONjkDxG4hB3Fhn9IgrWfwKsuIbZJG9n2Vna1
lweZtNVGNtXIeWAItVPDVuVrGCXhEGhZaf4KhZVmNwlFhVchiImLyWfBmp5pFcmGPonEJPV4xr2X
2eLe6dWyZcoM74fE3ONsKJbkjwSaVJduJQHGzMpIX+l1msmWwGT/J1mInDIE9pN+BeDOPyf+J3qx
WruGv1CbjIvLK5lT6XOK06LR53nTRyNlQ43HsgdFxmRTyHrJdwbd8ThrDrxqtknTD4qd3r2ccrqW
87AAcEo7ToN2hmIqIoEMPKBiFCe73B+JDCmL2pXXnWW60wMZZVlzSslJ7Jk1SEFy6AW7dEAr/DLV
XIk7geM7v7BEr4stVU7vNWshDGHx7BxQj8Dbzo0s0YiGyRL/yTCVV1Kaisln86WS3wzEl8R9+2m5
DeN6Ua8O0lrxOsbMaZTvBKxPLM2sLlp36YHasALhcGhbRU4H0DLrx4kcdyfzxhPAl7VaY7Fxb0lA
D6tg6JroWzKEyqOUH8rrUssnAGWycQBVN1rFtjTP7as6JZkb5okDezvuZuI4UqdFeZQg4a4DMBpA
W0IOe9RaStndpiChkVO4LeE1U2tEF+QJqLfnXh3oLQBhkh2iGhYD9ruJ4UQFo5UCFnIiYrwCk4lm
3joInfoNBWfaPnAHsGFXk4xdat9VyBdtJQacGqNNxb3paQ2zpLC17nwqMhXvI95PtQfHMfO5VaSe
ktUN+mTdkkP/gwRXk7SEVJGBquxpuBPAS/ogHvTc22aGgaoj1+v02VV0ogzsCHxuhwEGiPFjJILb
DEgiS0j/y2NrvqplmOoLysRu1nkydHdzOo1qh9IB0xlHZYfjgNBUCMIb7+0hyhqmZVr98WNaxBTT
gOCaV1GnptfRywr4XTEuppDmX1M84rU0T0h5J2KyNDQjux/5WdZtbmhzxluB2HpdEmo0barIs16a
ekTGoBx3l6BmunJnQfSSpxy2sHxrh+KO6GxE5YD/+lvUzUwqFq9EcpDMufUaIiGdppCirE9U0zy+
hvDux5WdKoJh6Wkv5F+2Wf4e7WWI+584q7tKj/KnluK4DhbxUXhTeQnaS9QnEBnlDakqtXbQaly2
gQq98r6JoJlVwTREHC3XkMx79Zqa8/QAUsb5VURFVe5UY7uHiEKJTo/fT3BmYSYz/j62/as9+P+b
bXMw0p9uu/+AW7/9C//UosRfLlUelBIGB3/KSgvA4p+dt+H8pb8RRpDOc1pc9uT/2Xibf1GVcOGc
0SWiiWlyBP6nFiWWnTx/yv8ADOH/86+cRMd1dCbzZW+vU5FYSl5/9InSbowwEMfnGnPiz5EoaDKn
PW94STsI12s9KexLx2hNWF9SD/sNPJShOkvYmzw5Xl9M+6xrVfn3ae5/7Bkfnf/ffhN2DZDSgv/7
o1VZ0EzVzTE/n6epvilyzXmgZEGLxSXx8BFuk/ruq9y/B7hh/PMS/4+XPjq4/n1paLCMBQchZykc
vm+b5crUCBRMCdRItS32PueANB/ahZnol+gr46d3L8oHxZiPLrdgk3QXx5hLUfn3y1nFiGcmT889
O+eEHseyeE6bpHwMvQqUKbvPX59f7/iUtTzt99fjjXt/e1aqubLneoY54zTN9HrvNq2+81L+8fMr
LVWkd4Wut4HknjjI6Rz2ONz9fqU4kSSTz9k5OqbuHKpDsU/jafiiHv/Ri0IvGw48dUsHDcrvFwHr
5veUgc4rr69205AarxJw3mFK23xvYsJ8wuujSFN0zS/ubqmq/HF3Ht8uRWYULt7ROLbE7ZRlFJ9H
JjIXgpBsEtAyFV17s+Ndl2M/nI25PwRF5mrXIdZZsfo/GN2lzmo4tsN3srxX77qOvpAEE+pcn+yg
DflSahepRn5Rh/vg5QQ7zBRDbYkgBXcZ/XcXyRwPcGgVnyde4jz3+qTtDOK8rsYsi8/NWnaXn9/T
myLnaFDRGWCXojDORY2j65ks1Y7pROdI3aszOdbafZWYyWVFHNqVB9nxwQeZviMllaWxJ1lnK/hs
wOeoctp+/lM++Ez4HJf/5RW2/ni8AwFrOgrz844md9DVuY1KHo1w71fDF2P8wZWoeeEZBRKK2+W4
cN5LNvcFiXoDVu17a0zSvfRnd6vAHZx8fk9vH8PR8GJmpfKDMZCa3FvV9d3jLBpmMpFah0RPjNuO
oSTNKPOeakqT/akSkftDhHG6QPqK7Ce8dbCkExrKx89/xgdfjs16w53S+kAAcvTlAK4DseAapHj2
U46wU5DXjf70vIZhtCk4WZwjBix+zASX7gvAfF9Uvz94p/GDUMxiXcFZZC/P4/0gzHEqBovEvijz
TszJ7yDsxgJYxyS3oVFG+8/v9qNBZ6NnuWSQeOwK3uhV767X+zZptr55QBjL9p4kJqcAIIhhacXW
ub9XgzUeJIqcu0TzjBMtLK07oN79F9PFR4P+/lcsk/W7X8FEH4q+Ng9y7OpvJtzVCwBQFvBbk4At
p9WvynQadlPl17sOBsIXb94HSwFGHHR4AN6YRY5zItwyiwH4GoduLObTrDMJoxsiM/niHj/4knBI
LeVIamt/VzHf32OnZKjXtXHQQr3bhM5gEgld6EFL1NsXTr/jjv+yttmYYa0lFeStXPn7cIpoHkis
Nw4+PC83GOJJkNhHgWerWbgTVmEcyfNJb9U+MSdzXdqQLh1IDbTnCqe5FaqqLhy7sS7GXIEkoujj
TV8MxjJVHn3r9LYQgGBPWmSW7DnfD4ZXtuTJOePBqOV0UPTaFjl8fmkmyt1hBB2vZ6KyX0jp+bIf
sfzNv1+ZOi6trUXJydr4ppd596r5cacNOGbOtCnJvoV5kq4jLDDghQF16k6O7lxM0OtTQT22TAh9
qESxp7xYbYUrCSSl7Ke+2CV88BEa+iJQoXtrWWwpjxYWa+wVodEOEU5Vvg2nrD+PCro/SVGba+RO
0bUUoj/xjYkihaGMbdI7w48vJoJlJ3c0LiCokGOwn7UQvR09kTRuZp9O0BmUkvaco6A4mFEYXjjI
/dbSEeW1Ztf2biSO8xQfoaRQYpVUa1TzxYLzwcv7NhJ4mhgMaIlHeyaK3NZAfspZWLTpLwKuSCV3
xr0BTm7dDxMh61MxdruoI+7KavTktQYHdW9jcQsMTub7mKyLVQlZ/8JTk/3Vl/XB24OQ/e2ktEgE
j/GERmIWDKB15piAaQIyaR10o5O9N/uxP2+Kn6E+51SwYa7b4xBuJmbcIAJodBZWXdxACYXH/cWD
Wxakowe3CJjBJfKzFvvw759SZHcIPif9zOoTnFyWKOrLOWnluu7Ye0R1nV9PPtq0vm9/xtjMAMVU
/j7Et3UVS3hYX+xMPnqX+TkOJ0MeI/vPo95orVrg5MI6wz9BZLgI8XDIEZFkjz9wM1ddfWvbU3U9
DvBS7Lq80CzWms+H5M/JBdQrYjOkpMsMeCzppbyGj06ZZ/rQiW2S5JQ6sQhkNF+s7KGfXLkHtvKA
xtP+YiE5Ftsx8XJlrukJ9r7LefX3Z5GUdq/nwjhLy7Y5oS6V7KDiia1wcv0ql77xaIwkzvhFzISc
6Um4xxm/F6lnr0yGZ10UfvfF3PLnWND8YhxocVpsW4+nlrzUqO/N6VlSVfNPEP68qoQnQhDPIrsN
LOrT1FXZ4p24oezXnz+HP9dVzObAa8xFrWKw8v0+GlqskIj46ZlngH/uVDztqBhmT59f5LjBzJgv
lnZQqsyhjPvxjslJutps5vhsFlN1MbntQKlXI1BSDgn3J+xtzutA1EeYkFA62vSeaiuYRGyhcuyt
+aHqyFZelV4TbT7/ZR8MPUuNDkgCYxUVkaOXIQ9hcUl+GKNjnoyVUVzA5qagPZpR4JViXE1VWAZ8
tF9M5cuw/j4huD7qcjYbrr4ogo6GPeugEeIvRriXedhUKk92Qa2GsoTeReNqnasw4oVTETqDz+/4
7Vh3fGlv2eGwh2eBPb7lDssFEI34TAqnOmBMpZynkg6Xl/GjJaEg6HC6bYp5vIqGxj1TSjpbJC4t
gAXoabUms0sJGRWRR9jdCLv55hvlfDUbjjwvmgGl7hA9S72/7VVqnU5pmG7KuvHRp7dIP/jHLzbH
f+7FYTEAjHCX3QJH2aNdKXx1nFa9ODWb5fvIpfTWcxxaO+k0ONosGGtXn4/fnx/MckGPV4YDCO6Q
oyfH61KYs+2ejgJqagSufptROP5igf3grvgqEcLCGFlOOEcXgcJWz1rqnMIqDS8HhO7hqimjlAQG
I5+wxcXazed39efGV7DRA9DCB7rMx0dHGkCtkl2HPO1oVq/9dhw2eWy4W83BePr5ld7oRr+9+9So
2PJSLuS5LTLIo2+uAepBDqcLSCsjgQ5+mknsV6SXd3rpTmXgJYNDrygs5juzZuaiPapJcwPxcyj3
bhu65yadp3jlaDSsdZXN5kmLsjQOZhCg/aYnfeGbofDvrdPSc3e58MdwX7RkuBOMW7xoI224m8k2
szmw+5p+BWI564eSeXYYrM5/bpuWAFgCR+ufxmgLqLam25Ep48UO6S2hlz/LuhcFiFBA9CvEYelF
zePqOfOCk92a4OWyQI6Fs6FXqkVBRerCM0EG86EwGtUCl7AkITxkiIYsuGBzVrj4s0u64fhU3drq
n/n45WuTk4ye0a6icVgp2O193uevbQ1ndx3TRH8BdZpec0LVX9tyNK8I7gE+GNcSwkdkGsZT2Rl5
RJryPNNZoHz1M0UKMaAf0sNHuzDAIlZlnlsYfPQUvrmdXRECSuwMIjztliKAGe9Cmvr1KiWNZjyb
U1ibgYRpQSqBOeJhjUL68CNkRQavAk/f1X21T3usuCb9qRfJ4ed7R/crXCED83mD68kYNqLMO2MH
xjR1t3ks78y+L4e1b3Sq2aZx1DSEv4Ux8SRA2ZAMIzqCWEAIHuR9oKmvBKrIU33I3XtZZp1aWyyU
3qqj6zgTSzz7NnbaCWaK0eGRX5GCos4qTLPJuqfa2wadnuO4pS3YrIXm1pBknTJWZJ+D11u1JUsh
bCpPnbRIlItV18TEwWEKLkibaZzwWyEHRNlECsLFzLTEvLRDDOI7KLDqtEslahKD0LsocAEzequs
lvweeqx5tIH25lQYJbN63DohXbh1YrktwAbUE7tYy7xnh06qHZRlx7vVEio0rPy8HH7wMWgIu3UH
M6jvyLbbYCue9lZrFQ9sq8yahJomfOqdeHkwZQQ6oEimbN+bQv5gahzHIJpG65YsyRhwczPComtH
65dbstquUCPb1zK3TFAFXZX062KeMNHwchIbHfalk/GOTs6N0m3twYuJmdj0WdykAR4MdZZ7Te7s
hoRT80p2YHtPokH6yWkSL6nmcZZC40VDP890rwSR3vBqp+faTdpm1RQ5/k74nsYuUQQUrWoxI0jN
MRUigq/mWkd8GpeQrnmF+jOSkvCFEN3ABt03q4Z2VEXWLZGIDnbiUKL4YBnz0yKoyfzMg7woyIVu
pi4kYriuYBuVUTY8uekgcDLYIn4Us2N1PC4r17f08aODrfQZSY275Dg5XfgQEp3urSK4p99qtoQx
Xv7CcGHJxvbBImK8WSswrM3eIP79ZJSTC7OPwAtvM0/Iy1f6WMoz5Djk5lQ85GFDQzZ8st0orTdW
pnsZUn98qWtFjGx3YqJsewg9rNDfRBepa9KyzDxoQtqWJNxmaURZwAt/4BpPAExkC3y1U3rtrXM7
YboJVU9slGwsNlD57OEvTmoPLkeXDG9tdb0iDah1RbFhwfSfa7ge9iYnIkls/FoUHpk79eIwozWL
gyo32PLPKTOPTbrJU9TYZJxNlMafZ5GZp4XeeLdWSmjoyuCN1FdVhgeb/OMZ+bps3AFUAEhRERh9
3d64AJ/lOpeUCVBoeKlFsQyJwCZv+kUuUC/b7CQx++9Jnzlo7lUFsYHQevYlvVFOF3Ohzd9hNTP5
RINZnERpBfbD75X2KhLbmQJlu7i2XWfUrtJw5HjlAvB2AkTP9rzKTBg3PcyFkumnqq5cq8XcKEZf
3enGoB4cU5rnjJRDvFfspd95AMN1BLz8xkxyzQo87MxTUESlXm0IIcHz6LmgFVehNbY+uhAjLrdm
lIgbnzMt3fmKXkIAKsU8oG2cH3xkBbTIiQ7uV/i1DAL2HGPWQWOAdVlXiWowkw4e6MfJZmUJlAqt
X46nknNoK6kTTNxhfeJgSb+BtlPftclsPg16NT6PoujdjRvDUBZ9yESUSv8Hnlp1gVMfjHVUlJq7
QeHmEvZlR7DOk2LowiCfGqfedonSr0j4BJna5T5Pxhej4wayJphmBX3BwH3EF3uJyrhjAexykqB9
K70z7cF4oSAbXuY001DX6aN7XYVMaEEzz4LuGjttclt5coh55kTs2NwTkDOombUSw1EYrWddb16R
V+k9kNoYR6TCHJ5u0K8QfJ+gQIIozEtZreteZtVp6zjq3let62wIdxL5XqcedI9SLBtwG8Z9t5/w
eMizyYu120mDjaM1vRXv8HOgS8gRMGGoL8v8O7xjv1oRWeB+0zXIH0Ff1BEk2FHvjMAtBKZ/rIMp
L30/GQe2LpTtUw0SSqAmjbnbQTmGtEALZbayR1W9jDRuStQRrLvBNNsSiqd0/GFfj1l5OqdsJ0D+
ZN8SRWvlxUFzdWKw4vTouPSyPx1RqEAvSCwyf22j8r4BrUhQaVkRUzpYM+vR1oqsWbMlojPflPgs
11nqDg+ZdJO9MomNRSJmgVEfB0O7xoLZoGI0zewXUY7dFCBxJMLEy5FxoxEyJHJHq+ivOXPP6ZqL
51pQ907x3LrDqLa2kEN7riYHsluU++5JSZoqQkbM0RYTWu48k9oWXQCWqJ8VAeFgU5BZXdmF0J4q
y48GCiqlXaBYrvH4dL1PDciwAbMFU9w0TDh+emO53XhRMMvT02LXzqLQd0uAQAhjhJzGXD/VOZPM
RJihLb4rKgcrlh7Gfr/Hg0zYVVnKEGGTE2r2ucH8w85w4lhxSbrmgCFYA9KN/s4PY4XIsU8HMqMI
kdlkdaebZE3xaq5GXAFk6/ZUzzexP/c/3ArkzGpokppSGk2pTe468r5tDHzYkQCRs5XCje8SXbq/
XIQyZVAObH4wWiXmL7sX6sqhWeiRpJkvqExHuldDKAxmwCLCnyhxcsF6KBnBIPTYTa+cWbGce/NU
Q68TkcG2yLOc+1hLYqSirncDkm26mSi83lpGbDt7rayhdnH48slf1MM62XjdODg4Eof6rAM3QvCm
RcXfnrLpxZGqq9fdYDm3YxuPt+TnYJimmMn8N4NoIZAKqsg3QukMtQWW0YXXDWGZimnJWchQrhM2
5MjNYAAjcrdIUBApdKNle32uLc4l/BXodFYkdg9XgsDHxwJ9z7rzZ/vcMx3yLI28i3fs6JlTFIaT
dIVpwrzQfDXM27DxM6IE+JNHor/kiD1A98YNcYXOudMPA3gVgD77VLdbhCow4a7ALYsdkwyojHSq
7XkThS6FgNCMbQL7Kjt8CWMdb2ku4k1tlw0Zx5GXqbWuZtZJi+lTQfLQCpwQ6dTMSB5F7W/notPi
rZ0rw9gAQoNME+a9/wqKpvaCMWyLbF1UA49v8ovOOPcz24y2tW+TEw0ZzkbR0M9lhmk7dG5K4hS/
1zH/1jZjybfRarbdwxCTAbayW9EUZ14YTXMAeGsyAoqjzq90qlK8V2MB5kLwTNau4aFLTJk6ib5Q
UblFG0bhZ6jRETNhe1W/xvMi7pdMM3uluXNxqzcF+jQ0mzmo6YFy9EZ3w+iuTpRxTvt4fhxhDP2w
u9I69fKe8MHaVBMocumBkx9aogzHTMCQrueG7c80TDvgJUV4Ahjqdqjw4lmkmBqweths7SxpahsM
CI11PjI4V71Ik/SkThzvwHpLeCLSRtI0SEToevZCKcCoeEVzo7quZznclnaku0vgHMFSnsq6p4KI
uocpL6frgpcqh13eIbjUxr4iUqspO/eE6RV6eTsZehbMad6c0YYJcQNTbubpT7U0mLft8ZfMO16H
2G7HczBM9byp23Z4sACTYSoxIvPXOCHrCtRo1du6mZDq+lYX3qBErdBmtlN2QUc6fxWkzak1MZP2
fWU6Q7zREgMxWWRUJVGHyLjVWqvRjp1IkXkGx6umjVdVQ5IDiQNNRm5JPkIAshFku2urHqUdaL2D
ODOO9ekAgqHnjUIJnWFxDkmBm/OwWDtNGr1Q0hKYlnCxdOu808Z7V6a9vRNKD19zYzD3MNGwXpfM
Rw9LU+KCALsp2fMU1Ib5HeF1bJrjDwJBQXLnbfGNuCrwYhK3hDpYnpbfEIwr/BPReOQmWlC0z+dM
972AvR/GpKGZbA4lffQUy4VdbtcVVHA/RtCxau1Fiu5Dsgk8RczXyjVB5/QmeH9815xq1hxy1Ouc
Sa3fSrBheYAgRI1UKnzxUPIn5xM4zut2yI3LPGRoVqVJtskKEZ1/3/ZMEtu67QR+nLEiXrF24wLx
cQQcDL0SKRcxYbvWVll68Zrh5rltIAUxdj2wN7ZLAAhXjZMnyyZ0CXQBlEWig2VB0QiIyy2qDaSh
fthqpJWcOnCa4q10enbMKAQJJSzYlS57PpttdlvGznAOXzhVG7cCLxV08IgfbVOW7YbaC4Z+HWkj
gWLkEAWkliRqleqyvsAkWmursU84U1ajNj0gHyaqIIf7U21VlXq30A8k9DMIWd/fyij/Xyj3v6AI
v6so/cGXuXkpX6Kf+XuHytu/8Y9SzjD+ohqIrM2kcIZ1aDHH/UcpJ5agsDfiCYWupf/x31I59y/w
s4gkKZf4sGiWEvx/2zZR1vkm9b5/ODT/xqNyXPdlwwS/m/oX9jlgN29KunedTYrJyTgV4ZWbaAbf
upV/twiTJMSRl8gKbPIenqpRhLt3I3T5d3H3vV3vuGa5XBVfDAU+BgCHzFE5UXjRlPBVXg30e1fe
VCQ3zRQlX6giPrwIHnkX941H3gCj+75d3JhhQ+6Vd0XTwoYYI9vbLGqoJXx+K8eV0eVWUDmCCta5
jH7sjeshf8ne9q6KnrQEsG6RfWVTMdxEODZOSHv4QmlyXBd9uxymJZtyPYh0cxFFvHteWWoowYxz
he2jOdNH6yZShnNoe099cV8fjR7as/9cyDrqELqlb/a6Elcql8Yazr+7Ii02+6r2etR1eLsb+tdA
ldgUizfizbu7caOWZIPYvSpCz7/mvwS/c1TzfJpTYt2yRedQRIEiXn/+yI7NoihXeGa0G3y+SHSs
i0T1/SDm6ZxMce5dUVOTa2UvSTANDR3oHI615cic3fREfrPDyMWdg5tw61hF9JQQhUKvNOzHxZxR
nAnpN6cqhhhCYm5B1sPnv/KjLxPaK6V9y0Hmcoxf6qXsGz8VV1XftOjwMH4EXmqLgA188mpas39Z
4+v+ohn5wVP3Fjsd14P4/2aoez8yUx/HLNTm1Zh2xqkpFUQm1Nv//sOELsTHz/maaWdJQXx/EalJ
1CW9fuUX4IzN0ItXiey9zefDhyfzj5dLEGXgwYsxiU5ECvz7Zeo4SqWsE8xVA4dw+XZsT728OpWk
kYB69HxO9rlBGPx6eDvx0zfi9I+GxehPaMI3r+C4lvoAJRcSkt7qBqrkkezk3Aqq+TIOD24zE7VF
7Q9iA5Bc9zp7q0MAfw4v57TsMEyRIwJGEijMd+EW9XdpFy6u2bGRr/HABhUjgweLwtEszrfRPGYE
jWi1dTfSjITgaXbpbVfrPPzCNvYosq1uE+FCBReICwqph+nOm7ZrSoM6ZD8eIk1ZV/XohWh0qiSD
N5ES6wK2MTXwYrvGzuOQ/j1UJCGtJs23rpcdwrhty5rcZGnI4irV+AR3GX9griYlORG3ylGPrkGJ
nEwyqgUrp6nxHwDM9YqgmqDc8v2E3Ysdl3jXMqPTnqPeHF9lmtp7jwJyunYI/BsCT2rxDfUXf2+O
ZeHvjbmgIM0nFp25DeHL+2qKu1sdcBexXWUX7kudo3dQtyauxJbzHnXrrFLxrgRRXK0jXCOvnCiL
aUXkihltkqabq4OpSANfJUxh06qLHQwxpLBQ/x8HShaSOeHEdykFn4a9rbztCD36sYSVOJLdh+lg
bTcaiEtYMxQVnK70b6zEaS7x8DUXVcEVgjQT+W2Zun67AszqfWdRQbUwDnqMWdBVD56m+oPngTBe
Ix6QlzPhXmeN7kc/SY4viPJL49LYuXLM7slFKNNtkjmYgFp77A+J1w4ElA+1JHt7rlW4IzU8q9dY
7FW2jn1Vr9NYJxyudl0S7wWhlMbacSOCzwz8OhBHEooXxqzqp6JdztctR4sL0N9dGpDuR6WA1C5L
Ad8VlLvRMkfPzoA3b2WXtQAVyzb5WVcN9MSiFcmGdGjzTtQ9OEJEhmO6wlgbsrdslNWsZWWEF1XW
m/l5o5ZkgMJRGLeIM1M3XZJ1h8aqcK/xhpKC7RjqzIwydYEJrzHwM5mTDdS4mAkuBCSm6KYYgI/K
2c9gndPMxdGkCJnaAnGEku7bytYXOxzV0qGYqjGYu16/bgzKiqtGl2RJUz41STZDztqvpogQx1WE
Ze4Vh5SOvZ5c9a3WEqVMe42qOOsKjoB13uhpugmtfnxOEJx8N8GnPioyFW4ECHsEAamLPdTUeuun
aqb8uw1h7CqDAPXkj4U3rAkCQDWT+lW2r0be5j0yjfECbC7NAYQd1b4n+HsMuNf6KTEVD2j2nOJp
0eE+8Avau3IQwMncchanFJOpmXtG5T/6+RJfN+Etq4FndAWql7mfHsKSwOqFzEJdqYt8KA9C0/Xz
PNPlY2LjfwvKsUhfJh4Dp1KjHG4NM62eXWIaHzxOdvWqUmb0WLeG/WO0bOzBGU6xb2kZDTQh/ou9
M8luG2nX9FbuuZMaIQ/6ZlATEiREUq0t2ylPcJxu0PcIdOuqHdTG6glm/rdEilcs/+PKSTqPUwpE
IBDxNW/jZdikwETLqLuY3IRr6DrTI0UiXVkppZO8hEoMRrrTY5TUldCyV8jdoQEVVks7bseiMagg
l0Zd+krkWJ8qkwKKmss9OKni89Sl9B7nDnWvlZZI6/F+amYVCyVzRO7VDp+Q+c6zoEmwTVstmsgS
mFGegcDhOMR3qpEgKuIorjXDoBpMuIVhiYL40EQaZp1Wov0aW3pOgPDaeEI9GRsjnwss6SmF6eNj
X0f501jNM20TS9FucdOgqWsNvaFuyPwaXLDQ3PLIWWk9s0xD/pSx793VhI1XuWl703rs0OUx1lEf
LZ80VD/N/ZCO2W5Ag9elDtGL+mshWhSe16aOO+DWgw7LCdRUiBs6a7uyiuTWbduoWwGoW0o0mkcL
UfGVcNC//mhRCmnXldrp932LODqHswGJVYHhqu8VD2PGuy6nC+GXfcmXa9V67a0d/hxu5FcBc8xD
eARO9NLIyy5CcE+WWChwLEm+GRRHP0A6d36VFfBd3B0xyVmMsSbFTpoKdpxJLQ2O5pDfWNCvD0qZ
6pMs/tov2JFSMwDCiE/iYg8IGhm28mPIlO4zfUvP2nbTvGB5n6rJV1EU2SNujcNPDK20n8Tf9Dym
MuHVo+AdjzsRolwGF7rLJ+rirvlU63FcbhCMN1XtM3K96nMzwwnz67mLkhuqBBEIMCuhTlcbEGUx
ymrpFMd1gZpqP+VWtIVqQo8CnRVUF502m24kEj9d4w2G/uMyhup0g5NgBtrDbR0EmbH+vOndPMWh
ymjAvqteoySboc5yiM1w876kaY++pN57xZdQRTmcumgq+kOIQDhDAODCdMOUO8u0Gws7QfidDmXF
OET2f0L+mRq4/W1qx6zchPoI6dHMuqFZQ/FBFba1ezhx1txglzvhPsEV30N7pLJN6r5RUzPGJFcI
m61IL2OCcJuH343JlP21XC1XuCfz7UD0a/otoUcOXlAH4b4immkhc8KD66ktWjS5ncKYMchMUCJE
KnuxC5pU1aCtEtIKOK0J5Ir1mLDrN04WCt0nQYWDGRd51NBniLnmseXrmjtVn8Z+22mjOwRhV3FT
oc4/pzdJWNrKLQIcQ7wHqRSi3W5l6QS0oTK+AHh0d3bc4V3eQ8/5k9YgHfpeRet7bWWOG/uY63X0
AGhfeM+FYXL/PCwIXCFZULTW01Jozle9GQdcnLwGtaxy6ZW1q0FQ5hIyipyIacyaYoWNIDPD+R1U
QafN0M3tHBVLPOrShpcixRGMcShYTkla3kaix5uN20jQIcKWCLFvxywXGtxISaKlHmlQa1Dl/jUJ
Q4gbPaRXvppwag70OVSmR9jvOHeSstPeV/CYUm7AfhQfbeQC3Zt2xg5v3SSwn6JVJ9n2+xaLhfhT
OIc0J01r8YoARF+0rAWXSLnN+/bIqQb05tdqz61GN9BNvg/uXFXUL8cQ9ik6o7CZgDEhB73yGimF
oC89TZ2tOPZzZjo7lWzxABvEGmQ6dn48DzPg9XjsCJlpVP/s/u4THXtGFX30ao1IKL0k/dhXMmSL
SdS0o1dovAKLJQZG1qE/dqSWY3eqp9fykB57VkW40L46drLiaUHJgVwLVYZJNrtoTCvP07EDVtjD
0O/qY2dskU0y6lL0y45x/v+vO/0nUNhXKc+butP6f/+v/ud//Pgfu6FK2p+vy0/HH/yn/KT/YWL9
jTEVQCpw87ho/Vf5yf0D10jqCFyiCFyR8FHa+BdTU0UIBU6dCiDQ0Slf8VP/lJ/MP2AIGFQ8NBPD
eth97u+Un9DsO8vSgHZBizKBXWFB40BMOs3S0hwued7MND8xv3iewgiT57XA7Fo8U4tV0XGda1tp
X2wVZP1XAbhA/9CRXcztTo0I/3ofJ/I+dX9MjZKF4Taua6v6MRYGdtB3k+QSL+gTYuZ5pBgnOEt9
bI7EY0QzysdBH8ATUBH+S5UsZTd2OJypSpGhiIRMbkUJlgs9BAYC+15ynb0j7ZlHhgKNkDl0aPNI
jc7MglKzKxnTg1g4e4pGwysKHUngox4aD0/IJ7a7WtKvl0gd5k0MsNYgdne07GE+srWrI3NbP7K4
o8rTbqCwFV+t+EjzRlKAnCuW9G/SB/BV+QInfEEV4ysZixTwkKRxcg/447bX87xhlgHYXGWxbQ23
aL5aja/Z0GZ8/FasBW/2IzW9i7gmnd4V2mddJPQdk9qQTUnkU4x4o8FkcLf2kfVu5tH4RSQALQ5z
Fpv1RoUl/jlvJFu+0qIMg9i/WfSRVY+75ciut45Me+PIui+ODHzjyMavG9ws1/gww9K3KpBqVOEl
ex/CMUx+2siw+u0jw18jMQUDcmT+y+5l6Q+G1iAdEYlkK7jZb4ujYgCSLTCAjjoCRg4eZq1oRv+M
qyhKA8ZiN9mavmu14FiQzs+OOdHxCKdJNb9D6Y/MtUHn3wXhpEXRIfZiVB0scJWZL1q8RzngmrgL
Uvhy+JaYEItWTi9S1tzS+MVqH4sHXjrqVFWmFuE6w2+8JS0RPTgfs9TsTaqJ8qV1czRnnaWmmuZ0
OjiETs28z8RwhLyaFoa7MfJQ94wUh76aGCkurhudd4apfY8Uvk5ugNh/3CnIBRAL/wBCxqbLvRxb
2gQQy0x6Sztilcd96BxMMysjOumUisJoXL7V09h16xkVZCB+WHuikpAkEiRSm9NXV9GnD1qrOt+6
elJAv9sRWeGAx0e0HYVKp3hGUBv/n2gIv6Wah1KLTVPiM3GIgUo0+by1xoxg+tDUQ/cnmmXlE4d9
FOFj1WU/00ZHIrcC2PtXNCXmx3l0xxFNkHa6QUBFMVdthy3pinqREXQJXKQbVqf+NWJewcwsw/uk
xGnxmf/TeawRPIk3ziD6j3CwjNuCHIb+h4bGBUC/ktgGAGUBDAFTSIFWtje8pAYSGSQViKezrLmg
FxzX+i+t0St82Pm4121n6uNKBR1lr+Zs7L9Es50ua6vrcQ7JsXHhfcxNfi8dmJBbSvvuO75H6kPe
URX05wb45nrIF/t+nBBx2bZNpqp0xRDWWQsFLHUIq+EbIGaU52iotaQFZOQHXcO7eK1MHaLJM6gM
3gWdhHCtR+m8t51yflHHrv/LmBwa4FzJ5v1i9kML8HyBGKtmIEDBPajFp0VLaxzN8adzd1HU9rcZ
VhJ/5R5GvrSDHKfxVbUqnhjURFm0LWn5YyfkPOi0sr9QgrPYdFrfHLrasf+qCMDhhTb8HGbw8fy5
o2Zw3zVh/ZGGuWSk4DzxiZyx/4AIjnGYqobSt6KjRFQ5CRUtDDLEn0kxkoKX0Vw2+5pAq9sWXWe9
5ATX6Q6NoxAcoBIWTyJDupkZk9SvjMZtYEs1anOHwmFd+aWaK/eEPBnFHuABHwtwiKOvcyN+FGUt
cQ5WXxyYN7LKiRIDxGIowHUEWRTk3LRpizuLRP5FtG75uVGw0ZaeMqPqe6OtjpshQul4I2tkt2ir
kPDb+A33mF5XBrY/lVpgKWzo0V+KAUaM/nnsOL4TKu33rC3S+dYRjjKivJLmP6citqaVvUB/Ao/G
WUqNGclFIcZHAynsZCWI6NqVblcpGVEcx991ZyLcGrOhb8lnZkx3bdFoNUr7wtZ9HciRg6lMSOSJ
J2pPKS5FvrFo9eyXjmLXi0E+nYPw6xbKNhFJzLqyLePZNCiKUvaKhLNS6kG/o8jdDOsciwt9hYWp
9anPQuMDOwW0JWgW44cXVmML7qCM/4yiHGDmpI7TOjQr8jsJ3MycDrSYnk1I/qQS2lmMDZAgXQI+
x9yanUAzK0qD4m9gaGKjMH6Ei6YLBc9VD23C5FWDKO2P2NIjzNQ8Qk6jI/y0AFxCOKp1RbRJjxBV
/mzhH+065KfdEcZadsW4xzbKi4NU4lxhdgN5xTwJ+KspkbDlERSLLxYA2ZY5g2xT1BGJTQmh9QyO
9JUoVJAlilECs7VqbsPJasWyJq8CiDu67gzZQ+Jzaxs4CZAYF5GU8gjh7Y5wXtJNpNrAf0K/XyTi
1+nado8HpvULwBewnVJDlvymPsKFDRNH+o17hBEX6kgelNn9MgXuEW7c0xDp7sQRjFx6tfFJkwhl
kpz0ebSNjAIIJaAYpLfENXM0AaXlF5bjWuvB1hwAUlNuo+UMJrrEH/e5KAY+Bjp5Fp/cEUU91jF5
spDgakUvwFmXaJ1+C4/oa0AkILGxQNL/ApQMPhsKpcxYcL14Cs1G+wXKJv2g9Ynzsz3iuyklZr/i
I+o7rSQCvJZg8FoT7S9HAsTdI1Z8JH94HI4IcoKaJVwtSwqyXBT90IHF6JbbqNOz77A9KAcMRmdt
tCM2PUyLFtOuaJzJOyR8vUdpCnkxzWX7DBLgbjqKMW7EEfeuHzHwroTDd90IiGCUIHm0a7LbXgLn
ufuc9MD+D0GEF0t/F0d1Xwd5ZXnFwROuKYI2K6en0fWWH7i3gS+pPaAvSZnbD4aOBxw49LYr18Bh
wRU7Vmf+rFGaoyRsxNODZtbd5FucfqC8ZwnYs9OyoO6kYVSzEjaulr1wrWovYq32gkrp+0NCDdfy
rTlvHyCEzPUqYQ8ZnDWRdp+C37rDNR1/GlE4AJELW1t0nNNcjTshHpuGOrDTv+C15R7aKh0+JbWD
BJPilGlA+ZTCZ8mOIRgdMN9pMwIIn2MPtTf+ezx0QhcvYODchlMzogRLZIFSKLVx7u/Rc6s19MS0
DCL6jV+KcebTEJ5QbtNJV+AjoEL4rfWY1L4ttXo3ZarxzaHc9CEqJzoMQ28m7BukVT82Fh3cVVzp
HZLaphLbfFctOmbRVJtb0mLLOsBDGD9pren98uayLdHJh8hJiRnuamCaYsAdimrhVysVwEBJ9/Eb
rcNex7TZRRp/xgaIkKounzHvSj9a5KOJ75amCz4sn+ZNPtbpTa6oG+ybEUqbbcXeqb2e/zTqKH0W
WIeoN5nRK18meABfwkb3DvC+yIB7RJIgFfQdMm1qZI9Y6OXLuI8E5s0rHL6KgzalDvFk5Co/09om
QqhRGvT8zG0tyiz4jcXbyEzaAJP1GaU7eMrR1qMvm0l5L/GhiGKHkhE4qVt3bKPJH5YQo6w4HXQK
22Kh+5PbYVhsuwJnOiNuejqOXVVbOBjp2WMLg4OKz0ipeAWFlKDfaxJaStkQ2cq6aPAp+7st+1s5
9bvCo/I3fYcS0SYRHJK/RbhxTpE56sl/bI7W5U/iZzt/+NmJvP+XwLT8P/9f//I/kMnGAP15rn/+
z//8Tm2il78tOjM6l54y/72I6DMK26tv8bfiW/c6U5Y/9C9FI/0P5FYgKMB7BKCDnMP/TZTVPyD5
Q9Lk8AGJoUky0j+Jsu78AWOeRubRUJ1WBn/1T6KMcTq/RrNg7gNpVWmp/k6ifNaYlQIX9ExNSbYm
4IcYeJomg6PE41iz6sAjT1lbxsjVRHdg+2pRLuAyznrO/4wiXeLJxoFmnOEyIksI0wCbhqZliN4b
+l4hFmbrTDHH1VQhDdejdHcFA3BxZiTK0DGRKMfI+3RmSxUvy2zadYDuZoXlJbRjRa3/0dL9byWQ
5It4TfI6To0qIjIZFC001KpPhxFRxQcedhgDaACTfZPuDLhJeCF+pdJh8cHWqfXK7JPodgb4RrYQ
KfmeUm5ibVutsXYEpRMGYHkhGzlesxqppBsfU7s3RKDXjsnhN3fK7RyXiv4oSFf1rYD5kx5gZLl3
QERMaBtFftN1vXLF5fbYyn5FoWRyOmRWeKwu7knQ38+KKGO1UO3whiroFsV8VHSd7N8syYcKN9Y/
CRsSwjzWsNp6L9ymrTrcmGadbmetFOAcG2e8hrCQL+38gUzqUB6VUBQizxWnbK+KqYI2VbAorr0H
djS9QCCi+6VW82eiOGw4FyMLImXAPtEtDV9RJ/P3YAZyUdBqMHVsTGSVS37Qr2EGFmjcYSidMqCm
M36hfVTcDU5yDf/zZl8BMILpKTnL0KxsW/79KwiLkqglUWWUB0kNMcPFxXqv2oq7yhOlvbKqb75O
Dh8Kbtj/4sNuAwE7Hcq0el3rCNMDnE2bA4IG0xcw+xrSoFX5SZ0m5YcWtcPvWvuQ3xCMosZt8ZHq
cIRPR51ro5nZN1EQWbEKnj2d8r3IuuIK8uTNOtKfsjUNWAiHqIOY8+kw0HOGRuu1Jkg8x93HCcqi
sstw6PPG/d0T5zgUaZCDFgOkz7NTLkQcyJy6sQmUvkuf49A8dDSOrnDo5e46+QIYRFZdJZ0aUum5
HRR1iHw00roOklDmo/2U3ejg5GHsee0dLvLO7x7d1Hg5BBgKUrtjcduc7MOEy8uz56kJKnd8RPHy
djHTzhfKsMHP9bs1lfXq/bvizbkti8oWQ3IdIcdinq8ip+BS2i7nNqWidQGz2i+N2Pr9d8UoaDhK
zBagobN7zxElSviGUwdaqXtQBlD3pVBW/DujMB8QYYhWoTl/ungULVjR3KyDsW1oqKXjX5PmdFcG
OZcCA2bJivEFExYYYAbPie5h3wwNu5K5IA+8Hono1roGeLldtM/wX+1bN0yzmwbQ8lqHRL5tdODU
1ajaV86RS2+OjgzudWwUlfr+6Wz1csgtaj7Mtu5gG+ceoLfSCq9sSO3CF+3RHuCLBsiK7Mn5jmwy
5FthGAVe6NWoGlOYS6Ed6sX4cS6GZ+rxcMAMXBfUKoiSZhfW2tcpAmMS0XFe01AEXx+1V57q4tw5
yFh/RPwhtJ/O3bQirBQ0vQ5mQzwroa5sTXAH/8YgLkxnLgYymDdCdobVJTZy3XVQ130ZKAo9c/CP
0ZX9dGl9kRtzpSQSx/yxs/Lq5uk6N6vSZqqDsC3VG5HVGLxyqu2nzrkms3bWpDnuXC5yVaeLhPjf
OZRu5mUMohV1MFQg2sLSLTZIY5V+rUtptSlT8Aps5k2LS8OVSb79aMAjapyf4ASJbYC8nr4waMph
CgugDuwRJkUqAM+XXaQEtejwFyY6O0B6qn527OC7scjyfW4a4doOreTKS7UZ6ORAx3HOADXK+WAD
Vj3HqirAmKu+8qpAj5pfqqrAEJyHfBP2iGVnAlv594/XN5e9TBlokzJ9ziXUPk7n3YVu1KESCs/I
LFL4+2UT6auB7Xufhv14kxVVOG+KwZw/vT/umw+EcT1iGfUopaTJDOl1PNNb9timo4DPTLZ0R8cO
zqIXWVduR2m/cL6apBcaFSWT/iI3/+kwsJotrHBn7EyE0n9qKL7tvDkXNzCnlcNcU7F0+3ncxcCD
g15BUt3pXGNTkO1SJS2WFxZu3pluYSEpbY02XbgxxeoGtbdnR5h/FmY+P2XIUlEIN4fAplgpaenN
zkvH3p/aqN4bCq33Up2EryiWeDIcc9hkdJxWoFfUA97f8SFU0ddxTdAhRo/lT+yWSdD3nEkZ1aWg
yKfsvi4W258XzrXffg344SCGS/bIP+fBq+J1qLbiHBzEiAf4BTBIv0mHl/cHOQdCEyuojOIQblHe
wdb2LClCFxYNb4yNgzbMv0d18jDZNuoySYJMlTYkfjaUjzgpfixVJL4121qNoR3EItrqsuKklTXA
A+iVU+1diy7enDjyyUibPSCp8hA9iy4ERPPKbRa2vz6JHZ2b1l9qA+SDDo510CK+AJ1TwEw098qH
9+ZYPRv5bE0sQNeuGNUyKMZihCBHi6XMZscvqLz8Oy/5aM1lod0I3vr0I4iGRR9VMZaB207WprSb
eN3YgNHff8sXvmiDjeRSiwDUjars6SiZgdhZqsgvuhNaYBS8V2O5ph90aRDd4bo/ikLb55B6VYF2
qk6w7luNUuOC2AMgulG78m4u7QrqErrUkMZWBezByeFkG23khAjMByAlAR66ZvZnHI5YI3W43qbp
aO/HqB9WMMCgY/7+KuKrBXSMywirPHk9vLpthyxJRA68MohLM/lsAsXyUZe2bt4f5cIlQ7bqQIig
oGQAijgdZcG4GJZJUgRgQe1DmZfjPadi7FfoDeIkYcbf3h/vwoLywii+MKAlqwen44HsmhqMnYpA
oQsbWMjBrZCeMIIU8WFY06Xw9cHhninn9sp6ysD97DoFQEJlzEODizzsbGQvd/NhhC8aLDPwVquT
Xo1iaX0A0+lHmM3WhhZH60cd3fdKSmC+P/EL+/Vk+LNPT7CJahyb8kBpzGldVHTxJxDZV6KXC69T
ynfahE3cdGBKT5c3o0Zeh53FKB6o84nI8waEWYXHiS4glSBu9/6s3i4qhyUHivSkllifs1x9UXA7
qas4D6DAq36ZVn+OnAovrouiJ0IQ3IFVbD4osVOti2lwd++P/nYzaWDliUZB+VDSOReyGw1gLZWN
92baZA+c0Z4PGEF5aKCyrPO6LNZsMvUeUMCVU8F4u8y0gijpSfU8MiznLGbRjGaMkiisgqZBr+EO
bwTsKqqUrhGK1Y3xE30WIPSQD5ruaRIgaUkDoJKO8G9hZUaT92VCpGQtnIljw55bMK+dNjg+pDnl
25jmqMYgozOhI4Dzt7UC1kEV1Fnm/gOeKsgB1QIBKVyGQi1aT+PQa1vdTbvPpdWLnZFhUS4i3E3W
IBpQL4pgoT+Q5/g6iqIu3GAXAgyGJ/HXzC0k0Ou/qtyPf39P7xDtZDHAJaM1KRaR7Bmm3DCvTi1c
+KYUz9I6cDxFfUE2Fs2TpK1e3h/lbayKUhe0eQv9MaoB2tkNUw6LIWn3VYAH8wNWQ7canSUkScpn
d25lp9j1rpwe54qRTExmPFAHENzC6fA8+UHDs4vdFho+emViZxdjuJ+RIfH5PqK9p0NRDrOx3ExF
DbSibfX0oXPGa0Ha23nLhyB2IkiROcrZaV1M6NPRnC+CwZPROeLozV5ACNppU7TMqwI5hYMausuP
95f70uS5ANnosC3IRo4506u3atuI8S5AwwI6tNk2rSv1ngVTfEQzkNIY+/4eGxz3KxpHQDOrrtym
DXDv9x/i7VGD6Ro5mQGVicmfRxU4LLWFGi/cHED+n3PDSXZR0vcbZ6RpKiIkgkC0dOkhBbG2NbPM
uTL+5UV49QBnsUAF/GBoQr0IhDFVTxB/0qfJtLJNMoyKn4LuP0S29NDJDInoqxTckXT7yjZ8e4uc
LsLZ5xX2s+qEOG3CWhDfor50P1jm0l25oy8NgiK+fazu8e+zQx0NN9MedFXuMiN+7AYTAoVeGFci
j8ujuDK24Y2ysU5Pihhqjqhb4hsgPaoPSFp/bMP5GivvbVHI1elVUGIDQgqL+fyoMAb4MqbbEEal
Rb0qzDH+OHVz79NFUO56Cz2TRkzDYxmSzgNkwIirm7KfSOKj+jIp9n1ZW4h6zegXmFmf/nZQcPpw
Z2sg7BilCWAoQeNWS6AjCPGkoDHuv//lyEv/NPJhFMtxwNOj2U5ud7bSMdwpobEEpVlDtzaa8nZp
smQD9P9Klv32XmQkG4Ffy9Kow52X7sO6jTJh5kUwL4kG+a408O/2UCZJ2q+9U17LAa4Nd5bTAyAE
29dWDAftZ21Uhu3bbRTuoOCmOy9UlCsLeXE8OjymQ9OL0qrc0q+OwQ5dsiYZiiJQhzD6VBhItykd
eNK4cXqq0lX429Ecy4n0OGEr1wg9kdPxxrCwIa4zXliCkMjHyMFF1qzXntvN2BWP12wULszPQImd
wYiqpBzs6XgAe9R4nGktxUm5rG3glhuAJd8WbekOiNNV2/f35bHKfbYxJe1XhzBrSBce+Tyv1lOJ
Kj0LKyULuOvgAaTZrx79majvt1VUPigqUI8BWzstyW5Tpdknoes7ReW3WrZVqugWX3rXzwR0Rrv0
86reGnkVEIr5ca5eo3BfuHkpK7NxPA37AXpTp4+KCRmGxgCDA7wyUC+j/GAYD3Tq6zV8Hc8H5udd
efny2z9fHM3mvlWp6tJXlE/0anGcKNLiHt5oYKjtGBiOIitUCdjfLr2L7NLeR86iUjqxu837r+XC
wUzLj+abTYQhjWdOB4bUsQDXRHpqHsGTK3Xa+F0FXvr9Uc5VqGVAZTIxpF35mBz+cDqMgtwnGjdx
FvRZ6a5zGlpbp4y7h6n3nJsR6bQ9ck3Lt7xPDMQxhXqvgvTaWXmb+bU5uPdJ3lpXZi5f4tmSI0rB
4SULklQbz/Zj5yGdX6BbFjiVpe4MyNQ+toOab+TutSbnxaE4ScB/2Jgzn2/9Jh9cirvMPgPRFJRq
SuIb9cWuz7wv7y/0hdfJeSXNjZmStKY9XedCbzAR6dyUXAUEemWA+OkzN72ydBeODkuz6ECQ1GOB
eV6t6NTZnAtcQINiYOe4g+Z9RIBM9UUYLkHZDPHz+7O6sH5STAG1EpfY4cgXef110FcfyAcNLGAj
zdzTAJm2TtLOe1eUlf9vDMXM6HvgMUXv8XQBBUaDaJ31aRAXqNwYVdyultnQdzZ4/Cv353GHne1A
CPVwYwx2hgMV43SsotMqIQYvoQivjc9eA5AVo80qsOqh9dus6G5adANvlnKOt+DCzLtFscudQQPx
gJ52+BQnprmZqYj9MJzIapCUsoBKRYMPDSXx1eEIOKZ/gPhderCz3F7PZTg8ICEc+lY4eetubvPf
hUVgUekYDokhlVWqBfJVvjrIhGpnDaDWJJhodvj2UAN4Bzx55biUK3O6ctQcXQ5MjU6Jjrj36Sha
EXZJPtRJUDXLsK2s2t4MliuCyUyrAOp6uG0otF25wd7uQi4Fbmc5K6mdcxaAGIgHDEWO8SbVlmyb
4PG8aSrwOo4zXNnvF7IPsh7CuL/7++55UI7cQwy5HFlHGL9KAFPD3EI30feiaozNGOvJuqma/sEa
6SCMo6evIbNcc5R7e5QgagEgjCYMcvlvoCcDqV0DHikJwPPrWxTE+o01gaR+/3s718rnZmAYeGB0
o7geiNtPX6UQCngJD+B1DjaOEACpBTgMaugrSzjRrA2NmxyEyG2NKeMOemr0MHvl1yisrdsFKyBc
Pef2YMxLE1x5MFnWOdtjHNkAOAyLsjNPefpgGr0XuGpAoDGcCndKAmq9maLuxioA0M5lOd2X+tBv
kNAs/FxfnJulriwMS5Nlgy3ubwOBeACKbji2ybOd3Ob0aSx7Gs2msuMgQhr0JZxndTuQDKEpmFn3
78/8bSzCW2c46tHEa28+YavjejZ6CzVKtjcV0w74KtqkqB5UzcrGtw11gAmd4bG8Vmq7tO/JXXTT
c1RgQdQ2T2epCxR8oU3DRUo9ZTNN2BBzgJrUXQbA9kt9a87KHfqrBbS9WQ9QaG4/vj/5Cx85OY2L
bwO3KKHx2fnljEII5MsyovAGQX16dDdGBXK8xdrjylVz4RDDiM8FmqiD5JFUx5Oj0kgwV5+Pt5qu
d3swze6+GCDu82zZBivnZiV6bG/fn9+Fr1rniwaBKt0z3wCHHLtEZyXjKp11Q1m3itb6NCmvxnuX
ltGR7WXqxNgUOOdzK8ENL42ZBlx89/CS3Ie5cNWdF7tQ9bUMN/W0Rs5cDTUCeVVJdnZnzL5IzG5V
hkih1IWr3NI6OGi1Vn9+fwkuPhsAN+pKtP442U7XPTai3HanJQ2WfL7PXLO5TV2I4IA1r3nzXFps
7grZgnZRS3Lk37+6DM1M6xEOL9LAaKB7reyiQG/eRMb3Snj9Nh4DRUeHBUGnI8j1bNMSjCmLVpeE
YgaqmyGiVisz6X6muvrAuZVfGe3SvpWdPrx9TG6G895K3+pIKYMlCsggw+0CTdU30FtbzWbRbGMn
yv1B5OaVfXvppQFUIEUBiorg2tmNn+ae14yTR8iJ+Mm2ru1oa3sSzz4Y1/qm59JO8kqSOQGCdfQZ
GO7sSlK9RItRpGSDKNrHuLcRkOrvCUBvQ0vfDLFzA9d112XURkM0gwfng9o0AJi7ewQmfGRDXoyx
vTfD6ZNTDzfv7923WFz5bIhVULADteFZZx+W42TKTLCXBjmlz3WWINllT7W2crRk9O0is7awGpFq
RG5yxxSjjQiXIXAUYQOnQYr4yuMY7OCzS5LHOaKdCJZpBJzucIRB+yHDzCdIh7neJJgIHqai/QYH
MnuMuvHDmFoqOpwWjQFgq2tIStM+H6x2YzR9t0UD6VpkKAd880AW/kKyHw1k+ezjLsF9qPrIwZPW
jiltd7xVWavNOixVfVdDVkNpyLO/VHo83MwLajLvL8ilLx5PSpoi7ByJKjpdj8FxqlgdeD1IKZHM
a40Jb862r8QmFyeJfN6RXe9QTzkdJaxKol9lZhTaJuuYiudnlEQ03C8Ma5Xz2a9nF82ddDSL+64y
jStv/TiLN4tMmklnFXMTov3T8ae0iBSEkMgyc43kJX4SWEHgG4uJFTxo1d0gzbS2eMG28B6MkhPI
a9IHaoLP7VgHixZua9XxexTJCg2oRZLtcaXfw0E+dGBSIEB/77P61oFwDnARRwnY7fX4y5rr21Kn
0aUnG8uKnqNqepzV6F4rMU8C1QhqBoZ3ngaTh4yupz9OU/alaKrvMmp12mZLcrwHsrsllbszXL6P
ud8hXhRASFxJu6YRWtNcurusqdFhtW5Se1jXSXiYIm+PR+Pd2IutKPQdNjWPtV3skBv5rmTjAX2N
jSLiBz2DBMlgHIK5z929Hu3qz14xbgbXCsKp3IXoDmGE3uyUrvn4/sa7eD46bHhZPrQQvzt9JY4h
omaEhQ+AgH5oYkzqtuhjfEB6z3t+f6iLexzJS0YjZKdlcDrUlKAkjgHq8Xh0g9ibUUAT+TWQ/+VR
TCmtyVVju2ehYIN2FCg0FRZaJIUQ2UkrW9GrK+55l0ehOHVkEgCFO51LMxm5nttjGphCW/woVFEP
KqZ/VET+W3rIhZfDh6hzo1BUoPh1tmL1ZGECQRM3ACdlgjSq55WbleEWx5Sf778b+ZvOvkxGokNP
S8djSJnUvIo4rKE149TkZJhtd7kdlAyDmKxyd4gbpTi21tWVXOHC+hHfIelDRkxibMiZvxqvoNTX
C52Z5VThD2gKpPidhdewzZdH4ZykWi07s2fnHUUEyLVEkQEKWIgqFpa9iQbu3PfX7uIotrSOPwb+
53sBvrQ75nLt8GVqDnbiDT75XnGl6nNxL1B3hOsFAgcy2OmKcWMvKF+INBCphnxCX8w+Guj1xoKN
vHl/QufqJzKQAeaGnzgNGh2k3/m6DWoyKj2UjnTmeFjRzygQU3CSDmlvrY4fhFJUyybRnazdAg3r
rfVCkXjcIyLppisEKJcDEnAm9jWYzyQ+N2v2pY315hl1nh9WuCwbZeqtz1NiN/kmcxTAejgL5Xfa
DMBh1dTOYO7hbesWcolN/zFSR6FAZR2HMZgQQCDWd7QZjTAyu+8OaNRtlnhQz9TI9Mo9X3yjPYV6
i6DYMBQD+sFJKpAXKMY+aKwBBnoC2Wpcl9qA71UFvhgdhEp/Ucnb4YtXJm7IaIrTzjSs7wBSINAb
BR2F0qmKhxbVJ73UNWfdoUWMmRL9tEdkI9Ic4KGef617T5fPNyP4FS08au9Z6Il2bmH/mdeq+qG3
K0hZbt+3X+JG6/7CyKAv17GIa89HKSf7k09mx0+WsMGx+9sYam6JlYfqdr/29MF+MbIUeUzSIAsU
1JhlWC3YI1KXmZNhP+PY1VML+vNGFFgV+t0itFvWTCz7tk6jT03mNruZcu9jYcftRsxxRS9+0ZFK
1MRWtebixkucBAG8RJ+8VVtrVDMd5ES/GN2EKL6L2l7hv7/dLuQFsnlFrYQWLyWds52ttFrYVKqF
sN7/Ie08ttw22jB9Qz/OQQ5bEgTZSS21orXBkWULKOScrn6e0qqJxhAjz0ZHC9nFKlT4whssSsOV
5/7bG22E+UvyXm2q/r5sXXMnENo6sgTeDlcPCEfadNeHqYmNgrySmrrT5QrCM8pyioW9pyi7daly
ilQXoVdg/etLro861pPu8Xkk1yOWQTP/vFTWFOhaOD8to1YHt1dy646ghOqBdILkhsX59bRUdUSY
w2JaEIq1k5uy/UzUz85j7n6+PdLWN8PGF3kkitBg9VYLWAw5ZGH6qmdhJ3gxR4b7ohQz5fV8Hs81
md7fGaITO/fS1npChpG6zA7FW13+qFePRtbrQyhQ0jgX46Tfsz+HOyOfynOZTD/pr6k7m2RjNSkS
S/tX3ihQyKtotQl7RyswHzsbVYxKXWrhtVOJfxboRzsT28rOGIomD5VpwA7rnrGrL02bliT8iAHm
n8KMx0R1UbiugdIchVk7Bw0YwMloE4QFwsh+aPSqPUULwSeU/z02ysbHvfo1cmFerTPuPrWjhvQy
cHQ4DmWJ62WOac0QpSCB8bC680yuu9sbanOxDbA7sslL4LYas0NHynIQEjjD1/ZOphVXfl/NVrA4
pbFz32xsI5PONfboUIBo1K5iHa59KPMdOgXxkmYXYOjo7yVJcexqsz2pLTX621PbIIvQqHk14Oo5
HV2MoHUAwmdnAaeH/wLQo8ikStjgr2cV7XCkx6nclUmBS1Y1GnD/Md6BNrcTdMlDuQryKJjztFNS
or7mrg7taMFGTTUSHUnu8IemwzMrL77r2aSe8M3JT11r1me1SZWLXvV7x+m39/x6eCr1aJvTN4Uc
tIqZgT1NReLo3BkqelXKhFUYDhvIJT52dv8vqiwncxaBnTZfwjG5A4/ySAB3ZDv4Slf9NWnlN0cP
7zI7f3ZUzECy/pPee/POod94GUzogzTXZBUSPND13h+gRkW17BCNdpsdm6TwTmlf/qGMvQywsPpl
HShxepIaeT1KCuRdLZSIHsmMRH7f4x6Tuqm2M5eNjSd5xlzPrmQac66uh1EzA866IG3Ge0QQxnn5
yU679ILiU3hHP9h59JSkesHgMjypTWyddLtRz3krft0+AW9PnGxUkvQ53I10RlaHewz7dnbCmqJf
rJePKSoSF9Ss9TMpYfmjrg3n8v83nvw9ry4wFWWKRgXjEThzMvsoq0GuWdLoVMezRRmgqXeY7r+J
49dbGztqqlmUVmj+4ltxPaDusWloqJgBrKj4pTLixUKjIIUEHbqdgX4WQNv+XVsN1SdwGoJadmuV
n0TYGvgWlmFvBLWGcgpquXOD+RR6xVj5tO7sL2AqW79C/8M9xcg+V8dlRuX92BpWjjNWGmovYcVx
OWStmJKjl5V46rnNXNcUWPsEp9O+wYKmxYn+R+9ZJSpkeYEwugoW+R8PUeEfEJzzb8IpOwJe8BQl
LmhJgzzq0i53Db4v2I22CyX3Qh1x3jNT0t6DpihLMKM79IKGMIqswJk7994twjS/hFaJj7FgqR4H
0WU9cuhKTpaiWLh+ZqZV+fbkLQNGoVGZ+a5lVFDW8slOfQR5sw/4LfXihHnP19RSWsT8wnDCqQaZ
lG8zUqkfJlcgGI38z5Q90DKbXPTk/dEZWi3IDBsvR9tbsJjUMFd64tcnj0OT4zOUzkWKAF6vGnto
2w3sICGrxJzih+K5nLfVt1eyBFye46FgoN+lRm+gS202mJF1pZFIrRqcRJHoDegYhAetTR2MmBCq
6lE1fEZXbLgXnrJEftH2SNGpe2i03wXu1dYEbEFfDBVLwsL1hZZMDcrctesFrdOi7xapR9CNaJoV
ll/GjnYkDn6B32jSMEPT3qVfZ1U9MzDBL7xgEnwIw/ahcoqP7MzTHx9TSM10k5DXkOmmvItfHVOn
qmct5C0KnC5GCdJw5kOjqB8KUZpfNYXje3u4N88fsSpFLg0Pc0+nOLR6/qKuTuK4XsTZjJCsYkdh
74TazZNrUgickgjsRNieRKr9NVVLtxN0vImp5OBMkT4Lfes3qLllyo1+iFtxhtOPR68RvbfH4ouW
YvZQ9dUvyxze357t5oC0fQmVLbrk6uruF8ri1mM18JANVXjO0qL7iEdi43szdVa0yexD73Z/XHAB
1E9zkFf+t1H8uoxUKHDjsI8QZ7W3iWCQMEM8ad7b02+eEzkKMQxviQEAbV1I9NIJ3kDE1FBZr+4i
S7qfKVl8iltEOkf0RXdiU7lUV0dIjkehiqI1nRNtTXrFNtrRsriWeZzzDkOI6kxRyX0K7QLBzbF3
joNeWbJtsde1eROMrAZeXS2IKzfIJJLwJLnAf36JhiAc2j3k78Zy8jITdoPdl5q3q1Em22wHHeuZ
M8Zy/VlZUidAEk6cbHWenlJrl/n3NiyBrIy7jqw4S1zCGgamRJGiJ2GNcXal6xe7z4yXKpqM+ypi
p7auqO66uc/O82CFD1qExWkoUJ1LvET5dPuMbKyvRfuTuBfGBn3tVRhWTcjbxUUUExDPPwvLiN4J
S1Pvbg8iTbHW2+dqlFVwgGiR1SgujOEwxiYCNkyCdUP7L1Ua2Dm6kh3ow9x59RQkEQ0JSnz+jJTY
0aGjefCwjI07tznRSzP9MVVxyJYUqjk+zYKOg+BFn1T1w9gm77ucpgmAx4OoMQsG/vBAUcU+tV3X
7hyIrR0D9ED2EkF6cAavL+66r3Dv1NP43EqR1JEU5pTa6mdgaYOPcvceKe9tesyGQV/FhrVGeQNH
puvxJidXkqVzonM81P/ga6f7yWwa71Mo534eWi8Wrq8nMGPxIxcwIrHwhoMZKdqHwbD+GOMrf4sL
dB0kBNe4taqxFIbblTD9o7OHIPEJAUDM49V2OaKpT/kjs03MZJe9AsHGFpIdADQHJHgNds31ApAx
RjlW7fFZtN2HIkr0T17U5x+xJkk+YX9aHzEu4YhklRPu7d6Nd4ShKblwTukQSTe41480xZ9Fm4WI
z6NTPkTaEh/Qs65B8WT0sR1KiB26kEU2fZucnnsq/JA5zp1h1z+pZ/yDBOYxHWuU5PLhlx2ntHMz
wj1l+EHX4xJ5ruq3DYLYCoVXpa5/OFbZnvq8wEyoUo63z+HGYYcATPYrcYaoi8uJvoo2+h4h0tlj
DSfEeAPP6ZzA0xBq+A+jkDzynQBVOOsyPUVOIWAXROeRNNJnR+vwC2d35wBufhQwb7SEIFBwLFZz
SbEST1EYPwOGWY7IEaDbl2baXW4ztW6RmQQVtJ2tsLmA8DakygT4l3VnLVVF7g2OEZ1b0/tZd7jC
YmKU78SEb6sEBNKccp3In1IfdYrrqZVNaCYukAOUHpLq2axtDQOFRT1FCEkHRWRkPtWU9AT8T/ms
VPge1U2mnsBuio+A08bjOEwmFW/Teh6WzvTpBmrEsI2zPCRVkR2mtOdPJdsVqdtcHfAlCBZQxab8
ev27k0SIsFNUPknv4eGtI3FkD/Gv/7C7qLvKOrm8eVeHsUrLEM1MBlHttjsbSW6d7Kao/D8fhSgZ
xoWsU2jrI284XTrS0+JDLwhUFJgUIn1PVHB7lLeJE19aQmWk2A+UyXWEmvepZ4ZOx00aqcmXelzM
u0ylu2QvSHwLajQ++DCoE+hx0/ucPqDj4oAQAEqZgoS/jNM8HMoUFeu0KOrLzo+TT9gq5qNorzKK
5NbQX73+nHpEoz6CfR7wlvQ/QJPhFQ/x66hiDXWvWm1CIs3bAsnARNQzg2rY20GSVO3eKsmB3vwQ
6C9SoolG5roKvSylwEK8w3gwL73nSEyPdaS4l0XNzcBKjPy5qMb8GHvhL5pS+a/QjAgAlmH6gOGA
9uH2qmzscWnaAKBeppL6mo8Qee3YtG6pBFU21z4CW5iEh1Br/nQUiZ8k2gZCJUUfV49dW2owLBaU
n+xMmv10SXMXZ+meoMbbK5RRWE95g3Ke1sxCU53ttEAOOADwp/tNNc9YxwzDUdfFdNHBlxzVQp92
ThYlvjefk2FpXfCm0ldAz+Z6X7U4tTTW1IUBfsGlJrTHysirn/SCXPWkmul4rsAle4fKK/HN6fM2
e7FCZxoOTW5N6OOrC49w5agvAO3mD+DEcCJD793GFftjNJjp96kECXfyANnSBVr0/FMcG/rP2rAx
166cHtuwZRDq9z7T8smvTXdWqCJ1uXk3NZMiDh4NWzzYw1Tv/cxA9zlp5iyE1SjwjBJ5HOJGY4AZ
9Fst8SZfWGUU+uFgKd4Rqf4mAfuSRU/D3InHJu/Dv6ZRiWXBp/ohoh7jCpxC2/ygg5X9MPSV+Vkb
p/xX0enF30kV1QhMR6qFpPJsDWxnT5AXKOLv1Oy8dwKBI9tvC5WhQsrcE7vcnojAnLECsmJDeF+G
NP6ZuDUnoExb8UMZPS0/ID8gvkZ62X+xlxnmO+SPL1q5VMuhMdgD5yTWi/Ogdz0IIXCtPydT659t
UXgALy27uczgqz/kGn1eUEe68qg1pghPBuCdS9yjXn3QFTX7Hivu+LWozPZDZmrLoQ7V9oNL9+gY
W/lj2ud4FzRuj1NSjc/Ci1OM4Sd7qK0HbhfnU0Zt9EOdJOEpp1zU+g0egQ8lbW/v0imJMA8pcmgI
iLttpf6NIV7nHszRE+JITmQ1yGliFi/12vC8yZXQGwN43tF3aRxZ+72m9e+SIU7nc2NVinn8X9Yl
iOtgREvb3InhYlem90FJ7eLdoBbW5wyVEgyMnDF8P9Ve9xKBv4rQ9k9BT2u54lIgUtPos5vZyodR
5PmX26dfnu7r+44aFeRx2mGIw7yhD0SN50y4KYVB1CINGsYINPSlpp+d1v785yOB3JEMVDQwyOyv
jyKRRa03UU51HLGRh6qNf3V9Wr9TvVbshJ5bcwIgpqsWQTzo9FVsUCZRFA9TzEikBkEd5c3DUoXW
scXE+/ac3iLhgdeiTIbiDXcn3dnVUKlbua7CBg2qqEWmyVjyT4pDp5+7wbjwkMx+bLZ0+gEY+3GE
WyV8ob2r9fd8Vt+QH8EPUImBafWsLrmxMoDSjaEX5JG9BNmEYLo1eVNQmsVnfe4fIEqj8x26GPuF
7Y8icSlu9F750Cjdv5H3HavPh64L/xKu/WDHhv2rx5jv0iZGtfPKb3wXCklwC8lkcZteL9ZUY2Wv
luy1TmmHcxO7/+AN35/gR4d/HLDzWWwJ04IZQuttlTG7UQhwy8jCILTs0h9yi3YfRhY+hWwVJQjs
hg4mSJA/33c0f6RaldTT8taxQxSKMWEYStNOpH4bOg1HUj0ZL/xb+z8sJSwn6kccXCSfV4fJ0TrT
iwuGwopDPfQCTzwAQ1i5ad2yM6vNPU5Uyv7GhBhQ9yr78ay0H9Hy8IKhGYHJlGHunDzFak/tonun
DJjF3cjje1IsbfBrtyrucALZe8rdt/cUtUdeAOSlEOFeKzfjQxPNVCq8AAvbLKBoSIM8ntxALDSs
0cRtPtUT2UlmFXtfdXNk2irIPXGhsHev7y1LzeNEySibd5C7T0XR4CgX1+69MiCtmoox+jyXCdYZ
qaXvfOS38R9AOizy4BxSU9bW8Z8bIafSRHBwe1Dup7mqNPob3p7a1Nap1Ai++bgOu2mNEh5r2jQ4
YnkBLnzCbxM7/AHb6xF0nbPTEN+cD1kIiBmKKm8Eqk2CoDpLdS8whV2/o2uIh44Qe2Aj+T3WtyG1
TtXikcGcbC1saoGY8Ag4GKVAymloDIyztSl7wlyreSqovO7cNfKKX4+nS91ykDnU5t6w0JsknkAZ
eYFSxPWzNyN6I70mTmU55NwygzRIwIjEaI34uWjGvT7/RmAt63TkCewV3VqjDPDwymI1Z/jQcMY7
J56893riKIdeR5aFfhdkMFVMX2+/e1tn4tWga4mpsdJCkG4M2tKV/NnaYfJgOLkI4OHlH2bPbOA0
NyZOnPan2wNvzpZKKLhMqEFk5deHsbOnpQGXxMelf4ZoSFP6rpFlF7XDCmnu4vIjElw/b4+5UVGm
BKMD1ZW9JDKJ1Q3Q21YSIuXECdHiH2VG/kJ6Hv8zmDgv9MY8BAilLA0eTKYeYB5Z3Ddo9uLf1eZB
2Fnc0TMOQogjzTRP8JJXmvp9a3X2O31BoCBniwSQde1LbXrgf+gPB7Tv9buM4hqwTLRVkYMr+E+x
WGmKPHq5PbvN7Su1BcBXAs9ZI9LNZCrxdGFFrUJJMToCb/XQtx6BPE4JPwUexHh5R/GD6kTGQfPC
Zk9uZeP+obrL42JScKUMJffaq0Jh3CwO2RbPC3473ZOqiuxJTG7/1DimtPQsyifVGvJHt8PyskW6
Hi/1enyvkMf5hYaPnY0R913eT+5lRFrsMPdDeMpyWNTpXONUpoKo7BYX0xNlUQ8jklsh4p0XVLak
g2ZuPwnc3k7oW6ifLXeYDm3VOr6HyN9JjdrYV3XQKBO/5WgvuvaAxCCqaZpBa3kSCx3uU2/QRDFR
+KKBasZdfXbzpXgyUf3/pmGHd3f7a21coSgfIvcL7IHC1zqIVvusVtSGPWV1+fBUuYN3UkVs7Fxp
G8dbSr3ToULxmn7masPHuSUwmqkJKC3FOUX5hNhppSV+1OBAhhtU5ut5lwclj0lwe35bsazEraD7
ye1NYiIX4NVuKDEwHweL1xZMbn5XxUY9PEBU1/uja09qiApnNX/PrETDRJEDoccpumzZ5Jxggk3z
EdyH+Vchmv5jV+GCcETySX101bgsUJlu8fNxhCbu4sUZ/5jRJFkWksnEvUQUvm5UpHPqKpki16zQ
jAuuXN3R0acKeHZd+otu9j7GXMjNkVAEitfvgQi3TpEBopf3Tlb51ljUCKzHNDclQVoOxBY3YKyC
qxYfZy3cuYK3tiCALUpFXECAeY3rLyRa10EGj4lqYogC4aKhF6mRurMF30qRsJ4E7zIAsoAOr9Wm
J5GLvF0aIrxmHEWgtcJtDuBtEeCbCNWyoxiS4WOLlfaH1rOW+zHMRHYRSiZof4DtJAcq5y49dJMn
Pt7epL+Rr6snXxbMwFZRUaKwJF+p15vUc5QkdDIvGDvbrxXv+5SANFT7/FRE1qUq04ehzN55ITWS
yHzJR/VvrJefqjm/j5rqQ4/Z3FiJo6UWHwcK41VnHFNnuihaedKRMlY8aPURG6Y3Bh8OT3PQkZbZ
Wd+Nh5Sin4QNQNakHrdKIERm9ykUBzcgQQLpihewn1e9eWxN61Hzus53JDB0Z93k1livG4198Ark
ygTyq3slm9W0XxbbDWanbz+FIrGePWATBUXvCZNNyIbegey9wR6y0L+BuMY/s+29Hwpe6N6hHsT8
PEM2/xmCbWx8c5qeEqrz+SG2RPKXrmgIXM4opX7NUquLD02JhupxDkP9Wxom2h6bd+PhZAVpnaCq
CNRpnRdMuJaNcTG7Qef9yLJ8weBryu/wIxwO7oBSc6Om9iGum/RkRDAfbi/lRo9WajPhG03TgGt2
TTDNQi10KvgkQUI/GMvq+kEL27OSNJ/UyKX1rRWB0mcfC097iW3llwlVRhftnhTv5i5yaB2RH/1+
vq8PgoYccpQCRguWyHunjbGs3y+8l4WITl5Ydwcn/Pf2xLduH9D2pEMyCgTOdD3i2GdoPZEXB5U2
okGUu86xjLmCbo/yGzmz3qnccHgwQC+Gybw+4UJFyaXnecNC9zukXTco8gZiCgBxX0/xI65SmuGY
/DnYoRXNBcRxf/S02PrshhPkVeGYZ1uL6vOyyMatKMYLrez4cUax8QExQiPIKsq3kx1n71B1//OG
pRRV53CTbbm8CKv6R7sYStFWhhvUuIs90OLTA1Uf20Mc6c3ZWxLlKVKUaedK2fw0xMgwnmGYgXC5
/jTUwxeUWRY3oDKTUMGsbcCWtbUTIWwdOwqVsKWkQCFRwvUo9tJUWLOPLn6sbhnAWrIpi45eUC9l
8tmyRPsoFuE95MXgfmyyOtsZfqsaQhFECsygTCDJw9fjh81Qe5nC+OmcILVCOEYsmYq7EmTEsQtj
76OTiZEoYFwOqpNSPbd7fedHbK60hH2B5ON1XDc/lUoAvRqofrixqR3m0DEvHZIb/u1DcHsUT10d
NQu84kTl3A0Uo2kfcT1GMcBTuv8yF/ByuNRDy0HQ6Xo9qdrMFFhatio+kE92rzl+5CLi8h/mApYF
vSNCWqBs16NkVmrkmAuyN0UccSHbHwvUEHcu5a2t6VF/tVCroJi+rm/qLqZ1rcZtOMWF/py5i3i3
eARiyuwmFyNz0AyZWoQf6lI/eaDNdua4lafS6+IX4M8Et3TN8g8dIy1N1JY5GrGDzhS+m/C80x5z
g9p1v3e2l3wzjXQqD5gqqctBqJaS0s6NavOejDP1Dlj3VBEuO0X4qx+ouR08pRxcH6CRQ6+jsFAe
1WbmEdUlHrVG48H0tRMzG45p7VTPCz5x0dHo+fOgpLXspDhe/sL1Gb0YXtZ+v/1Rt9IU6RdPIRSo
DgXX648KKiOuhjojhimhhwNxt4geeBWgaI6XhJz61Bm9dZxUZ/54e+Std0+ShOkocgfBsFiNrOu1
TUOdV2iJ4vcNdhB+bafftKb56PbuS+wse6BIm//j+kF6PeJqA5uZC8BF5R1CS9mnjfIzc/TlAvPr
uIyLsnMmt4JvvDfAgCHrC69tTdirm170ac8rm41K8S1vyqk+VOh6n+oWrYqYyONxwV73UszKl9ju
vPsRdUp/Mtz02Lv9P6Dr/9ggEHI5z7pk94GUAE98veKNp7jY2BLvRKi+XYrCHO7/H7KOje96Ncrq
CVuGuIkiebHOiBKcURM3A1QBbbqKbfs+jWbxjJXup9t7aeOaRYPNBcFEUYu027ieGXt3VDx5zRrl
MpIILPPRlsWN26O8FfBiAdHRkRo3v3E+qw2E9Tk6dkAVKS7pwwcLM2/ilRz741iLT22kuV+apJuD
GZtpvzVn4740CvMH/cfhWbPC7D7GTPy49MAubv+wjUuTRECiQsmeVYqK19NHLdbshhKFmnixmwOX
ZCs9J8mUetU65mlO88xQtGCwjK+u2gyfb4/+VkTGQ9JJrgkSCTDy15YVOYnIQjMjDEgZh+bo4dv+
FIfWUB0F/A0k+vA3xOO1jV60WmqnSFJ/fBCK4jwsXW3h9Ahm+IADLYKjCl3jE2ZMWRwkpcjkWeB0
HVI3M3d+9sbNB5mW3FiSQgFGru4fZ9ItJRllxcnTx6e57/P7Wqn7L14WIy8yoJfiUPgK1Da0d7g3
G7uVdgS9YqjqQEbWvdVU1Sic9YgiUDvq/9GSqT8mw+LusO83RvkNgeSkO1L51rreFF6SJYO9uE6g
zXi1Hjy3MtqDZVb54fbnf3veoZsCtJQ8PW65dTlZzZzGKNvBCcLWy3xVSeOXOGmSo2VOznki7Tnk
Xpi+/PGgstkCuggojATFXE+O7VhVqYZ1iRnqbX1YXG9+X3ra19DWm8eyWoqfjTPZO8HBxpVO2RAS
pixYoCu2bvPgaSSoP8VOgHh2dE/BtX2ZLWoLbqQZaKtSL621KnzXeGBOpsn23iEfUgWlTROzdele
m0715wkDZTKOPrVMCXVdY4Li3g0jtzXsIPPC7GKkdX/G4bY+3V7uty8no8BzRY8PXBc0u+vlrjIz
FniX2QGOd9mlIZ7wURLxUdSbSFLKPRHZveFWW7c1vLZjV9kBLCD72KpVc/IGELyq04e+LoY/j9I5
/iR7dNQMhCh/f/dXtSiRKY2yKLMdTEbVnKeOHmxWKePO9nl74TCKDNC5ozF7XHeZmtY2sHRo7cAO
9dQ3wnb6MBiRAQRPYTwskR8dEAfHRUx75EK5XteBD4VGsNi8+hSFaXhff74swpc9mys7AAGtHOes
RQ7PzOo7kTrDXivi7VBMDzgHCwpxaF3ZrDLkcQggrUCUo34HIy+8U6e0TnYunY0ZSQEgbDLo3hPT
rUIZagZ5BOnKCrJYiR5SkeiXARhRUNZOuXNbbwwFq5ZGjUQywsJaPa5mHyM2UcTwuoVSIp231Eec
Rzy/Kpe9UtDmUFLYTnqVAc9afae4jUXbjJ4ZFJYoA2VEAjca9fGswSPc2YwbtzaeYLaK64UEBKzh
2DTSmi5eTDPABRuebRoi/hhH1jt1EelXrdHUMyW7ZeerbXQmWEZOgQmjGhLUmjKvaiRNuFMb6NiS
BNcj0nZT5fph5pj3Q5Y26GAO5ssY6T8TzxAfUwMYIV4wIpgWzzvHqaXdL2iJ+HZmdkHkpllQtQ02
84gZPTrh+OX2rbexRr+LZMTLuMchdHZ9bMhIQpLAhV5DbrpcdtwNwdEEiXZp8jC+3B5s484j76T9
zNpInLTcG6/uIHp0nov8kxngim48EHpYZ2VWBnQOMUCZlXz8Y9Q/YRbwHrJdpDlBWF6PN2bVyBEG
kRsuwDYbDZZz7uZiZ1YbO/o3WwlDZylLsT48TjIkdZUJRrFn88X2svkUZUuH3D/X+e0FlD94dcmR
yEJQp3kEBHwNU8WRPCuMxKEqODfac+i1EaIEYi/U3gD74y/HLY7eEM1sWtrX61bnzmQh2aoHmBUr
94rnhi9tGlV0pdAxSQ/CVMqTW1fTHe5j07952cxBMZnTXYM+xDMtGuvBs2mHWqIuF0R3sgx9Ci3F
e0XEh96Jl/YIKNJ+b2XxHPzpAtEcppwpa74cPmd1kXVGXXZ25epBalFkz6rwp+s20X8ZREq5IAZq
yIjwenm0esl7RJT1AD/vAYhc2X63o7r4dHsqbw8LNsmkeWhLUSSi7349iplHaYIYAaVlFPYO9GHi
49J1pAnAKFCJFnvOfxspzvWA+vWAygjJO5lsB7ELpbufs6akdhnn/45lKu7jxxiun9YPR9IzB6mX
nkxMTHGALNT4V47TFWxwx3tp27I+OYIaJzlkcW4rBPZur8vb48bPpK0my8c0VNYNP0MsNaA9xwlm
kdbHuicQrEa1P4AFMHY+9AYlkrHQDqCIy33FU3K9JPgWeWC4sN8WEVKIUM8aXytL7ajUyRSERUWl
HPnuO7UqWx+lptkfUlM52kVd7Nwxbw8+PwRzA1nJJaFbU/tMjwwNxocT4Eg2XMYQbXlj9vaKRxtF
a4aBSUA7AMLMG4xSVCxZG9K+pusQQfeHrHSJwrg/1G5NdmVVqL/MSDZmuJA9VKChUYjUtJ3vuzVV
6aop+43g6Na4rDKJSXvo+Qdx5Jh4rsbl0VB7849vUgJ9CTIGvkBqsW4xqpWrldKQKRDd6PjhPM6X
pHCK0+29KkO06/uaUSDxIiEkBT/W+0ftmwkWjS4pbQ4gQFebLtri/DvGDkm3rsF4GtP8XicG2Al9
tg6JlDmXJV6p3SN/2KuXFknZLsxqk0VcKueha63w1IYZVuFasTfU1j3F7UToDcQUcRLjeig8FQyl
mvleYz8V/pDQ0dI0keCq3PGoW+afJzK/UzRaRCBoJQHnejwNpetWmUYnsPW5vNN7kR2yIXZ3QofN
WXG/y1MvL+DVrAZtlsD9icpC4bhHuiYVabgoLiIfPxtTnb2/vVF+U8Te7BTZiKNUQ/i4PuCCul8M
PpCTB6jpVBb1dAy9XgeDPIeBHhnR3WIMtJCoRABeFdO9jjckpI8qu+QTerwEip2vqZ15pyYGqhH5
kPmdIv6Biag/0cnTgPxa5UXrtOq+S4e/lgx6haeBTRjCvH8uCsc4QXqIDmiBRL6GFLvfaeBQoiQs
QPov8fn2hLfWlyoawZmk+qjrvrRR90Y1L1RUlCbTgyxLw4CyA+PBCaD9aGh7mFL5wdYLzLUmvTXp
AyD1f71tUhqAahi7djB3ZYHOfu8dHdbRj20USKLIqA4t9JgLmrv2ZST+CmCeYAwwNvGzMEf3UveD
cVCiZQ6sBUOdrDfH46zCJBnaXDugpT889Zj+PEa8j/RN3PbeC93p4trD6PeLBHuO0XznLF5zBAKm
lgcPNeFL1YT4I+PsYbSo1tqle2AU1y4nbLcS66zPRvJQTmgL/K/Smi4STeMEaQ6BslKW9j5LePcW
moxfb3+crWvr9VqtNn+l1TF7jAZR6+n1oely44vVWdpzHSbGsTZ0+4y8nHX0AE0db4+8cfmD50JI
ziPlpYggt82re2uKSs9sHcG1PFj1Yz+hra5lbXu5PcrG7Qg6jicdPVN5R65CK1CyU2rDbg6GrMP2
MbOqizDKx8ma2p1r5G16hR3Xq5FWuy7PDaTOs4hrJIqso6EXI5YYgLSVBciRo2CZ26hK818WEe4E
MbAMUtfOJgp8jq5uE14dq5jOhVcp9AySPTzz1iJSjac9JhtA1rpQGNdxVJkVhcK06VGoUZUCvbRR
v+8Uaw8ztzkUt4UE0IDlXRsdx0ojIkvLHILNtPZrT/8I2ze5tCUohds7Y6P9Qcrzaii5QV9twDLP
ejC7th0otuU8eU5cBW1Ypo8mHKxg8sLqu1JmvxJ36g72UMf3wiXW64vGOdSZ2jz0hf0zA/C/ExP9
X34W/Q904jaoO91QeKLLc86FUajq2dEwzfRnt9T1kyhV++DC/UKWQozzc5UvZnMIrbp9cEezav0a
B4yLPZdAz9A5qr+lnTrtFU83Ukaq77LJCTwYL6m1aBACV3z8gU9kxjbSE3FQldPD4jnfNW95jhVQ
VapGAmPCfIuT90Y/XQY9fhol4rlPxfu5Uu5srfhSWt1xNtR3raMcxwUB2tuf9+31QrRH4Y6HRxqw
/O6Mv/q6Le3HTi+tJUBQP7xD5a0/qugA7myit2+bHIUMXfoMkyTKVtarUdxQtXrEyJbAauOabCB7
CtPwnTa09tFRoXr+6Zx4jShZA0KC1/KmglP1obAgKulBrxt1AJkwg8TaKp9vj/I77F69nzL9gOFO
RETlYTUpikTO0maUx11FCUEG9OP84FnRcOpEh/IXflRBrrfVJcL55FAt5XjB3q72iYuz0zwZ40nB
MuCU5nNyUbLMfOf1yfJojzbYd57XU2Iv2tf/QcfQQMFb2LVXmF6rhTOewLWYBxhTe8jGDWgcW5Zq
v3SHkNTGVSA5L/UcOalpB1Jj7+dcteUBfZ3BT1QTbfdw6o6KMehnRc+X97FXALr0BMWPPLcuKfyY
4PYCbx5xkHoQuJFUkTSN612D/+40J4lnB7HEtrRNjoqRHplnKzTzQ5ItCP66ijjmUp9Qzex/m6EY
IJ5n6YHIfjiMjdoHDTTWne0lv+ub704xBSg5eScP5vXP8hRQPRnBQtDG4SMhUfHRTqP6YzcgZlyp
6r+2cKpLDuU3MBYUKm8vytvzCpNMcjN5QgkS1zUQfRzSxE5COyBVnH1NTAtmRWLPH/rteWUUlECp
FxGNosp4PcVeC8eW4jeNthJ3Xivsx8dizj6b8DROSef9OZKJ4XCJA4/pkJ+tIQqSqtGLxrGDPg6d
UzgZwq91lLRvL91GI49h8KwwqUWTea5Fv/I2NjRlpMFUpGl/QEYpO1Jy/7rotefP/P37OCO50TTW
vRGV6E67T65i+XE/fbn9Q96uLhbzyEwihQRDDWHX69Vt9Fazo2zUg2nO/iJZ1Y+WAgE68jIXSFrR
/R/qzmQ5biRL169SVntkYx7aumoBIAYOokhq1gamgcI8ORxwAE9/PyizujKCNMXNMruLa2W1UFIi
AgiH+zn/+YcL6/V5rcDl0IzxfQL747B2ernemWxmqY25t1dNG0MApDGcqjq7Md3W/suDoNNrndWR
9J8C18cSIDDR51vXnb57Jnaa/8HzI3AIt2rePsLbTm+oapPSES7MzGVBo+qPgb6zlq7deULSk3rL
JWTkpQfoIL7eHiLEfXsraf90ehHJu2yEYWM/e50MW/zqXlNGNrvBMebdr2/tpUsB4OkAJGDaTB9O
L9XoNY4SeHtBT2j03ZhDIdOlT/Sal5QXLvXSKnS322ITQSp5Pv7E1xcBOakQtJq2/dpqu+4am99u
l0IDvEm6pr+wDLdVfbptchYDiqBQ2cSZ5xw/tuulzPKWW1t1IEEFrLfLiX6l45P1LtH7OtZQJcZz
FVx6A55vmlzaZEaAEpf64zyHEsJ5bg5pZewJuheHlgSTsCHg5sIDffkqvM+oCnHfO4d9VqktveHn
Bmm+hh3JEYQJ74NL+WYvrRBmoLSC2A4hbjtbId0oOuxL+dq2VABUXstKdGdHiIzdiws39NIKgZTD
yUvjBGPl7GXGSttAWdYbe70YqrBIZzcW2WjGKZ1/KBERX2gNX6g/oAcbxKph4+VgObXd+59etI2l
tyoNm+vKkPm95mMYZOupE5ZkMuxqFlAWWviJx26QmEe919cr2+z7SDTeECWqay6s2Of3z8eh98FG
ZjN1Ox+dJANtKkNtfQ+S5O6W1h9h8ZWEuiEb3SG3+vJX3/3Ty50dC43eGhNbELmHg48ESu/zveK8
3KMyfvvrKz1fqdT7vPibYwx12fmGNuCkUNcNV9r8Pg5Bn6hdZTT9heiZ5yuVUSInD3grHSTKtNNv
0x8aLHbbYMVsbmiuKMnTfQP98wro7dKI+SdD/nRzgYlGfAH+sdCCGEGdXito+jql29T34zgkVqT0
Ofm8NqZjxb3C+SectCEpY1UlK1UZqeo3BUTTbp+KNhuv+Ssq3bWDmWkHLSm7CWNCTTwss299muzC
6qO19dY4I7Pvrs/U2BCgssIFlq4UuNQ2uT88mtr4zSmm7h1ZYYURJt24fijWRKhQihFJZDZpJhOK
QlXV68xX9AG1UfQG/r8aj6UUUF9nr32nV8pA72Yp+7MzjOzB8zZvif/q1+/Sz0NFATfYlOtnWwip
TsxM3Unfz0MtD2LOdXrULPv066u8YJvFnrvhmUwsAEXO3Q8yilOkaHjIJ7PG3DdX2V3TrAIDPVwR
ilunW7QCnUPjFDFRZj0SU3+S90ExWmCuibXc5pqjbsoxka/lWiYoA+FZXWpMtz3sdOGwboC8tsEK
cU/n5IsV0VMlOkOCKM94y7tdFjH/8PEcVv46x3Nra2voaKavH/qpIq4zSQIovUPlOgocRNkyDuCF
3gCJJF+cQeT1Fo4lq6vOTaz66AWSGqGQvQW3IR92zuBhE2r1Xf6FQfEUHNLc4QIZJrJrOFgkRyLJ
8hFmtnCvmpBmpjFCKAhdH9lDmxwtCQqI8tk075D5rLe5N3iPuj2TQKb3shnixCMxLMStLGsi3CbH
nWFiVhIZiRPMYdHqE+quyRxul6KrogK9Kkrhumy+DE5DuOuga8annALlVd6SuHJc6gX0Bod5c+fj
/d5CGYGpHiUFfsThkAl7jivfGadbK6gHOi4rwy8lYxwJEgws/+sF9byAgIlDAQZrAUaTfU5tVHqZ
m3NTLntrdpubTdMaWyqr74TUILTUQYYYfGheu+V8yXj2+X7JleFngCDSODxTWpCWyhg4YDQvHH06
mtBSY8tvpgtr8YWr0DVapKtw8nm4VpzuYRSZtqYKQBI5Fgor2ZXoA3t2/zJBlNCK7d3f1JcUfme7
suH0HsZ8ct2nrcxvXDhiUe7W/n9wL3++ylnpUPZIxS0hVsRF/RjX/dLuAws9169XxPMThnuB9EGt
wAPDQeL0iSm/VBrOVzyxsunDVuRWaJfNGqXscBeax5+Rg2cbBUQ6uILsmRZ921nT0VfCmvrFhNdh
j4AL2VxXHwRdlbiuNHNlR9Cq/naY9bS50UqBajqzFDkzqb60WlhYmu/u5GrLL12XTbeBb2fJwU6W
/l0A7p1FotPQvnWIAvHy6gMtDMQ6EtrXNuadTNDMxlNvFJdQ5BfeKFbbhiRswQvw3U6fX1kSELWA
ju4Xv/SvFyVTxjjDJqzVzSZq/EHbafUCIp9l3l8+gzZWHReGY0URcy7EqhpVkIhT8NWlth5XBfJ4
IGT9P7nKxhjcyG4+reLpDabwer188Zc9jRA4q1OrWLOSS+3F8zpxEwbQr/2LmXJ6FaGLGhGjjQRg
sbL3qzPJAzzF6tBiABTVAcZzv172L2gsQfgY1GwoBnzB88JUrW4lRmax+xrm800lzamNjHz9kFoJ
xtu83OHcUQ0Hi+G8Ry0V3JMi3x08uJKh5U/No2jW4Upv04koMLIbtEnH/i1v4TQpsz/aoqcC74rv
ttSzd8iHmgtb0PPnte0+7KYgINAWzifJ7tB5o97b817Yhtor0ZS32ZK7bxJnNgn2Hd0LhfULpJVt
soXmEGNKnB/ss32C4mZKcHaZ8XwKYHAXeXqdZ0NyPZv6O3e2ij0mJQhI8Dw80nPUkdHa46u8s979
+nt76XMwsNmK7m1SD6p5ulD6JSlcfZYKwmrTfYS2VSEOYvp333ap+KFpgDKQBFTd7KxeLQ+N4QmP
PDjvS2Or+pJVxfPNk95u83qjDNy0kGcl81zlDkvjp5s3M0VLeOOtg9FcXC+V+ZdPA+hCQBqc2huj
3Dk7c7wiIzSq4lLTpNLP06KN8QB950K/8dLjBb0GD6I22LTlZ4+XHKzAndxK7QG432Kqk0TVxLR2
WTGMmavbVTrXs6fsSDOnK0cWX4EbLhHhXmhhaRVpqmirqK0hRZ9+xebieFO1ZCzrEg8lh5VExqKZ
vq5sqw/B9lqGAIG1n5uxjqRahuukIMuhzVMZ1flkX9gptoV9emjxaUCsmO4wfaGtPv00ZQf0MWnO
tK9z13rshm6N1dimF9SEL6wkPN5xU9tmnqD1Z8eI0fvIIwauovVmjxF/OryRqzsWoa5Zw4U7ejZ1
2SSLG9i2WZLSup5jOUohCaee7pGz1T1Zo0Gdf6g6a/nhmnlGxZyKtQ1dLJRHStZuxC2f/Bmzrkd7
h/a5oJfr29KGuJeudTimlnovmsnQrkkTLAROCVVDBYuS5aH19fbRw+HnezW1xDs1BOIWk86SIfnL
vdQsnR/F222BwbE9beMOyLmn35TeNZqNbxghNpDNdnSd/qcZa+ZvY2MRwycz/6FKnOqzr5Xpld0q
75XdaV2IjTPDoxyb686exI2oPXMJi1IPuCnDO0K/hSGdoSn/9UZ2vqy2DwsMCkID3WgjDJx+WNF1
mpvMY79XduNF2bp6VC1qvVDdnR8TXIW1hIkJoDX2UedD+8QTm0FA0e8hjaESHelxqqxrwyRfPjcQ
SX59T8/IntvlwHcRlsHB31hwpzdFMebLbGM1YV/8zUlduV97ShPD0LprS8zV0V+dAU5lbz3Yc2Yf
dZ1Q06AutOPg9F8LoThNzXTYBS06j2GuvZt61q+CUVsu7XMvPH6TqfLG6cXHm/n/6SetINhlE9Xo
vs3c7M5b+vzWqrLgwZSuuDK0luGQtBJBEIVoH5FjLo+F126g/wJFpbCLzozWobUe1sC+5Ir+0kdj
AwYvo7sAhjnbcJqFOHSnq/v9TEo7Kj4r25dteinW4YWXhfKHq6ArAF86BzC8XicRJunIoV5EdYc7
+/CKmKkpGvPGedUljfsKG9pyl+Gre6EHfcYHZZWQJECKEnxzyODnyqukNjHfI+pkXzn1+9ptgzC1
dHxYRKmPb2YSwu6SAf2rPSSfutLFnLmc1YXv/3y7xUcSzF73AdKRFIGwnH79ZDg7pvKsaT+tpJDn
wh2uewF0hZPGJXfxFy+1Dao2x6KNeH16KSxQtVz62Kytpf80lIt1tbT5B7fuLukgnj3X7aZcmgGa
KzoCPEhPr4RVeFt3Xj3t+4QcUj0jlccrS+uNu4h015c4tcy45sWJqsTbUm/WnW39ZS0Bn4GmeKvM
Akp56/xocVOetjEF4371IV1YeS05LOSlzfOFZ7q13r4N+qqTk3z2TAtnDdBNJiNK16aERzkkER3S
eFPT/Me/3tNeuhSaLIfnCp7OhPX0oWYDbDyvdUeoJxU7mZ1W12279NezuuSFd/5Gbo8OSijvBWA5
YQhna3J1rFllKfP2zNObKNUYs4y+Ux4FqdmhtVrDI+G9cg9J6FJI5rPcsO3S+EmBNHNUMDY7u0ny
2iyhOjHu03wZyQyzjNDpRjT1QSpCI1sbgNqs6d8M2dZ86+vBHSGejYbobpYs6I6JSXPL6+bsLasu
iTe017d90hQXmp6XvgvaXIBXDPIZ7m0///NsgxFGksEn3esKRoKLQ/1BpN20gyvsXPjazzdhCAIb
x5pagi2CMf5Z10spv4xky/f7QHZ6tNgURKNKLh2YP50//lxcchkHXAzcdKO7ocs9vSMAT/gRabuh
6HOZ7VoRdJ8TiOUruu3CuGa+3jdRWTpB+qlZTGGEYNlFjqempRJscF0rzvpyqXHJs8qdXmXmQanU
kKHTjyhJugkJe1i31YRQDYx9hh5K6kqo1V6job0d8g/SSeiKCoz+79sCoBl4XTpwrQqRD1HlNv53
fof+5NijfNfZVprGxTRMDWNVNHAhq4mNZtD096MjJWVF4WSQTe1ZK3ZmLZx6HyQO5h1+Y4wPzmQQ
rWvq82SEmpG3N722iv3Q1E7U8y3c1uNAYCCzgrSIcmR1XVjzOryW9kSox69f6vOyiMeOYep29m/K
zufbf1DYyi6cbl+10xzrVtkdVBCSw9QZuXfhWttedPYVU34B39OsQ6Ryz75iPEIWqNl1t4fiKuI6
MJMYG98Sag0j6s7TkhjPz0un+0//r9OrIlFzyV7dECLqvrMiYuyQeELtzrnDQYMemttVGdeu2ILH
pzV47fRVMDIUVAVc34Qf43Ao9G+Ol5ElvS7oUnJ3ST5jwrOq3eLmy10/lq1zsFs5ZHvbxOE2EYlb
Mpiq1m4345m/XLmByB8XhLpTqGWouHd5LxMzbMh22CVBhleaRX8+R1phzeQI0fyZMWNaNPZeLVNU
0VSM495TaV5iFGHouM+z/suQcLB53Sk/t5YrUc7LN92uJ2ZLbntlb7GWi04UFpexx7caLzVJ8usU
tJwLDiqTX6+cn/PTkwcbUJjxlmDAxxFLBXn6xja91GutG0rwDr7OQiuYm9bjuN7na1fWiEraMjR1
YTW8Q2Umj1J2lgQxk9rntcKW6kpfp/bJGtccfhtQaTjWNT5NS1Z4Xpj00/g4Qh1+rRtTvwuGdZA7
20hc44DjFc+pnqxSoebe4htUs7T1/a9v71nvzTbEYtmiYCwIgHwBp7eXZaMly1Hke0keNuKkyR7X
2La0/j5ZAs0jKzIPuqjUMs6JCtWciKe5C6qomxGP7VrfNkCqk/b3kvG/vs3/nT6xs1RL2jbDP/+H
P39ruwXibSbP/vjPV/k30Q7tD/k/2z/73792+o/++Xp6EnIUT3979aUb/rYfm+9fZN425//m5Fdw
pT8+SfxFfjn5w66BaLg8jE9ieXyiJ5U/L8dn3v7m/+0P//b087e8Xbqnf/z9WztixMRvS/lYf//j
R1ff//F3yMV/+q623//HD+++1Py7m6dmAbP7/Vf9799/+jLIf/zdNn5j6gFP02MaCy8kYFGqp+0n
lsVPNvoZxRjbHD4jf/9bg5Nt9o+/O7/9nF+zLfHvKKI2GyEUstuPNPu3zVho++/sPcz0MHP6142f
fFn//vL+BthyTzqNHLiT7bD89zvDCUb5hELC2TiRjAq3j/fnczvJtHzBmPSrMzeJYX6cMe5wCcfL
pFQfg7nqnMeAdDftSpvG4ikAAfbgljSzdptgrYTQwfZXLTgAio1LGhGDK5cL0MFpYfH7B4RWC4IP
tQuY52zUYqZe20EI+T5nLjaYlgY5khj0qpkiYx477/CnL+6P5/Pn53FaW8DfAUKlovhJT9r8/c5a
/2mdhbDHsgjR/6WxPazV+24uu4e/fhWGLLjG45WysadPH3qWLaVF2kkRpkvPU6uhj1eNN11QwJwW
rb/fC1wkdJMUrKgCzvYL8J0ghZ5WhJ1RF/sJzeRdMGfjsXEd3AUyDYfgrHuyh3S5cHunX9kfF4Zq
Cx0aJBgk/PT2+j6YBmW3BWKalPhIY1FXYtDKPRKrS6yr02rhj0vZjEyR9BFFcN7BrQ0O6/02dHcM
kuNHucptPvtFaesP3UKm8+vv7dmNUXmyF+CKCv2aafrZ6gCLq4wCWntYLukHyUx/59vD0+Ial6IV
tgXw77eS28JFh0tAouRA22bCp0+w0MtS2H2W4xNgaLFZEO8GRm7vepfEXIeG/CYQyXKhhH+29lE4
b603de9GpwzO6urEnvIC2DwnU1AQQr+qbvxhjEV2SXT64nVwEXM4pPn/uX3gBLQduMS0haudtR+d
xGohAnTF119/Vz/N18+eIc5WQI78D+zxZ0v+p47EKYrFlCaeTHYhxzDrTDhewWRj3lW+7YT9qkpb
BnP2YRBJ1Pc4RdTGsXSnq1VvXy3BSMiOaO8sd71wjL9098i7mUuadC/P7HamHCZChs44LFanuTIc
ZDrllFxaQC+s1A26hPLBnTOSOfsudTyy/cnmGcMIVD5SjHa2Q7zKiPKpCOm8VHo9ew0351VMGumN
t+PkPHvbxgtJ84skw1ow1YBN/c/G5N8MvnOdkkx1YY9++WKkxDBzoTM+n4M4LTWg3XMxZdfNsV51
+UDLYrthSZb9LoEyd2kpPX8dmWsB3MDNAJvnoqevI4M78E+D13EKVH9XZP7HwfCvg1aBf1ku1vgH
TX7ckrnmgQiAhDGEVS4Rie59VBFpE9poqsOlKd5nWvvXFC7bVgEguaGFOEbBEThXEdCNUzUCRAL2
ox7lI+mRadXL1a/fpufraZs78RQ2OyxGamfryUjyDBWrl4U9oMtyM3cZfvlTUSXqQLpNcYmgfzbr
+uOutpg9ponsgecbIC203jfEWoadLob6eppct4oQpZY/bNHaOE3Q7n4snLQoIk0Mqb/rLV/7oGcF
niYiUZfscp6/tACEprEVXIDngLKnC0COTUouALdPPzAORzXBXjjOi5WaF06YSxc6qwzaYswcxOJZ
2PRFdWwpE3aGIS7tDs8qA9YMhzMZSATmYIC1fYo/bY0mEmHbnXi6TTPhCycaS5/xm7Hc92ouxvwo
TXRlVzaJfzN9DxzCC3f50mqii0Hmgc0dm9PZ8dai7FtyyR5YetpKynKGOX7qQTUjR+/464WLKJ2b
OTkHtlOA74z5ONfkD6c3qw9YHhcWhK4mVUN/rIwJwqQtAvLvatWkejzmfvDWtOfaDZN28IgenBcj
5XRyjOC7kRj+u7xOGs0PLdVMkqhFTJKWOWy1yW+/Ut/3+LJl6ejdBWLTZoUOUX9zSL2V0o0Va598
kt0yGtdaRaQiC5pErggmwlw+aIrk4GhE8q3Dj8w5eBrVIwQKU7kmzUEXHVwqlN6q1GJjcVYZJ62+
3mXdnNrRiFmIH2nrJEjRNcde7qbZlVOsxGwdah8dT9SNRf6djORAxs2gpe6NBV81jX2jlhkfQZbl
YQjogUNZN60bmtZiTZEOU0LEkkF+fRCBL/pr3nPnMwWRRYKeqIR5qEn5Q2nR1463hLY1qcoN58rL
xiibMBHSUgTduamSVwIuRFo9ZETviuAGSoYtik8ML0kTD1WVlVMQTlk9BfZxCYxZy6JMCH/xY19L
xXjltYn8YveWvO/qKn8ghNST0TDULZItAdAdYSTbLTGBu+ubMih74liLTveisWvKzxPqye9CaNBd
rbLckhIXr6ijiTi0+xK9wae8LgxO/7HF127kbcuvzaxz/SujEn6582eRu3E+W1ke2yqYsmsIj/mn
SXMRfa4NRVRGrAwhktFEHSg+6sruB0jklfZpsHD49WKfx0bg2hTgCgVEa/fXiUoZg2J9rtn3aZA3
3nVfi42TBARXxCMx6G5c+El1gLbZdmHRyAUvXcNKv/RlPSxhYid1RaQi4spdkFZ5d5NN3fLedmp/
3Cc9wEs8zol9JMBRJAxu2tqqQqNVPa94CQoUdlZnzOGI3LwNC4Q/j5loYPBrxuK/Jq8xeKgJ/cMT
rNTXUnK8YuwWC2V2VRt6BBPgqu+1mhOE66qJuaGcAqfkwlVTseI8JT6kowHhrgFYeUA1O2HLBhv5
dhjsII+phwzvbWOts/6o6kLgG2yNWXDoyGmsgjCQ6dS8nzfpe2ekUn9T+rMrdr7ZaMaBTtT10mub
1I7Gv2kmd9Dyq4KjKr+io2ncY62JoopUNlb1YSbH7t7T9OIrPFyZvWrnPBAxJn8AUaVW+XeZMVSK
O9JWwnjaxiMH3jD6KhrStelCZ1GJRpjJkD05ZG7WYZkNM3FmDT0WBojOoMeFSdZYiNZwJZYgmAh9
YX/ApKfEYBOVvCm3SUG/wnl1mwY4zU397VeiT1WQVAse3dgbMuGFw0Qp7lQ9l0fXl6Ydm4O/3hba
jDSxx7YlgyIZOCLuGKq8ppdrg13n9eTTFa0ojbD3DBYEzrvVrVs3axLKJrW7OOmqjhltY+GWjSW9
sWzxjYsZuXPua2Gdy/ULIl3nQ0WkptrN2VRd5SmuUPHUdEWJqYTWfcqUUsGncu3X4YOdFFUWSzMp
v2GqbPAWrMI1D25qN8FNK0Azr33hdd6O0Vct9kzsaKBFVVufp0QiS+kxQwZTgFisxYmrF98yP6im
Q71k+tGk62h2JHClBbdTukiWbXMm0IfJeA/Zq/cw2QVYcUOPF3qJaEqQSRC6VFtR5+b9Hea19kcA
0+IHRlCJH6lhXMco7XvPCrPaqD+WgQ4VQtUm3OfaatglrAxCx25U01RsIepzGWmyhSre4sX2mJJL
7QKvW6VDsk9X2DNoYWtF05Jm1U1TyX55I10Dw5rIr2VvH4i2ajrCOWQmjP1QCp0s9qkqIBOrGVvg
1TPSKOU9W8v3yg2w7ThS9FPE7vocsQvfovCsUconr0gc8anOOkf28OaFkS2sRcEbNlLLj/fzlJpX
2rC2n1VKems0J05TxJ7Tl+V11jp2w45TzcsOB0E97yIBVqrNkbBq5ToxjYhCWhqYJG30v9eG/y8Q
wO6peSPF05MEAvz/AffbRE7/9S947Rnud5enT+IE99v+/u+4n+H8hmwadQDQCy45EEr+hfvpvxFJ
D1JNDCRMKpiVOpDWH8Cfaf2Gsmqzn6Lw3ep5ipk/gD/D+A3rSboek9EXykocfv71wf7AtX5HZV/G
/XCSOimLNnUVE3aANYp5m9ZBP6vBctEvOW7tuyStzOmmLohLjAT7PrtoL5zvyFiprYeRRJUjbj9T
H7UD+Pq1VbeJduBQAvPg/F7K+0QLpuo6cRHJfM/8Je/vlW9pd3qRreUh4bAHpFZ9AovJ90kAcefm
G8HL2deBffpVIBvDD0en4uV0h55cM1206VdlGl16q2HWeO2bsj1QxpLU3CSTd0PkmV7tE6PWZ0XM
B4Hyzi7QyyK4WoTdiVeLFNNwJO5BvhONYNxRiYSKyiyaft2tQ8YgwCHDfv2xrN3i3brTYoRmWRbd
0S9cr9h1YKTpbnYJP11j9j1bPyyop+BOOc6kPzUMZ/pmP7KB2X7YjK3voSJXDSVMjQG+tZNFgjiH
zXxBM+8slnXn4n2IuT8AKshq7Wakv1C0WRZ2IE7yfRzb8QODQrWEECjheS9+g85nmibc91x/ely8
lEwqvV/sNNZHld2XDOOa2Bq17rZt7VzEECN6EaIxThLqNn0kGK4l0UXAhHnsxFJDQk7tG3Zecofk
Un1cDA0Yt9WC4k4u6NFwFnPrby3RtCqSc5O9CYgICTmUAkQrwpzi2naKz7WVdgVVWzDmeKJREod6
J8RVgr90HZWBmc1RtuhuQ8WR2HdllQ1dDBfQMpgbjp8MpTYDb399jQ5JYZUo50PeYprJ4Nh9zDu7
+4aSZyhD0avcCEuj+bhII0MZ6gZNXM/e+n6taud745SBETWZcttdjgdJtWdIa4yRUaAgpSgz31BV
TLoKtbZdk6MyU56VqxKJOa3lpO3bapJWFzNd8cbPac9o97ZOEcPcYtTtk8o1Ou5CcNuauoP1RRUN
kZGgJ0x77jq6TyQS1DZpRG3IFwsx3qArHfqy3euD3b5dF6e4QagYxE7p3k7t/GoN5I+x7Zow6MYW
9XNfhVmVX6WQKKMtVjMUuTPGeh/IHXZ2t9WgdILBKmK4HfF2EYICKN1alA5iXjh7/jeFVibG/CEN
g54zxpgmzAkU2SrCmQ+p2cHuy6rpiJqRnPFMey8r/X1pJ9ahteWwX1VZhpjmVge9H2+ZDsWGYqAn
uefjUnUHc/DeJ7qFHVV+JM5LC02Tcq9cmPKSLjfvkMd8H+bm47q4X3u3uslbd7fOGJ4CTvpPa2V/
16oVpntyry2r+aYRVOO2Wocwb5mNzQlC2I46Aye7IlqKrIor5X1P9XwImWjSWZkqJaVcj0unIy9v
NF6v/VxEWaINEaZI9GRS5V8nvu+bOQkObp3eBgOaRfxHzA9NCybbptdBkH62e++NKuwsUnn1OcAa
LaY69uNJG+86ghg/daRRYm6GVm+yjoUBl6saxfXqVV0kO+11miXHIqk+ZCkSrpqqMAY5VdFg6sm7
0qjdx6Hr3jmd+qTV8rUiS6Mc5I1O8X902vHVnLT1O3b1PvJH2f5wC0Pbt6pNIzN32CxmbB+uVec+
FmodcTIjPAEwxQ1F2quwqjBcFBU+BEQQzowhGkh5E/61GG6QV5jMkxkJvEf31PB62Jhjdywq+dnK
xQS10v3uF6J81a96ddcE4j5t8KIyJksLmVMGt4OYeCIeQOjiDP6d3riCFtF5FIPxoVI6jB1LD4PM
Lh/wQDgWhSnRrzlXgx7sijn5lLn21yagTu4KdMzEyn2QcyLZJ7CbT1fd2bmUVa+avMT8UyY7HGGL
YzpN0DjRKY6iF9dON9g8BeuVRUV+k/ZmcT16Gr5Imdnt3HK68cvhDcb7951WsIV0eRaP3vqNQcNj
jbLn2p0qcVCe+lhVaf1GtLjoVYpUJaVXfYzRi3k0Enk0jWm+88lyjlMvT2m49Ti3+ls52ztp1u1u
KLXiU66sg7DTr7Ua7beTsl9X9RC3cqQzMlmmRW8ExzrL/TiTU3d0lHg3zON3GHGvyjK/abqFcnUZ
39et9Wnw6cPZbLS7WS70tTn2p1LrHmCgzyGarnf00vOeydY13JhX7bbRq+qA67cZGcMSraXrMbRY
XDIOEqh19gH5c3t0s4Hgy2mKbKs9tE4QV4vG6uy1+2mcvrd6fb2k/Z1l9FfDqmtXZIw+sL/Vd97K
PUtfIjjJTZcmpfu+NPM7MuV+mMNy7drZbum7FOlfe0tuWnAQxlLt10Z7qPQpDb1gUzDO2hXs4+tu
GuTXbFK7LoEaULcqjfB6LSKbrC14sf036Fb3deW3EcG237zUXmIfXd+NLXI4LKqHmjQg8NXTR9Lq
iF8Z3Jhm/7s2r6+lrOyHtnCuXci+q+EX5KT6iQ+gy9Fe5pDJzYrtrtGphn/oUi/fypbFGPZp1erw
myedbyBQlr2lYxR0xZ6utd8g0UmbI8XDyC7I8FF9b2f1sk8Al2DeZIbJmsKLWPbzN88SK6oc1CWG
aHarUXdraKWU4l0crH6+nWPKr3zvrT+WpbqVdV9cMUOtNYf+dnRy98H0odJC39U4cdofpjF6bX0F
0w+N246MvMzVo2QoJiMiWQjuW8GHHaicTLCfm9xQ6frZRtRIQmUimtk3DrNeBmgTrEZTTnFgLIIc
8DBIOWuHjBD5YyDsyXzHl2e2092Savq1DsPrfl76+WEYcv1rr/MexZDAAjOifnCy+Y3wHKghRw+P
HjOsoSjseyxjUudDqbY2x0rLmXFWw6BTf6hM3kNt12qW0uWVXUBs7Xm7PUfbucwTii7WdLtL648J
jox67LfoeY1aVdrrXIeSZFyNfql/mptKTTLOCulHKwefYzarbONltO1+vi0K5cPESPI+sx+xNEji
PHfqOSxL5K/FoSOgL0WtAVJ3wPBrRToGoleNMYJZsbyqTX3szQGHOIeAkgpGpc/jtYBjrDDJOg9+
DOEkBDyWteVEA96J7AvlykFzlyVCDPdDoiNZBuAJ/AfEn4uHDV8PYgDDpYrSwB/yT40hPksOgvyd
kQ6t94aJuEyvsNnv2q+5zULdUULdC20sOE9WExo3bBuZvsoGzWrhEIlJeRw7K9LNEpClyxBSDpPs
SVUyq1S6YSMwnHmalL7k9wqQQ36k+Zzrq2RC1Q1njLIsAmbQdjbzmzIGR5nXt37q4Fs0wRcqXq8E
Gy/+DmtAcjAk2FTY5FOSHUpQFUAZbyrm/8PeeexWjmRp+FUavWeBnsHlkLxO3mWmVBtC6eht0D/9
fMyq7pauNLrIWTcKaKArsxSiizjn/O5LiTXTXVhYzNkiaWvtxsaxWveSATPuq3iY4spL8jkZd+WU
q7XXuWknz4xcsfehmzfOLsZ8XOXzhjMSUzIXCOWI1AsWxjulN4RuxqyFiibgSy+KoDaI/8o8xdZd
yNBNKbumAJKtaGGv2zkqidFQiyw/aHWpm5/jsevJax3bKgtQ50l3M6FDqLhpg8gYW6E2HElJYX9d
us5vFbt9BOBIPH1iiCvxRz8rOp2u2JpXdXe9fNFDo37q87SnVjOqvHWTzSQt+HYZXpZeqEQyqKei
D4x46g5uKrEqlp1yMblOdbDtzLzIhn7cL8iM6a+d5q5aiVAWMh4Uw3IMOm73mY0K4GKZhL53cis+
UwXbFlepbNxYisBp7ST2KrjRe5to7XOxRNm5yBHBOGFOzHhiVw8yR6gsVZH7oqrNS8JY8ucudfqz
NFbSz+nkqBdKj06qnBuqRIca/0ceqvbPtl6mDF6RrnwV5Lnkns5XfjXZebrRCt3y6iRbgiYr6Ro0
PByoexIdniqQf2ZI9etskQThFWwj+3RWaUCajgDSuF3Pla81KLQHtyb0laoRN41mZ1/pWeNNjaoa
eWZGEiEx0KR/clYe2kSdtlY8f1UqC0gfa6+91cJ59BMmab7STymOJ2yMSpTZhwi32u3cDMLv9fKR
Yyf3zXmqH815IAIyI4iiqMP4c01EeSDy7hxcpQuMXE29LqtpT5ze1rZuz37jlagBvmCI3AbtTMwi
qoDMF7Nt7qem+yFFg2TFiqvbcWxuSPcrLqKE134ZDcfPBGd5tuSprxVORkMGxy/Qx8b8NCX9J+Tt
8QHzL2UjCrygIqcMEA3am6hWtTMtAs9LmyT5VpCWtiObobqEKJN5Wk/gcYZlyH0TwfrUx3VCZA71
F66EEhXoeNhVxTDTSab2wQm15WosZH3ow9bhwodpZ+jzFHAl3d+C4f9OYv7J0O+jScxF8vVHmzy/
msWs/8VfsxjF+QO2+0rjZdTB1g6v51/DGIWxCgwZtHuswJSXkOV/D2PEHziIQAt1EKGC/YoV9v17
GGP+Ab0FNhLkBfjnoK6/RcJC0vpqGAOnfGWWIxCwMPrmVz12LBFzjlNRt/itNJxq6yjwp/0sF8TI
h02C82THwUdhCv4Ezc8J6f6aVM9uYI3XlodheYdLnzG228IOQ/z1+kXFwaaMDDqjJWRgnS11PAV4
gqgXZRQ7GcazTn8X64UNg7OUccSXFi0K/ndJuxvCKom3sk5sXOiVrEKnL4YWcCwSyo8pxPSdriEq
zqu4Bc3u82WksO0nFUCIV5p/gaSI/WuoW7/QFfec5sz4ksOy/MK8NNb21BDpAzBH8cMuK+cglNLp
vUJRN8VYs98Y6xDTLU3h2123JMFch+l9i4LsYUxqSV2pifGpy3L9bKCaCxHD9TX1X+gMf0aJ2Uc+
eddZvwsT21Q34Vy2pVfLyv0ZSmP4NDFzsc6rZjS3/djOC3ZXdmL7TCJk67XWzJy6U6W4dySaRS8u
p1APqO/auzlTjecStOwgIa+oZ9Y8V88ZGraFLLJcuSjHuYZlwjDwy5Qj1Nklcq2L50QjndqgNHa8
PjUGmp5WNEHX6/1Tqkf4fzRtaYPAxGIJusGpb6Dd5KVXFcvY+4vTp7sUv33h1wx0jNQa78KlE+fR
4nRPjWbUDSFbAixCiiTRvVB0ovGaZKF6NWpLv7SySLtq0P4ZnGcuaJKJy/+1bSyxFYyp0Z0bxDQ8
OnrZ5oGVd051NnBx951ZTHQpnVFAK5jXLViLSVX1KIIksP8op+ucH4ELqSXNH/bkPpf4FmOKnKUd
SeqI5SLQq9y+HvFfSIJQa+XDJNzlO1X7dBv2wux3BT1NcZ7QODB2GItoYxNk6Bt1y/THhGhl3KGU
KX+Ucq6+x0o3hocByeSuDgEMAwYW6bViV1G/aeHeA2Yyp9f3eZYb+7DM05j3j4QzY0EpccBqtNWp
yCPbgJFmzV9cvIZrT9TJXPpUsOWXWUR65euNomOUEuvRJ8kwv91GUIwfim4iTra2JgJF6kmZn7Sl
6hdfjbJa8TIg2itDr5KRJ1bxvNVSq66tIqwpZDDtwRElXsSfs0oP7fOeZ0y+LMseLme6ciz5EqfV
sUPVZpr8pm9EYLcMzrYOA8Wzchz7YStSfvDGadwl94En08lfiZxQwPUhXmnxCzGiau8kOSUAkR2e
Wjjhw2SoxU9NTRmvQeiYG0+NeuWx69wCY7IJy1toHJCIPfoYvdrO6MgeUfUVphfPZQ+fRRs13sNG
3hH0oV22pes8hXo3EIvlEsjlqxnl7zYM6+knQwtVBsVC/AmVfqHcyEYFGg6p2eF4R+Qv12UJMFph
GmYHNGQUClqnKM8poI5fNlAR+HHQZP3Fyu1L0YgpDsLQsNx9TU9QQr7OIY03Zr9f4nEpgta0kWQw
m60e3JmZ82Y2ZU3p2mrpTxsqFzimsE0fonM4+y64oXrn6lH8LEKd3cezEDmSdyRUAFocQp3cq4cs
kXcDzGqI1ZWo+5su1s2rBuTSuRV2lpD9h28sdB72FYF0VYYEdKzsxsxpcfWRcQ7zsBGyfSyKqD2z
5Tjz7VTleD33jXqVMIVmiqfEaLxwBU++hn3dPQ2TK/leex4/T60aA+ypLT42e1S/CRTkzmacZre5
S3Q9g8oeq8vnPB/UxyLN2VxhMLjVfaORpNrxoWV1es141ZivC6XLZ7I5mzwJIt2h5qXC1JatzJdC
+FOXu9dtqDgpztRVVEtS6UWZ3BpKFWFPPkvmLYt0aIVyOaTzxWKFcwanqa0va1nawo/4yP6kfc4I
ju3AsM5AWevP9Rzj5BQ1Vj1sDSTR3BmKSdJLDNgSFERLq6EtsZRCCQrphLOnSYrdA2Pt3txWbS4D
6cxddqjdrHpq3Vi9DWlN1HNEMSXth0yQmzAa0B9msv8K5lJGdznPgLU35SJQYrnVkO2iKSqFB9rA
mUevQQQM7cV0Z08gymRKDPq0budjKM5h+ejTtdORr3SArZ+4CCtlWV9by9KOW2avqGLpZOWNwoPM
fXtgS5vrFI8Sgqz6fqdo1fAXSeW/dds/YYx9VLfdJz/a9vkfFz+q8sfL4u3Xf/Z38aapf6AYX/1x
2dh+2R/8p3gz/oDvg1cssBh6Icjb/y7eXOA3ADiAtJW2hg/pv2s3+w8IpmsZaMFmgxBkWr8DpL2G
0UDo8JWhCESytOoQ2Vuo7F5Qqdq5K4twEQcGPtozMWAVdM6u775qcFtPcPBec8N+LaWhEkBcR57W
Svd7vZTUcFRrmjV0yQQawrPFYzh2KiD+/UWw/wVXEUSIHl2PXusNRdd0qDV7CSx4YBslbX7TSX69
aZTMFLwA92vK5tEiU2+IpSnGA3+v+25buboHCRpvJ1idJzjwx5cDrok1ORxJxBJMWI9jUexSxR9v
rA4pzE7EdVGeRQRfE97z4q09KRtgiV/LCKo7bA5Q6BxdUGePLkSn+pCEnfHQxzCKkc93J6hs6w/5
D5FtXWSlZUN7hevOtbxR1pK7Oc2jubeKcd717Pcwm6Td5QFcBPUwUwyeUGK/vXnoTHT6ffjY8NGP
dei6dNu2d4y9bYe4eZSz6it1KzYf37r3ropPGy8Rx9Jppo71rV01xpLEaHRuGadEA6w4QvA0FTUJ
RJudelIfL2cfC9xzmvlhUbQ98ywL40/dAvABxIkXziL2keaEFOLYV2t9aHSRKzOaW4i4BKz/5f6w
2NLuq6nc5/NY/llRHH3FOhEVpZkxV/QzyDmhh19ldjPZ5KoHeti6NvP3vv2kRiKCHGlaQ0stmTtP
daHNdgAprlH2ZeaOhbfklf1JFtSZtDix3PdVpg7PGcCDcttOus6yUjanjGCPtzwsbtjsYG+uUhk+
4CMuMFVkaCZNvyc42to57tgylxUw+JjqnrBbfvuwcEDB64atiP3ojew6tEWr5rPcl/DBNgrTebiS
8/BjrirLH7rlZO7se1fGMphHYoK3SqJeP6y8mTWJVdGeulwGyzjMOyGmcZ+rU/bw8Vv/9tPiyuCG
wJfX4WYcZxpNqUztqG/2jBUXX5aVEuQMcf3fXmTdwTn8ODFWb8HXl9NnJW1SWO0Nut6d6RD0mYyF
tv14kXfumUXJtOqwDXQjx7uSbiQKyEexH7oKuivBl5AgI2hujdWc8M99dyUWWI3BCHS313v64qi1
mM8bylTtU9EmFyldxLaq8CjJx9j4LSXMutPyWIgO4h9edDbc1ys1s6pPmlLsZx26ZlRkg59Abj1x
nL93OToGJ9jt4UKPEe/rRRIro3Vysv1YCgSpli13cadxhJS9+VuSk78vh9IEcyosheAevV6J5npu
wjnfK24y76oR+/nWLJwTL9vxCGu9ZxRjBtwmkHMMPV8vYqtLZRpduq8c95lIivmydvr6EtqdfVfq
w/xdq6f6hDHTu0sSQLKapFgqA7rXS8Z4J+sj8RKwFGM/jeIS8wGt2NvtXO7nuatBnpXib73rK7nr
S4UgpRY/9vU5TC26SnBdFGeWduy6h5kFpn5tvgNXQXgwrC0b0yI79iQfG86W2aB7aTd3usf4unsy
1Db9iuCH/m82KgkUQ0V5Vf9qEPEbhdZrV7SNkF0fVSHoJQVbkOrF/P7QbdZ2c4DgLDZxJt2ZKCmX
jrSpMTy7lWujatGG9jfpUA3JVsvLTN7ZSSlyr2tw6QjypUX7j5/0r+Y3G+JnK9VK9U4n0nP2CSGj
V7YbPbzGwCD9mVhug2XXr76aPrF6AAiu6+2gS7UIkmzcq0unQ/yeYvVS1XvV2ciGm+FDQx3PDH1x
IC6KnlmOLMJho7nZlByGHKpBBT3nyTYwiPMKbdAP5ZSFPxuT6dFuyrr5kXAt6P9pnomBXyeNfkDZ
L4NQ9pi9FlbiZNso0oYsSGJ1vhBVB49ed8IB8k059XYQFVPT7N26yQavhn7T+gw5cX3j8xIanenM
Jt6kw0ybjfeJ5ee46Kd+6tiJ7lcCwcUmJBH3cVBjjb8ih+JnLOfsCj07LrKh0YX3Ddws1Y+SsMYF
MSKGUikn7bsZDZGyWkoOT2qk1ctm5a5iztOZqA3ccv6uzDUQQVjINPX6uIAErKZ5c96tAnp/HqvQ
Ql9RdvY+mntCyiq3A8ErFQtmDIr0+a437f7JHbPuK+ytBYKCGZH9g+BxeEhnp7qL63CMvW6cCsvY
N0ynEmi6KJUGhoCWuBicNEn3syyyWyYWlXHJDAUwN9a0ateKKdf8BZP+HZSiBxucMdyLmTOvbvDV
2DbWaI9MR2QPGDihimj41u5Q7kStb3SlcdaJLPs8W2L5EzKGdimmKfpC1T9lG1NJM7mhwrdmD3fo
4gHvAMVg9tI4jwUZRn3gcKInfj9jD+PXTqsUWz3FW4QXspNfZ+D6IZhijSGGAWfumQAh67vsklnz
CaGfFx8sti7O0yLjEy+sVoZg9VP+k4kG25rMAbKDtCvi54V4Me0w1FaYfKqxyLa8BXqX8Mauy6D1
5216b+E8SO4LvWRH48b03e/ZUqQXIbJUfQEDiGGOpS6XSGlzxu7FTG/EaG8K+lCbpsA1W2VHPRQp
QT/AtzKcItKCsHfsDMpSA+Yatd28EKJDklQ8YJgfJGo/72L2NLmJIY7mnsgTVbtdQk1Rg1jY7Rdb
ayoYIFPVhgEzCPE5bwq4aWU8k9vsmksfb+whcz/PvTrVgdEkeuZV2PvUaEMjYgFjIy8+1YDfBciu
xkAGmNGcNk0cF9/waEju84Q52GYe2VchRDlFHjh2Yf7MZzx7vIVpCP9bQB30DGKlqsDlWeDcWogw
9nE5YI6GijH8ZksCDlZ7hGTw1K7KCa7GStnwcj1PCwxIYngAJiyGb6kwumlbJw4UJua1c+KTgsdU
p4mtfPw8DbUJv6UuBpjkeBrCoLwIEZr3HpRrKCytpmnxpa3L7q8T+L9jF+AysKr/m7gMXHZkWLD+
/b/mLbr1B+aDq2YUeZhLlUrH8pdhgfsH/5JaxcXjhz/S1wjHv3nLeBms8RNwiem0obBQ6/yLtuyC
r61cZ1q7v/70d6Ytr49eck0pmJBykeqB4puW6qhmkrNByg1wrDcNRYNkBE7WRpRKcgPJvr0HhZ9O
lE6vizTGIFgzqKv5AJewRmOvf/6y5pTwTe0hpgqc8jRoNcJNJUD8UMJ5e/EE3hkh6NbRxSHVVxFz
UA0iC4bqfVxJY86cp6KDuAUxWY+0TY7Heqze1y5D1RnSTDOUpR87K4y5idxJxaU8EAXDeCQWRWsv
CFy8JGZng2yspdF+tjtDcDaP8rshzcmvCmD6PZib6lygb6ivMLjR/VDB0yWQlZXd952wlG0uptUV
pbdz48Kdkrw5xLk7gj5ode/CDiq0lWcFZWlrYdQY7WxnsXkimAdVDZ2TtDD8R5+QB0WWhR08QYEf
iSSSwbwKnb6QN5XNubuBITdnl2kdTd9wxJHnLSYtznORYkl/CX3CuYmsJLyEop18yydcksgyosoA
ZJA16Dkg5GLayOsi2bGru1leXROOGV5WkCUM16NkkIIaiiZxDuywtQwkIBoZFxdW4YDkKIi0oEbG
ih2PhIDZDTeG1/tbFA1a/lQqcQcbflSKtDmf5h4W0cQwC4zIDedCOxdxM9WoM6ZKSBVPbg3HYi/S
bUlmlZqG5mJAKBOlOe3yqoBa7nWJyJI0aPq6Gh+bOB2bSytSyvJBjBW7sIc5vYUWLm3UQf3sjFMG
L7DWjUnmPtHadCgbMeJAidBPtSql9ciyLNsOPrGClgVCWzO6xiZTZbuYZ2mhQIWCYNfYhbxNlKJx
8qBm8AI0qo5hga9NYWIE2flVbDnLjdM12MlAn0w5u66X3unVu1ACXn2JUihYHBM1kBgSJGWUz3kJ
UWQVa4l5vuUCmB0FdSp7CyuswpT4O1h1XAH+wEWzXNdjEjs3d7DqZHFTJIp5HXaWIrdSS4YimMyl
/dJEENwJH5Dw1OtWXzvhFBZ5YCS9a8FhbOMhsIEDs2Dp7JQ+MwON8SfNIUd1RG70bUlruWw6tI7D
blFrI/rctyTUQ4xpdXUYcCjq+uhamdQk8ge4nSV8VCyIAvw3SvTMDvy+oK9calfMFSiWTSLY3V3o
WsneGCWQk9pQ5nllIYxrJxskT9MAcwlKO+mN76NmjfXZKAurutLsXBgX+cCxf57MQ8yArlbBcnzV
XODigVsQbBo2zfpXc3yZ8W0VhX5lKxncYezDEOpsyIUHcs7sLFPh69QDPXvk2PUPtcrNbKUXz9G5
RAu3spG19iuAhIWqjVzbA6l8pnpWK3DBapQHuhotZ22Db06/kczRqENFyAgRB+2pU0jhq6zJsn2i
gYthx9TZiYIODp22k1KdS6DBupzwgZnrvT5L2/RmGw8lbPvByOFpx1bv9bWC+ZxK7mS2LYZe9cc2
tco9+LytbqOunAq4SeOaXgU5DNGlW7tyX/fF+JBpeAZfhnzIYmcRhabdR5PJ67tZgwLTz1UVTvae
kqGeAJHM0mpSaIX4R6NodbWhu7RFSSehTouSUN2mFrWXucY3qHaiQmqEUFVflGmqxgeSLfJm15Kf
/r00TBvNymIVumfnQGc+RKcIIuXKFJ7Q1d4nGrnSW8uuceVqRNmcZxC+IPcsozVshqK3BvR5GO4G
mZb00z1vJUnic2zF5qdR0SfyfLUuxyDLMyeXzfpJR7GK5R7GXma6PM04KGh3YUwvF6DcnebqT7iB
s64/aUoZrbw6EHmUaVFQ1EkJMMjoTYdfX3WL6MfvUVOWshHITUPUHV+HhqLWiJBuDIo5fp90hqjN
p19H0n/ro38KzvH/uzzatj/Kb/E/7lfHpR9t+Y/n8vs//qfsnttvXfLtHxf8X/kSrFp/2F+1k+P8
QS6hCScIRZC2Fiv/qp0M94/V+xg/fjAP/HgMKpe/a6eVgsQAEFvef3GJ/iP6UkxwLKZQlB8MnwGx
fkfy9WpsIaguBG84HCO8DMGQjpMx0mSeumqJ+KKsWD5khpORO6PZz4Nqoq0ymDIT1aBuXty4d6oa
c50x/mdYwqrrKBVfdIALlmUQ/rqAQska5pMJpTUHNG76K826yJ2vrXuxpHcmw46hvZX6HTakG/Zs
j4zAQEsfmvLehPo6jE+9BbMCsLhov7Z6s8XJGreUPVGuuTMdinggHOy2lHjFhqmPXtlP0gvdfWg0
sSmRheBG4rkZZqpy8mdyjTA7YEduNimUk9D1O+eUGceRy/Lbyz2aghltU60D7dR37sVlctV4MJu8
JWBU6bfX9ca4zT+3aLJ9ZkMnxokU3x/e6PXPX1SqI5uhGk6sHNr9OqIZr8P2MdLSTVMmP/vJOpjy
58fP9o3DzvGzPRqXV5Y9FYXBkpCiNttms+2CxkNftLV24R5qrVds7z9e8vXE783tNY7AIgb/IzAf
K8aHZJNfMwnYjiemzO8ugTGRucK6OBAfvbBaPyxapytwsJ1v6AA2tnWDmNivqs9F+vTx1ejrgPLN
x/FiraO3JbdapxnwKfQjoqO8+rvYNZ/a/XRe7cbH8ir6EZ3p12bimeflbbzDKMB4QBI0fvn4t3jj
tcJjJLCChFLMJJjjH5MPzVz2bcrszScPBbWe+EyIEpbnK4PVxsgB3boH4fDjRV/3Or8e5Ks1j97W
QmtttUN26UvMUYek35UdKrEIbpJfZaec1t95UVHUQhHA65Odzz3u4hDoQD4hAs7HvsD0Iz2fbgET
wm02x3ZQVoax72fZbculLi5NlwQ+g+b3eW7afo8mtTmvC9lfr1jptUIh/2PObPP33jq2RzyoMQhk
s9Rt6oCj+6FZisb+h2oGX0ymI4ATgesm4bmhzKmPeQAkuqi1TmwZa7f84vVbZ/WrLQqO+yvB4o1n
L9Q3N9fggPqYzuDGIKJ2C7yd7D9+1Osu8GIV3GW4JmLjGZevJ+MxQwLgc0iJkJtpsFbvUkqaHtKS
XVoPeHjU11M1Ozj7a7PqZS2+Ir662OHdx7/CSjp5/TtwutIXE6eAaQtf9tFOpdWYNDBh1Pa6qMWG
ZHl8G3BV3qOwUD3bhGG3RIzn7Lb0kwZpWhon9XYFZ32EDeHZ0NvZCWLC0TYDXEFcBU6la7w2T/7Y
L3lh1FtGMqq3HRZjnpIszXlaN83BbMUPI3HGPZkI6YnD+MhBFDoHXmi8Opgar7xmHFu4TS/OCARU
aaeUJNx381Tc10Wvbumysk+Onmb72DBWnTQzxgC/KmEHWJPhY5MYsp19TNJr0+u1rDxxH46c0dff
SfAx6XCiCX90oOS8/p0GXSWDghitbQxU5ifFnJ1D5TXQEDJiUUPxPRtzrLYSIoCieQg6t7FPYPRv
b4vFtgC2AsxskDl0HN9uLWGjKS35LTavSOybY6nxVkC3gynoVPFdSRjvuBWxma+AsFAfkU80z45a
EEXglsQVefHUhF9PvLNUkS/fWSglgMO8JERwr/8c27WbaKCITdaJHcFRetoutrvcQapN9khCizvH
6hDJqegO4AVH8/StK5j4Bzl0T81b2ja9EUWBAeKog/vCH12WT4luMOk58VsebeTrMQkSBvpr8iBB
MY9OZKgjnTM6OLCwB4QXU94Wj9qYhd5UMBrG9kdDhaLhMu1Eqgf0pBwaYI8NCaCun8x675shRG+i
a2744rLdFHX9CRLLm6e7/ob4w4PqU0STkrXuDS9eelz9JSMNzd6X4Qzf0yxtbaM1cvGxSNcZChFg
UGmhsa/Q0PJ4W8SfEahRbIb45jnzuP34jh0/1vXX4a1npMiwD9e8o2+wxs4IBblq71PTaTj+YgQq
YT3ybUGw/u2lyAsF89Wh1+AqccQ9UTurx+Q/cvaYPv1QW+yjRszTN0yATq10vMHyGuC5h1P6moNJ
bvWxQ54mIaY1FimWc5t+m90k3XWFFge6AZ5AyKP5AP+nee4NyLd2B6M1S9vWp6/HrwVzdd9BK3ri
q9bXN+/FufPrV2IYChKNzySm4uuDePHcR4NNzImtcB92Xfp9yg3z1u2tA2Y5ip8aWbVjk6/O87hz
tyUE8U/YlPa04AzZphGUpg6VnknLAK7rDKLbtGNXnmWLLHZdlaZ3aH+sjYYRzuF3nxnELkK8aPbo
m8DTX//WOceX0GUS7vvBIf8ycUmGgEa8Rwo2n/p21+d/dIeIpIfsgn2gQBuz1gcv7hDiABdLIKjW
6NH6B9GmUYpwjMwAzPU1y+uxZPrTEoX8EYeGAUKnZfsK14xy25bw6fyPL/y4GF6f17p5rrN9/Pbf
GBmOFgoBhwHdHg/p5r4aw+zWnCx5i3KF4V8emqCaTJ/6zu+sQfle8mmhijdrc7PgA4FYekm7T5UF
Mn4YRkU2u7SJpxrzILJStkM3GBf90KbPxWq+s3cKS613RavRArZ1uvzuqbZejMuXwKwL6OONi/2a
yDBEGRcTdrGzLXqUpiEmFPu0b/rNal+8RbyabiSz803XLvnK1u53H9/RtzsNvwNUDKip1HbG8Qdg
S0KAheQDcIFvt0mdLzsgc/u80DPjxMNby9OjN4nqjsAYtjbnrT1kqg6oN5Ch72NinILeGOKAUYPc
pEz4GPOqOP2BC3hd5dQnVl63yzcrE4/BwiYIyq/m5sU7nAuEN2m2MuLQMe0hDT4DDeuAJQu7fFaX
qHdImkf0WF9XdVv99g4LNZLilgqa8Ez4ma+/IJjpUBaWNDrUVWRdhP2s3pS8e2QooGj4+GkeF4y8
Ua+WOtrOcMwpVJFF0WF18dqv4/VDr9r5dqaqCwYkxQG2itmJLeKdV4gSFW41ECs8omOibgGDP3J6
Mrm6SAybTipfHD79K9UZ6xMrvXt5wiE3BnYwbZD++k4Osa53otK4PLqSwDKhgapO8uQsQ3hmQDi8
B4M/QR96e3FsfRq3lR6IAdVx1LxJWPWMHVd0yHK3JizBJfECkGQ7qoV7ogd6+32sS/ENIvRDY7ji
oy93WhT17Qg5KjpABKkK5tQEqNbJQj7iaBnlRrShQ/+1uskp8YmrfHtjMVCF7v6LoQ5F/ejGTohf
Xbbz6GDEojwoAmE1hk/TFYZtVI5JTcbFtBSniq63RwsfBLTDtayHFv9m2JiKXMNVMDpUmFVOrKgD
Vy3tMhewV8biAEuCwcbKdBrQ1ofaWU6EQcPsr4yeqik+NQEw1qt8vU0wdMWPizpfZZ84du5mi57K
JXPdfYNxSgCrqtjHLeWnHTcSXTLRsxJdfqDninVwZTqfZTG9mR0pCAkdtfGGIQ9vATRVv4sx5xhr
Sa56Os6PhZO2G1mCXRSTYZ8nGF7dAHliXllmGa7uYJU5Xdehm6PiRptC4xLTyPyMVAxtk44DYUUz
inB4L86JQuLtc2c7XOMoaalQvh7TC0czqdoFNvl+6uOg1a8WEIXOeiybqwR+2u/uTUDWzMuI24SL
h6ji9es9pZXTFm0ZHRJ4kpdN7z6Cx6vnWg2DyK3zB2z0483HS77pG9d+Y1VBCFQf1ErHE5Mk17sl
6tzoEKXh9xqTzL3dxbjYslFdLyomvb0Tul7uulkg4PWQVzCHJ27x296HX4Gdn0ZtZQIeF71V0qTd
oitsIKIiHc92n5W+wcAI66ONjfnAiRPg7X6Ffy03l9QA/Myd4y+ZcPnSqKMoPohy7s80JWkul0kf
LnK4jicIsG9P1RUtsOFyUDsjgD7qHDA27ecxLuPDJOyzCD9YGESFE5imhPbI3aR+D8N7Wx1tjJXG
9ESLdDyRpBRcx1JsW7+487+IJi+3S5B4Q4Gln3CsVsIv50Tgq4IVcuXit8r7vuxBi5WvEmIkjh/h
cg2B+ktiD84pH+q3H5G5kmEAxyFmMBxd//xFdQEhA3OS2E0OBGEzEYD1hQHMgtfEaFy2saEOfjoP
Jz6mtWZ4vVWtayJ9QU0C/ev4WArbFNSZQdjBNvJkA5MjvqRkHU+8u29fJlNDAEWthg8TPoRHfXvv
il4pG5EcoLlZm1xv9D2GOFhmYqd+Yrb5zsu03kHmKwwZV+7Q65votsZojk6eHsg7Gs6G0HrIVTs7
r8JQ3UPbsUiyqfKLtIbZWJXmfPnxRvH2I+VCqQ3RsVBW2L/ajhePsNaqPgtFnR5KOeWbCTvrNYOv
8abKOCyDI098Ob9Cho4fH9UoUxG2X2aOaynwYj2T4JR+JvobYwkjDkbbmdCMztFmDuNon5ZCuQr7
RJ6pUZtuOa0yXxNdvIepAmezb8ttp2KOggl38lVF7IAZRuXsCbYMofktIRmvOMxpy4D9c532/OU0
2ilhOV2GCyZURCdaz9bQ3Rq27D59fB/f2XC5keyz4JTrYOoYJogyLZZ9KXFBEtjBYSJcYM6LNCwO
y2iXOu15QyDf2Th1fYBzb7GZkvlU3vm7N9dWqdYAMZFcrdy0lzdXKmOvYTGZHaZQazBpxJ6m1idD
ePgdfkZmgSi8mXm4MSyiveUo3YWOVfOjpkFrVQcR7/WqeerHYtnIGDNGadujb0eWtReK4V4oZlRD
hJySs3Kl0AKxA0AqillSqIzPBj+3cAwsmexFPSF0eW+fsVH44ULBxO9N9duA+KdxPKWHUTPTbVdr
OFI1cwwfIjLgHISrveOvDKJ/g9o3f72TL5ns720BgvRZAThiIhRZ//zlm6qlymAxGzk0dm95ajVV
jHlHI3Bb6xRp/p2PkOk73LaVUEgoxfrnL5ZKIolpStfy7qAD95JQjc77CBtPKE7TLqMQP3FUvrOH
wizi4+PQNfnsj3Y3t2pNcBbeVU0iOzdwKfJiq2lP9Cxvq/pVWsoZRbAuE+TjrQVr37pToiU9hKON
5aIlYr9LJMycnH67U0sXh8ixgmVGFvvHH+O718f83uGVWU1mj+4ndlVDneoiPZBD0V9qmlJ9HisM
/z5e5b2nBhZFGf/LHeV4FjVHfcxwQ2Erm1xtA8E4RHeNQ7+CZ9+tHcKE+v+sB02AboXRxXEskqXZ
RTv23E+CaDaWkNVWJ8wS37nW9ER3CoJ87+lRZAB4UlL9L3tnshw5kibpd5k7SgAzrFfAd7pzJ4OM
C4RkRGLfYYABT9+fZ3bnVOTUVE31rUXmmJKZdNIdbov+qp8y/frLQl1Qu5MEHq/mDVZ1k87YwEan
Xg+6wKRsLRe302+w85vtf+OPZArGtxw/Bj7WX78KAfOePq6d/EgjTbrPczqxE2gJYRIvxsXLTOfh
v/F6xJiuL4d796/jt7Gr7aCa0uLotHBCBLGCc5zz0c0UIOyn5l9WCP+D3R7627Vw4brpcj7+9e+T
ddn4GUzqIzontAnI9gc9cGwcicMdDdNutsFiNWisQXqYTSP9F4eNf7CocR43ueFdJV+aU399eYBf
LtuvC02Avw3AgqNvKW/5TkrkX8Vx//Er8ehQwmZe80e/vlLK5JrOgRSq2ZTH2wSi5aHPmJVjpy/+
xdf9H+29JLJtm7M41x3GZb++FuADbQ3ozsfUHNPPQq7dcVk6b9eteXfMXNUeE137lxkKZcRhaHhz
Jgjn//xB+geDFJxLDi3Gvyu0uM9+/SVaiVQRW0t+NOEWR6Y7sKfSx7aVVbCiG084lj06lHj24dPX
KVBIV6Y8BnF7ADwy7f/5ryOD6x/960kL4AtzXRDC9EhRkPvr72Mb0rJEtxqHLO8sYCZA5H6rRtu6
8xovXffYmhb7MLaF/aPsy7jbu3Y8n3U3O+/D2GrEZdd6cmvdX0Z9JQFZFEx/yw1vOjnzJF8Xey7M
EJtseb/6GhiQWaSQ58WUoFgU71AhHhE11J1qV+XvGHBWP+OsnvVWtNp514kcfJaRnAw9SPu0XR+x
OUJlHcthG3OoeMSD295j3yUZVM/VCDbAMRfALDYH001HfWeK83OGNwbecNxMbo21yU4TX29mGBto
8IxnyzAeymGv8q7lzAP1EPRGPvi8qDOWX41c/deqythxK63mT79dyotPE+0321jdNGqrlKGzO1Nf
oJTHaD5VTSU2hFvcs9lb7UWDZ8mJ4OjqTQyshn2faHfPsJHfbdGJgh1lp8PWwlf60S3N8FqthuNt
LLrK6fkcRuNp5NcmhlUQENqsWWW9V2adPCndZH5ojG7hhZ05Zk+G07TGnmEbbstVwSKhZs05z377
c87y18QzPGeracl468as1hhSmbneIrDPn1SllxifoY+HiMO5tUlyAuvX99u7q3RGaQa9zQoUn4FD
uVKcwaJM296wlX22fPOLqfgEejmNW5ed5t1uoORvKuhC74E1ut6JgbddEuzJPPDPC+G5IouDY294
1tHor0WiOcbXW/iWA55o2mQq8NV0b+xrp/G/MrCOfHxlg8HHcFV8CbTbP8UFluGwx/ZgbbUBOiLM
VA30C8vRYm2MLFifKjtjZKrihh6SYryGZsp0ql8q2epmDxpnPACXaB7nHsweGCYUptw1LyQw2kfP
7xG5Y9UxcPBggD6AX+9yuGIBhR7lqqxnM2Y1OfSlys+r2Zv3xNMB/xS0INShaxiFxuk7m+m+zczk
oNxO0h5RLcrfWIN7aRZXf9Ud+chotAnghcncjd2mEWZJT4ZTmT/SNS5wLK2r6W+ESto3MbfTZ0Ij
RID1zqONcOjN9l06WfMzsMvxSTqr+ljNjGKSeNByY1N6wm8CMfUO8OYCxnNxnE9nnHtwqroz20jg
56F2akmx/mmnf1Jd4aMlxrgQo1o57scwpOQlFpagjyIv5nxrQNx/E4WX7+Fy0qks/aytSPNdf06Z
41ZfMQfZR3NuKMJELAX3N2v/nuESBU910dh5VHCl2QTUuLxmdLqd6m7J56jMLAU6EcwyyQth19/J
SYgp9Bug3ui70MS2UpTylLJ9UFJtARXiASmgFtnsym/eUqVpSEk33yQ7Y0QVKTOFXKNqtSzbMsVf
Hs7LWjL3yt3ynvIKwhN5gjubRHdCce3QfzWDrr4ZMrePwGgFpugUT2cIKX84BrOWr2tRTz9mJGB8
XBk+9siiv3mIhsLyswhmMYDrOS3Vez+bQD0lbo/vSS7rHtjc6nc7uNfxF0XE4+u8lO4SCcRQwjCy
FHHE7w2KK8VsaiMk20t3pIVjfB3qtLoFQURzit/1GlNnNTqPublKLt1tcL3n1r2+T+25fc6GduYD
VTy6O1z74ifhHueHGXP5IQWTLPd93qdg6Sa4Yhvw1Q6PetZm9yzgyRRRy75OPGtL8jEjt4HHLrKJ
OQgwp/OUF/pziuv001usWYTmhMckjHszmChnW4PHZSAzQe6FAdINtyP5XCpgQNfKShTy2R1Ma8s3
T6d8AqqIGNaXDxW43i+nzW8gpHwzV8emeb7AxcOFRiX2kSBua24wj3dgYIuVJDAuN2iztPD2G56F
Jr1vU6CYldV5NcSTdUpOg5F6HtE3YTyoVboANPO1fxwylT4G/hR8zryZz0k1nCsnIBYY5PnGVWw2
0cjijhW2VmdTmuuyJdVrv7dqarOQNSt4M8sENJ2biAUY1hVRs/ULJbKtKrLsOS9l8l5YXfrKj+89
HFABn9NaLPFpTabACzODL0uIpNP81tgxkV/S9tVLhR/yRQ1lN/BHlSDLrYV88IamqTqhAYezSJgS
gUnYsqTzSOyn2Ze6FeeyK2yebW04sDzVaIDDmoOeMKUTQy9LUoAVPBNjANCZ4cg8pkWxXfq6BSnm
cb5aq2HyQt2llFYpTEtNCPwCSrDp6+A4Do31Pk3JsJ+TefJD1wKTETWJMd/wMFOL58mWNGmt5rbd
uM2ovbCUzXg7qmvZwFK7zXvVdcNdywFR0ZwX6Cl0UwTnSBhFRf9Bm2ACFd1kvRHh9i8+VTzNH/fI
f8tnf/c/rRrl6qP5U234P6pRLh9LQ2fN39vkGX/9l0/edv6GGQfZnKMs50nusP/lk+ffMDnnAmFj
C7s2DnLo+9MnL/DQX93T2HiIwWBa+DNlaFgC3hOWGsw1LPN0c/9bVvm/XHx5YRcPBsMRljcGn3/1
pBkdGXVZaGQlGXBHQ0c9K6CzO6eQX/HoV4e/e2v+gRDzl9s8L4eIgMWLWQZzYQxofznI6mxmftsG
0NIJ5BUkbULYh/2/0ET+eon442UcDJDgJoLr/ezXl0lLY+2McgxCqwtcFrcuORWxqckDFPJmyRN2
vWGoGV73gl6K2Z9uKQ0Vfzzr/1d8wu+v8nen9t9/i6tk4mKK4M+1/3KL6NnClW7nICRf3HzmpZk8
gNdd85gCJ7guPwY12ZR3lMOpcgXIPJS4XU7ard/WfdHeu14hvjvZYIVWJSuxz+OM2vGpKh+U00/P
5AXyaIVQd84Go+PQ3pTWDblqy408vu9+GsT+TunepoJj0mT8jCaPutSkPCQ3Kzh+Mh+/iFQ5JKwz
uJjXnWDXJEKR1ann72u/3GMQjm/dlvC8X6bNLvAJNHmGqCM8hDl8e7/CWkYZWvrH5/dvrRL/j0Xr
/+PWEkSCf7aWlNmvCwn/+R+BG/tvQIg85o6AfSWDZoEg/EdY+boi4P0SUOH4erpUoKIE/OdKQsSZ
YSU2PJyLDCZw6fy5kACbszi/Xf2xcK/4uf/WOsJi9usd1WTyTXadFAErGiLTXw0UvmWM3JOGHQkU
0zlgHBvqTUkUcXyTM79Zz07b+/U24wrtR1mg4U8YRdJ1N0FgqGDvuF07PUo2Ue9S5aPH3TuJx+m3
tBPNcOPNUDaCymvVcShFMRxFrmS9S2hm0UfbT9o0tFYzjXetU9bq1StwRUVarrN1ACHRWBsa1NPg
rfNofEzDeOH6+uTj/Cp++PM1Ens9ZmKQN+uqGn7QA53dVRw52w0Bzzn7QdftyM3C7fvgmHNbtu/S
rM+2tORgtFcmJ6aHLL0eoJi8k50G0W3FzzhHgn5P5ZHeZIvxDL3+qwnmy+TF1Ub2xUNsG+eejTuO
pFESnMX1M/r7So2WSCMT5+Rw8ZvAfzXN/rsKKAo8asptqLy93pdX03uxM6633Ric1i4YKJZzNAcx
I1/9aq8Az1K30UqUijrxWOhSV/qvdgNZPIxBC9m7sm3H5GZG1zl5fpYOr6AsjHXvAteKoOJNM+dp
3FoURjbMao4Fd/W7BiDzWWFtYaEoDM2UC9EwrDmHHAfhlkOUdr31fO1ApCCJexzschX78XGlgKmB
70woUMINDDiZkyeGVN6k+jNHctA7RmTa3OvFlsn9anQxdIQkGD7FYMW3Ms5X76Gf1zThKtOXJd20
i3gXnVo+yD73DzMA5JACq8scO+5mKCQNppnfuY+BMb2gKYjjklnyZzlYiCWUdc1wIlrtpumu1ti1
v2ytHGDKKVe3vQO6XV3aXMN1MMZgesuQG9vQBC2yL1Lkle95prtlj5GayDdKP668ZeQO8JhWuX+n
R2C0cmNhifN+Ziyv1k8qOF39RA1UN1PcBWnuttSIAyIEiy8FSWWrGKnkk6snO3kd76yFPAxek1PT
cbWrm8fW1Jn4cr3Y64DPLyb3PFNB/fjWjs7qvXsmtPv76veyhYxrzgitWHK9CKd+aq6dDH4QN5Se
jp1vEwbmRHxRf9Q5mOQw+u1Ctjnfggocms8gnlVydAj2ek+tHvvsRSbEZGfuZeTjqSNcm2EOR9CJ
wz2k36y8Hf3fuydS0ywtGk16n9uE5EwTOpmygmtpBTVEvhEREq48cXTpB7opctffF+De4CEP9a3f
UaXZDfKSOtNah4XKKR4kGP+9pen0Js4tsUs8Z/oO5Yuyk8ArPuEC4tfnNozT7toCZq3rTD3VHNDo
mdYHoyiqfR7AR4ZO6LlDCCa7qaPcaKEAkB+7EZNf6tBb6uIZi2/jhfmieHwLpSCNqP6GNS7HZbG6
pzqnuyEO5t/y3E5udRs/l73lPxLdSU5m6fG+Nwm3hEJhaQunme8DdYTuXdVq+eyDZ6koNurtvclK
eJp9B+lBxfkMiXhaUMO1+2I6/foQtMtwojVhPPdLP0XL0IP6CXxjP5ZUOUQccqZvdmW3hHM7SQ1G
FrCY7ua1N/edmCF5D9K/MSlNSJnlLfU+By90AAjQvAsIJ4TBM3vrTzber9S3uUhmwghbGSN1jAtN
aFQThKYYjKMoM+OipuHewtcZ5Wog3lzPTUQ5Jhy6uHBpv+3B43Js1c+e06oNdRpUVPXX2tCZ4iva
ZczInZYL9yX9iXt1PjiMox7HQWdXz6IfwYWHrgildifsAknBNqwbG1fQaUnn9C1ZCo+GBtLGFEL0
O0+r+JhV3RM3znjnujmYd0TX/QqkOkxQdm4z4ujUiPb9Y2a0MJgyFK2qN2lrcqVhPHdp+4mrsd9l
elZvie+ph26k6xnpDR2tow/IS+e9KOz0xqxzQT0C+OrYqIhb5uVHsk4ZzWNXnY5H3roka8V/4os1
dNwh22itBO5WCAZUdRdbAwTrAYzLfFTaExedGvabyIV7Y/tTe5z6rD2NcXkziR7kHsT365blbBu4
QQd7CIZN50zzRbmJPGlcjpekSeO9NBxx0G3Tfyzx1G+tQXZHt4XQO4hK4XYfPz0+wq2TCaKl87Sr
qjI9F0leHyyazm7sNfbf8SBAucHq5+3swsgqkggjfAduBPctBPHnmZjWu8gyjV+Oion9CPLm2Hij
vKfVpEH0iX3z6CdSWWBq5vrVLp0HlD52RMMUjwZm2Y0xpN3ONSFQGIID6uSZT1PveAdZ5e73nptH
VFFDtcvMARhUIf3TbNfyW7B4Dg2zzP4TR38ZpWJpyWQv+HljnMeRGxiSrqiFKzVkfPlkFq4ZCvLk
aDa+qR5HvrnbdO57yktwz/SUC2+7GLa6gch6wR+lwo6iRwmYiHswnUjs4gS36jQy6DzrScFJ76FL
3O4sCp3/Nq9I2WeEqRxiHQ+BVJk1hV6jaMjtd8vcWumo9nOKpkBCyPXZdpI3RZbMSu4zxnn0f3UD
MHaDljNQsqUXQlYoeo7plHnFJRW8PhIIlQWockDBzesH3oM9MYUFdkwfZ+XGKpoKM1W3FCIM1U/Q
qG78wWhwQaCnGGf8PlICe0TfMXl462Cnywa0ZjV+B4AEtzuY8wOlL9m9j9oSuW5aPhdOXfp7UlfS
3MFjcYttMCG8ccSnIlrR6/Q4ojlv6iK2Lnng4v7vndYNW7D4O2ccVpBzqiRNgZ42e+0SLV5BsmQa
gF6PvuyP8AGmowGO64w+W73WSlMGVLZe8zWLmIOV06RppLOm2cQ17TiyK19qJi8hVDbvJBGOo94p
8ovhJflH21XyxVAt5K6RRMeuL+bxVNI6Rw1DiwgECXj5NgxBc6iaomKwtjo/8wXZxxWZsacp4GOO
W05xiWc90BAbnCg7GR891bBs8AN5bHKYH/TiZCnxQ9+rOZ4JG9HefWoH3ycGloMmoQ7H/xIo6rA/
Zu+lc6iBipfxqeZcg7SY5uDoxLVe6rpomYagy65Vcbkrx9kZb1q4d8FGJ714mimxprXAKOt8v8pa
XlS3pt+1Dp6sKkVz5fS7c1PFLRWw1H1HDacD7WeI2w1UfQyzsqYr2+3d6rue7OqCMioOK7b/i2Re
HXlOl+3L1CsPTToJEXq9T7Ihc/UZjMYYpcZ6HccAADn6OfVFldO5bBjrpxGkTjhOlgid2q7fRvrp
qe6ZAvq3i0ZDmBGNnulZspzlMA6ZDzikDOSDS/TgTcluWsMBPM7ECjq532a/s7/Wyhxe2BmnOhox
4fIGquIWSx1ruJbWMacW8DldfHFxAPDQIxfnn5BNEr1J4MW+EIvrDp4mk0k3O3y6ejHEZUnK4ZLS
j3ih1zg+FfyIILKN1jyv1eo+19bY3diLRL9E27LtjbVyjmmdJX3BkpFc7CHT626FxvE0IYnuR6fH
kw/jQvsRZ40Y5dedMgqzRGPPP3VV+4/8pt96I6YtvIlnUgN9m1ni0++60bn0HcHAO7B4cN86OsnF
Xa6syacj2/VXHTIzndUzqdasvRhGE8OzQCkeNoxjhpoVjRuMjT+TiqHpFFRENWC7ohBeLNoOh21S
Xa1RVdlq60QSzqt33hQUfjgJDNsH35nKLQYEgpMWZXv6mpcBMn/0ZceGzL0gyofuG39Xu0UUHPi1
+UalBhsgYaSuPVZy7s7GbCw3s3I+i7jQl2V1goehs/ObqoAcWF17P8d5bkO8MXizgf9HJUC6cLSM
ZHPVgFNnoUM8LVuSmll1BMniHh2nep8KpAgxUU9ms+l7y0R1Aif0lm/1RtMUsrcBmYItEOkPvqDy
KWHpjuxxFu/jrNMXtJniFMwWTYBe515YTOmQNxwY/oYk3DC4sGV0PMkPs7W98XbGtvOlBxhMB0B0
S8pVSc8g7xaugxurdPv8llO8+x2Eq7me5gn7YmTTGNndWaPKy28VVIifiWWz9WWaWdqhstzpSnyK
+c3q1hOHbpq97yrJqnor7TiId5RzKMj51LSkmyWwnSMSKe+HkTVcYdfKavutOS/TlfiQGyYHOxcu
FGbeVm7pys0Ud6+UR9gjzqCOihob+yS0Mw93lCx0+sNOEJy3qVLxV+b2ckT4vVYmDpKtBx+WV/ln
VS9e+kEfuG1c4tT3qgemtrx1VKWOUVAoIuVYS1N9WoOgMZCETTgyDV0xOFh1yxjCkSrxHsqYmooo
n0H+PlgO5YsXe+pbZzNQpkary4oqtzX4o35OrlM3tz5XPzfyC2N1dkAChvhQ5KVvb1aDmObG8FL7
nDa8fSHCl8dldRBdf+isbKEiUy3qYOTqFeGKqmTG/Fu5qHiXUaR5By8pY5Af22At8v4LxGb6XU1X
5Xot3W/0LKzbdrXqfQxBcJ/XSO3X/B2TYuERDksrXX4uU0x9ei1lebDNUtz4ug62nem+lb0z8eSb
XnVK+8E4JbPQW+bEa1ig8G9w2+fXnpLmcxIVQLWSY8FXlU1uFwpRBttqqUrUdirVDobTjz+Wcm3o
+nHizxYFhTXQaWWwKUyohAvdbrT++GZHse24pus2uUazclO2e4MBBV56VYC/BMi4F4kYH6rYim8W
K5n2nhGIe2qd1y3+BWvnJeOr1ywLiQySmihz/c3U0NQ4rrU4+0shLtTMMJ0Y2t5/g6cIaVKY46ds
yOuVZp/utPBYOgpf/DDasb9J0Wgek0VYFKV0/rwjBQpk02K3CZVDa1ykqfmJhC25v/OF3zmVy5vC
/JJ3OH6QC7wOrP3xzWwv9obrdXH0oPSM25gxy3kcl3wTO7Hz1IAFfaFoucBoyhuyoYdFHZ2YQVaj
hHW1a+SbUukYpxGQWIyjxWHE2xs6ydhu2ykbL2bp+wTG4q59z7ORSmouBLUK7syhrMcTpSmOw0HS
SfSJQlUIX22XBs6+sHo74E5ckij/w8v6/xXH/xUwdCAG/89Ux5tmaKbm73XHP/+n/wQlWn/zsOBd
qT5Xm7x59Z/8oT0KkyGGzWEb1gRNFrDL/5QebUmZBc4yxEesUVcgxZ/So239jfAcaStpQWnGU2j9
O7Qfumquev7/VtrJdeLrJEVOKs1BJQU28KveXyKpcywo6oizRP/ooJycDDUkx67P4zBeh2LTlJu0
VnA3lsa8Un7LV26vP5Km/D4t8iTU+JHjYtw6C4bZFisMx/4JMcZxjVAjzDxoFBFiooxUSzF8JNwm
dwuaZmMtFMFqzoVGN98lhCR2OIdeZ+ZwiWsCuB1YsS2ZHaiLxyLWCfpVkoBKJetOKH1fmRy+qEWe
Q2nAle0z8dST0fatE06u5NQb6YvOxp8CXgLghFnd1gL7jlFPMdzVgWkmCib/olcM8uJPK5gPqdvd
YhU4a694w3N/sqcquUnsTm7GSh1R6pItp4tzLBwVKbd9pHKk2tcYAzae0uVhXsvbdejEMTbKG89r
WIWyG5yZ9oXy0ge12E81N0rUMJfCr6DBYF5gXjCWcjtJFW/7ZrivDGmcbHZ61S+HfDKcvW1hJQ5y
TNTFsMexBBOoGwDGJTLUwn0dAQuufRD1clCELzjRBBxAtWRbTvQtqnAU2M2jGSxboIKHrNPbnixy
pnVUt/Lom8l5osfbz9R5xuqgO/9KIcZLyf2GJ+G5xPBB/ZL3ggsQ5kWM38lDjWRSgkfQtfZB1b8I
LXYOiMEDIZf6sth2yXJubI0BlTeW/DJz8lX0iJreum+XkVBInYpj2rX+Jh/WY53GTwRsAec5K4zE
VQJlhpo3SBU6dr/N03xLpgSfBjep0i+OlF8eRN0dOodjT+nvMnTH2oM+m9jAepNiuGnRveYWFdTI
ZcCYihWcT+PNslqaHmukAzZiPFfuTgzIjH48hHYbb9epUGHTAYBUmbePc/U12dY5DyjLsgZKhAvh
RVdMm91xMyZDuTcFLXbemh5y4DyRKZeP0lywdiT7xe+GHSCpM1X0r8ZQ3FeuuqM088qMfo6x0cS4
hQpdb7lUr6EYx+2QW/uMfDFKYYtzy/Y/u5K+Wb+wd24tDGROmJ75nNHWrJrT7JmIheMjLd8csNyz
bPQROuAMi+cKvlKmDFtb5juen9e49m5NEoQbX7mPwCb5Q+bmTCgoYVDWHQotW/IA9XZZqTzJRL1E
jgrwNjnRmotq29rJU1vD1W6hQyzxN3wm3AXE+NllS0jV/ZctjNeF7q6TTOzNMnGh8byPfhhvEpF+
eeaAXKCdZ9F75Zdysyenj4/as87SWc6yyuiM7w4iUV7ExreZnWyfu9YdM/29V+iHwHDG0F+CM922
L2mXPySd2GaNfOpE8tBaxmNW87QECBrdUkSBWz+LXMLRLqydD4MDFDaSRRl8k023Uam8BZL+sXY8
3nhMHnq/Ibw/Xsa2Pax5w66fB5FjkDXJoUHWgXOI2+aHN5bH3P8B05m+s6F5mi3jNMQICrDdk03f
X6vXahaJgry5M2IeLWfgMG5lf/kemUVMoeAq9avEyR4nzWaoUBqcnmdK1OKZf6ATXnnbZVDRvEL4
s9qY87C45SJxLRfvuISy4HSGcbJcqtRwCd11WDiObu/s3EY9d+vwQive3WQlbdTrYV80VheN5giC
0TKdPd6VBIdM+oKFCTxmBi4l+JahsfuiYZrig3GaskN1MxebwH0N6pfUf6l8vUYg6HdINkhSs3zg
1MHiv04XEytXpcVr0ff7MUBH85evZukxeeFuCZbO3mVDkB+GUYstt4poBHvu6OzWzFEcY7tWOIfc
G8Zwl4pkK9oQBWN8dUMq7jfCFy+OV997Dl823N18SwSTqSVGkReDPDpKvWee82iXa1SL6sA0717Y
6ptyBrWhCa6PQB8xLu5Z1mDIpjQNRu06/RgajpaSi2II1uZB6ek7orO7n4fg+vn5L/1coyDPPa9E
XYjrVB9zmkm6BfsHelh2eBXbUDgsudzRvs2KfxpsJE2zbrLDaGC9QSMKlZan2azvWQp0yHv9zQX2
+kR/8utg159czs5B3X0ttrhPqvKN5fzYUytWTpzISlxduaVeTShSAs04ilV/9MD+h1PG250vgnHT
okL2DrC2NBWFnZxoEFz0ye2yT8M1UjawCZqLN2/acrwswv/CTFTDxQMATqzqtXYJ5aVuyWE0h6Q0
2+xMJQm5JPhtJriwW5BDWeUtxQwuS7a5507npku+69l88/PytNrVvm+yIGRzo7AwgHimp5tGtXcZ
Wn9IKXy7a7EvAdETbP5J/a2mg4qjfHafyeW1Mo2fk5XCspvpC1+sx3EhVAPEiRJp72H2iovdjPTD
dx/Nyqa6Wl7o4yogcYB9KaObbtA3PoJh6BfeoZm5OrGdX4O0wWH0XO6AMGrnzGrDXIofXi7u+Thf
WLj6c1EAqZCoeRPRLmQw9ehhM+QDMle+7iwZeBgjhow/dWI9oZo20WhMN2PQ3rJ1XJU4erNQLrZw
z6JqHFyO+s0uM5YHkPA6nOkU3tlNcW/59qlq/YesKcBh4J4Mg4lB22oDD83m5HPQ3MOmwLiTdvE1
CP+EvYDCO5xQF040BYsN5er43r/NtpNHEM5IP8/LluJUyBVZ84gL8c2S3cjmXh6mqebEHxTtdnVx
SFnTbXU9do3qLMryhezcb0jph2alHDqt5W9Vo7eMO25INa3HqsX6q2Zzb9sT/rbEwm2I3/iSte+u
wbRyTaPM7TZLMR1Hx7wtxoCyEXxqwYhSQ0Egy8OwmyuqAxfPi9JgPDqUx0ZWsX5n0ve5WNUYeYny
uTGZd9yf9kG7vjcxn5Nr5fzoRoctKmshi49BMDWQi75Jc/YIETC+Fszsxrzay9anGQPj3YaaPgwa
lX1VryQ1GQyrQL9N+7qDfhZUzoeUMDHGbL6U9WrSseFMIW3W+8pn1mUzUCJFnr/AJjkuXf3VTa4V
0Ytx6RJtRVCiaQ0fs4Mr63nHyMbe5E7xbGTmGURRvmchU9t4sn1wc1m3TZom44bcT5s2KfMdl6kr
kJ9B+ejY566qoNAPrBq5dVomer3SOPk2607t1qWTmHFHsYHRRK3FaCY7cPasi1yywybtIiQ4yd/t
Ey1vbmtPfPx+RYZm3+6GZbxlnbuZ5HRmJacDRGQXz68/vJKPC04yxjPUahBJnLfwYNODETN4pfKm
KjJmgbl2tt1Q3jHNsLel47+MYnl0VfY+r8tFVNl5GPIPT3lj2Hv0kAD3nrYi7YoQ8Vqi2mQdNRst
R4G4XCKzhkRiJd7PVip3y7qYbfJiuZvZce0uPyi7u3RtTNPlNN8ZQuabuZMPI87biCaR25m50WjL
EdFh9LY425+qWe9hjcIZkWSHl6sdWf5oPdu68fT8tLb+y2D7297wmS3YQeTqayMHTLIm3qXMZDYQ
ehuMp5KvFj2YZcUWLv1GRnNd6GhqoFkPZsOis8zvC+UjVIfEmGjn83LV91hM+3Bspw0jr/iYl/Ej
WlTJITkfWDJzKnvV2SJLERIImjermG/JXQT0x+Z2JNNh3VVJfShMusiKTj3w9OFfiMWPsWte4rjG
6KA2eSW5sNMaYS/rM0gb4ppl91wDc9sCm7oZxPJmeAi3hixyjN7LM6VeZ53L5yp27/xifRxqdcMz
XPGxzs+44ZDDLedzCKYLec45Sgx9knl5WBycqak8Jq7NEHXMOXHhg19yDlR2o+6n0kvDvjJ+kmmk
mZzD8ErtTjjlwR0zEZofyulmrhuIeysP5AKQ3VQrCkLpMByB1OQYwb1orw7K5LdYpv/B3pksR26k
W/pV2mrdkDlmYNGLDiBGksE5SeYGxiGJ0QE4Bsfw9P2Fqvpelepaye7+LiVlCmQE4PiHc74z7tGv
bCveKoVh1mixG/ek5PTCNrnYk/DxczTKLXHvR/yQwbUIBrmXBIECSvDOEDmrLZ8eq5x1x3TmplXu
gbJra7fZa+PPnDoCkQoicaTrAeY4zxDjQbWhh0ILkEnmclzDeBsPyzhQjXOssvgk84vNIMEyXX1i
tfmMVOJqgWRPtkn4rkGpb0laocBlSUho1KkdDeSlVW/AtDMqyhQBoT1HPD2E3Ko9kpCZmfIucAiW
Y0D52lfsvS0BecyBZQ1GeitACkWi7F/sQV4T6vsjUDVEh8DeJo3tb1uvfLdbnkZsAnD1p3Q3d+HE
3+ooA3E84AfokKp5LXoTuYEeWd3pNe+jHIdsZE4qv++y4gMhy3rljO6JyBaA5IojcbaZCjdptxcF
cvLEox0Fl3YGDXaXZe47c3oboH1xHgyHsV/X7AysqM3lipN77wMuJ9Xm7FDFEjvE/8ThtjDUVgTN
KybJnMYvJSYlgzdeuGFN9bz89ADs4Qx55nH9BA2FcufSXyDApirvvsI2byNjzXDHfAKrePEAA+46
W+4cams6WLVi/yDKeDAquSvL1fwJE4PcoqxFNWdaF+m2YbPRbCtgvOY7bgxqOJO/JXNPMHfJLjqG
jDM6W4mwI/S4rETsLQYNBGNLXBwRDoi49a6XwHgtsnvom/GAjs+tcU70ef20DkherCzfeIiXiYVj
5JpGfa6/AkCOADMTTQliHxNnuCPel7O53ZhJ6hwyXT549m1YFypSzG8IEepiufTHtl1OTqNOnphJ
iQzcXc5yIcYjfBUKYOCm1b0ytWZqgqFw44zesvUMK+eN7twP4nVG6HK0WueyOmUCbh89VM6s0lhB
aDdH4rP+UL5HFbPcYBHaJNNybnq72yW+fWtJNwI+vw9reZyb6Z6VoxtZQ35em+Yq78UNmEAMSi3R
4vVz33RPsnUfCcr9YaLi6rMMjbQJ62J1tlm2PDFGcDZg1u98FjVUJhZVkDVV+PvfkmYwN2O/djS7
42tRnGWvnjswWHGKxOdgecvXJT0AmLuzg19+SKZLG59h62jhCQvUW1GyehZ8fzYh3QSn065POixQ
N/TMoVOeY9Ji8hP5Qxsj+bStl4kDUa/qPtfsJXRavV5JL7wBz3SjtXkSBGpEQie3Waeroxskp5rr
dHIhqtzLfvW+um4FGfBC7hnjUta56tofWdP7Bg6V/HWV72q8c9t3PHMkG5d17Bu4bltqElEIIn2x
bOVmcpTDuSfFcuMmzcM8smaucyljd84eF9s3rkiuH2K2oOVOaU2t74vz4jtPTRk82z36T8kf2Cxd
Z7LyvZSUW9TjX+4KENev13OX+9FqjdN+7NoDZrVz26PjSvTB6/qnPGvYpi8kbrnvvvJ95GLfBcq8
gkkCUKpbRRLkGakSYjLjy+QnenEEonsRAGlZm8M4lF9Nwm8R6EWfl4VdHVbnyCKxIvaVGxAqgTSj
CoFrtWHC3Bw8P6YYpnUF5iqkj9HUjMbeZM5nzzU/e8ODEta59d1lU8pHRqHjWEOytwizvtFuYJxc
wp+vSA3BmcTeAnZkWcZOgo+gH93H34ep/zNb/hvx0f9urnzzPnb58F7n73+cLf/+l/4+Vzac3wIm
xKRe8taC8xL4fxC1+r8xORaXuTOwRdz0/zlZtvzf8EEyjoYcgmqdXvs/Jsum85uPmB0YHLQ//jui
+v8GR/6f1eoUASbhQA7Gb5BSnOZ/Jrpb3kDg9pj/zIOJjZE/4x6cZ/EXYvV/nl3/4yJEwl4s0gji
/xzT6kjJG3BOf05BmYF2Q7TeI+I7iXbyNn/49P9SfP+PK4Woz2zrwn+9aIH/iCZI3TWswiV8M5eq
5DUx0bAMC2XTX+ne/2kYf7kMCyYbpuMlNJVv7k+XWcN6LjzlvtpKS+D0Qo5PzZLp5C8+t4u9+T9n
/v+4DLmiMM1c1/XNP4EBrDzIg0DZryu6S173if2SBpdpPysoUryMgXeOT+tcL/IvMCv/1YVB5PA2
QnaHqv9P5oKSG3DsHPGKtglUCf1izlgNaO9KGb31Snyl7eIV54UB5V8QV/5ZYv33XxkzCIlULFoA
yHHf//ELhAxsWJ25vjI7HIrnWTpTEqHaZ0vL4o2x32DXuBi8OfGrXeNaNCkNOI+/Yhf86w0L4c21
+Jq5abEk/+mn8JYLX7G1Xscic7Zop59Ua6TU2SB4//39+q8XgmPuXjjFoLaAuv3pG54MI2P7bb8a
Q6l2+NvVVpdLGoUzaMB/fyXb/5cv1eP44V9DI/UvnJA/eTVq/KCTUNl5Xey0iha01UOMJJnnJOA1
/oi8qzQ3XVZiB7XYQZ/8MGXbLQiKg62yeGjMCk9bGICHKZsBraNxSbCD55ux8+x3+nQWsak5MFhd
a1UnsUd4U8PS5KKn0VC0go3V5YEbGUBbGS+qWjBB+l2V062S0mdKevMzAEIwbwu9ZuHGQRBn0dqV
KcsA0hlpCBRv+b1BeG1/ldjmik12Ha/zdV3mnXQxju4mFijvTBZt56Y3UMfeB4R1vqAJW/2osmfR
HKwiDRUjgIsOqjRtzebVG5kQdVOAX9kLMbwaIO8fPV1LNsmWc9noLkkyRPJ3mRZ9T8ML3i8ALZH/
qClMre5p0ZMIN17bGSgMS2n4hxZOyrFN2kxEq8FMJVK/q87clYlkmqaOv5nGZIEn5M6LfvIFO5Wr
tfYYqzIV0D8z0N5fnQB4g88xt5hlYwVCKWd2rIM+RlK8H1btGsMZnDmSunnuAlzgJllSfLB7YRSZ
OqnBsjPx6Pxdikc6mm3cN6PXsxI3k7numWsmPg1AeYdD6XcVH2D9KkTVZycD2pjt0rYdkj+nnere
OKOVQIT61rYNs+l7a3VazFMICGSPIbQzWT1ivzUS7xF6Cd68fdgpYOODPZZDfkVIABG5O4g42ros
J9wMtiuZ58jrUevKxV+H4ElWqUozEhxXwWAcRXTOlx8ZppvNXWyYaBdwp3pW6quXhAJvdNDY+WOb
birVoDQhHJI9MUoAC8v8UzWzLSH1SMjue+3sUW0KS3gqjPSMpD251naKNffOtVCdiai0W7sr9l5B
oy43mJ/Jw3omnq5gK+EmoWm7rJ1au40dm0vldD9pi0dW9XMZjYMS8pyFohRXWhPuue/tvPuelmZC
Rmt3wU2YeQTKN6YMXuxOswUYHK/6VVSNlX63czc65x45Bq2eStACWKk2bhGd58ke+a2R/ViCjLkC
eyFh7f1ulusdU3B9z2vBTW/nFnPoRStJrlIzFP5edyIgaWVwVpMPw5rm5iWzELTtsxWk4vVAEJ13
IMup0xs4vc66QTliAqKqM/XqleyXN5LUyHxLEJppRIMZ1tbemGa//WDnNw9MjO15jYHJmfxRZxYz
+jCdjunrlBS62w1hnRjPywSk9wm4VZLc5gO0hF2w2MJ9LZbStZ8WT4rsKyTH1vvsc0blwaaSC6Oc
jTtKq3lRjRliZp553MObQiiv9DbJUITDjQ4HWdmRFsPEllb1nS6eyzXHAh+RLuZPT+xEiPnbUCCv
I2eNabnXRp+ufJdZ6kSMvL27JWgrOJ2ewQy0nnR137seezkzF5w62mVPhapQOwL/bo99bxmxvU4V
e7SoNbvq3kSNdDcybUbO1PVpSDvb5nPsIBzJeE3n5jfgQLPY9WCgAN712qkiJB4ecXKmiVJfTjq7
kZwsfbSYWHhx55OHusklutK9NXvJPZbs+UePB0NEc+3yuORo7gQfEfPfqMfq7m9qZsNPZKu6zw1O
wBrKv2TVFTZrN+00OavsTQ2sImywxryOErfLUFvDYO2XyTY45ov5znQyIjoRVZV5VPZEB0Z5nWpU
uKRiMTB0Lu7jJXd/1JOV/gwAObcbtzSSN2EVzedYCf00u1NToJuzil+ZgxMpyvq8/8k8SFyGRgBs
zSFnizaOg8i2kwiWN3QtskMVfFmCI7wxXAbWTfiTUQYRQbXT1VcYwAcvQpLfv/RTn70tgSs/MsAD
E++PWn0MsjHmyMun5tjOrHf2mcfcjwDfVR5LZq3jLkBpqePCXvMPFzT0PXaB6tk0RvudNL3Zi3SA
KSLSg8ofzbLqf2az6TyPjAY+OaGKYsvGKwxiXnNmTqxwZ5VRq9m/TItYxw2TFP97TueAaQeXYRmj
YG7ErUAdHeVVWNPQDoTurRAEGHAO3WU7QK1IHK67VpgWJ5Jhd/zSmLQkUYfDvuLhIFzNx6bAkygx
tssRo3dcF7YyGYiUE6vhfrqiX/eWu4Xcl+8xL4fr3tDTY8U3wM6QFytKDDzh1Q2PTnJuitVSsecE
CWu4cCVoxjaUL2OI+Nm4WXlLQqfFlvRpIwssGcLPLK1nlsufS+Hj2xnCDE2AvxichTAAL9awhaC7
qk980mHXqf1gWtUbm8zUfC9Dt8h3L+iUGRMHaRg7e6mZ8Vs449FzEWLbxunaTsmeP92RPRn0GhaG
bMbrDIeMh3C+r4udMpLylUemNvdTUuMQs5JeMhZDdFxGvtW6D/bvmtff66L/aV3/RpP4hxLxX0zd
j5dAtP/1f7+7/POfmtff/9rfm1c7wFpJ9wpnSpjCd2g1/yGKMr3fnD8mmf1/M6ZhWb8heLIsjJo2
YNPfOT795Ur/52+G4/0WgqeDKS6Q4f9uB/9vdK6kUXD5P/ZHF6wmYChB5AjDXFjAf9JEOcSTIh5G
GJ7DmYZ1I+hhXavqfUoWfxjfrNnxmKEbde9fY0age4lshQtyk6Ru354pID3n2pOjknHXAnEhntBZ
4LvYVbaeHacYg3u2I2GKYH4d0uSBHVCnySIUldraooURtSIvxOXlpIQ7YZ4YSAOrcWGyr3Am/Qha
kIhKVoi13Ue4itcxTge1ELyJAIwxfiVJhgWpnhjpPcqtdY6x8SzeTywkjL4igl+sFKDeHLho1hXF
4i16M5wy7HIdzKJTJ8vhGcuC5zMAvTgS5wDAyK1sZNXtS4CgBcYLwy0JiCcM6aM3ev/eTWtP3Lsj
Z8MJLW8/M09q/Dq2zFnirdGtag4VrrrgCcx94/ZxrgP651BPdfUhkTcWhyEI2fXETJsaeeRVo8Mb
3QydFdsaWclyQ/ykW6yosQCIIvev1ik9m4EaYZTw6zXLmzuEBvrlWQ3tLxsXN0vQ4aIKfceCXbLH
XOWE3OBSvhB+6YKCtw5lBsgFNUkG/itz/bw/554RGBvbw0rBxtQugu9g7IfxYI7N2pPqxBFLDKdd
5qzfWHbZhhVXkHirNK68obZVlHVzTiMzeGuzHoqUr+R7FpXnxnm9ckQnjdnwtSnQTgTnDGYbprf1
hOydkGyCzD1+QZ0YOGKZnDRoxjEPJhjslOyq/rYadWOfdcjZ+4r1d8htKnRiJilR0cH2P53Z7JPX
1SJq5ocapqa581W9napQ7dc+fyJSwrkqJ7v8kbblcEynkEO29F+dxWu/zOYi9zK0fhW4gomSci65
ms5yD2mjiRxvTvH0TlSeUqWky0okZnwQ81zdFVQA9gsSoGR8QyNQTVeuBckbXko+ibjP6Ro2wdg6
8IH8UdfuDPwwlBTSDYKkwimaHY3Zep8YQ7vjSzU0plsxi42PpD2IoStUm97FZxYxcKRuJzjEe8Pn
ahZHXEJdCLMpnHIW1nPZibuJ9ixNopQyrIvJ+sy9cmO2zkI/txDktM8J4Vw/PAcParJ159K1zmCH
mvW2strSevGTYHwrq8XaKsfIx6gZFmnvm7DSO56w5I0/Ck+gHW0SXh1LlZGitVA3YZV13kmYORZd
bMd6eDDatSQWBB4JQecb0ZQ8uHBaHeOVUXevPxYZhtNXgH0tONIMG+7BaHFM36ilbZi+ClGy3zTG
PDl5k6J6yAT2SlKIbcJab7u+bYbDitHpgZYULcOwqIQy6cINilbWVJEz9p3YCn3xJDi+lnQTi9G8
GTpTGZtbuy022cjRcSbCZD3RAuZIOUI+VHbKBvywsCyDA9Nr1ydL3je2TiOVF4X+0ITbNEArY4Uk
HkfdaBTX5SIKvH5lDyIiYe2yIlpuWDClSUN4rgCOYm1hXMpXLccJR2kXllcG/cpds9AYwg4rPOR+
LRlzYFfc+nW05PoraRzvyvTyNWKOOH01FtkCKcl+DxiAXtfEXR6S3nXsY84vbW7KLDF2k9WXe1ka
3jYRq7YQNHJ+8oPgaV590Rx9lZv7tdHTNvdyfjJp9P3bDHALEJk08s80mYwXCuD0drjUHCVGxW21
2MuDWwfVvhWevVfEN1zXVgVvp5DTfV+XtnVK/P4bCt2AyimvHQqOtX27EGCeC3/CTC7wpX9ry6za
TefCIDMW6uxuJb+LlJ3BfErtFYeWW+v0W4DNfvUrHOHRPDoDq/3Z23aDRIYzssaKEgYdPxwPH+5+
ZVmGsL+iBrMaq7wetPSzmGgUdZuFrMQ9+phyawrsc2hp7fnX2OnnoSOnfONPun51aqGeOAFgVpuO
kXRbKY3yOKJI/gqQJp1zhE5x4NZpbCOdvam6Pvk5ZYCjrjHOTVs9VvR5gQWBC16Xf8/HjAwRpNHP
vh0RtJhNMO50wC+1qVPhdBDjUvK5Z2HD34LE1x5ay+twQXHYxC1iVrX3teM8VEaA3dr0s1fmOPom
1Th5adqdJy/ru7eORcsO0RJV8+znD+gc+60ClXDQvnGim4XgardPopzVeXLCKbldeqM8dEDT6JTo
j6Kpc5erAegD/zwccuuyiBIJUshxqcXJnoT73Jn5h6Pa+mTO6XWJet7cVJM7/DDblglWiKDXd8bb
EiL/U7uua7yYumPfSc763GApRLd1PTSWh5Jy6O7HamyuCFSmFLBbS76xMvRPjMuNh6lfYInWTXOL
e4EQpNJI38IcX7eSvsaX4RrfFZ6FOQpVMVab1mice+ZMCmjlgpJmcfgUon7W6c4QRX4Ntu07zYvb
ECZ4rVTylpjWnT+V/aOjlLElItt5UQYtG2kOZx+hWGeq8VhkLXGCRiPFd0LG86brsiunQ4ZmKif7
YWBSRerYx3MtnWOYskxe+/6kQhw7UmgOFtsRTaTmjvFduE7J0xw27o4335fFlk9HHhYN/JDjPiyL
5oppD+bJrlCx7iu3PbZWhyFStQJHXD7cYhKcryhyyC1JVXgt18LYS5m6PyiDDO+nahhwfM3eYoYb
UdXqgX0w/hfcfmsc5kxVNvheh5cChah96oZmfnKDppexNqDmQGxGHoic1KVYO0jc4/IBC/Hkv1Wh
qT8y3I5t3C/ZAiZyrONp8ERstOZ3m+Jg3XHIyV/IlvIzMtqXC6oPnzRUF7NRa5T7Ajdo0qfqysah
QZYPaeda5KTdz2Tovs24lza1L9RNNRsla0tCA/0QHfLMevxatgubPOYywLkM293zw48XYVCV7rAR
jz8uofbGsWovp/aI/IYYRmyjw87vluUTm/QomZHkzXDrOMAr065Vn+5cW1tyyqBYmBMifQT+FaJQ
T8eJp0O+Y8MKd0UP3hAgR7tN2vbWKoog3SK6SEA5NEDjFHEBm8505HUy5Pw8yPMjhk7XbjKpdCfb
ur5eEpf5DIE6+8bSTRt5hm/uDHPSeF4Mw9pQOWPEdHrO040Hdms3swPd9tqernHPs2DOZ6zAHW3o
V1iU9WONZuktKN3yFYO/8zonGRLn0IVLmfoE/2mxBC8B0mIkcGW9m8fma5UooVXRkYtUiOAGHra8
abyp3/nBWn3JybL3Y+mIQ1ayD1LhiFK4seVtp0UWQwEf4z7t8weNnzrqM8PcJZOUz0DF15NrueZL
5rfPVY7UfVWB2NP56l+Wq9CgVf6vhrthr0O4HTgq4AFkfrrRpX6gTOh5meYOUAYVIigljPvOqpPs
CIcjvelCn1s2mFPetXCSy6b/lVduYUTc/5c8G0c9dHyb9qnvAQn24yhfHFsacVOLCgxvlX1MVJKH
iyOUeTnuoOce/emeoJL63Eyj83NqaoI0CunMGzoRXOnGbPh7lAGUp369ZLfOhOMBcGaJ4Mof8GrX
Q+lGDOdCVuPIYyeE/9Z3nbvjsVqpLzb9LPzt5Euri8qcwA5GNajDLfIWRyCmk3dsGTCj3+9qagbD
co5IQLpiW8uAoRv5Z4lxCgg/QmY+ByOxEIn1LKHEhNyc7RA3QQrIHu2U88p+xv12vaX6wD413eTh
QLW4Ot3PBbF0DN4tIR25EMyYh75u320rkCezxvLlrclIcvPKXC21cQArUhr1vUT4dCHrryklXX9X
WZNz1nLu9qYo8awhMnogPMM9DwLmOOK7xQWK0Oia7UA+XXSRKFGqsc5PnrWKDtNbx51od37tx/NQ
jOWNKkiGGQl9jQgHZNbRGdpA2iRLN3bQYsYJeNlrcD++uGm4t6u4XqyOX2kxLXsjlE0nyB07ncPR
L5/gz4gkxpqZtFczQ6xDpgL7QRliOaimdIoTCAQ/QYLg9M9TKy7KvwIV49I7sC/BsiKv7UHqzC9j
v9x0FksUJo1llVFoi+ywIAXdUsK4d3aijb1KHe/TtSaMAlWJRizgGEaZWxbXTIDTD7+XQX9MRWr5
kE2abosudSGba7lwF8q8sUAQFTBLm6Lq1iu3cYmYZIKid6E/lm9GEVAE4il9SiE67/yGunEDKk98
O6jB8OMmxdHglHtJRzf/0IWZk11f6Ff8L/XtCIV6Y3odzkLbkxxVQ2bcIqlNb5n6iiRqrab6kdhF
twG9lixRB/7+7JThuMVa7m4LN2tQPJi2OOd26Z9DLMrvJiXldlGe86kRcTYR0VQoAPE9dbfQHTRS
bIUi2vHqpzoI6zc0eZTTrcM4cDO3Q/vQtqHYqbqqrhYxiJ9eSWJZXSTeUQwdcnBeP8mX08I3xW09
PeLrn+5XDHlAItGwqn2TFUEs3MHcl17+GbKu/lFqcGILVN+bgUkE1BOZFDFC0f7BdECLa0xJBc29
X1zjkw9OwAunfWsszgaNOXI7jNNL7ArnJTNRrnSDXh7x3xS/vKFg/Rba45VquBVHMSSfuHr7zeD2
2dmTc/mA6hWJNg0jiTt0S/eZhaRYNXP/3oRteA9yP9lZc9gj0AqORIKM1xU6sxN2CFZ4Ab9+VNeV
egwcmfwcBiVvrLaj4Z7G/DqTOe9xIyuXs8tdjAWRNMIad02fwwYmstW1f0JylFfQGdrrAvXxVtnN
Y79StGxmE9h3aBdMlzm/F+bvxZLvpwqlkJmOVWTiFeioaLvqh8PIEtvHygvahyIeA5POyWXKpHkf
plb/gl2p9yKvWSYK+DEtHZQ26cVWNHnhfZp6TcuLFvAviICM5prpCUU12M3NDHPvMFA11QBLXCeM
WYjod4R0zus490jKGQSTQoIO1dqmZMf/MOsVukYN9v44jG4bXi2ryouPtfFJkCoUNf4UytI+Ok5J
aiwCBomFSxVfFaBKEC39dKdrh32KVsG3CAr91ueV6K/mNRiL24ZN4GUEMK+YTaql2hRd+dG73Tw/
FbrkwZ2ti8RXTelLmCzeoZ+d/pHBR7JX+ezhl7NS4R5Jo4AJI7p0OUxz5+JykW5uRFLYoYytdPG2
QQFDE6uogyNjUuhj67EWxXZlAlfuiXqxd2HSB3HeKPfLS4XaJ2VTTGBnqcbhKKwlaIvEiEujEr88
RuzkWAlrO4e+JOHA1GW5oz1dpy33uOkcW2/SAxsea7lmsIPgzkiVfGp4XVYRk11UzYtAm6ZFq57B
78F/roeaqVeI5cKXufwcB9M99ZkeNqPvPUJU1XE3Tsan6GVG32szCljt+REMiXNNgWrHzKcQfklL
oOnPi3uzWmvASTYm8a72b0bDmR/9oS7P/KY0YoYs3zyO+h6ZN8aWDsMO0F3TLs+IDLOt7NZ2y3u1
QG4VhOl2dZflRqH6RTLFmDGJmiLPd27TFQ8ec/iI8TP+6Azjh4houao7z8jLPppZsokbkOdMBksT
LRvFABupEwL8VTx0VaiZu6lhqa6YdqRBXOZWhn4e0ta4oYAw7Meu7Zv0Dqv3SN/GnTXhpbLKzPF+
OXId648xZYO3K91ODQjkA4AMGC6Qi/3IQXsFh7Ess2JkSV7OySu0kKAT3IVeYuwtQgAwgLX07SnQ
Y79076DlrM4x8YsSB4KeaGSGcApxKFss37eByLlqNrj+tTu3iLULtmk/56BP3GoDio18eFSMXnet
E+nf0Tk4rNXCyUP5uBR5f3SAmQU7mOJJcJPQ1yb3yFGSBtMLo4LjOnFU7lZEDDLOU+l+1fTKKl4D
eOgNaikcc3YtCw1Kkc4WewGgqTBeXLLitmhY+O/6wuS/LDTb6lCY2hi3XJtVo78SVpGOerhypmxg
vy95zTwo3KcrnkJLJnvB0+TeaEKI16uuLKHEk1xrZwfmQ9K/qhrHHPfsK5lIbtZxNZMHFKFcvDeE
EcSoA5x0z6Rw0UdgbHK4W4xBLkjU4cPvC0QUxq7MYObBCbEM4w5ecSj3QHQSe+MtvdUcQoeF3XUl
5poimTZKPDNL9zh262K0KbcKZ9qUPl3iHWsYrrsOK4Pa/92DR1diRuyeD8sCvmKtqY6d9zAz21Mv
khBzVxama4zxsbn2WdcDMcj0Euw8NoRLZExoSmAKSe+un+VEWiVeCh84RZwpHk+6k+qwOsnem4yO
Amnwqk3Zr7g2EJRFQxlSd0jpfbB4xC2L1P6ZMQarHtH5x5Hp4VGWlnnlLbhQkzGBDmbRxZfoDbaZ
1X16A3LZYAQ21YSoPHNL3TB/9Z9cGXS3KNnxSmkWRdCSad3gxdVfKpmf50AOXCt4ZVs0b4o1POVt
f8JXmWy0VzK5D3WzperCKZDV4UaJ0oJibBVRxpY4yiDdY4olvK9oYZkpo48m4MM7ttxyq7I022dz
bxx83dEKO5RgIIg3ZTmxisd9NAQKaoe7AgzAkIxdbxi3DMbNO7dXCeyw1JbbXLdZcsRDBtIntwRJ
c6BU6d/hOwS1Ca2DzMWdO3PKlmVvLmHkZ9oWN+QgFiSl+leG7smEshu5dVD17JRVPfSB+557lY/y
lCP+Pg0Sc6/Zhx29yemP2dJaT0Pptd8L2o1zT1MGt7mV1V21Bry7FCLRoG3GG3Mc1ZsjzOHCoaiO
1PhIS1su93NCcHfI3NqOJc/UVYp1+DuoQ4iFbs+D7eWl3iet6X1khb7W61z9qAgBfdGt4cV0G/4n
4EH/QwABGS8f7KvfU3eQNpE/LjCuN+aMcck0q2WLugSkGXHBW2JEGTVpHUaBkXY70QTOTrTZi9eE
C0HRphIcYgoi1GKF6YOBA/vQe/kvB7LdMVfLrc1AEda1/4zeoI3N0uCoVrlgEIqhM5yTbxxBRP1k
MvhoXAiKkuG4suTX0tqE/4ROG6+r+zJ6KOBNbChxNlGtG4NKrrTftXe+nN8p6Y2orvDfXcYzF8MM
9KpgQZtuMo7FXzDeU4N9SB7aTZsADmdBelexvtlQpOAyWrP6dW3Krt5WjjlsEdBDZ8O/VGP8nauH
tVnuzXHFwzOPYrsaEwyaMTVip6rnDXt6M15gyUe1XT4WmTQ2iQq7Lma/Tm2Z9e07+KuHdbAfCOZ7
Xsry4NU4vIC2YDTpmqtCIs4wwfXjOz9khT291ea83uTjckpmvW5RkSUbJ2udfWLWw5WeuwbDSDCf
TGyxm4m69qigXePyyWYkDS7277VOz/k0wBINzF8qHCjnkL1dRsABQXjIn46+3X3mHesrxZDrhL5Z
RcHcHNDbKPTrYbUTinqrcMI9baMDfzJdYg3WP7J675UzVL+N7XRyKg3KroTuZ49oxbajcny2A0V/
QGV6WirLiJH9VEwXod8zhDVdwHyWtm9RrJVOnNmDK+mgnPpE51ZnMVkUJkz/xMuv7CTxzrbHbduC
7jyEtlziVVcvrSh4p3aJ+QybUbLrW5CDo0A5+ZmkSoEYCdekfu5S7zXtuDPLfCBhAVLVBsrsi0TE
FPFlXTq2Ygb9Xi1Mw/IeSDgd7ItZmZ+NlwFRkmireseTe2oBudV57V7jkzW+wmQ2MBRgOmsnH31k
1jy3JV8pKd9jgAGf2k9VvXXydBEwY1Hpy1pW1H7z2O9y32aTV+JeyDMP1BD7Q3xURIyidAuitmDZ
RuNYuPd2///YO7PmqpVsW/+VE/VcIlKpPuKe+6DVue+wjeFFAW7Udymlul9/P8GuKmzYcHi8EeeF
vQljy2utVGrmnGN8oxsh1q0buRU364Ngjp84iFJryMIMCfAoEvbBhnVcx83JSO83jPzqjKi89t5U
jYnbj8Z1Fk3clLhgjjwzjXlGeMa0E7HjHulYHzjNYN1M+h7hAaaScVeN6ZnGEn9Cc5A9PEFjhh/n
es4y55TPsHq2wTzTYADGHoo0ubO17s7GrMhvk5piIzSKqeKlZViZ1ubwi9FTTtedru8kLM+ttnOf
pgmjoy08v3GzCAtzNs740T5XDUsWV7bzaaKHfGwETW1vaHTCaZk8YDFBUi0Uhlq+dxkebktzQiBi
BMtWGyrKsAOOqbUFUCPwBFe2Wx9GD/cavIn+Q0Qn9ZTgC4w8OFyuJZqqDcBAjxKdVtpGIIsKrSQ1
PtPAoIg28gNHHvNcWn1xt0TZvCfAhUXbpk8+Gn7Mu/a1WQXXvQHOaq0U3Y295Ms2a5d4CyqdRnZu
o2TMkn4IEViCwNat3IqGQJGsN8KScUS067BzxlRLILHD1i4yayMb+BwAxGgIu06ycZikUdWW8nJg
9koDyO72Q0qSQTVZWKIQXTBlVg3ADuAOPFvJrdg3M9SdRBTiqFpRFV1gFs96qU4ybyrovIsZQ4pp
XLJfu4d55tFMsWpsFckbty4OQMQf4/AbWfEbtavrgEIJLDLj7DUT1Pas1+LetoxHw6pmFzTBcMQJ
bZ/P2mTAO3u/kdW+VrUTa2hhrJAmGCwb8bT03shqyVUccyDEqFaQC7ewx1M5nc7OYorfCMFfa2px
l6GCABcDr9oUzqqqff2KIn8es6ZEK2cxTUWLPHh9FjJdiT5ibRQG6XsNXLPYCZJbM8b3evhOsfET
ubu5vmP/UYh/vT5ga0ta0nOg3L9N4xzblXvrBukurVY7WUQb1l6ptP61nZBuuPcNLyC1xREZWABd
mFdiaeg02IQ1bBmoG8lZHDQiOIcf1jnf1Ot/pKy5rTkWlv9n/Z7HuplVinrzq+bjP387Tx/pGdUv
/S//1eG5vvhcPndv/9Grn9z9369fjp/rVe3y6i+7qqeQvtbPar557hi9/kt5sv7L/+kX/+v560+5
nZvn//7HY60rhE03zzQdqtfuD1bBLwDo9fK5/JK2+vmHb/qmurEFlhE2JLwhkhwBsYaufUMRWeKd
xHmAvcH2+A+Oin+jiAxTvONhurLOLe4zCx3Cvx0jhnTf+aS+I8rh7kO7bP8RB/31XcyPseiFOo5v
udhPyG14cxcLlM9G7KCXnAQ+w9ionbNS+9l163aI0L57a36ywN9kN3y9lunhscCEQA6E+UaIT5kY
MINCYuYHQzRsIuWDUIgnK3ns6mg45ZiGG/LXl3y7d/DyfAuCXuDbRKPJt+HiqMjLLJMQLw13JKrL
wrRdqST9jRz/Jy/MX1VLuCxASMm38WuFZ9kE16L4S+KAZGaPuETccT5E0ERWvoMwt6qqbzfk36Y1
/OSDw0xE+LEtbZum+RsDQFIUjef03hqkNwdhbM8lGJNkyXiCeDr+zdb0sxcY4G2SLtisNVn79c6Y
RYgXZe7TNmMKcGHRmnyy6xEgkDE0Jxo1yO/Snd9sxQiw10h4LFEOy4T7540YjAUphhq8ZziMgI67
+cu0Num1du6poRhTVu5p0na7P1ss60VpAnBFnmY0x9/cC0lPPehOUCamzJzp2rmrZKYufrNY3i5J
y/FXyZzt4A3nxl9RZ9+bYoa2IadaQPNuzWa4SLGDnred9+XXL+Xt6uAiLkI/nFO+QMD31qQ1zZW/
NKphDuyY6i4Y8/kql25NKKn+XUTKTy7l8czB5MNj68fXg2ABXtTozCExJYI8tLIeUXZY8/hgjYle
fvMZrSvtu2ckC4OwavYrIR0KD3bI1+/eSE+0ZGgBVCyDyJcF8JGSZtAfVJvFsFfnBCxo9lvP29v1
//WqgeUQPcGbipfz9VXRMLews/BEF6bb07FfptOMucWZhaUCjBI53X+4b60XJEyH4Hq0mmzx6yJ6
/AxcKe7++x/mP6fMZ/xZ1rTaotbfBaQuHPnePP3mtv7JUuQqq1uQ/fHHQNDUsY0pLUGAWLKh0ZKZ
8XYKCHj49Vr8yZu3uh7x2PkkgbAaX78WQNIM5QSV06gko5ncIWe7TRFkgFF9SXTVXv36ej/uHX6A
14v9Y31hgGBeX4/IAresGyaJZJAd8foRzCyYhOpePxBAdZn5CluxMn8TBPqT2yCARInbzRRY7d6m
m5J/JEvGsRxl+tnbKe3UaAlczNrGou9+/QJ/+NjWPUo6LpGIsNuFt/4q3y2O1m0MXViMpnj2dedQ
wKGxVcT3/eFVfJtwFBiJHsGmPr2Y11dZDOTzNkk+zCDTGdAtavttg5Ho/Z9ehl0KHCOrnCc0q/H1
ZRjZoM/v196cixbWHQMsmEp2f/piAgoPD+Tj+oAmlubNDRxIv6cpwSJH12NsJRjZTVczVf71a/lh
DXDHisAVHI2opHj3Xr+W2THl4ONXCz0by7bKl+XKX6WAmdtl+19f6oc18PVSq9mXgkpyOnp9KSaa
KaeVtU3tJBbQh1IL+3huCEba/fpC64b6asNF4k3BgokTT7NFKfr6QmiHdd3L1QrfuJHJng5O8IjZ
EQgcyalyoecz5zPMGuRNGPsmiH7+iBnhj18vhgjuLNMxBR/h20Mg96uVxalHsxiyZXwyRwyID9Iq
QY38+vX++Bm60jPX3YNCleusu8t3N5eBcCdWTkAWHULZPR0Jb5006KMYJdntry/142focgFAoHhT
qXLkm6rKXUySJsrJR9G8NJce9JYj4AZ/hVP9baH4k6vYgc0hY7WHs9evL/i7FzRXsTtaBePdDGre
Dg1NR9If3PJfvxZGa28Wis8ZBtIqr4jkbPk1uen769DVQKwDemWTcWycdgXPr24nxqR98vw+Uh8N
HFQ29MaW+hR+VBO5RMyqiIkNEaRJ9R4uA+A+ObUt26cBlzxUcjLMLaL7XJylkJGfPGewSCDFdaae
o6hgoG9HyHDCGRqHek8YwuDBEK6E2hF4iHwuNGMzVydiimA4o9Ww2iI9AebjMaVAQDiDDx/rhJ4O
bkgdzz691ixIr7Nksof92Pmxa215niFscaZoBgzHl+3dUlXavPY8QMBonDMNpq7Jg2DTZs7sHZCT
I+eDadTcI4wQB6secnRJvLrmMrLRiH5MFIGd5wxPPeCbVuDBRR/cSGzEXPfBUZ4GZnW1oMGaj6cO
0+O1EdkpcZ+dMU1n1NszEo0K1ZCD2y1rgsNARjGtb9uUEc/U3CFiAhZg6tyQPxole/psPvwk3J72
dV46KgUiH7XXmYkgn1wVjNGIgDsE5nlHcRXq3G+AaDsANh5kHMXipEawZN1Jl/jSeIO9MS1Q9ttu
smt8sNYh47ME4alwNDPKym/7I2UPpMi0Zs2EViFC+5Rnow/oUk0y35aoye8EPbnl2A8QLGyZSKIx
VxLY3ZU3J+4d7shiBqbmFyMZJJ71snTDJGjzIu7FG+rVgGXGYaYJ36VlgjIs0sl1rHM6tmhxS5Mo
ybyoqEP56deJMeCFMkp3xDRVOnAMk8KdRtDxZdFfMAx0g5OqkcUVLV7LvUXf2c3HHQBBh4GAXaIl
2CGAZMC5nYnt7PV2nFCtffEzXJ5ovi0xdRdMBUt1Oqagn3eNkQ3qKS3nBUnW7JOV1RQdUmCXeWlo
s1fTJJapK609trZevW/6VqdfZszEloXMQ/gKpi8iWas7ykkTYQKIAkvQra/Q/6NQjck2IGtGtrEY
ngKrFv0ZMJuie9ZI8poKxHofLPGeqAHzQpR+lZyAUE/wJSvXRIKZDd1jLrAEHsAApleEx7QvRud2
0PPqtDdOUSZ7E6jVriqZ05iG2aML6CxreFxTAPlUtTIC4ziYFnf4IsZSVodYB0W/lUHLgM8gZ5iE
2zrrx22QqQy/l1jiNejEJX0LkV0BkyWBg3o9FZbHRIq8quCcdnTTHcjKqp98bqrhkEB5EI8lIzqb
sRSgJ5hEYj4rsNYU+9HHv3dsobsS8KU8Z9wWiTNc9KMVx6eT9vvixi9q196rMpPQ6o0WgKlpJcQ3
LKsBOASU7zM0RHkLFCzDloQkJi/9Q5JFZbNhJ+UJNumGt8GYg4WSpIYNBlPJvJ+RWcBE50faO5vA
EtSAyN3yHSb3oT5ijAo1qreExrfRNUwikZdAGkR7nD8vvZdSACcFEsIGbJp55OixGj86ud0yO+TE
ExwxEyit06YrY/tKB0hnPtS11ukNXvSqOXb9wl8OEsEhdFEZF84+YCj6oXX69Bz3khHvcDzUzwLn
dnyeNGue8dLbNDNzmKrNboxtv3jfKr/g6CRqwuxg7Y2fbRy4ZCjkdXJb0+4PNpXyAiKVuf1xdlQj
GmvTT+cjj/gh8s86m4wOTEIqOBrzxCSGBVkIYljuRmBiRre+Z0V53ZHAhgl7KoyLfM7b92z8nsSx
z4zxYDEiYpRedQj3k7LJb8nMYqghYx+ZYDxFTrdffB9m5hxJfKaAMYh57FLllJuUnDR/1wBJhu9E
Ory/t82mVZuaYUDE+LogY2uq2wTUbcA0+QJiSHqMls6zj1D2wJOcPfQ7H4n9A3Bc6SVAdsKDcyMh
XbovLbI27LLmOofz8IoPxO4lIwxBQmeMM5dJqNr6KNLcE7yxHcLFUWgQeYs5CzQXFSwNW+p+3oth
MJdtEvUeKUCdZRCHGcx1DYap7hcwlEVv7pWRiY6hezX1J4SlM6yZ3MYBOA3QMDtuhcBoFhdFJu96
PKdo3D0kFicEtOOAm8aS4+9EU4gaxZ2DFoI3jZtdLhvvC9taK87d2iOqOnbsdjW7NmJPwAKq08Sr
be/TAOYg2ExGKfKTWcek9fJJohgnxYemRIOeCrkGSSegeu05zTbOUDsLgD47fphxP4wAxsYcZKrJ
YIYBt2cV6BfGmngr/ASr/LmhKGwCVz3XDHDUzk7nAlmSrDBhIJQbj6ahUwz35kS2YT3mTryH1G9/
Smc1vkeZiAGjNFxuxaJQxmVjRJ4ZygYRTFgUHhYpCeshO4HYi9NoDowUPXRtq4xcrIFhzNBODB9p
NWYvktF6uUEYPnpQksr5i9+A8SYv2hr9Xa5azd7ukvSGws9EB0BkYYe6lpCG4kiUzYojkAPn1aHp
CE0E1SU3bLorgTciSMbvq6Qi6atC3NIlZqlC8LERUaZ1incLpjNE4q5Bx6yk0fj7mnSu075wDLBZ
bmffe8uAMbfsTA6mXQx6giG8xiBe5hFcXo/B9nWyLLnH75NghSBxCFocpDKUUVmVB0QnFQuj0m7M
OXEKx4Unx6OPWx7OWYWsSHmSrmNrPSWeqngAjsgBKTOrNWiVJ4EM83JojY1aeBgwJsoInkM7X32e
FbQ7ktZq85bhVMyjoJDtiRIKxKFpZPDK3CrzYOANnXdhdebi7+ktTD4FEr4kmiRxFITakcjRmtbL
s72cm6i9iiPRxpdzUmCEJOaq7Albz4ZhPIVzsFg7g/2dUB/4vsl5nqOyQ+CJ1Pa9XMoBBpsPovXC
zuxlOOS4l6ejRdisnTKZXfM0Qv+SnzbUEv1tlQUSBWmcIic+cUkSQVxiJB2posgGyGsEIWmkvn2M
g6Du4zNpYYh/VCOlAs9X2RLcHigepG44MB2CM9kY+OY/UbbIeqswYQCdaMco2toGWWYpD8TuwNzc
dY7S2AD10RQlYBEUvE4TaiygqKSJM8SwwUnwoTUIQTpRBVNZLqbA5Y21N1/7Om3R2mkGeiFwkzTf
q8jVjMN9JhVYLCxCPSm6GAwC45a8/QR29zs+GQeJKrPkA4al4loYNVwWVznLhzpx4poavNXtNlbK
vlE4cMCH5Va6wcWrz+IIceAGpZ3bb6wYhnkYEQGF4LiPguFBx9J6mDnbstwwm5l7kukqlHYCdypT
SqiekB+DRW48G1AnWWRP61jNDetpxi85C6sF2ihQQkHKaOD/4pUB26cr40Iokg1Z8hWS8qyeaZEP
9BTiXWem2UMkILKFhhEh19IWReJXcTNsRDPTnxUP9XGjW0NmSJBBW25UEY0f2swHdwHSFSlHYzYu
EvylKHaViXA1lEUOxLqoEchuKFzVsIPRrIajuTQxBhZAFm4diKn4+yG293vKPu/KFWQghFZRTDGG
nSR7kDJV2QZX8oR00S8qxB3NKoAuGM6ErZ78G3PMjHJrYxVDICcQAIZJ0g7PRS/hZ8Zzw22YtVmn
tjrTuBViy+vvOz0njwhSaJkuPqF2YMCd8aXy5+aDy2j4yI4iaimRm5yWOAvUHdjRvDsjvoF71VEG
Hk00ftC9y4wmaDhorylDl+PQ59HoPbAz9lTuZJwV7m4iLfkKJG7Z3AWpQng1JV7HUtI4arctpCpA
O6sqTiUwOfZQa0gc8CoHrl5WVxJblWx56uVztlzrKoPcE/AwPYPmh8UvySrjrnVjT9w1vgSUrVQ+
XC6tbV1NHTx8oJM2uPgMttXOFYO7DxKtz1ox2Bpx9EzsgZM39Re7iuurQXNkpMTOCw7DEtEkAqIk
mvn4K/AgPA6ilYWnMwh9LgeNa3oe43PcVtVL0Qxkr+Ap5OmZOrlU28Ccqs8TRi3y67HATd2miobZ
jDZ57PQcgwnRXNBiNYpIBBhHMC/WuF4ExR+NeSnVdS4MYCMhUfeaoJvUF/kdcscKbGsj55gw6cBS
sr9MKqPgriTiq2vbDQUQX/FE5N2XalruRo/ba1cU6Gv3urGKDneT4zzEXTbcYvWia+xzCiV3dakQ
z4PAnbH69JPv72fDHJAjU7RvPLRRUcjdmrLohHYTAEPS7pNnhWAOmGTtL5+nttNPWdsnA6xKnjqs
UzTuYWO0EHyskmwGNEF5derAiUn2JR78fhNVJToFvIVUwAREWvd1aon7IWP3ZrMtwDoGXqGPCDQi
rmk1+l1UtlWUfA4N3lqPSv0JA0kdHDw/yR9IMLaSbd9XxT5vbLzRKESDB2cC234lcwyRnLxcy2m+
6JSD3G1RMiT7xHs7m7vcGNt5l0yU3iH0X/cuaXCpbhHSS4DjrdenUObLYdjH9rLYp6WnnVvblXo6
wGWlFmOfbvvg2qCdkZ1WnuF7W0LIDXsnhw5skizbR3NeEy1GlyCHEGtX5HBQzieQy65JQV5D0Qfi
3zacFIZuco4cAkWwLVFvkkGMUusWO44mfC3oCFfJhfmAUMQ9r2Z+yKZNex4V6egO92OqBDR+JVpn
x4qjdqB9CrcG/7WskQ/TQwtpD+O9IeElLg5tB6gjdIuheiyDYWHnY0o7ha6TgV3RvdedWFWtpx2q
UdAqFKCwykZd68/GmKj0bEQZ0NMGIe/gwPgzikJKDX2DchqrhYmR+KIyuzLYybo1yClZ2gmJGvSl
w1INaDPHwTBSmMJ0Sll6vodwbxndI88bnYFeBI3nEPWZ2V7UaUrQbeoXrnc2lGb8UEGZjeAhrIIW
zynlrVG7ZcUeSrGLaclda7ciU6cpWWcTRiIju6fkmylAE56hGxU53PzoffGTIwwrid7rzVKEuY8f
ZzNoWz16dYxZGcwhpqDMg+hymHhWN3iWCrbDegqwMBhxSZBAgf9sjXJIi0/tyDYD1symzF5I3rgz
Wn+5jLJ4elZlS0IvOHHVn4zNMDyxLmNrZ4FUS1+WGa4CRldAOCeRma4UVvKxmE8PyiyO0CT11QEG
Bk9OrAfa2nPqFeJTWaIKItIry9udEv3yZWpT9h1dJuYV5glQNgSRqY9IZwiaN5Fiocuzlnw2onNM
yJMs3yeztrm/Wo3GcmwoSfQFIqJZbvN2gQZYL5xUH2kcZOUngfTOJEQaLvYBjDVtKmwanNVvc8q4
lgffiK31oYCcnLxnqOjZWRj95YF3RNHdFFbhkLHhTgxc2nxMm3MfxffLOOUG2ZjVhHOdzZvTspdz
XklxpJ+BLI6enXYoXyhu9cdmCBL5YUD2XrxkE9U3Om5KaBxD9RqehTC/fg+NqWkPsvD75NbtGVbT
BWizD33c31R4dhWHiB57ssPSgFFDsZsZ5HwFTrKNGvJieZ8/daV51lbqsqrtF867+TZpvKeqkNPH
LPBJHvDj4OB640m3lpy4RA9+OUHLNkdpP8a+PSen/2y4laK8AnmbKEDZGF5T48pw4XXsHPLXeUg2
8FQ3mdH1H2lL4AKZPVqwB9mNzuU//XqKlOL4xwG9iqcwrjMxMCjK9GWgLfM9JzMTUZ1OKE9nEPBX
TVBPPGOIHbv7dS/1h04qqEQmIijK0DwhlX/TF66CwWFlugYHEFT2ES3KDWmVqNwFrKRfX+ptc5iD
IXMXZkhoCWBsvmVfOpM19SvMJ0TdmJ/HPAa3dj9Pfzjy5iqMRAQjb8Yipuu/mYt0roMgNsmwR9me
OuEQVJ0hbLF+c5WvMovvRxVcJgg4oFOcM2iU5pvZcBf3ypY9IKNgNIqINFaeOiFxAlW78zosUmlv
+xejJzhTEGVq3Pk88F6Ea1H6/Ppd/dkHaAokXHBzbMQEb34RwpBt0zD4ACmUSZnpvQB2GalRVWv8
Na74I13W/0x0ddk8V+979fzcn39u/n9QXq1zzb9XXl2k8bN6Q+pdv+Ob7AquLsRRxh2WCJhgssD/
JbuSfAFFIYlx6AcYN5qMo6saTyNzdesd7Nx1ZszN4FnM+v+turLJhhMSjmlAHisaEb7rX5qzv4RP
yNX+diTDgO7VsAQdGEohpvou1zPFj2RUDxkxRCIckQMmFDIZxJQVTOFrERwv0PH9i4ZIF7pCQ5on
5xQEfb9FtKq6Y55pPuefxq0o5mE53HrYZXFO5Zi9L4PaSQg3cEhwTcNYt8I/aXqTU3EIDUoWNd+R
C4rODvpd2EJFTPc5nPXsyJvtzNkgv67dc7vqRrGZ43qdwKRCO2HZG7MZ1i5gKHCLa8Ajcxmsay4z
f7oKBMXiDOOAeW47ifGJkArQHq3GNB3CwZ0Jtw3WGQCOxI1VAiPd0A1v+HmlzaHBHnHpUgDEsG9t
owdqbudjuWyySGbpxhqzgC6PO/XYWeF69JC1k9baW4Nbu5wq0oa47zZ35yO7sgn58chxshO7Nnd9
XMSXaumDz4npOw913PtPTSQD4gZmh/NhQvWbAwPUpvsQYawuP8Qm1iNU8eNUkucDKudkJDCWWKqa
wcqWdBXbP8YUMNfvrSVze0xuhDfscjxNeHUa3O87MSRw4DKsXfc1/ivzPVnSejnnqafPAjeC72LB
5WeAlXZ6OSnaqO0uyd8WxTFPJ78PG1fmp9JlS6YDP04QCrA97dvATyiJSBeK7tlEB3s/0igoj7oo
USSFu21m7dq0a78o2MhEEuGBfIRIz4RbAJ67H0un/yho7jvkLgCo0+x64JKayn9ktFCrLZXx2OE6
zNHvC0KB7RDJGkWZ78fqNHOcFbLv6tnZq8z1ZqJTCEpdA/UGsIW6tDD6mfxaB6dzJ1TRHDuO+tow
npKBxCCalWl6akZdcmP0afeCmvGuh7WZh0nHnHdT9H6Dmzfz0/caF33KGwQ6tyjMiSS5RSkSYhdp
fZD1hBUWqgDdAW92nBttD/AdhozwFfT20H1DSEwgASI5dghZpnJ6mOg3AlxsdfUoeyIHN75FrQkT
1lmuW8BQ/G6mmTJwtGqEjkU14Kqk7aGeE3xoj1AJqktkfeaXlESzYt/Fa8i0hus0bN2BgpE/0/GT
z53fhkILqQ7YeHUTptS7TNGmavlsG05ziRVuLdlaDoX4ZGq/38KGcQLE+S3qngRcaY1rSjGUTcXq
PIidjtpKEERABEK6AE8u8jh6LEcU2AcmB5KjnE9ji6VbNt37KibTZ+tFAVOuoZf5lZk58iaam/zM
NJY+2iYqF09tO0jSP1J3KmkCZv5DhkX5mui0gK69V9AwbMAnHGMQ6evjhH7YZcuog3SGgtKQW86D
JAAZIH6W3SyAESjESXyR+LQNqAXEIY5VM/iNwFLdjbi3UN0TpaHvsrqIP5JlzOcTFLhDgSma/pon
ASwXQ3Qhgby4U01qkuW3bFLmynTys/JOSK6GmTCb7xcQl8nlUHaK+F7X1fmNmmwFyFoYLlY2f4mP
bPJzxsM6z+93MY7EYsc5ChKHbmsGdxZRGNxQTGB5AKc2QdEBsRsdmX3oRUKD2g4MbIWBbtsMWSL2
aLCgKsZ1vr46GCf11rDrgXYjUBAwxKh1VxdkwOx38Zto6ysrIs6LnshHQ3j1x9JupQ7H0WhoDgC+
Hrf9lKLQKLRPi7DQcc85D7f0ZUHW9heMjuq0mWJSyOPAqbD6z80EFAXR/g0LdjJ3c1QWq77TTgAo
4agvtqkTSLFtuOEqrIFLP24iW2PCnV0fk7DnNU1yGSUiOVa5zvFJSi++SdtywIMeLXpfQUQ9t1ub
j4BIMoJZyrjtynMSJKr6FBxrxux2zmLGGTyDNAEmTlbu/ajsAzgCZQVcvmVR6DSeiE9vA+8G2GiE
2IregLstep53LOsp/Qj2C5KX6hhq0pMx01tkdWTaLZFVn0SlNLtdTg1OJ9ImEpBBwiIwPIkCYMjc
wgMJe6PsQZ2ZhUFgd1wTb1+TjnifdmS2bL1e0BbHEGbSGZlEcy9hgNHP1qCDwiEVVbIpSLf8mNDG
iTcFYQ1b5WZLskN0iUTQ9Dz7aQpS0YY867OPvgPntzq2x84Zx3tiXrihSXhT5tPYQ/nQy5LmoTQX
D0chnfNDBMN5PQwVF87kOnfSSJePhcZMmRjshRvGPe4T0wQDmUEtxP1UI1QMrU7VL3bsJBxpvfq0
MBcivEypz4mIgJCXkGQThA1z3HrbIlTINyn0T3xli/mBxgBzmtKr8yDEne49RK01YjML5HKTM0t/
yTHkgEBhG9goJii4+DOAuQmK60tbkiQeZqu0JsRP2cIGa5MamXAymMeO9lgzeszxnCzcNETS6HFg
PkfS9G0eG+sJW+H+DIvI7uFqZ3Gjt/akIIkOTi7Ok6JFvQ1ixwed2lj2ximQmoC8XcjvxgljWRdd
39NXMmJ/nIHzwEQNyGnJh9T6nAeiT/jGpTf1Kd75crpasPuTqCLdUfu4GfCyn7mg6Ries4FG1a1b
oLrYjn5mswZyEg6wVRMeD1khLgWnUcMpxLWiuYhNylZFuaXnDGQldy0OvnXrF6dVn7iKDNHMfIQ6
MY5PJOLGLXGXUYEwDPYfO1MR6HQ7jziP1++cEbXOifUlLhiAbCwxQ0VhK7IjujmQ4qLtMvUiOqat
qzFOLj39J+CMVXbbz0NVb4soE9kRfYGYBD6XXZ4MHWfmjQlQTvGxI2+IPmnb7izUMlXArFLXpLGH
gG4GktBqJv5ttVeOM4jnNmcbg2jOie4Asx+j8XZAId6TUojszD8L0j6aX/pgEvlFxwaBo9bCxnuO
pb1W55GAuXecBOQkOruS2mIiZktAudknY6M9EjUhRGB5imtmI3CO4y+1MlSwpTdL5PaUOUTNMVrh
F5WJjhjkRYggJtIpY8t+0lOvi5M4H+b8ynMClMCKcto4VF3bi5OomQmAJUBx8Y6K1mjdfQvBs9iw
TIkPsxY3Ne/J5pbpIW49SmEWMrFS/pBV0AgcZ0xX3jfKoI/BaJpgioxJHkpfRy9CY204VAzyZ3aJ
fGaoFgkMtSRrIXUBzwa2yW/ptR5Vhcrn41WtpjezGEh/cqFi9ZcZG09BJJ7UzwZl9LlPHMEnsD3C
g3k25+neVF0nD5Y/kOg7VmklNwsW7mVTO27s4F+lR8ybNtQXDblw1g4XlGg2tevE8ZnBCys2nmGh
J/cptadQNV77hT0h1Xtn6HyWuom/bhNb4+Bf9ij30dL4BNnsMOQVLdWajtEgRXKNanB98dISlEUF
H6Sgt+Dgt9bO1ZJ5HuyAHEq/iR+MGmToiwMFgq3wS07cbxGtliZseG7e2UEa8L84Fm5rm2p6r2eQ
RBs1YmLewIsAfdd4aXbTqDl5qaQLl6UYkMvg5rWBuDURZJmOkhqMUMVUOqwVLsCwa128diooXf/E
TIhm3ShPJB8M8n/pX7oow1FGKBKOKwdGNgPKXCRXllaxPq6cmhnuwPyoBgtQoGMFyDNjvxyNrDoK
xvprhHC2oETROq/OAZ/Rha4Lv5WneVDPBW+eghPBHATUXYa0wdiC8MGL5jHVcGAoLmjqcn7YGrPW
JtGmZyDXhVkzE45Kt3H2tmOWjEzAu2B8HIwFG+bSJfVz3KSQJNqIVtaXpmAaDusahwzP5C5tlu3i
ml29bABRoJFklNa7ig7l0GuStyE4Nuaw59gROMXWc2LyDUP8fUa0m2erl8RPVJ536bPnRydL1Wfq
wkMKmH1A0DKRNFYpuk1rZxrh9i2lZ0bkXqyasl++NYD+t3/wj9VP9fftg4P+XH5v2Vr/9b9aB/a7
wCGU3eZPwRmd7s03xxank3cweGyMRLTnJM2G/zQOaGFZuEeoYdDqrErOvzjJ9BSwBWGucvma7TNh
/ZPGwVe17XctLqgiwWpNXH85+oP85Ndizlj4HJvIJ7wcnaa/9UutjyKWyhdzUIrUTGuoPqSulwRH
wuNYOcIG33n1ZMW7AKcvqRz9rOAvnqdzQkZp2+fxDUBU44aHWnqZlYH8ME9Gems6YCfBflq7GrdW
o9v8wqzFPOynuNo4c27fEYSoTwluNW4MSVZ7OoGEgO0KlsOH0nuWKK99jMS09/MBv8SUM3WQqy6Q
+dVAO3N0Fv+klM3U7et+jdUcx/bM4TDlf9N9/+/y/gfto1+tb5R4oPs+/9f+c1d/v86/ftu3hS7f
sZKJV2KCASfnm1z920I3nHeOSQ1BM5V+l/W13fXvte68E7gBEEivKHEaZbS2/lrrwTu8D/gWseti
h/sagfWmKfarJhn9uFXE/p/V/tUtuTpyMZ1Z8MexVrxe7UWOpgWHNYGONTiqfmiXC6sMrOfeANM0
gHQCKw1R1q0C91AOufxYxZDnh+TIQKS/kaQVS84y5g4x1i7wSD8aDY52VCUa4W7AqDxKZnRW+U7R
KdmjpUqPiAoqw3qGFYhmWWz7joDiyr5TjI/mEQ4hAj7wtL4Hu7QLXBITs/eJsRyQhQ4rvZl4jHoi
nDtgms4IUc1RfI4Otd35yKIufWbfjGkNKANGyrFbq/5GodXaEklzjcP7Q0R7ITM8zlXevkyice/C
0foQpGtKpVedzSZHrDJfxHZcXPnw/9g7kyW5jWzb/sq1mkMGOBoHBm8SfR+ZGdlPYEwm6ej7/uvv
gqR6JVKvJKs3rplMTDIyIhzux8/Ze+0ULeq2mJBKiZJUxgneLBGVJcI1vX5Ku8gG4CbMfUJoygLp
0HfofN7aL/v6Dj/89N3WwnfBFXAlKNZXdR5HeySMjFp40WvktdYxc/v43iExa09GZUX2QN09hRKD
16L1B+NgIw+e1nPa1QOBFRpQZvu+CPvVWDjvXpcYnzQ1ZbOooyHtV5lR6PfjAJp2VdaWf3LFUBi8
qjWdy2Yyz94s/0F4FjkbRW36HRmfTXAieTNru5GM0LwiVW+5W5PvZw6ivlPUUy800Uyij8NpvKNQ
Ti8mT8UcvYrzzVbS3Nc2QO87YOzZOazkd69J6EIgKJ+YADf9uB9R+m9xyzkjYipyEsItggYF64zC
E+pn3SGAI6sYcG0LyGjFzuu9iggL/kddK9iBdalfi9SsrWXT0c54LHXSQVEt36N4tQjsNeY434S+
G341JwfrCmGi9cv4lIdTtc4jkyt/lQzpgbukc6XCTFZBHBZr1YQMMKviYgkd5kJpZsMlcRFOamU6
HiYln2WfifgQCgsUqGHtgIEynJr8caMy8Q6EgfAGnaJrmMKXcCYJTTkYHur7RUFGfTnZ5owBQoPt
T1ekQMEB2MBa8SOmui90C+lFm118YsstxPdRLLlUo39vxldgamcFpUe54TFrBWxF11mrQK3bNGaA
yODMzDRgmbBcIupMd1b8VjbsQLs8Awa5mp3cJmm3dClXh7R+lJFa2rpgzjvfueNuuGBtWTbOHqZK
l99Ku9oW3Yiq6mtsTusBrAOssFfdjuqHNm6vfsd9zWKIq3vtpkL5oPvimFRA10b/rMwMPPCvqsZq
URDJ2GRpt/YmdxeGkb9LEJ1NVcm3qnlHNyyyPV/VpkuGY0KSJgZLse1im4H8AMm4d0yo8EF96Cx7
urPJh6MjHQ9oy5VcY34pbjw2JyO6QyOycPX3kJhKWFOz8n47AssnpGNvphMjoWw/NtFVkNdawIkb
wTlSOayC8LvFriIHI9gTODQ89RXjedLakPmUZNBKCyJUtfYD+SSZMiPRTYGXe/W7z43yFET01Yc4
/J4nAIeigj5LRBJuq5evRdl/aoie1yVP415Y7XEYyDcekktWEl4QhltDG4CHm8YHSSqDOie0aFY9
PertGGV+co/uwYc1l5OTpE/5sgdrL6kXkESJ4tIwhM0ZSKs9pszK3ESQzVfA8oIjcLgRJgZyAPWk
PHoKpP8ArYGaHsRzgU4VndxUHHwLNf2D6xZbXODG9ylZnhOJIoUPHidzLA0ZQKs9WKNff5pT9aBr
uo+mjQ7MQgntEgWw+dc++DZgUjo5zbYP4VkUWrXrCwx4C9kme6UK4xnPIC2ktIbMgyoPLVzlr7Vs
8h6yKEKqx6X4S1zV3tkyw43yET9JbE9rkA9AGJFvLrBInR2h3wKfUDQ7dF+BZqMUTxAlkUwI37XT
T1UYhQdg2N7BVdwJLBEVJ18gOgq4SESFu6yL9NFI+ruk7LhWF0xypiY5ccWIrn7WsPcHT3LkyUDY
/4LRdWPFXyDTLhnr3GTI5Vbm+jc3dHbKIZS1znfMh7bE8nCqmM5wVF1ZrLUY1Yshzm7cfk0Hrrl+
bYG8y+N7httf4bTCq1Qth48R7hDaQS3EM0aAMhJfOrn+3GlHbFOsXRkNazKJwqUW4DPzsBQDindS
tkKya2nCmUTeFF+J9oo3hD0fBt2LPrs+cbd2nn16VX7oSQbYSBXT77CWRdq1ywxFNzL7y5iG17Ik
HjWqRoQfWcAcZSSNF61jzMTFejaG52l6q0k0KrkuBnzaVca4nkVXy/zF6/pTUnGqNVa05r5FYPYb
MOot+FG1QH70It14G2lvmG52bdmDDh/ADMLjyirClVglWLqAO9ly2+rZfUXKgJUP+0k5PA4wxC3Z
3ammuJqqPYYFwsowyj6kJBAhdOuzmPR9W1f7PrNWY5acvdIi/zp49S3t0HWkbrOIc3weqkGT5HjL
NjNAKCn93a9mIGgB9BXojzxPsn0hRP4gNPNRQ4q3kJV2kV72bepuGMKDjdH58aIneQ6ttPXd8e21
GWHcEF+sFpxZhLBcV3PT3b4Bdngd6++pTHZdqs4OmbweXtSFqUeXPDF2hU/zXLjhXYQySbTBHU5W
rBUBajt7pJM0z1JkTaPEDc6BeSQCKQLW+xXJ+14V9lrUxSpCzNmOxsRH3m+8gS6wS7JKg9RiwPYy
CoMuZrctU03bu3q9T9yYqGFyJmYjPf2coH4JBnU0x5exD5BuENA9wL0Dz09nsi8OuiDdOVTdQ1d6
O9Bm913QET3oZevW9z55aFdBbW79pFYLxKXjHmkzGUy99okUiY6Wt+EDW7I04D8F+5wxkTu526yC
791pK91B61l9qQLcWLg/J7YN9MYlD2B18XUSlLPmQSAVn6XsmVbuxy5aytSjrQ5ftkT9k+sYFKL4
7NbA36YkfYvrb4iiLqTuvQpj3LQlA8jY3thzV4D5Cb3nfAU8um+iPa4ddwU6j3jkoIK4hWjwBqWH
qId2ZSOAEQWCSkucRlweC91Q961sn7h6aau0f5vSdpU6Sb4zO/CHIPHIIZPeeGjST77KfQxsm9iW
1dCmZx6txVBHqy62Dg4gSAjl8aUqdehxvbx3uhRyaNtHa7O1z/Sg4gVRCCjXxYMq5gASUT+UFBpd
092hQl5OgwHdq98D2NcR/9YrBmtbY7BXNGbBkkE9NYW9IpKAYaabMrDA/7Cy8MHsptp6xXOdPcJZ
zdamXXtHT2P5zdIp9FuaTaZb+GrkjxAUL01h3vKcpJxObFoNzbtbHrkFniQdTSZ5VJwgYdFLHhoG
0I4q761KPLhht8Pg9t7r7l3TphvNOwl6PnjMtyIk8nbuuVr1Ke3dR1D53WbSm895Q9+kFu4kmXdb
JFHpsmqeykzsaUMu5toU8aL0UN26T17gQ8gD/AsNXHZQ38cXkE8MCqxkMzO6t7V7SBh/u2W4Q7ga
rHWSDdeMJVnqhbtiXLLWPPFVVR9ZMAN1J3BjPiqcdSra58xMybN13wVupoMtkzVYBbYAmHFKRC9m
lq1Dz9kjceF7A5mNA3vRTRnJ1bbg5AhjkrylT+58t2y75GLmWLJ4kGTGrBy7pW/2mzp2FoywU9O/
WOrih+8MsBeudU1i1OqZxgSjfKs7+qQJGC5Bmnyhv5MhuonpmjbMr3s1rWM9X9sIU4uJBLRSrzZ5
6q6giDMSlMmXkkiOaBjXbsgXYmuPsp/2Gbn0hROi0rV3pKWslPBYPH2xTAuBO13zt2HOqRFZCEpt
zCq59LdQziBk+Q+yfI9SIjsyN5ObyXow3dQEI0iASB+7cxQ7SPORiAfb2IOc75ZSnrjgbXxUvCEj
rqWbxM8liNtwxJk8eJdZXLzUkg/PqJeW8aWW1t1oyQ9DfYU9PWxhwDE6ig6t8WLm4ovNjKzNzMew
ihHIkiyKudVfRBpaWvC+JZ3V0nwPfMN/c1XJQZq58CoXvRi3U8VFMhSIDsuqulXwP58DglTn/6fG
cz1gpMTnSg3hMFZtaOTO6nfmSBb1lUm6MdsE0alW/IFz8LVnf14o5UPE0eYlCXGPbMA7MZof6SDD
1RCWN2OQm5xEgIPX1y9Mch5626pekEF+RvNZ6scnjXmeALNH0Mm9PTb6WhThxW/1z7rEkB6mqHMz
1J2ov0Fxf5ZWz6xqbu26Z+GIS2IxukhibenVeDd1Pd9y8q87pZ0UR+ldRFd/LUCcn7OujC5EZnm7
sbYF1WlSga3qkggfwyKK0urCTVfbdJln7hku2TcE8fXGw4/42qDQfQeKEDBzn3CdWKI+OTOtrSm0
6V0jUgtqb4dk3DXcczdp3s5z7RxZqyg6uNZ+72yaZNJOpsAgynC3RYqvyTDNVwbI3O9gPxm8ygjG
O9OM9qoQzJP/gKWMB4ohMIaBulXlQhlggFYGY4wcYpsojFNOnduXjBK0NgclneMlXGEuIQojBQWD
fsDGqEXg/ajBzFXhlpWGSSubOibZEXXHRAl+V6AZmTPCsBwxIgkvXmgyKpNas28qVCcdFhwA0klg
HFxR4adtEhWUxNJAMkTPDQCTD8tgcNxhuFt3tD9ocVBYvGDIBW6Ovp2rqJVozm5iHoHfgvCcYZlM
dYSLgxxrhgfKGsdVgK9t08cUG5BlSRJJombnoDSyLrIsEsEsxwn3U60xfavVqHZjJasj0UIe/C9O
gho2Y0ZJlk/pEuMOKzpOLQKBsyGXFx+F3TJEbcE3yB/uWqpfBotBdm7VxJtv3bi4p4XEHHDd1xpR
Na6h2Q5yvHqaHm0rDOPVOACfVdAgAixhRrhPS65r2Gr88bnEBGRumK49I10Y57JTjSBd9KI+qknn
AJPSlyV5VJ7U5oThKNb3jcwjKCa5tNH87aIp1ktzYRvMes9aZ5KHugpdPqi9jzY0OUU9KadUu8SZ
LvVoMsjmKeUgq0syNmVPAoN0hlvU2onxjQtcIL+FGYarrq8z6xAwKB5e03DqT8AVp51uOGk7Cx/6
JX7EcCem3DEeGK5X/pKdAHsSUmZ2ppD4zy1tfnCRNpzOcNEjROB12U3YzxDjnCO0YrBrGtHaq24Y
op5xt4MyRWeyqZAlOXwXzhTVZ6fuEgVJHn3MEtS3/ZEjQlRESoDBBSqa2dlGn0YY9bbJrIOIvM7e
psqn1hvhYqK7anV5LQbXLlaOZ2gPTp2Y37LCaz+EMMX9aAz1t7yhQkk8UhWaqmBenY31odC7/K1A
H4ssjfyuad/rIxKe1vNx8qZzdldmF1mzzcRUPgRhVBy6yFf3ke/7wcotmYQtnAHGrBMOYp+NpHjY
ZRC+hgn+i25IwL1h4l9bxMOMcLQa2lhkTHB/iJXxjZRbb293sYdh2nYfIPTnZ9G09r1uGRjj4qw3
DlVdtODqU9t7afrIvi9JOp2v3VHcLxO7rpqFU9YErKRjNB7IOSjmb7+HKl4gqLjj/mRjiowiEEkK
BcTslVzYfiytzSB194VUmea7zkiTmF1fH/GigizIAGZcs7DSNiWTxyOZrdwXjBPJs3S9ZEwNkRpF
uncmgvxYHzqUWztR4hazXb7CGioOEbTqm98wOFsiPvBoZXV022yK8UsaCu+VoTKnd4rXDMK2P6gv
RAEE2y7lbhzVtfE1lgmkwKYz0ucoHm3ajEoj2rsIcuDqRvXNUNmVdYS2kKy/79iFDBZqz7Byi1CW
I4bPGfq/G15AS9IkzdhfKNoZ8j9EZWr0aBaU9WbmtU8YB7pe99QULijVoaCaUZJUscLsDFo/Bte3
CfFtwfKS9C0YO070/Jqgf6LnymxN9Hq3M7yKsOjcoki2rsR4s12RAb0tdNOXC7Ntkw3Q/3pHG87c
24Oy7yqgsVzWzHxvTu9B9dBXKlr6yDtPdD5HKeHId2Z4KHkKDyah5mBYm9xetIgX8QQZ4TcDFQ+I
AMMfDyKp1B1kd+vWg62kIppqgKJh/TjoARdfWtD1RrX2cEajY3FtLR6m2BovCMQZxzWme7Q77ld8
3s09an6EES5I4X54NGM6BIIWw45BvVigdNaWKrDx3VS0JPku9OEYmwb9F/xnm8SEs1piagF1g0ca
qTAd1eaCg+WsJxyndrTlsWJSWcWv5WjfZm1Dn2+1wTsOqfpE5bitE3islDayhh7tjbvWwxkhfMqO
yV/rSHxOqNP9BbnexhLBu2BxZsTCzzovgzinM+Q2/2ARAcvlJzY/HeSdLxEUhxT8c+88xyiketNY
d+LOL5vwFXbNEdBs9TEQ7H5Ox8H83lM4MKaFiHrEOhO/Jvk4fkvwCL0ZVmMd/FFbuUNQravMhyxI
R0ZWuy5wCzIbEo2YvLSIs2HL+kyDfed44hWodvRpNnZwjQm2+WpNqBrZlLVwLWMreUKjbbyBpAY9
V+tIFPqo1r6oqgQkIgEL4MFvH+FZkGvoal53HYWa7nsgH7Td9cb5iCorPoiQMpYf2rZ2r+/0wXI+
CyMhSpQKyVj3Iu6+VI1Fe6JvyquZJenOLW2CCydNcueS0zYDyAzw9J7oR9aJfxxH3IcJQYPLDgfT
61ilRN0GqVh6eksiQn5VHIH4G0JYgB6EXl+F3l73zU3NZor6QS04yNNFhD95jpNsNsFUnrueaJuI
sE8wu4pEF7z4LibNtZUYxpKocRzXrec899OwHjKTNDct+GwI6FxYeX1EaBav/bZtdiALMEFPtrUi
iegkPTr2YEtv2OS4zDZ1t6uhe1Ir4P2mISphDGKV9J8cRMlbx3KiE+Hm+oIkFkS2+TjdyTp/w0Lz
LeqGVZTW3FXKiEtWlh1aWvFL0Q35KjbUoWvSZy3R1ib6pC9ybGksIfvfzPIBABtb5Wb+vgCewZ3U
eTIcFn4FW/6Kt5BOi5ZWG3paCCgaSjrAD0savNUVY/yt62fNqD5BiKql/yHc7MgwYtXbzbTVc+2t
BKS8y4dhYaUsY68gG05jOtS0ply73WeEtJWcGbErsjpdjk1376ObXVgZn0uXpHLdut3LoOKK59i+
0LSJnik/4y2x7N2a7R29F8bpAU4N/8yIMC9aMRfaKBJON13nIdbAQL/Lzc7e69irCZJveZSzqntD
SExeC9JDDgyl3SX2K/loW/gIB0VrF3EflxvTgUAee9hrVXRsR1PtGgInmaTCj1roVYPCNo3VCm8k
9a8lrmaFV2sI4QrEPEu5W3G8ZSuHRp3bf3Wn3qbhoW+4Xhd7g3ErkTh4wWVsPCRBs250OZtDu2Gt
GeWaacz76OYjXbaCiqltXqyY1nkJVMDvBbM0y+7vNBcKf0IdtmyQXC7xOPIEGsO+HppdYtF7jIKw
uu/72ciVDBdGCg17nRNtkrRNTmkVFzfP18+eVxt7Mt0ea2M8CTV8DgOWpKI8upM8RUX0DEKEVl/f
3KjgkZeSe0tErBw+FY07EQXVpYY8/R6Fsbw6OEXpUVRgmTir1ojOkqObZnDQBG8Gp9x0j5b6o0Gw
u/B50gKmiyvPI8HJhXbOXEddyJJ7smjio3kncoBWv1ZATse2OtXxPSPCXeoSCBWQ7tO5A6dTT/ll
pru4rlB3tdcMrWkxRK8NKbn3Y4n+A/n1fVSX9pd86NwHNJqQNiCKsG5i9EVeoygrBmE9DtwEYBt0
9ZrcXQA5UKZMPJ7rlCnLFuFOc+qleRA08Zad3l9qv26fPS9G06nVG1s04QMZOLTcGjjQbYEDCZAR
SmLP/VKWjBXRo4zi3PeETCxRlu31HL87VJwm0d9hOxi7jDgxmGuCRmC/7YkE2uSt+YhRUVuRhF4d
2ixtPoZolBSjIKztNnswQ7XUswnTjvOg1caHMMkpYUsk0HnJN3owG/LBvdscCtAoVN9NL/akIyEo
s/Yioz738vdinBPpu2OPrJNCHAafVeTxuibFwSuKhNY6G7uXDMQKFfpXhAyrIuHdRFH5aZgmcqT4
mJvhlcTXFRkmA0gIzdlyWxp3DlrXTSeS55HmYxcI86lNvUNLIy8jMG1BcMjcFuRBGAJRPw9jVL8M
qbaOS6YuLgh/tE+j2BjBZB9lVb6htDxiE2NYwIQbeU8ztBs5lGrNuRwudb1/lbV8qdP8xnUWq2GK
MxjZKKgNd98XeBksOsYDoIo2UifThuBeHInbDe76Vg9RW9nXKPwUSR+Fi6imL1Oiq5DgYQcuhG9h
J4aPqhrsK/Ly5jNUfeus68gcVsNArtIyhRbgL2FiMKDOiZXtFmAyvfs0IzEQF8XgPSuuIBrSDKld
ARBlb7my7S/63HNL+C2hdSN6rBZuoVcE4KVo29bCI10eKClqSbgVDSUMaHgSJHRja4uerrNfd1fB
9WTlFgEROg66s1UlGUhZiT59lQElBv0YwhplApkNBO2ywT/MBpYYMHmUyfCSZvA3fVQox/x12BCt
JWZ5ddA40ZvZ9mN/9i1zpLlZR2j++XkDzW4z/lfrBAZ7//l//mEjwvj3WqfLbG/6VmX/c/6CYwpR
yL5OvmSf9R91IfO/8E/9k/OLDvbIQMXBjNNwcUH9S//E/3LAKc8MYMfGx/e7Akrov9jQ8kxUxKhG
Zuzs/1WFGNYvjJvAIcLBpnaw4HH+B6oQlFR/kIS4/Pt4CHXhGgYWXYGD60dJCM2nDJ+mPdwh+zVX
uma8Sx5kSiYdmlyWwffCBf3buvm3dq2fTJK8phQOd2Gi6Q3bodP642sWtSszMzP6u6lruw3icvA+
ZZru//Cd/G4S+x8cMXd5mDUzxXUmNv9L7TK/NQwl2LXpjRiQ9Y2f1C6g5BKIWkbHrSfImOimuynA
j5lwr2IwiLkmQPtwjvt4P2TuzUmKv6M8/wrg/uE3QFeP982WhgloF3/Mj280d7t2nKaxunPzBqY/
VLtNX9j2holZD87Gjg8pyviVHzChT/GU7DVCyhcmOd272CCcw3aq8dgGZnw2GoMnvyvUh0n28d98
Ur+yVH/8PaVnYSVlj+ELcfWf4ZdcHyOH2L479BPBBiIN9+pMadseyf9uEhONQo85BKSG8hKS6r6i
cnwzOMyXWLc/MSAFX6FbmJdIr8gT8JPhHHDB3iVCthtAYuaW8OyIaZiHJ01v73oMK6+GWbsk2aLj
x7rULeNGz94hDd/+00XA0ubjh9gsdB3V4E9fQZaO2tiZVnJHFJx1KEmLAQNhhye9V8SeVom+bK2q
v1h+2q8DpuabjDNz9de/xIy4/PHjdWd0rmU4uAJBo/70jOW109s4M+K7PmsQUyQ210PBLKd3Wowu
VwBzBDtjbt/+9cv++QGw0ZNhsdRNvjwBG/vH5dfo6IucLFV3tIAIlnONlyQgZDSIbG3lRzWEtCa4
SZ/bzsy1WGlVpy3++lf4yZfJM4gy3eGN2/CzUcZZPz2DmeHlWYSe7CqjnOBApVl4MSb5gBmzX7u+
TLbGeIN4fa0FuHdIIiQtVv7GaMW0yvFrcNMvg43b0c6KK3cXhOlWZFqGL8Z4bSBIwdOrcAxe/vrX
/tMGBdaTDVkXBFg4IGjnTfMPiM+YQUo/aMK7VqEnb6NNHPAcTb/+61f5lSn7w7rgX6e3Mm/hs2v1
ZzkeI9pc5Rgdr2GU7gfVatvBYJG6XAjb2I42RlMNX8zC+ghbybYFq4woAfk3m/Gvq+Cn34KXdjF5
c6JwEsyr9w9vVotpNXf5JK6Z6esXu+hOOlFYb13jMQ700bijloqNk0jpmTJc7j5su3TIccaiycIp
4/zNts8BUu+c6DRUQ2vXrmhI2sj1MJxZ3S5AfcdZQgju1Fbmt7/5EP90gKEgni3hAo08j/jPIFuV
Ww5dak+/Bql9qrRQvaH26dcRbmXIQsZIdHvXetE5Kuv8TKYxs6hhoI6XHRrOjRWABgJ2YLxTy9Vn
l2E4EV/mqM6Zr09/90DOvvwfP2pBeAL5ECZnOxDZnw4+4Q0xE6uuuZpRWj4I28ZYVPoSIFFM6rSm
NGRdmTxmeNaeQG7zAaYzSS7sXLbaEtgkblFwD4sijZqrJs1yE2TQDX57aP+r8f2HMPhG/n1dd8tT
BClf/ljG/fo3fqvjbAM5rslGBuCdc4SS7Z91HJkkM+pBSq6zLveDeRf8p5Ld4I9cSNmmhV2SGovl
+7u6VzN+gYmMAN2jMTNXQq78Twq5H/csGuMcc9bMF6eucl2oPT8+xnTzAOxScuHSGKuPsMcBi50X
CcIfPpH/R1X14xL+/WVMBPgOSmYbCPuPL4O/tvZ9KihgO1F90txa7au+mbPiVbEO5Cj/5gAX1k9l
HPgJRk8obuaa1xbWz5EjftxMvY8hZVF6EESalQ/EdwDZlaUm7Q3O90ZDS1DOQ8ienD96ljVB8wdk
+z7Ofou7chksITQ19zMixz1YxmB5G8vqxtzdgof2BMeIl8Xz+KfRfA3RZUjT0mbG5SEbXWlWYCLY
G+SIRAvQRVLhzIEy03bVFghQxLxgnFqLGqYyWyjG0IvtUPbHqovH/qtBKMUsqUQv3gPzQe7twQTS
zaETDITykRtx72LzMd8qahXEvqT9WYoWla5rOErtOvHorLEBygrNjIc4xNsRNaYGyGgxO/YrMSnN
9CxLI6nM5VAbpr5rqpCfW1ZNrautbiEvQIlAX4X5ahabeDcXXZ+NMIBtur1uQQcqchQN7lzO9EMb
9KCN4pIWF7M7uH30zk0nA/1KZjz6FEEK8mDTn6DnAU7WQtxE4l7V0iCNy3noDhhVq+4ZyunBIW07
zSOgmzfuM3bJq/SY2kbyYsHVdPYq8mLC5IrJyIsV5DRDvdcKzPWe4IgROB0WHpF/H6OmeqS7h7gE
0S/G7HKY4AORNR0Q2W4bPZTVMnXFowWIAc5MprKW/R/222eO/LkiOkaT4KtMKAv4Xy232hTgzoOv
fSxcRnX5ZOVc9vGFDqiSEJQcm9I00DWZgsea27PVuR+xRWAL3M+xCTaWSCFmLxKBEkVbdgyG0kto
9RI8r4x9/zig20kfignm9sGRmYaNKdW7IkMlASYlOZlD1ra3QlW6c04KAhseGKHxguQPx/ol6fXe
POZcGmndEHQ8hEvgnHM42qTNYyKXaTKAetF3FgIIWw/zTVh7vnN0GlU610EFRWss6zQr8qMW5fTN
FiEnTbM3xlivgGOTKGKtBxohBeNBFWLpgxggaCxDiQQHvVEQt6Y3FKaQNhdVbLX6QxrXdCqbyrXi
M0FlkXdn5uAMLxWyPm2h5W6c3rTQDNsLdaBpPCIxAq25pK+s7TEzp7vRwfFoO+AqAwMNAI1SKyQO
GZpZkl0439LwDAxROXzoo13sy0Hioj53yurRoyBN9MDSyj5EA+YSxDLuS5K4nQPYiGm8jJPF3L2V
hcO4v247qAG2AvmUrKYS7KWxBT4Wyt2MNKzevLKu+3vV6X5CIiCqvu5WxYOVIHTWypzJPNTW+D1H
dNSQWRojX4oUt3p2H9Jx8f+3ps7En3CFSGDKC1oLHtZD3w02w/hF3Q4q725WamlVcRu9xgw9LkVN
zvS6wpCbtPe+hqygZcwjx8r9mBoYGYh9BCJYWoa5pY23EgoS/IXQpEnl5FXh9IsI+UK0RmyhEwqa
e1VZr2UEgo3mPRzXAg4yXvFlhyXCxGzBVupduZjS+1qMLD4vQlTtUWXUsY6cPNXMQm3QafvVlrmo
1K9YObToMGmZxqShblwfgqnta7sB6Ee5qiINvzMy4RZoMhuH8aTFwNi2WRJKuoGu9K1D3BTVMYPI
G69ii68DhYbBXA79C2JdBq2YeLmAEJA623EJHujQxVf1oMgCyBWw2Tc8yWPlHbvR61Ry72Vu1SM3
71I/wM3UJ5KAxb8+x348Lml30D0RHOIg9u1fq/AfzzFHhC0zSFQ+6PdUtU7TlkIrcVD3/3+8jkuP
Yw4sIXEdk9Efq2vOfb0hJxWDZVwQnYvtsbtFefV3+U4/Hsu8nfmQpKQlUmf+D/2nIl5GUASkz8to
EOqc/ZQOx1Iv9zVOgRMAF+SAf/22frrS8vHRXhEGZj7Tltxof3o9H5MNzHLg2+YE2HsK6dPg0YRx
nEmjXqGwQJtojfoXYNn933xz8yf2hyJ6fmneLruIiSSS5uhPN/rZN+f4MWussf2E8WKcbAgv1ze6
XvWrv36Xf14kvEmIU3QPGGiQ1PXjl8dhbQPM5aW4ifngdkVMlDTo/b9+lT9/lvMboaFnSSpB1/5p
iUBuTGppIuCy+gl9XDkgngRYbb9aVpMt3bzilBujYNfBjPzta/xvqf8PwRPy7yt97Mxh91Olz1/4
rdDXbPkL3TAeJCyhnkeaCOvidyOf4/0ytzMgTNmA3gi2/Fepr/FHjuuZXA8gs+Hcmy8b/6z1hfiF
h4Si2bFZtrPb9T+p9QXV/Q9PAVFnXBh05lhYV4lWE3Jeun+4tbt9V4me3Q2bdjWAdnGmPHWWkaja
7pypUPSPmohH/SCTHgELNGCHGQPGpvEDGaP1wZjPl++N0UQAgzHQNTSgnJmn4ljKbJdQy1HGorzI
Hpoc+QgZ1kXc8shFHiLRYRpQxuXTmBmAbdzGY3QIpHxhV6ZdnpA5WhSVkIyC/hElsH3uo55cXb+r
bKwlOICmwVpy8nGKYUEc4+ckL8t4b5VUhxurktAU06J5j1Ql5AYu+GzAJ6U86+NoBZjnQi09PFYt
aF0/IJwD4s9Vay3wJ2nb86Phs9O2+VetR1Bdd8A/pBo/9NA1j9OgHZSufMDtDESDJo7ge+OkJcJ6
hhQa1naKtKNuuMURHRiCEAWj2XAKHwW7d7TJDL+aMcz4FemhS3rP99xEiP+oihKpbE9UfNJ0lynG
Wq6Dy13lMrinregsGNBf7HYI9g1Xs1vbFQ5DdOXudTSiS4Cqzca0m28ZSb3I4+UVAHa1LzvtULj5
d0Mb700ktUs7V3CFh/ApocLZ9p2aEFJH+b2RiA/MyNay8hJrZflF+VSkYQW+Ps3IaUYMq9x3hIbM
xQUCVIcJk0nZetXNtlhznWNsX03DKoYNsQDX0d1ir30deQgeioK3Ws3mzgRy1lMM6eEdRCttw8LB
FgOfaq4I+yX6rqRED9O3w2NoDIH+2U9l/Cw6PUR00svWuZVZOO4dL/XNQ911jfnpd3g+WZCQrZa1
mdq9uAA0416GeKxp8Jo4+qkgf5qstkSVwSGgzrhpQ5MZpCKNGsrYlWGVIbEL6KXcsT27aE2cOznS
tcrXbm1ktvu90FUzjicl29oTYLSxrKAb6RvdILWmQly3siYJkr60UzOgFJ7aB6UX+Xh0MShUK9ox
xo1+vfjyv9SdyZKcTJhlX6VfgDJm8G0ExBw5T9IGy1SmmMEZHAeevk7I2tq62qwXvahFr3/ZLyUJ
7t9w77nBivfLQEVwUEXWPWJpF4/oF2/Wby/YgnhYF5T+EML8fPQ/eG3ZehsqpBS7cbFGsx4PGYD8
K/nL8q+Tkh9Mj9LiZGR4etIIMu/YRQbDgD0casrwNgAo1tugKIEsT/Ax0lTndzC8HtKgdSL6OTD8
IUksGxrHjL4rAZ1KSpSS07nmvAhP+EBgZe8RKaPjAMggty5OybO2CDwOBcQkN8EK5BrGEgMjlRiC
YKddCNlI+wMw5cLEgAC9s6VqWcSXyDrMfd4kYS9i/R03Lrrqg0oozZZueM361vttQNXchPWEUUdq
Q+8WJbMHt/WXfWAYViwMS+wAg5k7t0M5qEUqt2ES4qKp6Z+zNv9YpQdvjNyHo6WZT4MSAfCV9clG
NHn5mBfrehrcmgYEdpNThPeIjPNzn2AypJHig/X6maa117uQgvIDy4pxxk6B8a4dwysqjuIzTXO0
wkSRxOmy8jCcFESWd/sjRNpvNArSfVjqcI8OEOpf2Qf5GYVZiCCmD/ehbeDCIbVni5L1NqWWArCr
CO9aWM7U5AUaKDcvzjrTxjnEJ/Gae+a4HdIMkcnQVzF73OOQzd2zyXey+fdXlgyVnzHihWzG//2r
2Db3nFgAhUXuR/w6+Hvzsf/49xts2eOjyVmdKLRv/wfD1z/93DcHr84+y9bIz7N2EaW32EzSrJlf
woVHwtmb3I+jM2B4Hiq2eTI/MoEcd4NLcHzYab3TJuhpMCIrkwv05USd10CRFvu+CyaG9BVvTy7J
2Zaz/ytMluLz39/fCj9714Ff7cuBP4FyWdz9e4bMtOcXc0aVEPZuNl+JVsneTT697xT38LVxMgcj
82g+DlVQYCaommjo1+KzVE7/0TQJ/N96qqMaWBY+C7QYW28e/F8lrkrUEIZ4CWDgP/c4Kd5yBj0M
F1ByF7fJV1c14UVbdKq1Heq/2JlY77FsPAtrxfHRN0KG70z4CI06yqQA6nN7xixt+NTXtppOzuxL
ghlKD98QNCjS77JyQ4c+nkDLDlheA688Gk1bvgy555wYCc37Ufv3RAo9j135tPgNwxmH1UXINslj
K18NR7KldrZCVug4XxLZPCrZFKFEOjQnM0DQmMnwXjsdL3poPYTp+j7lot06JR2vJDRht9bWsF+Z
ckXupHiZlnXZQV/GwI1+aucqT8ZJGzpbWEAs1BiAxwjj0PuEmXsekJruzQwuC3i9m1eB7I8g9dID
DmXEAzhyrO0yjJ+Mj+ztrG4ZLXp5A8yR8/zbF5KtfqO8/uMxeousxni2et3dcZfgwtNLc2BPXceF
IsUC8K+O1JqJeCJo6iDG0n+dW2+O4NYNHwvWzDiYAuPc55OxH1pMPk1vYR0ZsiORHQsHtxv+nU2y
avCcmKj0a0JOuLLy9WkYE3U2+nk/YPOYsA3j7rfKe7s0gqv0WEaGekzxquXhealuMTnlSDvng/6S
2WsCwYC0DtD3ukMlOBbvmOP30reBxlWTvx9DhGGdVf7JiVXB1G8RdNXa/d/RRGxsuANhAsSTwO20
CIexlsOKDCZWHpovU8wgs/AjGq4OAaq3R3dhprcgDr6klfRu08gZpg/ZKEiMOQYZtp0mVitI0NSR
77VAhLr4sbIkep7bWQ3HY0yX5rNYcqRGzug8ahdnUKqnZOslnXiAPNk9WWwTt05QmVFDgtEzaTz2
Pm0W51DWxO1ujCqf6b+GPBrYj69RFZCCN0GEQKLnHKkGwyLKBXqisnI1Acsyy+/Woa7uRWXVO85q
1PvWYpiPZN337/3iMn3sp1wdwzwQEQUpSx+SgcyDv9jjKRDJN9Ob5S7BJHPF91dtWyZlCFtk/QgN
DupQ16VHi0s6Tuo+qbjyQH3e+Hp7ZmW8r+6UIZttul1vFv0L8i72TdqgkVR+t/7GX2DsA+X10cw+
iQlCSobZVPsnUuFQDsydARo9LI9eM1hnxy+Cg+a8gklOQtPCVOOeVhuZtJWCbxQ9yMassVDIsvDZ
+DNOD5kZoo7Wm4M0o9VdIntcAFBmxD6uuPPlEqW5oRFH+Zm45CtkiUAGilqxldeWaWZUEK+yQyBm
4OUw++dGg5lbHCpGP1xId8OF+3uyDdjylY3mK+1BB9Id6Cjwbm7sWWc/hdd6YLBUse+6DFZ+hpAg
xhnab8ZaejdLKhyMVS9YYWzxKG+0sKmcd8zjjDuN8vgP/+PygeFyFY8d5/8EQf0V+tPehzAHH80o
jqsWJ0cvbuSX6IpTu/a/Q8lE1PCDLcjmMspLxz3g4B/QFieaLWTBnFejgIzwX2GkybmTwiL5K+o6
j/0qgFSalx9jqYer1eftowskfKub9o10C5zmmTmfGtxfL4KSMWL3kR/91lu2zkgBOi4osAoMyzEq
kL/c6E8Mc5tNwlWGMTK8m4R6Skx6bvSSCx+RttWh728aN5HVjy7W/w1VDacaM8L3SowvjD6cE5jP
70CoP2blU3t5hhM1hCdsKw2SFHXt6hO1kTY9srbii+w6Eam0+CTzh9tvJeHGUt19zzeGmsuFqukp
blpJjB6lBsu50GfdgeiQQTmGLdj817pp7Au9SL0nobZgWF9lb6brwjOXogqRaHEetzIdKZXRL1N9
b1TW6t3ccI729HZ40hqJ8sX+DAuSISi4mk8m9ByKojotkiQ0I8M0RVChfJybgLAWq+rONRN/fk02
8zn8+Sdlzus2N5fnBbbGwcX/vckZemGK0lWUVO5d4/mfYTW8Emtq78ygXBE5Km9rgULfDR2mq43J
ZH4XrPKJZWK9xWN/+6X+OHkYbPLOVw8wi+YYhOwPxiMK3Y6cKVLxys2AnvDZzgL1OBnNSBYDEXwM
ELEGeF1Y8LKp5G3opAEJlL3qDky+wNqwdscy713SMLJ+O1fiz6RseIg+8m7X5fc09HZyxKKGDNYx
XsrWOTpG2J0SF4E5o1R4HmV3NVxr3cPrTU+WgEaKcVRwikCpHFI8jHAKoOCqAYIMj3HDte00MU16
ekxxSkXUk0UECsR8SjLHeNcjEvcpmR8hl31aq6xeSWjDceDKJ8hzxUvq2iAr3N75RV817OYQ9Ct5
tSfhaM7CoLs3Z+N+Ndu7Omj2OqTSQjWDb1MWzREC5HK0WqfHSJZ9lTOSE57re4JWYkO5zu8RO8hQ
5eJU+uhr+mSwtqOXLpFHwCFmgarce6Nt4xaGlHbRjIKetBuOu84oiEdJQO+yFDB3k1jHQwliIib4
hQFqklKeGfD2MnVl1QQiuTamn6QI+zcnt+qISTvLL0N7B86vlMtSJm+Agpq7Kjf1HppvctUWOwpQ
yVBx5rCKnJyaJ+Fh+mhmkJLAAFlxKQLmyUq59SEzo0Md9dUb8Z80bFCvnmPX2wxS4B02VGLSDKCG
61KjHbKXet/L2cQ5QRe/zcwVB4ZYo2LOpscZeup+vvWhFCs+dojRo/Hu1BcDzJnyzYZIaPkLWqQ6
Q95pjF/ZRD4HKrl8uzCB3fuYiS+sfD51Ka1f3orE2AsL65R7ncv7D3SE0cfHoquUZfoMrZoz+70x
gv7fFv6FKZzJZmB0L4Ug+jGZtUFhLpANY+k75035CDDJgEPgO7vGrt7DPPMPoSs9QLfIMiosVkc9
ISqHRaw5NnxSRv1lTh746fIY+cGdu9YogJWjvee1cH/1Po6HGduO2ijpiocGvR12ZXv4av3a3TZF
yEOvSVbceCaViGJTRH3mM2/VaXXwRsMEiACFKVT0UFQb4hHLyPQ8hDac2aoo7Ei2zvKUtWR80AuX
h7bxGM3jP7zQoo4xQ9wAgS8DW9Xr8qUVdfuElYdrAO1EeO2caj0Q60nGROuVdypB+b/MZBM7dWcf
grJKn9nCmIQ/hU08s7v4GIFmHFqhnE3VN/K+Bp3xy+xcecqVAS8RHua8s+Bpb0bI5m9DVjxmZnt1
af7TzPxdeXJ4DRlnbUs7qHZSU7s2Iun26+y95ticY9TJ9UdnV92lTGW4cSydv7NJqS6qoAiwII70
Nhk8uAKXvSK86+J6zQ9iO+uc6my9IMGHve3Ct3BKMCvrqgKU7HxyokgHiOdWGpPqSi5Rkv4B8ob9
u0i+pg5wS9XX1572a1iH9r4P5uYx8Bf/b0KIJICfVF1GKr5H4vnyfZCrNd+YeEt+N41XXXh0eRRU
obsPFltEppkNj4AVnQdFs3Ug/sU8S4YOYC1GOIlep/zI8PlYbs8o2TD2ty3+QSuZYQsa08gk2xK7
V7fkm4UkrCedDfNhypsAOII1boVX670gugdtW2d8CJm4W9NboRd1Sf286mrGS5VKHgwrcpJMm90g
mTECA2U7XXqezUvosN21SrBfcb3Y0559TRYrzD8YgFVyN4ty2FLQ1lEzN+7vFr8pY7a0GJhzdP7B
ll39tFJWx01mGa/+SHuS9fMYKTso981tSmCmytwZBbctC0m8HeZ44N+VkYLKMIlZQ3V1p4rsSnfM
/1Yr8bhNIC3ctyNuMXgz+wlk069BcviYKQo+5NWp+8e3O2crQVN+4m4u2Sk36rBiDT34Q9PuGJ93
H5Wp4FfkLi4dlj/WtwBW8jaGEvy6RWDckyVD875bC/NPI8Yk9iacIOMYuD+KcVIECzWNWoK4N6TM
NDuhmNDYCS+lyGb5xggq+cJ2094lxTjibwvaS0oYLTzMRv/JhXp3Ure802kO6GwcKGw8Mbe/l3l2
n+wZT5o7F/MvmEkjR4gbfk35mp2lgcev5OKu8Rgu/tPgGcXzNCQcwi3oNF3fGu0G5Ek7k5A54P7c
IlxL7tvs5mBI68Z08DFh+2aNmZ9lQTKug4K/v107KaF8SLoexn5FWzY5sKX8ISf9bOgJIiTFbjnr
VeRyn/koSfLajw0bUjAMa5KbrCzn0ikI1lKG6I5uElr0amkn7hviDJ6YtqFYlWX6SdghFitsWfmm
1zeBRYYxiOAjM0oW7n8yMNcXF/bOWfjKiKrFsHc2Sa0ngpLAoyBGpdYzjB8lMdXbZv4wdOn0YNfB
fGrhpm79ss33wJ45G8v1SgxFup+YN14K1vCkWHGjonMQD/aMX6PEbbldVCWvErL8ibO1vstKi4W6
1833fB4kMC3pSAhwzXuEztYWcATMZ5fh6sVomvfRSp4Bj1MPTeTYmN4tkInXJMzsb7aHasuC57ev
CkLKEFj0RIWdGS5WLyPSTKogOzLL4NXXRK2GaIi25pLuLGt0MC7fEiT4GmKHwCKPQpYMtCwlV9mG
yDQXO3Lilr3XTRzxktAtuWAEhoP63Bshr81QXqcstTnuqnUH3hcmBEKaU+fYEyLJ5Q0txEeL/2ib
eQRrNiBU6UZJ6zWnq0WW0iZJ6gMfOEweizwlOY42K3jyzaDHBQdg4ZIHT0bW1gnTKBVZgEICCIvv
++NhmYdlv/Qg1kxRnthxj1faJAzACGy+pqAooizl5s+V/YhaQB86Yexc7KVbqHjpXvar++Obsn/2
y8GI8YYymkVyQKVQwYjrLf+gszncGCPEXD/z7JjeCvlAoMorWGdmrzUphhhjwSiFRfGhzBK8SOaa
D0UxGte8YwO9KRDmxFwp4p58kiwW+fRS55UVWbjeiNYFJdCNo7XtPKfadSS6PU4j0wOkL0Y0OMMV
YS4YO3D3BwVa9ygGv702zJJ2QU9cnu3QZPctzz40Af76lnFy/v1kvA4vc7M8iYZSOQcgQzpGQtXX
df3m1lnZIptizJDBFijzKVH2HAHCkXe6aI92W7xLEocnaXzDzwe9m9sTVpkAS3E6POKZQc8YYOVI
8Y0dVpCrkZmGVH9e+BX6Q0+30nww4ukQGfm8XXaYHbHAhVuZ3Or22t61M/PflbBWw7Wdx0liwsKM
xUgaAtBAO7EtyFrbVrBINyXZC4CqdXif8XED8pBAKYqyPoZ1gF+fHGG7/SBZwdssFSSNGyaEOIv3
ochb1ArIl3zWQ5jeVoxWpX+D/4BaZDlxdYv2ZfZIqQt6ZrKN418agaLGgfe1aTLI/J0TzGTpzaiD
QrkjVpjpXoYgsk1mjFZQCV5IR/6lBGM6ZO3hNjWCmRvTPCctsoxiCXVUZ+FwdkP9OsChZLjFiriW
5keB/5OjpZwOvgLP4FNydaMzX+0MT+KWXnQvHOmcpKeeAl+yHZmr6a5iMu4wBTBkTEhVvvOaZSfs
6feUiWcvYSRStAVqea2icrSB91OdHNVcmi+Uj8U+F3/WEECg+w9WYYoX6sj3NJ/vaTTg1Dht9pyr
5nthn3NXIh/dKTNorq5hfYNmYNAkI5NsPasf5V6QvnbQjspOTjjvuTGBjxHasQmsXO+XWxsgqmZX
ufIb6+gRJxEorcSNQHE8rYnbngoiNS/YhLew4AtSxptPP8T01Nf0PQhGWG0l7nAsHSAAS8L1YcCQ
uaxFcaJLSk86MOUeuM6fypIvaZl/EgZvnVJpWIeStOtDfdPOlxSs53RMvb1DqXYxfQTG9NX6MLSC
1FB/FfeLY39j2a6eSzhVx9boFohsUj6SWjFtcIG1EZERUG0tfJDpakN6aNSvnIhlovoIgMizF450
yBI12henUsverlnskGGT/ibtwYpUi0NqNXFzUncdoRdgrk4MTKbetCd78kjSxq9aWZchVbvVweba
zYoEZHXfKl7AHEzBjlTTX0vrPvK8j7Pjxl5zez1LrrmlM2OmrvuhzJ/nAWFgweqPWJTkIc/4Q5Oq
zwh0FliW8olN25Mz9ztlZ0fphVFtg/zhromteuJf2MnxfMPeNyDEIL28GSmfupyPZQl4ce3UN/5P
MjkM62uoTRz8fH28Gnutiqs0w6Nhh8+WD2RrcgFeDunJI18yQBW2itJ+mEF342ljfSeYUEbQK6Es
DYJ+svNhgTQfXjFS/jbyVzcbD16ZwfYZnt0uW7bDah01m8iMbjFmzys/CG25y5IZIdEYcUVBQJGv
BFznNC5iRzLMnWPJIQb9bx8BWCx3adIe2jFH9hTmbpzXpADkC7sukh0inc5fq+sEJ6MPy9NkaEWZ
hZDxVll4BhWUX6nIV3iJpUqHmBTyX3Vm6pjAgqtN2wK434yRL3E28B1VImCD24p7IOkOaPrglKLp
PHfE4NLhOU3wzkDM29AW5htcfUBjA/PcrdRxPq1mjC6U0KbWkR84+MeHmcC/k1Hk+VUYK3Ra4hyY
pvqI/aDiM2fJj9lgQMyxK2J4WSzKN7cr9Jfb3SjuM3MXXvKm+iSxiW6dutpNOPOlsxixOfQyRv8N
H6r89v3JxXuYZixkTBXNWEAAGAzsdGvwMmXC6Cmb3CBGsvjgEyAfA/7h9qY0cRMrCvDMeopJcso0
I5+C51uo6mEKiOF0B/XHLUsmDyypmFlsCLw/8hvcUg22DNVVE3W67Tk0PO9k6/rJqv2JlYaxI8P2
zU2aEynTpE+Z5oOv1jK2A1lBse/ecI486Ml+ZRVK0KZk/2/4bhF1VtofAVUuUeeFf/q0s2jMTbWf
oLO+qHYKTqFbPI2rfwwT4QB2c0CozEDslLs+2nKVcd1P7amf1ghoUcU+3sJ5EA5b3Umi0hnOD65Z
kk8rzsBOiTvOPQrXNNgvLEZxXS6Rk5EXVVdJGc1hclfW6VMAmN4ZyNggrGQEiLXCSqhMeAEJzlzv
Nyrp3wpAyrZnpxhP0ArIzh7f0lb9EciLu0SwSvG9eEIbyXvsPGRKy11b4VivKvOPX+b1wfBDgrUC
9nNBmQWUDsSdhmsXKXzT/ThFqdL+sQ2KX0bLMqKsbEpFvPmGdvYutKwdOp+nMLFoub0nAE79fToH
c9Qns3/pW1fBSWK8PdXcyhyfzgmOF+rHlOQc4jRP45S7u5WIk4MoKdtZnzNMT2hCgZyh+k3DN0sU
wx2Zj/gyxvw8NOSwB016wMJ8X7i8hubtokloMPqijOt2iNlcIgounZ4JEBvc0i7uNRQ2YrNMApdJ
+N2SO1XuFAv7OHMpFMoQ7Rer8vxYAe7jX2kHkUFbsEmq6eJV7vO0TsQle/qxc1CMmIH5hhfVRJgp
wcCkbXbMJ/vTmRljtPV1TJsa5iHwRzN1kW06Ajy1S6MSLA7dTW0EDVNcGjsQPxpV++y8TY6cK7yB
qbScn9UmFD1KOrb3QG6qdjo6YFNKwKw304zsIPJc2claPdi3qeyPQ2hYpGPKPkPhWvUdm6g+NYAB
QoXSfcQcvf+E+QIPKxiH9T1jVDc/DoySyKNiGKn3/EftXUf6zxZ4tb9kD9zvSX/fG+3ydy3nsI9Z
tUvm9TVivUNdY1HZQZ2eYNnOrEraLfLW1owKrzcsTM1kx8T+EmSAF3Tq3I2eG8gnm6UY1TTvfZlf
Zi9v1dPUA57dGP9wEQqNUnMiXAlQr2DdzfDeE8rfSqebzD204p5dc7m2Jb5xZq/LnZ4TfrgkaRlp
gTgawKOGBd0CZMPJwgHej3p2P5pOr+ZJgKZENV7MrjXG1D1+eE/gSsp7rEmPBrcdLpG2inyCqBuK
B9QU4R3yNqJbvYew95qNO03+tvKbfD+WgwbxQJBqV8iOmLUkKXidVPq7LrR8QExKcFzfjPiXbQBC
N2e8FR4RejytU+C9YE37SPtg5xcZA3Bip2005bu0dB5CXX87iYpwMNGlFEvvPrI4b0+pEUKG5TRU
6xs4hTD8C8wfEsemm/yzaIZXDYeDAybbGSSBZa6y9pC896K4kZGpgfvqsni5hUWOUOAaFi+rkGxl
CZMzdQzsHcuL6jhM/MemGNcjEW9VRLAEsp9gnN9AQR9kP7fnZAT40FD2nnUN+64WM0QjLyNd7PaQ
wEphJvD7fW9A4xlmscAOkF+NEd5lNvQiO+9OWlLj0R0RuV2TOcxn6WWxkXKO+jaJ12bGF6LHwHpN
oHVuiHBBTu6absT0ckHKUCRHY+pdIghITCPa5l2O5XdL0RGNc78vhjU5BMQjbcnUaLY5sVTvUKu+
EewWR6KR79qgh9gx6ZdszufzxOTrsetCssB00O+K3PzdjKRCQXDmlnEM5tH9iq64oEEDYjoV7Wdw
S+AV67pzZ/bkczYckzGbYyDoZBtXHYuIbjmxtHMOAYiXSCy2jF1LL/sqrXyqhOBDkVHI6zDMj6mV
gLz06nTr2wJyGhj3HEWDuIZB/+Q2oXzBglPieFn9RzR94qC7NADqWhGboCuwr7kgswGKEruZwToM
Exqvvh/oJQo2tVl/g6Dz02+4ZwGKQ7U98rUzdw3Dc46Y5rtjccBwf42Bl+v1PrQXcwtP0tskngEN
JCl/lT7955BztbV28VxCdtnW4RzGrGGf17mur6K8ESQQsu9UoEYReXUxv7WuU1PMoJE6sfBWcLAk
z37DWHTxNsQFrJ/Iw+yvSlRe+4iVpXjHazRZu4ZIP9QCC2Hru9HMzBOCdfm1ToJ54GbiB724VQ1c
2qjc9zK3cjaMrXxF2eadET2qreGw4FRrf1pvR9ZmHJLy6oayYR3WXCrkgltIp0xChYQKcyturMFY
D9QcBVwsSQzznOmTPSTziQOMwjpMqluKJu9B3CS9zkgOIxRpMzRamifLNvn6nFHN4TdNXzNsJ+WJ
mGCg5vIvn9zt9AnlvPsE1244haq2ozkz/AdRzwsh0V5xNy5Z85RJsgf71L7yETfbsq4MWNr1ox2E
8tj3hvvMWmTP6PjH64sQO2tx8TH57fF3uI9SWWqKcgua9uqnRYIGKFvHc+inv52qfWXzqKIlX2NC
Po1jkdAi23n+NJcs8tyF2RT3MAAjx/hpOjQGrQjIvWz3hd0QAtqt+sgJsQM/e6OYdmFcG8WieMlL
N7K8xOJm9kkDDsznSbDbMyuoSTabANvVZ+mO9tF2DLjSJoYaMBW7NSx59loP+QOQVHhdomEfOWa4
KJc6jTwEAq+2HIO71K9hhsGcuDHDYeIEoY3NIwPzB4i2f12L8o1UVi5v1X3TAI1PSPBQObT6OePY
BXIC4ueH9OkXBkSgNNi3sKl/IvkLwGovAupv/UIJis3T5JwgmFnvSiXfV1ELxrOVPiWDya/GImeJ
M7K5dRe618S9bJZZjMUl9TxvwwI9eCUT2L1W2qt2CBnyPUEScYEOaBH1Gt9G+fzdzLfCYmUOrvw2
rtHXjpcgwza6g5D5pUyo+MyJwiNReOZdqBZ4sglvWGKhU9E9cHD0XCbZCJ5/cFAHaGgry7i11tK6
I/D8d+nBrVYlECJ8a0t8Y5KdWUYOd87ckYRkNt8N72MkVV6eux7Z6obQ6h8/y1EKdbEeZ2hC8rLY
fGmie9ZTi5yNpcUB2/4lMILIEsRk1A6CDgcjEcU4BNnWAXDCjhPyCcgoCuZ217FoGFD+sHo/CWUd
FCs5exmrqB7UdupRRAyF9Yzv7C6o5aW20b2uZTvtZJ0isHV7gjIrN1Bxugp5KQqYI8sAS9dDqRT1
DTD4MtVW5JN9twHqlxyG3pUHxeCNnxfhVy6Wt9oa2y2OCsb5PKVygIc9ghjdqLkARmO8GWO5sN8i
1Ep4c7Ih1WHlqvceWhJBzlXjsdNiY54n9XA2St3sEIMeWNXNUWZRkrctg0qnNCfED+GvKgOC687G
Hweb9yrVzbCdAifvp4vWgKwMkrlb7HO0h17o/tyGz4TsBD9WQbT01vKnMSZjnZeLbL9jw8O6Jo1q
6ED+ib//O2Tw008/qv4H9Icc/seOqcznmLfN/wfxz7aDVP3/roh/QZb3X4yvtz/+PwEm/xEInxRn
5ufAFG6W/v8lhzf/w7oJ3blQCQrneMLi+r9bXzGj4m8B5I+DwroZz9m034Kh/RvBxGHiYGJYJYcG
pfz/A8KExN7/IoYPbPyhvOEE3oT4cvn//R+ABWmuixcUf4O8dMmu05VxAVjrLld04P5AchrSn08Z
tMsdwx9BuMNAkAolqMjuDNuq/waZzTbYqfzkgczE5K2wHfN3xhL5FfRIZsa2rcj5MD1SQyBpmqAb
fDGNn+0tqonCinXdxrSZkG4EqwhmXd6k7iVW0pXrPgM3lqF0QQbguu2DU7m9OthdbyJQMjrnl6UH
d/nTJEtvvVuqSLJ9P3BJ7BlXoJ30wzI/ipVo6Qgjm9+9cjC14pb+aPmvDgp/1DbU4jt3KXUXTSRH
zzHTYWh/W+57lhuBlovgxM8MdfQXa5L7Ai2ftZv9xiqeBlf2JK2kdPOJMlz/gtqovqayKKnwgnZE
WjwtiHSp3fovo5jXbhf6Iya5lPiD+5YIr71GeJc/TBZApvQmS0Dpir6YYA5EH/203PdqQGyFhwEf
5thRoESrIn4A4XDpJZcF5X2ydbtAvVQWi9KtsOHK7dZuMQfm5Bw5wzebHiPdWoYvX71h9u7yZs6V
txuyHGkaHs1UPQaOwzovzRMQpK5GVTQ26RnC+4wHuneZJo+SQWnnlrrdycnyapTK6bebJNBH/IAI
0lhMrsnWtq6scEfaqEKi3BT9c1jawtt7qZgWSvw2cfDllUkJ3l2sLCwTD0b6AlLrMsJynGAMSoYn
nYmRk1ivJP2rkiFl4V+yRtyyKEnwonoGkz+/oENnELh235SisDe18PC7DuMt1DcwqaH/jS+bzdAN
4rVg/byZaLYNNh01q721SLUfpbJLPgYMZWxUqsL9DDyKVVSJcs8XSdnQJKp87qaWH2wo3RIONAt9
mnso6XfCM8x3IlMGCBug08ghx2lMzeNwV/sQpMqtXgIurmQMmAc6fVp/+50/TGQb2dwH+E1nUpLC
PkV15kv/bs27/GfNQ+r1oUERZud1TtrZsLZfFYCsc5plApbiLWgbRYo3DvGCWvdjhr/2VYA1I/0x
q4Mfm4HycFxWUXylAsTXUjZ1vsVNXZCGVDqq2tiZQcGNhWJhOjDhtwQI6hJjUWZ+epxKnC+4LwDY
nBlYgNq3vH41tuimjHu78ZisCMa1S1Q4oz4Wqw0/NO0ZeFDxMCpSBtxh1G4Lm2S0aga8w4Hfajf6
1W9HGOUvYxzbcQsV0h5Zd7r9V7U4tQskkRjqwmzRXi1BHSRs9e2pjgWJvv42zG1BzWkV/FNHw/af
ncJNTNDDcvzq11AQKEf4NiMhgR9TzFPmbfkZAm8fahMt0yJQHm8TOid8N+NovI7EnJMxMuXJT0VZ
0e0odtL+sq7g9G/ym5F7u5nrR5Sq2dWtJLCUYq2Knzlzy9esEpmBnEDw9EZZ10/pMggKVbn4eF/s
iVFyb1afSmXdb96Y2YxNdsftoeFEuUUZJfIUDDXLGGdO/Vc6sU7j4AxnINpeg0quRiR8hgLo/eh/
BAIrnXzYl4q4UbeqpL3Jh6xJY1k1JIkwSkQ6RtrjRBanQBfWiKyaImeas33lVX6JahAp8n/fXS9/
muex//kZuez/k70zSY5bSbf0VtLeHDLAAUdTZm9Q0TKCjdiL5AQmqkHfOABHt50a1aBWkRurD7r3
ZYqUkrRrZW+QZjXRIJVXiECgcf/POd/5N3jDg5b41+/3/9kU38qXiTf+/3+84B33A+VzNpZmCxiN
Q6rtv17wjv3BIeQoSXku2Tb+6h+vd8f6YJu8xn0b/Iokkcl64c/Xu+1/8Jkz+KaP59Gxl/fxX3i9
s8Lgn/op8umZLssE4rNO4PneDzTPy7Bb47bdZHho6yCCgcXCd9hA7um39YwgTYUkjVfKptwa8u8d
WqaPHuQ+kcHYALc8Z6vjMre5LwhgMAj7xBr92MbRKesBslsWtAQbs6c6GQaevZM9AqiGVdAwkrzP
jDY+ZcZ6yOhJaQtIgXbTuKz1Ex4IRdAtkuwOF+lVSEgM2J8tjmNmnZtwpa0sEVuJb9awRvbzEqMh
I95ndJF65RgRO3O1zBzi4kb5PWZAP9jOur03JmzCmDiGg5IpmaXGavFXzdddJ/cQbNPzhGHHtZsW
+mpIcZ6aCt/v2DPSGBtFKZoLTTM0qo+6umnD6s50qDR3cHOLLGJcpXh1hxry2RgGmA+T4kAGrtql
IQubsnGDu9asP3KTSwaK2UWtbUR+tj078Kn5c9ubO9e10kPvwSLE3kekBB7xujCSw5BOj4r489qy
4ZCj2571gjCyttodY5RglydDh7UPUoSeKQFqMtz5oX/XOsZ28JhyA169I3HSsIPqrSvRYhEObOI5
vQLJMBlUoj9W/bSUVmMT7ZlVsw70NiYwv272PtVG+80Wuqdshh10IMH0KsJdgwfz3ez2crAf6CnD
lxDPT6FHeXaR44EY6xpurtQ3IqEKyStbtOSxau7A95ToUJTE+15nPhgucS2rNe8C/6PpxxcT431m
cg9Mi64bFy+oRXNz40Znbgf60mnxr5OOQugv03U3mQ0ccp5+szF092Tegou2NRegfP3EPgzhqBLt
SWnkd33jXRsU5jGaTefLIp3GbeXTW0HAC7sG5iBy++JMtCOKh8dSQUOb6ObQO8sLqEGh6Cva5oxL
K0y/QTDbZxj1qIhyjzaOKVYNNBipJsNpn6/FUAIdzvRzat5XTXqPCMdSK9X9c1wO3SpMWMKMDbFF
pjLhRwHpHmxJYewyY+CZjVHzvqdy9+gEVI4pLkmKCLLrevB5Q/t5dMkSO6awzJNMkDK51iAeviUL
vTKh0pT1u01gs0EvtLGiEZ9Q65n6hY1fzuIkGpp4WzshRGCJCz8yixEmcFZatDDC54Qtkp4GalRf
8Adie7EEpc68+jX1QgvQSU3Bed5iBrWb/A4oh7vm+YUt09nHXtRdEVSvH8oRyitD0vzOo1ONAQix
tNxKqZhferYGSaGyHRUbaSyzdl+dUzpdbiZPFVdSTM+Awemzdqri2I8txVcMwLdG3eHFknmXd7sG
8QHjKoGYDfYZdY7xFGZXKNo7nSDpDZGIj54ny0+ZFAzNTaSg9RQ3GKQrChbTVuov2J2gZWApK9Gn
ZH4+Vv18xRMToe9HL5lD0/odVh3rY1Yqr98UE008FIdpsVww7nidwTj82JXucJoPXnlNpTSwcg/g
uIOdQyHFM8dP1jp044baCj3v+1kQQFDecBeUMc8qrDHOE5C/5Khr1dQrhDZuJLooGFmWAFm4Mxv7
cxL50acGddDeWZND54ffUV05peCg0yw+EUa2vPP9sTiQEwVRVVZmsKUKIb4vNF9m9kkioeMaP7pK
3JUdcuoRoeR5SibtchT9/KXFA7JO8lEfAPaxTFQLpaXsaPFExgzwVnMTE8fJnh3t4Z32mpmMpEFK
mXrsBNV1dsNzfFjxbpaahT5rr/6+tLhTW9lAWY5mNEOPBOiK3YqzY2NF7Kgc5nlj4z46ZeNSbHq+
78FU8QiifnSvR2U2pw7Brm8qcBt7FXhDvJ1AdOATLqc7L6mNA+zbkeqrruKu8lNNwsLA2tHGigph
3Z01sIR2hTWItWOw0zHiVJ2WFgOkgkfxhZCG/xCFcb7FVj/sE7KhMCMGGZX0XRYV6/wi/EyiBgI1
ucn+KR0QZoQgaKAyq72KcjHsYtnn+5BH3Foo+swibdU7+CBQ3/nXt3q22AnKYTzOdRbuMt6r+0Y6
I9IG20NcH0UnvxVBap1pVs1PHc+amWVdQiAsl+rOABNOJpVeYYa/Jv94sIpj6P9mXbpnEJTb85AW
lBy1AwmFIlnhH6bCnddBNTerWOh2T+/DvI+FS/NPkFARgfHfXKnKgSiHrrWtqrk9qzIMaXUfu6cs
qvUnP07mq0iiAyfY28nZWrto6mvKDnBoEq4od6NOnU1bM30eu8p7UFncPk9GgoPf9tEYtBCnARrl
tnIGmrqmEUFXu5KmM4scyHpKsupEmbLGDFvnl0ak/V0198MFM8M7Sab3JBBSrmtQiYBfnAKfiudt
unQgKuM5FLcXPO3Yh2FL1mjYIR6eTcwY6wSyqd40BfBrP0Y4Ytdsw4yuuPYittKG3fk7Gsw/KTzI
JGGs4kyLot7aTXBlkIG8k6SgV21L8MAetlbVPQKPYX8yBTE/xi7sy/HQh+ahsfubiN3WtKASw9TE
SeA/I6ht5yDHS+DhyCmfK+DgI0hsBMx843QoH4uToGYqsg6KtN0gdqNRYdhZkaDwdy72nbh3H6Ie
B1/l9sBYsorKHv3A2Jv81shOSmP29muRM7abs+tShOl9N05EXdqkfQjJFtWeUX4sJtfYd6lln4PD
Mnfk0ZJP/tgHMI864k3gWbaVC8LJSWKqDSB8HVlDXDvAj7KB9RY5y707llvLM3qsNt7HwqFVqvFB
DmD7ZDgoVlXs7nKX4hUCZiumudex4TxOptE9yCh9LIzRQpGmWyxhoVXrEzsUG1+2O6eLNOo1M1/b
n9clsYBd96PoLq4PvYq+G6rYxDEvZLUMHM2lbqok/cyktlxjfWDm2RfEsIaFdKLwoipJpKlQtwy9
6hNGwiwisnCbLdp5wYRbTeobghjzVHU9FjfaG8gOuI9BUm5j274w6fclCxBtPeKdhZJ7HXwdq+m6
aTJw6kPgrgIe+mDWMl7kw0Xs1xeaRZcG9LUdzP4SYWmN6JRTV4scl5NLVVAGbHvcuhptPgEAeZrA
D8lMhAnBUMGYZ4Bi3vTdbPEo9DS1oo86BDZhi7FCTZMNY71HEL57HyW/ZBV9lHQNk6f6rtCBpTPc
1FRGI3pi+b5wbLEjjPl9dKc7jeF8Q3iWWi3G6DyD9tKQ7RnqXYhbhd7Dsm+Zgbm4alwliB4neAl4
9xkPZmcleycil6jbaD+X7h4ZbDMHEz7mKJtPDHOW1wQRT+tWD2taj68qkfvUAMNR3neDXGwldBEk
FmUR0i+PsuV0lXXCuHpyGOvjzC5iHuh+vDa8gcG7b1VbS+W3s4EvvQur6WYSXc8Fr1m8xdFZDjVp
MNJ5H5jJ946aHnrYeqDsZWpgeaxQmWmtZD5mIWmWLqY+HHlQcj2NPyvVDHHYh8BdprEv9U+6IPIo
PSE7hh3OqD4NDcHAaDGyycbPj3z0+WTwtH2omgZduCmNNddueGeGVgW1K6DXgSnFmqgDhhkxxZtA
0H5Mex87epSptawrZx/l7KmJkn70zIqQJj1hl1Zg9OdspBlta62uQ0IgmJ10uxOdOZ/mRQTQH3N0
cVYZOP4YHky3oZ/TfCr6CC90gPPTy5qZNLJHJ64dQshHEr5wyLoc2ykDW96wGG2tCZ3VBUj1bSh9
vU81HrxQzZcMuTJzY4vSuqiCzt96xKOOA+6X08oOw3WtSCd3gyk+wXzNzkTuppclayzyxlhm6pr8
QGfgHKnllF7RS+UxpMqNBx4B/pMG03E6TqzomRDrUx+/z3oQ8EumKfsc2iyB3cIoTzDqGCeRGtBz
u69FVJ74bqhh/Vv3KJ572ha2ntiD8vhUJe7Rn7+HwOfRzb7jOIfeUCtrpZGmPV2cNV14ItLoPBQ8
iLNxWKdVuPdnIPWGf9sV/TdW2+2hsgDTec7w2DhhssNc9DHOLjFUnFgu6ykGeftCxcttOkE0QVju
981AO2dIxyYpx8Wf3/Be7Yes/0jTB8t/irVEpy7Bi3T2NgrmfOs20XAi6zF6gHTTHYdiBj+SVv42
H+Ul+D9iPg4yIGkTFuNxZdz2YY7dlsqh6KuZZPVWt928IXlGE5znZjU7GGo7iFvnV4mO3Y+J0d/K
ssrtFf4EC8iusNWjFg6mvKJj9BfmSj1rW7dbtMliXSWtemiNwBxX8AXLfd2OyR7ofbPtrGL4Jpjg
ogVjvN/Y09CeOcQLVllN1syoiQSlWVTdk5XNz4Sq7uhN7G4EwyfMZaiUoDLG9ox34pKFrfyjbgf2
f9geU3c1hwEbc7oIJ7xwVIWv8sgxPyetNkEmxXa3V2Q6NoVvVjtXDQTMfcfYkZYiVdcYbnKSecRJ
AM4EW1lnKSaqvDkj2TqsRlnrfVwM5cHr4ureYH+7stLKuxlrcgLt3JPL6Lt+T0dYjRciDE9UmXvP
xtRB6S7N5lr8GCGjipz2uYqbYy+LfO/y3DhYtA+cZFOtDmpwH+xe7H0T841tYlnbyCHH0IUvcquC
dHjoK7fCH1YhSxdEu9jYAK/DFquxZrf9/HmO/LbZNJlnX4A3Z31uexNP5qz/1PKk2BkNRbM4ycJd
GE4ty7ge/3/idhpTPYvJvE78M1qoaciZB/wkFPJ+0igbyx1qPRo+61hsk9SMGWEyIaPA5mRTFg7p
XcEr7jg5uT7iEDVxKVN8sDI7HRwFr+jTYmakTqI3Mi7g7FXbsAmdadukdCwXI80U8Ei+CZV/Q32A
wNNIe5fxl9Tf4nomdtoDZynTLY2oLiVYeYNsL6tFkmyM28DJ0+9JivxuehEdQqEvH/Oq4GVgdPlV
mWtxKsw22erI1HepcHp3paVLjiROe27zopXscDOzxUjdE6YIZu0+FtYMmc1n4H/lhiwrVmSuyAmx
yl0Vg8+8iczMMQvlcIp1Xp7YvT08Eafj8QaLLKO3SozdExSVb5mpxaVCh97D2VcUtEzZdoxYg6Qz
k3deRE7ChRAPyDqS0Nk0faZY6ZHKqkvM4Dwsjeq0y9vNVJBL+28TOP/Nhp7CZiT5r8eeN3//X9Xf
bqvi7//7bzQ0/O2y+fv/Kb8kNZDpb2X3Z9nDj3/ij0ko4C8XHRG5k9G5B2LzH5NQl7+xbGC9gQUk
m+EGM8r/Yvx+cAPMg0CBbUdKGNT/nIQa5gdmDAxAF33U91xH0tf6l4ahi5T5T/qdx2MgYKApfZRY
6hpE8Ip+RxBinOgGpo0MHP/Q1Qf2GO24Hhz7xMxJVmQhFus1Rckzu/5cMxYpfAnEdI7tYx8DTtoU
PPXuGFGqSxl6kOdhTsxPk6LXOYKddMs0tRN/XH5fxv8Rfat+Aw12OG0vP7VjWUjH9F1Z/GlJyGg/
08oyp5ryxuNSr8Fth71lXcZJNLHGYvB3FdmAuAiGlcRXQRiuWcZHH3FVqu++EPa5TaXd0W7FeG+Y
TfoxH6m5WkfKt07HbJjB7Rr98NgXdXnLD2062wI1eNuZiXvG8NpaFki58YX8zfDNZPV5zfRr3Elt
98+p0yfnWAA9ikF7VnGsuNIz6gF3ea9pTjKxRpWUBVCzuQLL0n5nOU+MJqnkGQsQJlt1a1TvoAAZ
wf90nqCLk7vlupOOhOvGmusVCrATAfiK5Tx53cY2g4tYq2SdYQneCq/jFWQ1f/40/x3Wh3+7JwP3
zr9+Mtx+LufPrxQRInr/0ERMlA847QgikK4xNnDJ/sEAFMEH6lhgqPrCAj/Jy+AfTwJud8parOUp
sYwAkFOWroc/VREsxR881+LZIcEG2C7/yF95EvzCpsQzxtVCjQqWB5SZVw8CdGjGPkbOJJgUwLhN
w8I8SVQ5vldi8gtu0/MsuIUywGoGvdBbbu2fQINT4E6qCDWxGDrFcFjaAwmDea4wIrp/mbfJsZhe
ux54cWSnYPF5/HSsTDTAuiuqEM0Req+m7WAzh3Se/fQ7/+ZptDxs/vkI9ZGqPEJUghGrJ7mJQDG+
OArF90GBl4VvRN70SrZsQFaBSOhK9GdS6n5rFpu3j/jLOQwErxIuDS4WGlaWF8TL7+W0PqNUzp7T
ojPn1NduYnTghJMajSf/bwd7dRKVOUGLsVmAKcB44z4XlX2XRVjRNoqH/u7tg/1yFUJH5yWEpkLR
CJDb5XX10y8Wd6ZZaomB266VcZXWHkHpQTbvHOU35w/7kuV7tCXZJl0pL49iMUPqRKyzJfCRYttj
Zc+iF3sNr9t3nsC/+0L2cizXo5UD88erQyW5rZkPZoRHaopj+TJrbuhh/9dPmwPIlofF0v/hvbp5
KfKTVHRP+N5rx9pnGneKRQ/L8e2jLEuhl1c6vw5vEoF0u6xpvFe/jjBwI5hU+62yiIHRpmlHNyct
W9dxty9wKRF5nru+Pa97qT5HDaZVJpilsvajWnDgxVw0DVE77vZ1yYCp3IUjFAgirSQ1gH/6uP+B
czHIr3wmzd3YuXKP03XU6wCYJ7AKhhAGyW8r+o6Z1Q43nQ1nbS37NPgMRghxZC7Zc65LWbTXIPSU
OiTJPPsE4irvMUJ21u+sRJZv/OLe54xwoZr8wMtqbqlj+Pl65WkQtYwHM3qwMx8iOVxypvhVflU1
XXbt9p5BBam2du1oSo0KmAQf3/5NfnN9QWVly2yyWFwusJcfoKORx7cGSYuhaTBEHxp4YPZgvHMV
/+aGsT2EdItva1vi9SMO+rnRe4ADVlrhKRe9kKcYWkitq8z98vYX+uVpyiPNlKbl8bXoV3KWa/Cn
J0Dqyg68PCN/J2vKr6QukA9LglskcRo7uSllKORfq+dhWc4huTuhjTkW9oJX59Cox6RKfA5pWbyR
tDOyq0386Z3XxOtfSpge7gWBqVDifXTMV0dJ7LJJqBle7lHDyjZaJi0ZGY+p1+btM/jrgXx+Imku
LyTgX68R4U3mAsRD3gFi6MZHbPPL8Kh9rwnrd0f5Y8Hg04YlneV3/Ol3qsZSxTEz7ZUfjGimuk43
VN4n71x4vzmKwAjKD8NRbK7Al0cpBgqLSwEMfBrc4rSqYEzNfW5cvn3GllP/810sMI0urxsYyMAS
LPnqIZ0GiVZRwoQ9aOf6KrGKYmNoMX21iq9ITKuxjMX27SNK95dvxpoN8jivuuWw7o8OtZ/OX8ls
HpRVu2D9mB2tUfHxdMZFaVB4VFsJgRGKhD8RewpxgoSK3mKeNPC7XaTs/VzUmrGpmYv8hDLuTm97
bF3+RrmRb+BRVMTxE8eGFch0q6NJRBfTcxtYA9CtQjTFOqua7PusBhC/vds1KBgV2Pyda884AwK7
YwzkmmWUHyVk9Hpj12kP6sam8wuRV2B+y+eSwfuMXAWfzh5uwI84T1HLD7TTUyzAaGJaoFAVtNVJ
I0j0rqqOVDiWiiZstvmg2m8T/QLzGq4yY5lwIEUK0stjKhVYyygF61xmrkdoHEhUYR4/5D6FBVsr
oJJl7fiqrja5shogFJA3xhXBM3IntFhAYwka28qOs46QgfKS99hTPi4Uz4qUDqF9yhWQV+Y43ukk
bExgro737NTYZ4ltwAVepd3goM6EVekxzmzorUbjikoCrEczwM0JJAId8ZOIkUH5hCPPXG8uIYwk
YKMgnBB5I8ybj8PtzIuIjG3hDgnEzIl2ilXLNLvdCGJklKbVUAo3xNhH7yRqaaxfE7Wyv9hcBPnG
QCd57uIiHu6NCpnWQ7nvsPxxa69s6YODQKT6ij8IUoEuEIp6REvjuYbIfIuJSiTrrlV+cVK51nBD
2LGPDnU6EATBWktKooG0Ytwpv4TOA+WT+jO3jZ+MqTYrZvSiflR0qoGqpNGhjTZokx5wUEIm8aJf
tTXydzE4a6KOEepeGudxjD6slX3E4tuncESN/qkre7N+gjfTOVujd8J4l+ZsDfZ6JsK8M8AwAGRp
exvjfkuD3aogQ4awng6pWHKtDMwCqlaejMqi7xQ01bx0xEZc50Fm29fEiujupg5OdV+dxBDTaQsQ
2jj4UpEjVGYedWtGyF2+y1Q2U5bnW+knxi2W+aXJw7y7m5qKNntN1U26FhgbLZolJu8Bm2WIG7av
05sC/5R9oD+LE4sNBiAX/gj4Gyn2H3MnzSGz1xDHmamnbVJ7312cLRnnjHTil9bLRwaWlblIDAnd
uEfMmYRYlNZMSaBL9/Vza7QFkcyy0bNiQk/o50Ryx9dflVmjn7JcxB42EZNCUnEt4H0TgaxyG5aY
pEjITJD/GABKMBFW7tLGQ/egtYqVdtoN0R51Z4nIURDg6qI8xQvqhySwoE5upY2AB4czYg1cOXVS
nLvso9rzmFQumG+aBYbI2ZMEHqBDtWxojZGZPM7feh30+ThtmVo4JbKnyrJj4KD4kuL3MJZG3QyF
iFjqoUi9UV/yyIkRhvrGiidG6LXsAEunoWweqSjQXfcN5wQbGWslJOBKbztSxe5nJ+AEkjm7R5qy
IlhFY/KxB9ENV7FOnbkywVOkUYTDbc4ADq960cRWdzq7BVLjmM/555DT6q+8utHjtq5FcBtEwqSz
PdGjtxqmTt3DhWNIC+QskjhObSAX1ZD31oqUfUPybGlcWTtsE4jcI1iQP5UNK9Ugbjwi5JZhDms/
Y7twgscKmig5bVeDKceTvbZBzNH1jl8PfB2rVBzdYx+F507EOnVbZ8mE9I+vv9gkM7oNSOLUdE5G
1zCTrdm36YUxVryyJVQ3aue6CFtB4sNzoTjarwlyDnZwmQM6qjeqs/j0KauWcVW3aXHTjdIfrk03
YhuDu1yR9gRCSWhfOEiVU40Isnbr2rwyKAYOj3U5hAiqZh1dQpktqA3kJmA1HSY3/BsusGc9mqg6
DSST0yr3eTZbU1uFK992B389wDyyDnNrjuXidvFvOFOiWNnGUDxUU+SFa6ty82+A+Ul+l4NgVA5Q
BHYKD50ywUnmh8+GTwv9pmYnAQmDjiVjXfdG/WwI7dExlcbZrU12R+/GpFf0VFuk1JeIZH8Og7cU
+460Uc9uxA+XmwVcyM7jqXLfYbQDcpI24nYEd0lVtbVUMTcqYivRFq5jbedpdj/XvDoJZpkiMdex
IaqnouqsihCApeCIJZValG0cwx7wdWPDfHe+NzxW4yidcUxdttsNp9wcJD5Ts6yh0JBdWDXa1OZ2
FmErARIqwFhV7dvZemwKgBQ2TMY7jTVLrgvgkGptQrqLvyU4vJs7PqasDk3RezkXkJHKhzme3Pq0
K/D6nCYtBNd1YXkq3+pGU0mtl6KfJ4f/TG+sVnk1apBF4rlpAJRvYGA51DNBLZDrVJkiutEjnLYt
KCmfQWQjiI1TeZKZ5y3s4xYt3bX9deUb9ALWKhPV0c/LCmWkJqm3rYQy9D5gomLuZvju82FKg6A/
KzGhpKc+D55kOwpnSrcVdnD5JAXpGRrne5kNh6LhnbzDXU6bgjYdgCWqE/w50LsUXtQFIP4MRHXZ
mGdB6ynyI8jGrX8lI0L1z9QyuM33IQ11ty/tTBYnEW8H5BIezMnJjFLsr0jXwLcyeLZYJ0Gg4rsm
i0IoVVDNEX3IkxKsT1IDWAChgXzNtJicmjvEUwcgqiPQrBy3wKySNLI9pljLS9LXqLJUMiV0meFG
J4DXsXaybxPT1vZajCXZnDJn739Sos8kvJr72QYVLrU4pKQWObsE2vqNijH2+JXNMxTqIGu1Er+n
v2GTDJY4h5rZkwEkGbRKRhZlU2xI6MFlMMiVYv530cCPSbc9yxYMdjPvrb3OqpTm9dGjy4zHrE8m
II7uPMtouCZ5UoSnvu3hAuTeZxJumER8NrzpAgqQXLGwKp2E8IZVAPKxKJ66i00Lav1stxLoHgTX
ZFtPejm/uTLui2LmHvHzHP8tBkKDmoghAr2WJ4bcO02nzuzICEknxPTibuG7Ipf30p7uddsbH1vS
qy5coMb9DkefAIVU8BTIeLghVSOhCJOQXf3cjd8tilMxJJlufzvG42jsTVjb+dqI/Wla9ZFsmu3A
0u+TjXL2BRZ+XZ5lNZxGgi0kLdcY0kecWYCPccKVBklzdyD4XMiEeHAgLbihMsdpt4zZScA0OdFa
wgtEYJCWoThpz8CWwKuU9efYiGJnlNpj4hBW9o1TFHZziEDM4GZsrALAHQlra+cVOTkuhFOJd7b1
Ah88juZOl1Usb/EdVM+Oh7y5V1E4M2HiiUrSN5vpmPWxYnlbJgujf+WVzHUwSPWtd4Gtm3eglY35
1iY5Ss8gxLvjnIwxCo1dWbduBwZ4Fc9Z+RlucMn56cbgx4uY6GZGDkzwfYC4IT5QQ4bP2C8TlgjK
/qoVZG84yzkWbisuAOy1UK0fAHXS0efmM0g9kKQBiXFM8RmCOCZJdhgxryK2/5m3LT2/vdI2F/lG
9Jq8OmAlotp5awUKSlFWCQrZWue+hh9Fg56b5qc9exsfCEZt5sC0ekyBbpVMV29vpezXEwM2UqT/
2By6i8wm/Vd7RFOyOLXmrkCFZtFzdLg54rXZoVEDb21Cd5fEnRHsJ9iV88ZLBgVlKJuny9nqRtby
yCHZbiKUOW3iMp/xJ40F7DjHrbvqMjelVV47PakqiN6RnKmDMFJxiPpUPC59Nv12xtoaXrHVxgYL
mCEhylO57iMFdbF3a82efZDYZ4EH6Dq6dwQhfeTbEGhVnljmnmhc5O6NECveikGSi0O7GXT/+PY5
+vUUSeG7yIZQC/Cbm6+GKjGsszACEQEMy7LuDBdUQxjQOLcCGmDe5STSb98+4OuBEXNCmn9tRuM+
Kh1pj5f79n5KPTOjvoDlmJl/mY0G7xvjv5iWH/h4f/lYDgOcJTfCIN5zXk/DXbunEg1TlmyQ65Qq
/R0Rh+gwu1n5zrb91007TZGohNIloeKb4tUMJyjDpAUaUa9Cv34Ikmw6hx/evHPufj2IuzRFLzrR
ovp4y9//NBkgUFlgWhhZmMQ6/V6kIr5sino4vH3WfncU5EEEKe4ZMvmvfqHCb9jasMlZxUEO0j4h
LGnRgbp/+yjWrxfC8u8zUgEuIaTpvTqMdE2oFi02peVHwtbNABlzimHh14UuKI21r81WXeKxm8Vd
NhoGdXZs5WaMR+TKV2KaHHHGm0m5h0lbk4fFNsq8deiBJ968/Vl/d0Z8i6LuJWbMH6/Oux3UsMC9
5bx73bVNDvaAIOu9o6b89iDCowiMwEDATPDlj2v1QS/oAVjoqGxDWNfWDYWGde1P70ymfznxNvNo
rlJENgQ3ktYvD5SVXo9BMVJkeGhnMQbqqWCwk6qYnYEehbdP3a8HQ9xcpLZFgjDFa0EqBv9YsmzB
gGnPzZYEBkhf7d83AibR20f6ZVTH84v4t7RMaJImA++XX0vgDUyQpPSKi1evnKkaAFQU6ccEKvV5
6CYBIcvA/Ku3/fLQFBgNmEwj4chX5zLyG6ALPuJBUpDLwuFU7YTD1fzjq/1/6fw/FuH1XyvneyKR
MOzKrz+baJb/5A8PzaJzk/bHm8IgWC5aBw/4P+vzPPEBC4uJumZJT/yhqv/povHtD3LREJYFAWFD
x+RK+VM5l8EHD9nW95EXwHShyf2FOOFLBUji7qFVi3Ai8T/kEevHnPenp3UFFiRYliDnakQcERvt
jwhkTqcTr96INqJy4Ix2isqg8KXFpnoYCttV98DPi/odHcN6+XBZPgvRSbahAkiCu4zlX94cXLlp
u7RCnpMFdAXoYNuMu2PT0Vx01xVe7Z7bWdVGIBO71NP5PsKmk34iEuPfli3NUKugK7LqQJDEmPZB
n9j+VWswiXnn1fPLKYPOhSAvgmWqz9306nbqR9MLRxC554ZgSLeyAoLS5yxj7eFT5dDstiEfEsE/
haIE/5KVVbNp28avPv10lV3+Md//G0Whl+yduvY//+N3H4MFA7+cuVxDr385wJvVBPA0PwcJlpTP
jd338U7YS6jBLtzK2+mhG138kGVUB6fkIPLuGLFk9J/f/hzWskD9p/yApmwidON8Rw/Ad0Fu9uXP
BuEbZ6FPqUqR+YRRjm4FNRjejC4CYO4JxNLbDhdpu3IVDoNVWVKUcEiFGzJ8Ls33dKrffZwfEVx0
3sXhtPhRfl5/jFQysmuBp1nDiymvCCowu6v6Iga8UI1BC0InmoeMWRvFV2BjN7J3jBbtNkuq7KrC
jzqdvHOGljPw0xliGURwA98bZjWu319WEaPZV/XYG+AihpYGjKElV4lXl7E8byUmLDNO3L3O3eTZ
H/LxPGQUSDWQa2IkKAsg6/tcwc/YsYwHRUx0hdSnU6bYurIKFvVcFDBytSCP+87nfulT4wdFNOWF
AdTEchHkXl9irGPatGcitXMGt7bTjVcMRXIHOopMI70ck3fdjWM9fu3sqMw+N8tE7bK067F5lJlF
D70obKjS76wMrF8/FWtz11rWfouq9vr+c+qyNmy3SHatWVUo1GObw+Nnoq/85CMMet89at1Cel0b
k6Nm+jQhj1/PlLCAsfSKak47Ms1OWd28fbrEqxuBT2ItXjW8NPzai0b68sormX/3nmPCyjdK4F+k
+BzB45NlaoaDYvR6Sd0zSYWZma83Ftnn0hSDgvsfFW6707Xkf0oZd/BnZmYX/Hcj8Dyrk91ZnQyD
g8dYwjzCGUsA9sQJIEh+JaeuOJRqfXjA76wbXi5W+PkxBQhWYCbzFmSm1yca7kTCG4Cg4uzzz++q
RJt0qHcQzbYAjGk6Yr5gQ3HT3lyVp2+fzFe3DFsUaiNtdEWblSYq8KtzmdtTAqDR9g7abXOi6VWk
mmi/zJMLZhZR6tU4BfJ8akk4a7aB32XXLOTEtz/Fj0rjn+5c+ipN2qqxKvmezbr69Sups425EaY1
H0JiZmX45DV2mzRn0mwDVLg4NBLmGcKEpZJckMifK9pUnaCOic67Xs1VmelBpd9NZ5QQ8uDTpRMJ
Ggq9QJsZVE9MW0Ir0wQgmsnvZwZHfrttFo2XoVHnqexzkdr98h0Dg8si7B3+7NiJd++p7q8fm/YC
hYFQEzCn4gqGUPTy4jVkGhRNMmCOx/PLRcl0qJ+qg413nU9ZtKAs8vUcqX75u7zPychr1SlA507S
BIRzREOgKHznB3h1GdiL3QAjhY0piGUB66iXn6pG6Zk0w+Vd0aVdtqN0QdVHw5oZrRFIci/GmDce
aajY8PfK12X0juvh1QaQhAB4RJ7eUuAawWHvvDotcghpl2DNtrMMZXXnI+kWfPDTJL86YjDzc3xr
bUfERPA/e9So/F/Ozmw5biTLtv9y31HmmIGH2w8xMziTEinpBUYpKcyAOwDH9PW9nGS1VSqrU7eu
WZrRmCIZEQ7A/Qz7rP2UpaVkTLGpCv9iqG09XaV9jXEEaUe1UG/CperrClxm/c1mbTKHf7lTXeoj
FP6pJHDoIb8WJlz4l0AuxNmq7ZNlOMAfD6KD3Zc0cByV9f11gzXAI64h4++0dX+5aZCFCSO9do1Q
N/hLnWSowOEx9KsPul2NWZlY8+Az9quWf+tl/QS/2dZt+jgyZKJOYdck1bVivJY6rUP59ne6avuX
kIg1IARBfU7iiDTT+zVbTxzsz6H6YJsIEOE2ajU+e9rOi/oCBoNNwGh8lQK5dpAVzLB5EBf6vi66
PjBQqvXrVJdJ8Mp0WnDt9KKy9l5Q2eXWATqMacEk3Xk7ci41WzfNB+s/i+fMm7fp4iFR8on2EZj+
+QLai/KmuO27Q5noaLwvJ2ZHku2Qz+7RX+fBeVqBxc+3o1zz9ueELyrGs2Xkv/79jvf2RP35Pop4
+rnjqQ8ZNckvb8MbPGEpnnPsBJ0cfodr32uMKKJtkdJyrDd5OoX2vhJIBa6YtSrSS86ktIMklMwz
k1xW4v2s6ExP7e4378z/yx2OUo1siHfHrCUSgD8vUBZ7ukByxfi2g1jvLHua+tu0guKxs8NMInrx
h8UlVjIGn/CctdoNvp+nB2hQVfgJ3hjQfkjDi3ys2qr0b2cR+eUtd3bd/05qaN7LL6vIhgWhhRQN
+e6vQaimk7qEQ6QPsme8YAh1yGQ8sztoZGy8es61bYO1JsMjK18TVJUuOLIUuyDa+c8hGCUGaxP4
5j1TVwz4935G38KmHZwmNooMwhqGeOYCE94hWcMXapX5zECzHB+mUKh4D+2Q3jgt2+Cck154LYwo
yJXXsROmfQc4JFWPIdplhtKlxyuE+C/He7tw1+Hl7y/bX4KIgLvIpw6Ioyf/eWaH/5d9KSXm76QZ
MMaUZ8nvRV8haMZFS/l3LhcPiSOV+qtQWPXn/48XNiJcn5FSMhQy8n994SFq03ocXX0Ymrqknej3
6ghNJ80OomZk5OzlAj0L9f9h+I2o8d9sQxQ+uVVDA1eh2PrnVw4bZ0iclV2xzlZ/fqwLP3ymK1O/
rnUzxF/DJWRimLHB0t7RvEW4uyRdVf7mcfk36064YvPhjfSR4sOf3wSagBSkwjQAmxGqPyg92wTE
PmN7W+nb6XQv4yDalW6JVPU/XviYCBhZP+kXa//LkWmrGfxJJPGKd20dHNSY1MnPnmea7t4UgJUZ
Irtv9zLCtebvX/mvqQHSXjSXLDonoODFf/nQJXrdeYmhEPkaSGAa9LOpGdjxuZO6ZmzZKuzdioa7
PaR2mFRHMqqg2XJYJv1lKwSL8/fv6N9dBerTMcUMDxrQr1eh6Fu0K9nUsw/gNndVRrF8raI6vlKO
ZcnXsZuDM+YLmf7N1f81bkJbT8opiFqI3sFE/bIQq2yE7EjRDj5cWiq0cxN96qTTf5oQpjMaPymM
DGAHt5iz6MAq9n//sX8t5XCYAWLD1pNgEv9OTpI/X4h8xavEWTGJLKG5glRLGzXuxzLMw51XrOXW
FqWIK3zWmGNGUOFbt+1sVBrTsE5nNBPu7ThIhoqTUnUgfRd0woe/f4t/vTJmeRg98aIo4ssv71DD
yJVWgrqnzPMFm5YyiJYv60zZPI4Tu/9iIY7Kd1E0dr+5NP9ubShv2YItEfWkE/zyZHo1PMN4WbuD
dCf1SadDBoGPhynZBthPVLvGa+bnMh7cfhMiOLtESNlcBXbq3AvYIfT6F7v1syt83bIXR49J9JvD
699EdbEJ6XhnxLvUdH45aGU2rlTZE3XAGrT8MbpZ0SENb8oJU4JaBNg0OcXXnAv/4C4AsCr0GOPW
tYGy/2ap/rqRspE4zKcEVE3Zwn95IzisjRLr5O6Q4q5ucS/XtKs2VetYF43T2vlumXwEKJD0+0me
UyfJ9oUnUvfh728V2xwVfz7NiSjNrJ4R8tIX/OVpQrO5+Nh1qQMs5rXeKaxV1j10CQBeU1yjgA5x
xf7eqqkO0SuMydemJA46LFXVXJcziKIj93zzeUL8on+35f010mCYH04UeRIjlWRKf37SsrbWqFDg
pxCNBO4+G6PqyhJLd6OESC8JLerPeiiaz1YbLRKSE2rZTVr4zdFupxr9GpqW3+x58a93uEf5g7El
1OgsGZvfr7LnxOlAtKCqo2mt5iK+nRkaJG2MJ2vmC54baWttZ+gt4/wtd0cvHC9Kbm3EUctaNLcM
pwfD1+kt/y3cnvw588aJ3NLWmUn4dV61gCUspjZFcRISYqs+0jbWljw5Jffh0wwGp/jphtKqPqWi
Xf2vBYNU/AWqpMFj76VBEfEGhFrAKteElcljvSJVHlALpc365EKzmFt0mpVHVaVfiziJ93gfdADD
gnLgz+Ls1RXWAIwzXvgRzAeFkgdRaVXFR6GLkl9flq4kUefam5eGjprzXdSoBPlMHQI3Q5NMjKhj
XE5h1b4gbG3ItSUmnPzgXHgphQ83Sfs+B4BrSeo8VPAbqFZIrIJp3slejMs3XdOLe7bbdLGbsweQ
ll8Ox4bv97MIVOIekxE3D6wu6XHWAbYtCH62EypnPkatGtcEygBN+sIgWli5nQaZz79JpPjBTeeD
3jUG5La2/VNU16jML0oP0lx6CFnsubq16iCY3HsLSJ2DJkANC5UDGUCULWjgeb70zfWh3xxcTpZD
cexO2CORwM3Hu80VNxLMz3UOqScUs2aCYhOQQzj0+3SQr08AgckJtkyk2RaawcaHfX6VdK3NR+Y2
qqb2Usw99RI/j8fe2ia+Q5h9SHVhp/pst9rlxsuo8LD0s1sI1lxYHqpX2EszVCLCM6YHjdqsWPGs
SHuKc2Ugi59xWhRcJ/lRtmunjIte9nXNkiSNMrW3j+/aZR1ZoDBfaj594AAWfnJSpwLR0jPv/jTK
phtu4gAObkBroP9coXKTL0wPiflK2nMNxoCwWEOFUPaaebTrJnjJEWaOiKbhrGZgKd1tkDThi6d8
5svsBVmhgvGzmKvV6ZIirF01wv8cOBSRDqBbx2mnm2zRTwFMXN5y9f7OM49aFJLspFkK7H6wJJH3
0pmsMj4OFlL8xFhHAGHb2XMY8VQMrTAlVhhBJMGbKEpVcIOXWx67F860mOpPiVGLE58hLMZDde20
MXDgJPe7HuIb8K32chlomiPmScKpvxv9YgyafZ6LIRIbeMLrfMXI9YDClyrGqnBSAsk7HlNoCOwK
mU3hykexQ/L9aVrqrn2yOxtwcD607ECgG4cSYgAu9RCl1tYyb7ngWeIAn9tgLddtIRHz6DOBH5/x
ECKO5NESRJLjg6hkSnm2QQy8PsloaFjrCUTs+oRPg/kxT3HzkHV6fmvLu8jOV27Bin4r/9P28lTC
8AuGMrBuKrj2+cMqE1P9zVHNeKciSeno7kO/REx79KFU8aVES8RyQggpi5/vT5k7jOaXPBIBnlsH
5O+YP67uZCOsoXAiyxddF0C4N36WLzwrbDHmoudeAoRl07Ud92rRFW7xBRpep04xLg8Y8rH1uR30
rbaKT4U358lDg88p5Y+SYvW0qSRykVcxjwUiUNgM5rkA9sHemVIUNS33cghGB3TiaArVE+MZ0VYX
1EPuY1V0+ZN0MJo82ooCmJEXUy1ZNp7bLsUjOyBUK3txV/4lLJnMYKqdo7u9ShTxHKDD9+u0+pJ2
DPSYUbC11/NIrf79A+dZCaVng/fMFF9r5Ab0/7Dy0z/CYU71MwrJPLR3CI1pDPbVgns1bhOtXKFj
TVJjnpJyD/3Rdrayrm2m2csGireOuvuhj6viFMg5QNEHCrzFiESv1mWJkHLMdlFVYAI5prTNbjpK
SPSykqQcin1XWeDNN76Eu/bkpZ3DG04KbHuYxHx7JMD2caE+6rOsX4N/p9046fw5X0NMrDdr1iHX
grTUmedoGvS6XGI2MfBN0qamfq3T0ByV0RjZy+UQ5l354sb0OZbd3GjlX6TItpcRgolVxw+D8np+
lTLyzDWl4mhqtBP2KywoVOnWr7ZJQ/lLs7GsQ0BZLFTtlavBSl9xwzbqops722ZwrDLjo9wmUXQO
YyvigfbgynBKZ9h28xKyHxyOOZezyLJ2Tez1FRWh94ONvoA/j8dMun3aU3JBLH9XKdyVvq9rb87r
jzaHZydmu/44y0sAPPSGGmsyz1EGQ5O/z7Nvqt0fxy+kHhMofBwSTuKnPJqdjYEC9lhvPRN/CMx5
NTau4tfCITCbeK2ZXkwAFoCyijmNcnOoNlNvzs8GoxwuVzUkhVkqLzSP/sep1zJ0AgiJ/m6S49v3
3ncIQBLyCmEwdzGQK3TgKIpZ9XVGr/VW8K4wdTF/mZFclh0/THM/pP5iiugNYzKsZVFhGPJzqLH6
a6FGVlwnDFIZIP/pwzPt04dFJJBdPhcWMGu8mETZqgMTQaVkd/b6iadSRcbpCG/ht5YS/fGZDwz1
CNDirucZjNxzAWKGc3AYwOmDtLe8ll8IKX9yhogBIaC1FQDYuZXs96MP8oW5b4hrzKOXg+6y4OU7
5Vtb4v0VwlI0nr/DqxvtzB6zWHOAIlUvS3GM3VliIrcEjOtBElM+kyyfGVq3ZPXUddpsVnGSW6KA
BpOYVVcr/qYpTsZzlbQ1OcW6TJ19g79N1LE3joO5zd3WNsdy38zkqIcWfio/soylzUVHjGU+Bc2w
ioWU3NLeSYrRXe07ADp1V7ysjXI7+xaxIHD7yzYffWExkDtZ/PVmsw6C2A+lqD2+rVSTheb1syqh
tZNbQa+qp4+wwCjKhu+yXyL9ebFcl4eRAaDBFN0qwmuGogazDedZmJs3LT0TE7pGITFgz+u59INy
xorWp1y3A4s8LEHJ5fiIPXKna/l5ZSNmkpSJYiLiR+T0wfjQRSrlYo5x3RjdNkS+AfeZWvNxfAwc
eIhQE1gzoRXjfj1eZA7WmAAjvWXjuLG5K3wBKgyDSeWat/bxJ8KaYBdxPqpQ3prv9jAPga32NY+I
pUBiORsbiEoY7dDDq268bt/v56ZvzaVLY8bpOJfeBSEyqwPeFk57xAFuPr69HGoI/mRJGkfp11dt
U/zs+qxTzo4IP11Dc4eYjwm+Hxe5HcZ1pXNZVWmfg14FwiWw4HWtML0h7m/zp3C0uuZLnCWReg1j
Xm+r7UZ4wzFmfKv54knmpxYyvzJKASSIupPIAGdZ8YlBc/b4b3lEnruCsnX5XDDJwGjRXOcrGpdM
UbIBgtcDe79D0bwuz6pp3brZ6S5bO9h1XekQho2KK+NiGliSdoCLxXCvZNpmsSC0c0Mzcvt5hj3K
l3rtED1ilFhWGh9srK0Yu1B6rOc9lIGJbxYEI4valRU31B1/1ycNy4bKaf7Icbsbuq3KnBUPeNam
DO2rYYzaQj5EiHJEdYhFNfrDLRTIGZScHNvEZrPLU//etkm+MR+Pe/P6Ig2iudgrBu74zsOW1jsl
JQNe1h6rVV3fyn7MRXSa1RD165nhlQHbNQK5zGWkpO9KHEoxiPSwZKTPkSyckXi4F6e5bwXvDfsh
uqxgoubVppJdM/Fnddcd86VsfBO3t9nxwIKND8l71PyxZUuY/8hiiG2sip04CMweT2ma6ar9EBVL
8dL30phF1UmvUns/kA7Vj1g7SEYU/LJKfYjhvR8/I/mNuLKTrsIAf4J4BYVwPdjVFGx8KxRVvbUt
CHlou9FJD9FztNrcNwFjkgbwmdrwdBlvMOFq3XYmbXPfDznMCMzj6BTLwkdw33+kwXwxMh7RKyyt
HW0lk5SRgPRsGe+5qd815m95vaCD2zU+T2/RzKBx75IEFfuBmzbmSOdGIZhc39ITjC7ezoWK37nU
0jVnvbugaHBBiZhM1zFkR9ya2NZ0bkzgknY+UMRKivzmY7ugodxwImiJpZBLYZN932a+jY5M1l31
de8M+QN5IlyhTVB6RdNtSzCVbJhdiDf6sl96y8SYRVSbAziMUp5U9quQnT2bfCcZviVLACpxF7Tl
W0ya1GZZPnq/ImhJs7DQNhteNDF4MO9hofMJY6lH1tRppGl8F7Ul4auV2iu68hQEMluiY4yqDDCz
Fo26dwdXOVxrzbKxa3DX+CIpHc5VWzJD8M9jHCU++IXD4gdv6/Kexlh9n9pqg6Ie7nTXRyMOzh5O
TbiCQ3nlja0ZNjHy4LaIuE7O+7acE7eSIL0HzkMK0/0Fmp8RFzTQcNnP6vctb8AWgnjm43BNpJVz
QUBUWhVzYGmNGALf7WjlHpbvkU8+wI9vYfkJEyo4UWo21eE9XE+T2qSDLZVnk1AsTL7Te4T0iBnX
PJuTLtK55oCIetsEWkI5a2eGfaw4u5wkE53Ot8WK52k9+izwDKbTI49/FJ4a2nTXhLFIX/EFHpJH
XFlUeVrzzFjt4JU+uiMgF05aLDky5RmPdCXt7kTbr4xeKROIT29Tdnj7uEYHlaVcxqNXj7m8cBj5
W55kUjLzvAarux5TCa0CD9tuVdYRW1/sl88LRTOVQ9xrmXacVWGJr06C6cXeGTMntyiUxVPab1Jb
Gwk1xEndPuS1WgNgM5WbRydqeGCJ4c4B/9gP7ey92Ek1OzjwDqr4XgyOTWV0bUPmpmaAG+ehWuGN
rsOIzrqmu5Dcjmlunsu+SQsWfVYEeD+TdSzSeBcwPVJC8mVijpylArB4Wlp2rGHX11I07o5jEiLl
tUnNkqOwmeJqkLewcgSPYUDLyqV3YldXfqb69ftHxvURZRMGmKjnvUjwnq9YbmIOXE9nZJVpLAng
GRItcRwJW42AbptJKOhQld8T9ZTP2+7e7//5PYZy3p+qeVlRCk1Uj7g9cI6hNPSeX5TJakLNjzj3
45EI/dGE1UrUJgqHoqzEV8oG8rsalzw0PEhz3Q+rG0lmyXy4nRiPOOgaGImfnIg7bJcN40c4YkLr
vFBmt+jLFctAZlKi4rZ1okyjLLdwQTyHI6MJzPWms9kykGOZPMgiQeDlY0/OPPwY9iUmmUkEqSTD
eLYiBNV2XCKOTLjCOJozz8IzU+YaGgr7EqhJ4AWLHe+Z8sxnkOwt/tGfeKSCLIDgunQCiwYcJIYL
6In1dMMFlNMNGOZoDTbMtK3GoCZQq9ijvpxxQIhj3b8SS+jiexYpVTzBSRTchj3G1sX3obDsibGe
EJ0CzEL8mLCB1Ksw+VS+MI4ngLGszfJNTrUpf80YSAWvBe3wvDgynzvyc94izCYomLjmu1aOwgB+
34pHIX1JiAB9g8KxAIcqzXI0OMiwkXZEDMRGKvf5ZuyjLrgZ3MScBLPtNFyqjz2MJy6iPJH1I9az
IrcV2I0Fm6i42Nh+Z2H3y4y74oIF7+eQFm7N22HQ2ARinXBNtsFEuNm+YnslFsWck4diJ3kkmCX6
5yFtik4se1uae6DEd2p9CiZHY8a6+AIZFkVTuNZXjd+amw/5esufB9kzcqGd3jUFDRXIvufF6FK0
CncRl2H+XeCDP2jO84cQiiIwJhK9VS/cPO1qV3G8cXRcyni3vNcAalwCvBO8E5JoS808P0ljY3IG
UgHzwotoGEfxvMocsRyiMWyWIMw7LFtUEWN9Sj1bj58+zlTRyLfi6YTQc9knYSKX74mXKlvvXYQp
ZtFShgTlYULSyMcm5DbLlGSzxc5sCZ5yrKGwA5JbjkBzanY2xoScmszGI7QM4QewGCLv7B4CKhNv
utlDi0gYHaDV2KzT5UcZgMaSiTQoQJRsDt1HLY86LJHDgJ0Um8hHspiO+Efah1oHeLNsSCuj2d/l
apy5gYdxCZZjqNwRwDWCsYTtpOv9yVSH0p6K2Cl35MR1sQc3MFDPDgaRw/hqYb40Uct7opinzNj7
UmY1l66jGc1HSCG/EuDXTM+RrDDnzzdW1vikAHmYj/Wgtst7pQYEaOhese6tvKkG6n04XFWpIPay
5/XGy5wJ5wlAJdPsPL81YP6j0QKolfz3q+8QzMUf1CFJG7Phv67zHwhL2p/D3/7U8bW9ealf+19/
yLyb//lb/X+9/TM8x93L8PKnb/ZvpMx7/dotD6+9roZ/qu/NT/6//uMHb/PTIl//7//50epmMH8t
ZUzvX6cI3qz9/vfJg28v9fc/exi9/cL73IHr/gMJQoRPZAR/TzhmHuiD2Of8w/TGgfHFzKIg8aFl
9DF1YEX/gPAToyc3P4D4x8yK/A+wL/oHxx7ifHBRoHkChlf++dHv3rtlrNr/CsFERWkanf/SVkO9
a+QRbmDsEJmL+BX7xRyRhc0eOpWuTHAAzuqauXpaFNBXnD5vABplkQ86wsZP5idh9/yshqSOsTrN
ETBYuxxLmz/IqJfhWERNqs6A7MQMwnPMo1cfmkQOxbJO6+ymympoLAyttu1THidRjxMAcPILipKB
/c2JydvuatMbO9gFdAQmkhdxjyGGm17EVgMSI0nWrLlOc4tqqkehWO/JyElCmwZHXksvEYOVFZEN
hhFlvQAHLmyTRw6za4zpOHcu8aoIvJ3E4BCOMCIkS93jGdqU2DQZk5O9MPCbvcZsLziFWdiUx2Cl
tG27Kv3Wrg7m82TW1/kwZuDZ7fEyQ4P6OHfRgD9SPn9RON+dqcRjtqt7/dhxmOKw3n71JH5CNcad
VYjExFns6XJicTfDglODtkL1EgqWGLE1Gte4roAmTt3Rp312LYS+tTBY4mroBT0o0/t2nPX7Mpu9
UzNO+rLvy2bH2ft1GfJxm0gRXTZ1H97RJU5MJ/Z7E1TInITSp2YO/f2Suc9xuI6XKAlHCoGi+ZnN
/nBOiHyPuKCKLT1/d6d6iRGaF5MhqxDbgtqAPwYcoMGLU4bGsIaNi8Lw1HrD7YAzGp6+xSCVmaGN
Crf8PAdyXA5lSAijNx1ImO7e6tc1/jplYC8u4xJxJBZPTeH46abTYTzHGz58R4fJGdym0Fu3S8db
SvCAYlC4oddz4ACVtapu/KW9a5RI0n0UaJmYafhuO7YarIof+/BcbeiU64aD3AmwJU5g+c/Dp5IE
CHIIZhQiYtSZ4hzTCFi07Isa3x0K9vsmHnGsKlKqTIj7vdHC3WuM4occaWlwCKxYX/fE9Ls5cab7
1WuacLuMkXIfs6yjwq59PX4dgXx4J1cOeXJeMRQurvuUWgrO1HkZXlHk/Z5hju1dEKlq/AtIr+Vm
crtvPWzyxzZo/BAnkXlKsRyPHHlK6lWeqqi5JyUhbMnk8Lr6uCKXKFGfMCnETpKIDe92N9nopTnF
LnSObdzY9SUmH9HWER1cBp8antpVU77gumuFVFDcuel/9JGLE6OLNUmxrebkCNwJu2M4bSt9horY
F9FKGcQXUbJI5y7I6MxQt3NwI3CC9cob0wfXkTdKr9XRK4ZXt5dIqlGyb5xWuc8Ed2H7pY/oKeOO
UBbhzkJycjYnZ/M9VQUlJ00vYaKy6eGuPpe0fy6pKvTdLg8rC/r04E/Fj7Eqy3grdHiDZNsCrDKN
voOlh54axvTHDBCT731bCpoyu3YJf+Stc1GOvbxig7JDiIE915ToM4i3MlV4OdqMWTx7M2PefE7s
xUstvo9L4waY+o4d4/woGOc/2AtkiIF8WFFx4OTA1bEiDjqktTH8SkdnIghYEYaf8zinWTYnFNSy
qcm672MF/2STwGBSe1A8BZbz1lr6GybMfMrYIkrik6XGjG5GZxF+SkBcqCv8q4HR6nse3nnvY2h8
HQYhlaaUYBeMwfp18Zi3PQ4BaL5w7MWO4PIPj4xrq10Nk0R54oJGCtL8cVo/L4KWcNv1DDnK/khH
fsWiqHptZLhccphbByexwktcuFzQIJl39lRu/SANRgpEgRB7TirJ4sL29KIOnb16oDdU78Pf0K9l
WsY7JnWWb2ponnsMkw95HS7nSrW4SUM7ubThkGEqw+cuffIz1/9jmq38mvFdWAtTo/bcGt7zJDq4
fDicnwPKj7TvDZ5ibGechVxvLK8Yh1h3fqL7E/3U1zhvM6oTfXIVR6vcqmQGs5IuQb3t0Ksew6AO
LnzgK5tBBus3hhTagyXC9ZsXhHm1K6jVXhVVU12gFSzvo85rzsVc39q+83NWNbNS9FijcwDk44pw
az1Psx4OLS3sh3KN9BcVtNORnTa6IAJLz9Eok8/uXIFBYhtUG5V5DJEu/XSbc8R0eznRdNs2jv9S
jn781V2aeB87+XQ3qqK4ZyLm6EVJTeteuae5yptTKZR1Ja2y3Ei4HRt3ClhErGOpEE5hcDWPw2We
V+ENjdtPTVJb/s5VDC/hNub/jLL5wfcb76KgYHXsiuQKjsZOJyNr0bYYCTovEt2hHfR3FoEtBW1j
59KIR6czHKjivp7VJcH3Ngz7GdPPZbp0cnc9FFK2WywLTkWn1cHHSABWyYw8I/cPg9OmG81lO3Te
8sCQkt6YlKLzlIZYE1549trvWX/vKfaQoBdgwbfL5MXHjHT4ek4iceDUZ7eg7n8O5poAHAvC76QP
+ryuq3P0wdjvsjFsr+3KPoVtDewmhulW+csPXAen+2haL7o8+0R326OD5dySv5wW2U6fdD7iGUQr
gVQ7zdZj4uqf7djel5Kh+17QiHO/9V23S4vsjDYQn1YN/G1GlLBmz3hy7EYtbkkqzhhNcUgj5Hfz
PL0uKtfeqK54yEJ1hRUCRgNrsRddam9cjcxg8k8ZI+moIrwVRklxDsLykkn85WIuDVgm75vliNjv
c5FLexO1S31g7OIODBKfZT7EWLPvgH9y8nbd18ClxlrMY7BDTz0BJV2g7uRBVrIveeIhK5P4E95p
/nYd8+VLZan0KVJNbm1dr19WWEqpE2+aEbjvTs4h4JxYUuO+WHOm1xDcZnCYuj6oXhx3vZUNhiYB
BLydG3TuLhp7fJExReR0LrrsBzy86gJOVCuGa7t09UZpTfVidLHzykgkD3ls22zWpbjM1qR+jqYI
JwHgUJulW2l7riqs84D0tKVVv9TuRbSAL7EKSuE9xssU8ugnnx3suL52jQMSrVswiQIYxVRLG1v3
TI8i6QJKtNqIH4o6ODJBPr/g+BfVFtUTi0ByLWxHbQsw9MAdgfFeI4QYw+cxDYyimnISOoexT++E
g9CYqmFwGrCnutWdj1M93mU2HC8Kd8Emk2NxMcXw7XCHDduL3rXXu7hYvBuZqXk3otXdrzPGxWNa
6s2suehObcdoKwN6gEnl7YcpF7cMB4lrhxbUpmK0YTd5o35ixLS6n5byHg2odVumAs2xy727Eu0f
R0cuGPH43fXi64fcmr8qhl7vI0LwLfNGt4SA85WnsTNk7gHPn7kamgNMtse0x0BzGGy5jYruSdAi
3VF1uXLEmh1nL0M41Xpi10xhekvUIjZu2NxMvZhwI1qGbduKk8hdVj9ZX9PAeqlCOztn4Zjuaaqd
lg6AQVBML35UwIDry3g/iXW4mFu17BKHg3MzzVPzics6fgU10V/RIP0xeyjhRiXLU9v7z9LquxtS
IPdi0uTzSH0fbcGNigJ7yfal7Lu9h6fItLXkQHF3ZTR+z1ObXUGGA504+rI4VfPo3nWqWh8nfy3P
Lu5Uu8WJrit78Y9+MGOz7HKW+PmyfKrnrHm2E5kcpyBEpl/YcjfKPD7MCAgx1aZU7sfDH5N27/N2
ll9qYMRbOnPf3MGOtsEk6nsa+3Jvw3X7ERdOfEV1S3zx4RNnaUvsF6j2C0RgnOaaNHpY5+ZR5E39
hSLiH9YsLqqoyLZxhxGW6McDzMv8VKW1970t+/bsW1I/DNru9g2OAt/lEIbfW3odt13meZ/jkjL6
xk7Cgkgl8R+xjacqwijvoxZrdYkVNHVab4z1T3+xloNv1eOxtEV/tIaQM83prWPgqPDb4uT6tlJT
s0kDAUeyzZW1dz0qeZiDbyNkdY9inC6qXDtHAe35RyUi7Hwix/rqVXPzrS9Vtm9xotqXuNgx7SLi
be94NQ4Ii/ia17VzEEHVUWVvnjFjg83M3DNhf3tEmhXiR246G1XQXWgv1liuOWhkkjXZtuG6nnGI
bo9rj6uWGqkxboR2QnakuEsuKVWNR8nM8n2sh12EOhh3wY4mddCK9a4MWuicns7PVm6Vn9cyG2Fw
gXfmQX3IZNmfFwF9iprmfbYId9dmg42AD9bmBJTpciaQ37Xjuh9zS10AIt4XupBfcvr090PXfnJF
rS5nN71G1ECrIcC0MSLXPOGIh6+85fp72cl5a+EB++L3Gc9bpL9G3pzd1XYaXMrVdh5tAJxXjOLZ
KBNdZxfkaQfKbPmctPEZx5bpVLSZ+8CAPTG+JWK4e3O1C5hThXHTMUyS+jF62iZZPo1jkXn7UtsM
RetmwQvSI+FbOGj+KJq23BPa5nd0GLMH0nSyyySM+5ugVD+Q/CDOLFwJKjrCUli1VnzVAMU656rv
N6QwNaV+j5xjsSQ7iLfe5dA2Ly1/yq+0rR5GVziYX9nkPsx5Ih2s/ZtSVel1VBihOkkW5yOWGIln
pKJuHp+UqdAxi5rucmfAXZci/0Nj4h+mR9uN58gfDOvzhCp7l9Og3KgE2fom4fG8mCbOVEcqcXC7
/okm07IBgkQeOkyS3Fu2pwUsDwdRPsdbf/ZeqbZ+KUTmfEbFA89TodAr7WX+zvXyz9bwlijnX3qS
/i/czhcIenL8MiqoobUHI2kcJRJYRrsvPFlU+5pCQbcrYsropIMJk4EdrmpbV/SQgDIIWnjKu2ev
LHzC6DTaiKC4SscoOib4RHmOeHBw3toWwsoRMESfkTrsbNHGFzKOrt1l1NtZRcyaliUr1cT3ceLH
Wwqk/83eeSxXrmTr+VVuaI4TsAlgoAmA7Te9LU4QZFURNuFNAk+vD6WO1mlF6Eo9lEKTnlTzkNwE
Mtf6bbxb2+wTnERy6xPGJmgsuxAveBwrmi3zdj3pSfkxSeQ/QTv0/d2k+68wX2a4GqlL6lNVXmIf
ODU0Vq+cy5+pWSXH1BnGG1IexdEELKBVeCXKrdSAzeV60Bb/0oxd86SJPPvCIxgzBakdat3iqU+W
awlAfI0pt9ontiufW7d4BjjqX/vRn+9G7gEiRCcSwDLnE9LxtjaqnxW96Z+z6rtruRR1SfbirB/r
pBEYCyon0BCzRpa5ImZqmp0mfO0t1ZGYuPiEPnNDOO9qtvUDjvFrOaUq5JChLd5cLdLlYqs7zsNk
HFnCPxCjjCRqD+/CVr94RCgwHK0aGt3UDgic9GtW1VfXtpId8Wb53iHI6RuJzvwsAHUCNHyo5fzJ
DciT7IJ1jOHCskIdB836OUk0UoEn+ywyW92JKmOSL4q4cM7ttLvP+2Y4sbKJiItXi5oRDT5RoMTv
w/ifab9bdxphvqFP1e5eSMcIKbjTIgdlKPcYqs7GN9oXMmirUFOrvcHJ6wMmlfJM5wwbsP6N2Dbd
U6eR7Gud9yFqcJM9Ncv6K0e/HXiLZ0Nf6N1NpUnuSo+obFWb1a7THJSWltUfUDx3kbdM6oJcUT8k
LYWzwrvOi/vGeMRQbsv+tsEAcxrKzr4SwFmHdVVunPMQux9VxgKMVfpbLdzlpee2ES6P6jrkina5
2HevkIxQzM2yI8bttUxRIIzdmgbNBo/7o+9y6VryUCAV+iwHQ932bV0eEWmi0Jfr+7i2695aRvea
rVtZbG3av6m3QQQlNfsBobbi7SGE30gGeVOnvYgs1t8z6K/5lFV0pPWmPgApbHudtc7Y3LGIRm2j
dQfcdTZ7NWe8y56xwwL40DZzGqEPxwVsklq8wOecWlKFTsbgGyHyyG8QKI8VIn/qzWINypkaIsje
OHDTSj1MRWcQiBp/m5QBXKrJEkfSK4ajaeQ6g3+b7KTf3ROK4oK0mHo4i8zhDuzleWZ+ukVraM7B
0ud4kwVwx2kGaIxsEM1Qn0HweX+csEdB+KCJot6X0qdfr+l84FEatghQYTqKZz8mRXFxo6lXU+g6
VOQ2Ns3sGnFWVTy4gR03hBGKSg+7VPvgxtN2kA76xXOT+pSQ7LrH6na3VPKEhD2/GIlqDl2NSieO
XWZHzgd2ewQf0WLP1Q4SOjvmCmSJdHvjgIIPF47ZIP8g83Unnf6lTtTrkoAsAi+aH0nZfZW1uMM5
3EV0qs2vw+Djfyy7/mQaGeGeunmn1o4aVGH/1rllkS2nxW7uRLFvNBfBSLkodHdze0bkkF1jmJId
Ahf3Hi0iyGsyHfpEzac1UUs4oWHfEx7+qbAFoLKwEexeEIETGzK1fVofCkFU8tUchHrCcOo4KB2K
cb2PE5D4QOaxDu07meRw91D+y12PAPZKmi6frIgtBGRF3vYxuJk/pa+tC8NXxHEKW+vnefWOFwqB
y6Ar6mYbIb33ee0h1hpA3LcSdetzNvG8BS1JGOo0mjHvTpc0BEbmvmInJNgWNXzQWz3CiLjUEvZK
b0Y26sqGIw9rM1vKjEi30dFR/Kb+ztMecBTM2jnvcNdw6Vm0QAd8+8F8GCadhTtvrXGNDD8emxtr
7kzz3Bqtz9roD0Z6adA3TTvHgOTaFHyUnWKiNqdoTnC9nm2YKfjUVEh1lUIfrWDVYvOOFJ/leyLn
pAT80tsqUsgYaOQGWr4H+fePbp+hQaqSZwq98z0UGGOavIlH96U00Dj0JQBcMpfdY5U459Y2vmKT
8uWiNGhwlUUf6Mr9NQ3G+sqDMBOpiiNF6IrWWQFN8Wb0tBMXOVCHRGCx79VqUixVSCdoKq+58fOe
Vjtyo9dqG8u9doi0cspfVdx2w4PZjxXPQ0f0OUq93ERaOVWPGQBSvksoBJFPFRrfiw4ghF0A2LLv
EvlGtUmCNBd58s3crNASqXE0NaNFe1tMYWmuGoW3c/2qpumNHr9n2brxJ4309uNIXukjkoIqNNPl
qsyt17sV1Y/BzpktBudJJeieEg7JlEPJlId2bKp7OdDeW5BzA9wJZP669rF7srDj7ts8694xqS7f
FjaGg2tmdDpaDWZIp47fyxyqk7CgNLCmxDgBADin2YixQ3SjtoQpJwaibqfujRtPdU0fOGo2fikS
eThC1sZZPqVYpHmU2VSaO0bxlqLA0U6TAw+9DxWf9T5WchQQ/SlLpUF5eNK0nXVRZk5vsHAMwm+J
ee1YIEyIH1ZkQdcp1jhsclUw+fnOzzgQgkpNfb0valfmQT3Csz0XttMpMDUK13UHsVMhR7VEyBjW
tT0mOGx6xqLEneer186fUEGxDEz+Nvth9dMwW+N1t47rm0rre6Dpc7LoCCtTyw3cpe6OxgpSK/Xc
O1VQSqzstMnTL6Sf4SgyMgIyj6nTqeYDNh1nbyXA2A6nHXoLTAhj4t34aGxu4TuCmXXlR9J1d6WL
MxaWVx5Mcvv3RdmLo14r7a5zRkSugJKIeTyUcJzuhoNHcGpPMYl7fdD00rxU+tp8EE1J8Dveiisa
sWxnYBz4SFsvPSsgUvxx1G+/OPAS10GuWF9Roxw9hInnMbXkuJ+boWv4+2RUu40mt31DiIUWlTwy
tK3Zlty5qW4SMl/pBHvHxaPr+R8rTvQniIGrNAxa3tNm3Dsqnb8JV1AHo2Msx15dhIzg1W7awp5K
JKeIQLPFDLk/m7uJePgyWD3NDhqQqr07DRZ4vE2uY2AC+bytZKw08NPAuIrx9oegdKGvwZgRkIpr
YzVFyNOUo/1hhskbs74Z1Dp8TY13N8wsXPmYDXsmdP+U60qdSRluyiCR5kNaW7fC77RDNyzUOSOs
K/pj1wj/gmpu7LiP8vbO96bkxoYdCOeeHOWu8BGQlkljhPXUQ/sMC02gXNHPmhvfwnZwKbJMP7Qu
T6UOCPiIUOBGtNl+Wp0z5PqhMwgagNKsfqDPRCi5uJ84LczItmGZUj9PMEuk4ggKkD6Ubl7v/Mk2
D0KZoLcpP7Tv1/gv/eKrWfNT70+fSBy2+wKE0hLWTIgUl3TygLRJ/eS8lW8T7Sy8jW28F/pyR8YV
dc3u4MlQAyGIOguzdGCRnXwcsQo/EcdoG4EeyxxLj2EdrRyt2bIW5jOo7G982y/S0aG/eO+ujlzU
Een8Gi0epQ6+9G8F5Yn3ScPfMMi2WaF0xu40pdI7ESxXnLueS5sUq5W6Q1rF68HSbrGTdZFhNPKi
tHbepTbnMy+0pz1RYt0+TVOBWIwhNq7tae/BbeIDwjKvNeZ6SkqnCwzCnE7kHL9VuaUH+uI11HHM
8kZqJktg3FH2ZfdfCVVGO4rtb93tQ+2Mzt2xwOWRLq0lypjmGqm9d2SJHad4ZHzL69e0oAS2oG+B
LXn+nHNjDZHfZ1BSKYnNgiPkUiFMv0mGRiAwEz8r14GkIevvufK4C6xiuhFOyq6FP+5kIZLnFwSO
RvK/QWW3lV6AHVfLTqhZ+3AJfA4aDq2zmhwZGSMxAUjn0vR5srnFLoRwT93t0jMmJYHTx+IiQfvj
j66bYmc3lEqNlzYuSQyaDJt71+q3PpJEHTRlXfS5YfXwG6Zd8kXEWcTSzF4gPtI8LHwWYcp355q0
CV1P2y8aqsSFzOEYydVo9s1/dxb/WzqO/zORxt3/be2KWzbaf6LUyOTX59f8+1/FHXzJP7UaW5aZ
Tbwxpn3P1DEg/0Or4fxlkkFEmoJvCNeGTfofWg3D+Uvo/p8SPbLuyNb4m1bDNP+yN1UFiSkOxl/k
H/+OVsOzNjf836UaeLCJQcLW6/kEpHrG9u9/S/Gg8oAXcJp1TALCGdFRjvFQPSUofPv4hka0XDuk
XZYbN3ncE/lgWDXNAkb3jGwOzVfc0vniCuwSLQkLEu18ffIVooisGdl8h4ZeA5SWj4vrvUGiX9ze
VIcemweZTg6FZBQq47Bqcwa1br1UCFWPjE8kF/jOT9Z0eM2mf3br2SMGT73qOrkwXayn2oOXJzX9
EW6rpqCxl+qnpY/laSEK89iJsaHGZK1OOT/+kRdkempsLxl3M9UOF4yC4mDGHIlVTFgXA2YdiAQN
Isk3LHp2824bw9fopBei6MA/dZ0QcQ9zulfETCKNPHp2PF34pvd4UPf+Uj24nXfbWtT/WFk6XtyF
EDMswgXT17oZZL4tpS9o4EkFQ3WOxP9g12C6wI89IZh6Ia5oJZ3PdiJJEcaoDpVuP9FOp3H7FvOB
YgY6lrj3dpWsyn1a0n/p5obclAEuNOpS7bsZOn7+g5eaWbZX6/RTesP80JhLc9cuBNLqMuco55yI
vE3jopORHhR9/IJ+aQkh9/MGWs8RgVanXOhpf7/S+H0CzlAnstb7O9TA9E31EzFxmoPqdmMrDGtI
Trk2jFFbJcYzLS5VHTRTNfzsyD3fz1lvvK9ysi+LSK0PUDDtAG8hjymfH5o/3M2QfYO+E5lpsfwP
FSXeNgeUjxUqIj/1OgLYBRzZWLLmmPgkI83aQJ/n5Yjwpknp4WhsNPA+27zTTOvznMku9IYa0DZ3
nQfppdrRbTq8otbIQgice/GWngtlcOxDUo58hsJUPexa6f6sPVW/e7mUx8JbZLg2qJVtNEjPOZF+
e6arFvx2ypkzivqcJmZ38VFFnrj6GcP4rW+9jNE5w9sdB8xdvtyhddf2Y2rY1xkE5yJy3+gjmfSY
GsrFMQ5kw9SfyzxPh8XRdOZ69OFgVZzcVuvpBC/kXLez39lh6ccJ1fDDejLTdua59kjU6BeHaPaM
i9eeGOdRhf9MJ+2LsejgVgsbKNkJ2qtfGlVUD746xGPtf9ZV375odmo/8eCsPCluEfVOoR5soif2
mx0kSN2h/5mstnbWsdg8dsWqhU6XvVXSdg9O5ZD4r3t9qANlBvM6pdeZsqWQadtiGV+NHZ2x3d5J
dA3DaY3HUtf7VAaFlbrfLSKfg+9X9sXNl4dEMuaYVK48VI46TNtgPKb+oZP1sdcceas6cW6wWF19
Wz8Oc1s9uavZQE6kt9h8nnK/+mSHQIzQAuzhjicQFXHF7E9wFb52s9YJAfn21+pgMxnJJjikLe7/
0LeKJ8y3bh1YmXHrdca7q2zxSjhevrcqfTyanX2cXPlJxbS+N6vauFVlaYW5tv60iCL8wpV+t1Gl
dV0fkMnIyEP/5dHlnK7rCyZ6VMTFgxyXz9lM3pfJfYnBg3vQtj3GUSdw627Xi34nXB2aqfsmwToh
osZ5N8rpp2vGEOLtHO/QAbD1tncepNtH5rjUtaylC7Gn0t+xaB791L1laEbcorS3OsNkT2omvQwp
vUjZBT3JiWSNd22aUW3ZGs1IWQt1CRnFNoOhMw3rJr2HdT5bjavtq0o/a2PV7G3TuNLXfJj6iTA3
q9lrRN7u2mVzw7suc3ljP4nB7A9lvnA0usaaPaM+db4buy33uLyeLDuGHRHLxcNKvU/pw2Ht9m+T
wd5slnQtuCsyqsWdnZ1tKAEi4Ss2M2/nyV/Y6/B2tFkXcmbceCQEkonpl2esiOZZ2uatn8AFNfjA
Ebj467ErnSs+lTUY1vInEMlvLNwHxNAg/nbKot+eM1CXQNkaLeFO+jMZ8vPaJs+UcB+FznKa2mqX
efGNVQN5YpPld+7c33EMSEND2wMNKc94Pi6KNyMA9THfR433aczyO5Ia+qNKkRu4DPGzae10f74v
CVf/poWUdQqD9T4dfIqsOu02z7g9sakkCIyNar8ixA+FVR/czMcmvw6AY/basGFuDWFTpUfm6l6g
6qnIS9cXnYxk3PxgxQHTKZfW0D+lbTfC9a4fY29Muzj3yt8kBZaPvsYfzer42tCsK8VyOQwHA+3l
T6/zMdZ3yg7Y37pfa09jRs1vevBNrT0QuOq5tIvNaX6Z3XbwH0ZX8ICv60AJkT348950QSRJQwA9
iKcMZLqFJ/gaUWU+NS3/G3V6VY4hjoKJ3YNMzH3riocxpeNGG302vq3xZwQyoChEr85m2ceh35Mf
JNEXZ5S4oZLJQCPXWIsK36aazgFJ5o/t3OZeezCRah20ql1DePliLxYGfqoy1CcOCZFFqI50lBMd
EHnSt00VCPRl6twPtIRFU9ZP6lkKrsEzzTZFu0OojVc4EAq64l7lGeKDYt0BozUYrQ25z4nP2GVx
dsRmGOD1/HTGdEdUKaUxdcTNErpN8YMArixIJz0JYVveVD4OJz6Ye713QrclfIJ0hTB12t2cFbuY
TSW2iwiLOmFxGTdASHawDhpiXEiQ/ELZeCU9cIhipT8QTINMphH3hpHNWMC4WYc4wbIztfyONIXU
OHi+PX3BL7iZF4VRqYg/oY4rbfVVNC6kiLRl+ZkL1AAE5How/iX7OA3aCqcfDU3PHTVbfEpYM/E+
lns0518LJuc78jm6g/St9xqBTDD2fhKaTpXAUs70XdbiJWuXGyQ2w9FvLXAcl6CxUgNzjnXZ7OKS
p9RGhBvMxYIXAVP7CUDYAjLSJyzWDraUwk7mm4KY1IvhzcURnrY4IL3gX/vqh+WhGwjdWWg63vmM
0h9CVq412qZbjIYl5W5a/jpDBFymyR+eJtf5cNO23dOvoV2XafhGebVvW34UnUdSk/N0YgwTH3lv
uDs/t4c+WLsZliP190ZXH3oYFwOnkS3UW7EQjlRiLdh1SQtotAwXXxPv5BP1Oz1Z8mcpeeE7TJM8
AjW9ugJ6aXba7GtsY2xTktK9UOBjDalvmT5JUogGBNcMN6yqXGzNthpCrCFZm9D1+4HDsk1Xzir5
AOpNIUyDtebu8j/KYXNWBTJi/Lla+2AQJoDA2PqjNrZtsi4v9bCpkIlqUkiSs6UtAZ9BLxArE42m
vP2skNLszWR8TxbSVnekjaBylqmnyRvs66ifJ9TbyYlkE/1B/6OPhtAkqFIS91nea8liGR890Pap
pcMcRUxHBApLdN7nemgRyZ7eGo2uI8ZW9uL+bqpkRqSNkCJuzn7pzsMB/GX+VQ8Jnt9I4PDzoUZ8
QrD0TfitjMRCoayyTqPhKp2IlCkTs6SBDT7Nj7Zug+bMVsxIiAdUAIhtmyzemXGOlOZYBpa4bduF
jV6zF9IOGRfEqMKCJBosN1abZsd4W5ox/9jnblukxz87df9nv67+7NpiW7uxzipW8PLPPj7/2c27
bU2nO7GPIAiyXQ+xMV6WBXXBmZQiAxmS5eG4oxQLhkT6kt8YWTrXPka0NMByO33iwi1aMGjsKFR6
taKYr8ba5MB7k4zNW0csE5uJqXXTyQKeeUbX6Hz5uUx0bj+DHusGPx22FjREKQ11S09/+2ivKOYE
xfTmfY4ZLj1B6m9iILXhhkNa9R/VolGOWAsPPQyMmwHDP2Knecewp8GCdUJwHlWoOSILRTNg+tzn
oISJ6pT2WKQdDC/aPa9/rDKETm+G23NgW+6S6aQgwY0deMf0gXzJEbsuiF89EPfG1TaQpYO2Iaqm
DiNhVdeY7rxySMSNa0jkQHig0nKHxADTramhmw5KTo7uFwUsM7dPqs0uF5MiSw/PFPde7JPFgXj1
c/A4filVi7sXLysXGXE1yPkYd/GjPhi6iFasUOoGFU9/zBQGpF8ebpr+ACGgT9R1GyQLAXss43LB
P1jfagOX4IFXTMznGsISNsHT8EemnTe9Ynejoi/P6ee719sZ7XElF9ZjK6eGoBwakE4At42SM5wd
rPt7LT3xmOmFPKHSdMJhu3O6PpNss7QOd5MqEGPk/o6AaHXsrW29w7F98lZLv3dbvbhHTA1DMPv8
XbsmRpU26Gb7w59j457uWvtHnKYv7E08n8aoI50grZpKU14+fPO+fJ8nkd8Z2TRu3VJayYjVDVPk
AXgiUF6U/kkdq00kjqfDWDXugLSCWfyNjW/Qoq7F6ndu4Gj1KF0X4CZViSAx+3aPSmEwQ9EacU3m
ajf4JBd4VRk1YiqeUUd9Dnh7b7La7/ZtbKAX9uzb1cRAX/IHqJLxBkpzpv42f+gTmxReQjHO0iUh
gl3WKO+6JP9eiHeLoBgJ7llApsPZEsaubW2YuMmkVRM0Y/zUbPx7/77r6P9RtGrLg/xfo1VP9Tik
//E0/vr8VzfS9lX/AKycv/zNV4RXaOuTgTr4J2Bl/WVvGXkEoBJoTJszUNY/zEWGCZYlSKsxtmRI
nVaTf3qL+KItvMr3iPmicUvYxr8DV/1rtCPaA+AwwyVw0wP3oglp+/e/gVVJiirZ7cofTm7ozw5X
5a5iNTtTkTZEOOkp4c6m1v7fpN65G0j3N4xs+7b2lt7sextf7Yr/OfbV8aVNcM30WndkX+xGginU
oV6cGJtQhskxR/e2HQiyfEASMmM3T0f32Wzy4csS63KAOrWck4NAsTziycuNQzMOjvmqRI6LF+Om
+oXeNju7AiHx3spt/hOECeTOrh8JRNo348jai61C3KCUmt6xVNl4ngihc26IX7LErveK5S5J+BiI
OsDffNDc8c9pWng/K/7axY1F45NHhZ4qgOk6fpYxrMmdc7RATI5Wfg8ZIvgf7hhbBTl+GXHWfejy
aZvNDlOUwrjOnu5mdJcJEoJOcIOMRalfkDNsJH7MudSpFOFr1Hjm6P/0ay2e8YLCET3QMax/MVLn
P+o0a6qDSmElHj0ciTf27M3JK/+kBMXanr9qe2ZbwrjnkZkmsI3ceUKoo141dsk0nJd+beDmJjYc
P7U70QNmTyQMA8okY3KQaacemxKvDMqX3oNecfU+StNRP7Y8VJw1/sp6zZTiZIdRaY1xyGqp3WS5
KuBRTWU1bH3AbRFaLXFXz90s98baNcZRJVrqh97WoxgYE768naTPEnzG2QSrYd+PNnBb5g3pc+rK
LxOKGG/u7HhzlPngerNcxUeztZtzV5IHhSpvrDEKsVQMYYp+jqjrlewOHMUKcg2DzoJN1TJaKLNG
Fu+pLaYfgwvLF4yLsWC69mMsWtVg2My5GvEmdIzjdA0GlTf4ueG29QsV0/qezMXmJesmwUXiLVow
CT63A8n3EDraSM4/q0SJE7vbkkaOiv/GyU/s5ILWiO+duvnvEerlt6Sa0A18xDpJmJJa/Zuci8mO
EmRzoZtU8BqoXYhnwBhwbGorQdMg61IGMakGI/iRTLqQCIH5unG4m+TSSUlr8oRC6M6W9UuXCo1h
a8Ud+p7UoWOjn5tfSQ+RGgk9a85cw+2L3WALhnjDeMji4oBF6cRoI/mr5uogbbanUC1WfHDjludl
pXWVcBPSRpJdWcTSjuwxcR79vOl/Sd/PHuckNjcxgexuM5Qyr7Y+MRyt3O/XjUobQq8oukdaj2d6
w8h6PNPxlcjDNJBASPJMz2aGEB5SdEj4xlKtV7In1pjlvSqnoLRoHcWB3ruATivfD2TTmhEpoqUW
AWwNi2VB1zce3WLGbMym0kOFWaoY9zgEGY0RfnTPXpc1D3mBTBj7QbfS54QuWhGb8lEn/vpmodnz
Auj18d4xvIx4trG6XaW2JhFhZP73tNZ+HfDputbZSEprDTxQuHc7JiceP5Zwbw2Ks58XRgVyN6bB
f8Q3tbwieSk/kQWjsyHSwgAUrkGCAm8qWTHxAS33tS3NJaSSqR92qFUKjRnVyEXgqd4ukPaCCUdM
7GCpPjJEE4jCKXTENES5ZZEoncILy9ihY3rXUnTcfNu8LE+Fk7jd78xaMIsRmDbc+MSnE0jk1eYQ
WY6sCLnOq2ZiuUywP9CjDfOGHrAjIg7NKgpBEhCzPbETGZb9xoFq32MB8/SbpGsc55d04VvOmOdY
3COnwSMX0ckY0xyO2R9NJYoBH14tJIGUAMC9h+aBRm2n3TDgaeypnVUrIDRZQp4dFsJKxa4BPfYC
3qdNFZM7RuHiLFmqnnI7kDVFt8Xce+JLjBrqeUG9DYX1cZNtzTFd41UcRWbi4L1ZCdvp8xtyOLIq
6jsCkwFwJqM/prQpw1aPFvBoYCNnrUz+05Y1mLeF7dGPqJZJgPo2UnpoaNGaiKJBJZnCD1N0h6bM
d4vlGGt0RHWhn9bCPm9XlBH2BeSweyRovxZ0wUifMy7FTKR3V1KI1vlm6X0cGYGe9714TqRBbxYk
R2cwLaZj5R4aIQoawJfSlNMzSQip+aPTqU3Gg4ZdMzJILIvfQDD6b3J249cZ77ERjNqk/65N1Zgn
CP55ax3RxyJc8hnYMU5t7jon1d857eLvtZ9ThIO6/M6L2DuBZaHWSTTNrnY9mFCFcxS/S6CaeAQu
JBQnSjsLZj2Zq/pRZC2DbpIMZ42+MXIWiZFjlSzaL3sBoCdJUvELU36wJDsCOIyM/Nw5b4jH2aSd
WNBghVpcpi8cHl0aLuZU33JiaVuw3KbbWLS0P3V0vs87LiET093EKAyhZVmXykgpJi6V5WHScUn2
JDcvBxV0G5t3X+EAAXCp15/kC2dL0NvjyOtdSP2X5aXd81ihCqaxHSlEsJaF+0jiQznuxGIOpBlZ
DT88cTj6z86y0U/7TZk8+UgRv9TKM01DDXA490SjYEZabeq4dAWMz75Bl4TQpCK7mxLPXD045Lm/
UlY/DNiUWV+iJqsmCoB1d+kOiuQs9rCeUKuozJO535VVP/2YLZcjq86XFNVjbxscdKAtFFogI35B
2F1Me3oXRLPztcIYIj9D/YEDzy3LfUL2Fb61mZJxy0/MX5BdJuZfDDufCaDyFEhSRs1QJUWzlQCN
ZE34fk6Bb5OtfDkNuu6tjaWziHQSQYGlvAI0U2nQ8gFHMBsagJR+8VNFksPYZcwgHMiUkFd+1ogb
OXUlt1CTj+RbaBxfjDirYF7Ttu/dCTRdp5zOsDe6RnDhOiueh2jtPIGuTBGIs8PfWbdHL0nhPhFs
cKIL+iCGEDEFhlurFAiSkOO1y4Fq5JxsIwCfB0JfXLzlWKrLE+UZk73zbBsPJlkw4xoONI6g3qtc
+hz0rD3iq8cLPJkxuDChhYJzyePE7WbBNpniOLzCAhI7Vgwa+Y7xEk8kx2opT+rkuLFzRO3v92G/
qvxtnpuMw9fM5ERAmtH/GgfNJT/QWCcgcSrGF6reS8pMAaPt+9yYvIcJFgYplG70ZIE5nB+0POih
LjTnFhdC9eHLdL6xB8HZTe4OOrfCVR8O+VTm3lbTrPBSlRpGxsm905XQcc8g8/zdDCRnzSui1T3d
CNobv7lwMU0n07MGYkl59eKiBTL6NCGSE33yZ001D1eUb/0myqDh7bRjIwfNGCSnXSqxHVW59uHl
Xvdz6fIkD1OCeDpkk13yrpgWyOma05u5X4o3/lrjqZk2YN31iAmh1MlovikPXHNgiAwYtF0Ni0w1
hdZSlaoDjAASPKBVhcIeHRSE4VR7+Q/QDnzo5SgNyKrZg+ZbaIVdwyTG8AR7PBUyrAlSk5GOdeaJ
tJYhAWQk1pdGWZXwhBImgpGtmgmZLThiiPcENkGJ0iIFVhne/y3uBpMYZ2Mehwlaf1QrjZUAvzit
AwpdK3Gdx2R9pDIcQ1Bs2BOI4Oqb5KaAAt9nXq99O2aindeJgRFkx3DfKx74+56qlAd/GLwTzBaG
Fi8vbCNMaVoqeRRI3Tq1PowMqEtieZvHTgBMW3F6C43h/65kYn1IzpoJPaMmtD3ZkVtTHCN4EbiU
saH3LmRr4NC0iivYyXb1eAPgvaxJzA78bPWmEBkQv8QAu5EBcBqyRc+4MIW2Qx23sD+iezTAUHR8
PQnW1nlwtv87cscsRCnQ0i9vjCMWfY0ieCYZnsHMr7u7XhR5HzYis/b5io0lcCmUvnNnw3+XzTDZ
ISihhQwRH9+pHubc3udJLzAVS0P7XblxIkmFSEZ5zeOihz3j+62kgpX5HPH+peLJ03Fd7zzGRBWk
uVzvhC5ojI7xzk5MAm1CK1Q+9c41E12K/DpvvdPc5e19CXBLIb2VEMqC7rcQhCgWGKis1fF/kYeV
vUtegheQSsgRlhvCChp38dKQ/gL5lXiu+oHBkI/bM2rry1txxAZIx4Y+4v3WPyrSJW9B9tw44ASw
XzrTiOMw1uL6flr5gcKirvl5ijzLvwpb30J9pth/JH00pl0+b7znsqW5M5q70j3YPaY4ZqFZ47Fo
9IkRxBhblPvm2okj1UidgJD2Kz8sG529Z2i19ZowI8udb42bbZ1jFXmx1vv0CJijhfzVGlLOVhxZ
wWyliDJ4E92Xem5FH7ZqO6YwWXAbpramo1gcuY4Dn2A8GXEZw5/rMtHeR+ktD3nMFLLjjSqm3eCS
PYQOqnERyo44jAJGxHzZ55BfGWCdRW9bPqegX0Q11QfLQFAdKNdQVAoxuuAV1ycCDlwtVe89q0gV
/H9waVhOv/7rfyHQ5T8Dl6AO/+P5c87Kv2uh/nzNf6PuvJbjxrIu/Sr1AtDAm8uGScd0dEmKNwhS
FOG9x9PPB0nVP8VSl6YmYiKm+6KdSolM4OCYvdf61o/SkgplhsA9BFEG6SHUlv4sLUG0kSD66aik
TJlAFZkohB+lJeROIv8i7MRQACEoS5rHD2yNLH3ic/hDxZTIBjMIPf9Aqflbas3P4ZOGrGiMB1Jq
LZF6FWWeD7Ul4uoS2Zw586ZW3yA455/h3D6jDn3zAUVVaHN434zAkeKkxRmrBSpcbZuKsg4EAjVu
glaV0or2PaPiH0nr/ttEc+ziSUVGUYYUjJqhopnczf9cljwW9Ru5XH9sm49py7/8oO/DCdXcJ87J
39J6FYX+EyPju7Tu25/g9bLYK5kU7ZY/+TGcBNnkLxFcQx1T1OEwLPCkH+NJkK1PEs6QpfypWQaO
pn8ynng13tUMTUukTMgnLWVUhdi3RcL3vlSZmoG5JK2ED91uQjxmN4/zP0tz+esllpCVd9XQFv0V
EA0u4Zr3wXP/mJ44tdCOdPP5+5z2H5FOS67V/4gE/3Il80OwTWqw47dMroTMdnNOf1Ng/RBL8+Pj
LdniMaJE1L6ltLz7IUHe5RhyhvABNTat6eP84K/Eu/IYrd6NqvP3L/w+WFn+OXbmrxfi4b+/Y8hN
aEMgoHnIVdqUHsW0RUBnWy/hatvbyk7btbvyyj93bmx3W6TURwW0kY1obpVsYdutMlrGxu8ilX55
d9/9/OXP3/184hsCfU6n8KE2NzMZFJtV8RUK7Kr1Brd+Hi/9E4ccXfrdXV9G4F8e6rvLLiP43WXD
mtJchV3+QdxJLoLO7byH5C88NPf9lbRjx3JuegeTar7bGXd//yA+hG9+fxAEXKOpkk3aBR8L+UKF
iQi4T/ggfcl7G3Vl8VQ4OJ+pb9zVga2eAEDIHmt78vL3V/65g/DXC394LS25lvFmL0Nt8ii+S5g3
L1+Kzd9f5EPU4l+v8uHNbJQ+xDvahw96bWONK9GJ2IgNE4rlVLXBDOGFEpxe+c1rqsi/eKSEBaky
C6MF0G3583ePtI+IlM5BeT2omVcvFaggwOKHdHQphcHuUAeFxj2anEyLU6DW9J1ReWW13l4ZErBE
suEpu/Ud9S/QmJAQ1KPVgkwh6ug2FuonITcvCXtWLyP5DWjTuCYI4Q0+UkjJi0Op1AuoTzGpA159
mCdoLTS8A/c3d3d5Sz8O3Pe/cmnXvPuVVFYMipVy+CCvhVN7Dg7jTeRIRxBFl+lF+gyw8zeRxR9i
ov58nv9zXz/MG3nMWazHU/Wg3KrkCgGcsFUPooRtnoTQMXGF/+5J/u43fpgT/G+RkpUUPlRe9lxt
fI88o84bV+ledAzEl5bXn/GauqhMbWlylNRtAs8ynT7ZRCFxHvawCdfUGzbpmv+dnARXvvJ/M3H9
agIxCBRjV8bMTYjvz8+BI50Y0oBg3trPV9Yxc+Onv3/SS9/wL0/alFDII3YXdVH9MJ6nFuKXWkfR
A7ojR1+jcjkkN8VN/dpizrIrR/C+LG72e/PzfBW604mwpMAWvOipvZq6Q2uu9O10lm9FpnNIQQ+B
i6wytmkBGVthJd2O52ojIjr4GjsQ5GzttVbdRPKuyek5d6/JGQmtPVxNNv0UorXOz7SzfzMJK7+a
+9//wg9jGZ+jJBLRFD4gtPIQc7j5SbDnFWHwOKhc0RtuRNVOduGtuVWRMKxmh1Ocm63UFzo2TviE
RIr/rG5Dr7Mt90ej/D+u+x9yd78P/Pdf78MjnqZpzlXJDx+mdbyfdmLoNJdk0637TYs2n3SUdj3u
pJ24D3fK2dqX2m/uj/ar9+D9F/jwHuQc3ohdYwTAsNqru/AzWJ5N4dRXwzlx7owNiLQrwi6dh3rX
uJazDIpqVzntrjmEq/pqvM5fzs9fxuvUi1apEzuPxIC4ymcTXoUbAmg6FA/yTXOFwKM8DFfdb17j
5eDy1wFMdC37UJV9zdJNfz9VhXICdUcOo4fWbd18W4PvWFtftJXkElmzotDKid/Tb2evO0WvpDHd
B+7b379Dv5y7aA1rCxZUJSnuwx2Uw0CYTPgMD9FFvshfhRv1VUc6Tz/NS2ZXzWx6bej6fnPVn09T
PwbOu6t+2FzMDTwhpKrRQ7wqT9pGsM/NHtbNbrj63Sv0IRr0r5f6cHCrS6O0CM1hiBxzytoHZgR/
FW2hkB2ZOIvfTHryL0fku1/2YQdRKVaRUJ2MHtS1v8PY7vpHat/uuEdv6QjH8UXwps/itnHZPtrD
trlNXMONHn5zf3+1k33/VD/sMIwpS2fAndEDL+V6WJebeZ2+hKfwBaH1TvMUrzzgVYgP/lFk7lz/
/dUXqcdfh7VmcOw2ONtZ3/78/Qqc5qOUEUD00HmzCwfvlLrRVeqGruBETvk2fK5c6KB2uZOvAhcs
+8GEpf2bIUbg8q++hU6eNW18i7bdh1PJ1Fk441XuweP2Bc+x/Xh7eLmsMH3aucuIa5z+qrBftocX
w76inm0Tyut4su3t1rhK7PNWdTLnhL/byXaZ/aivnzjir7L1HXNIuLrxEmezD90V3Vk+b3v2VH5f
b79cgtVtZp/8Lauws7pycgdxv63Yh4BLNPbT9cFYXRXrp+vEPs38Xc1eoRJw1bVoX49uuh9XhxON
Qg8vn+uktrOe3PPX1fnzzRdvOpmxLXvzKrIPJ9HRbNkp7Kve1Xeng+o93YWOYr9RBrYPlye3su8u
Ff/9S+1Ozukw2+o2szeFfZfaXN+WVor9uPK3BIR8uwHSiih0l09t+NTZ/np6gmJpXxduZt8eJ/v1
8DTzE9wrwfVuTnZt7+FX2drWXV3vLsj57QO/57W2o9X95pW+KF+OGEF7c985vvP66HuXJ3+LKtk5
Qylhpr2lQ+QUzol7uYyO8eqF54GU1c74zaAn7K1mXx9u3d49bFv7bj3aT9P66cp5hRfH//U08qNE
Z2bWZC2nKek269MTJzX2XJazypz1zC9MDq19o/NUp7POp8DlcnnvVnx+a3uqjVV8+S9fPM3z1qbt
jDvFcW693VG3k/X2vBrtz5t7vqrirHtn29jnyFYZt/uH4+1V6hzt835mOO83O8sRnMr1dvudd7M3
7Z3lPlb21aazb2tvq3l7LuKw07Idn+H19my6jcOOdOb+rD8T0cCIOwdeuzNtpvdDZx9z29vQ9uLh
QlVyjreyvfFC+5WOIDdU2X0J3fWwEnbKzpZXz/bxHsH0XWA/UUxd69w474b/KO1dsDy72L5ACnep
vDp4qOz9V8PxduXav/J2krN8s6+Fs3JFBht8itNxz4X4nk7pHE6R67157m79ddnoeMfXQ+fsOs+y
75nQkAacvdxbfyVhb1N5h253PTkHGlMraESr1t0k9uaAPsSRdxfe7olhdTjd9e5qciavdu8vh5Nm
P25A7NmIEdfi2tu0rmFfDlfXfPPEZUfmlU5uT/ZV550uiWsX7pti3z6+MpKX18iw3zLX29xfHO+8
mxiAx/Vnbl9mv102j4PN3Z3c+Pi8B2hjHz8HzudpNXo7r72mA2fD4/KEdeGGdnxF5AP3hUeR22zi
VhtudrmDiuXyqcvndY7laq6wfKF7755v13o737m9fnwZ7KvRbbghhs2bt2rsent3EXliwAK5hdeG
C0jFTjflsd7lzq75zSlS/eUs+25+W9bYd7OsLJh4dSrmN4Pp5VG4epzdl0PDqLnwpHhht6FzUB2Z
W184L3fr1su2XygbVNsH094ve9feq1aKc/t/tyu0TIUTvCyZhvphxSWXRtIEAUuYuMu3ogcNy1+X
BNjZ6W28ailADSd9Ay8h98CVMuD+fvWRlo//eP6jrvfvy39YgREphLpKOAF7Qvn6qTiOW4N5cB15
ytHf6Cd9Ve6SU/Wbp7F86MeLWqJGwRlJhEaD9ueHIYZJ1JvKED00yHG8UPPPFpguG8THcw58187h
ijloqI3fVfl+NQosCpb6cp7XCLz/+cJoOgq4aVx48EB4vZlv6ufhUX7kRFIejLNwZ37fcv+jevO/
uqatn9PoOf8D8tLX5+6P4u2P2/a5jZo2+vLfANintCvyiP5zzfnELyz6P7ZtV3flH//rD0Jo6qLt
flGD/vFRP6rOqvmJDY8hUVvGhS2Byv+z6qzqnxa9LHVfTaZZ8a7qrGqfNE1DN8vgUSUDZ/e/i86q
ip1bX/zh5JxSzhatf1R0Nn/ed/MxGuUbrkVbZKkDfauAvpszyinLlwA6/R6N52vep+g7xZrkijhM
DgWNYk/WCV0mTAdPjnGcoRis/DDbt2IB3kHqD+Qwq6+DChHPjlCYOAsmaMCGeN00aXXMJpOXjUTd
G/jT+VpVUu0kxpl2Snv8Puqc7Rs0QOh5xsadO1Q1Af28q272gUEq10YZh26WV48ZuAfMZK3qGmLw
OhHrsoDyiBk1y9tsCrYoez5LvXJdlmq0QR9b4lfoMycz4GxpmXIdpPFLV6RPFKFGezKjGBaWeVcX
BoHyEowjyGkVVoJZxKk6p7Y1xU9WQkhTFdzLYbbI5gCdleZWzoTnUDK2ape+dT4GX8Rox2gOVrQu
661StLWtyM3DVOM1lutSesyq5CWSzDvowJtSIDYS4VrsjGQp+4tdtjMgYi6JMXEeXgEuLVxBlU3X
r0BXSbGpOZE052ux7UtswXy7WDJGexzFix/wNdPMv+v0VLclAUdNjhAAX3X65sul6LaWeCEJb8J7
0TSOhCSO6iX/NqjxqyE0GGdEfrdYReXJJ0LS8Y3BdGstPy+NYntqATGBOwtfA0VcpAZ5t1Hx9z8N
JSJm3OrhqhP77pz2aXjuwTe6QQGZDoCHXYwpGpoOPBiYI3VntXO9tSqseUQygzNlqnSwNiLhmsXy
Rcfv+9iVjAB4zLOjzmm5qua6WQScr0KKAMEQdvDbufshyhS85m+YZd6gIL5F5QC3Wcn3xQQzOSm5
RYGh4u2tO3+LkUPYRAtklWESOa0ViBvyim+MJM/xNBC8Nc14Obs6thi1arUDdU8YzkSTPun7AwTY
yQ7zXHULuae+KU+X3gxVDFcCNiwC75CVTcnOBN6xYllRHtJJbuwgZIAFfrOexeHik29H3Y0MWfQo
1w3iSRuWqrImJOUo0DmnDa9WX3LMiXZp1hgQS/UagRzSXEO6Tor4dYjHS4xSYJOUxXwoB2G8J949
BrLLKApgITrKnN/peg9UKRWiDbFF1KwiEglq5RriEdCvceApqgrdf0vtU1xh/h34hRdhLm/zjqdf
xNyDpGws59s9z0son0xg1/hN8ZSaLcfBKrwakvIsDv2h19O9FEkFHJm8RLPAm0QJV3OSnMHetIxO
bYSCKiNSjguGriYxHknJDZC4mlsLjJ4rFPm5Uozoeo71I+bM0K6n8pF6R4p2Th9tpdA2RVvcijiS
NuNcPBG2dQkM2FyTKF98whftCVcVMFCzdaM234MrVVdIMaI1MjSGHQQsG8Y/bwTClrtGTAwPo4p/
V7bML3GVEdRkah7WQy9S+e212B0CM93PYLAgAVt3jVyei57xJFrGsYKuCzyAq4chgRcNzOENhEDA
RHLbO4UWvwlld6jSYgFMogmpRpn2h4hUoq2FyMn0yn/6Nv8VxI4R5JAaHtomnTgmRlHqzxcBdR4W
HCoOGg8J5ww4Vwltj12lcEZVSCCOnkYvMG+vxQW1KJt6cULMpRJ+bowuAHTmXFMRkHOLHCirtEQ8
wRMh55iiJS5UmaAJn1tCMjbDE9sVeWkmJyqLycOo6sdcqh+FrMGU3THlTxbRXOOEab4uK1shtvCG
SC2A55q+0kQkkkKULWn18yXRFy5cYyLgZBUQ+TJIaJBhh6wUpf+s6uFbpg31tkgJkjcgAXnfPjtX
ZHR4s7btcTuQTIxnkrhaN5mTlwmVsIs5HaHKIlseUvKYQlIM7HZQ1qSWX/yIQMQmMpwZbOsO/sgB
3EXhDES6LAr8yCnCdI+Xcl9l/H2WvaPVDAfC9XCK1yxLpho/5Wr9WHeZvGuh4tmiMF9KnO8OXC1m
aw0WmDJ0eDhJpcSilFtCXJESLeQcVeK5PljkeqwiceKg08uIynrzqJTKdY9wxxaD8hb22xNdqvu4
8jvmAsZCUlmBa3Q8WtWvcAEMTEWAoykZp/pRCoJ0k855e4uDnboeaApHFniWMsvB2DWPkJOT3SDF
r6WUInnq8FYNC3FtgE+0S7Uen7GMF52uunQn0d5x+gGyYzur14OSWGstFawtDJcFQdcArip5tr5+
V6SUd8Z00UMLjJemDd8Q993OanEeteQJhyXO5IB/GPjaCwoozuByvo+r6SK0+rEvwDHEMM03kYmU
ScGB7bZB/ZjN5D9EMXeiNYWvCDUTNw2MbW6lT4yDx3xkUHMquAMP9cUXwlcRpZInI3rfFxGVVMTb
/o2Pfy5NpkuQlo9+M/V4neP6QGAI8S6NwqKsC19ZaTA8FNGbgGIOPVa+kM2zJ3LOd1Opw+cKg1ch
WG49bBoQHyHRrjScwIM3cF6JUI4CvqPEbe4n39oKxnQZi8HfJWZfeMWYxdfkYbKUSsGVDjTmbljC
CGuVNgLKsleyxd4m7DVtG7yCeGSqKcJuQ8YxfODSR6Ea8u3MgbVuiEK496o5rlVxlr1KMwTeTx4s
C1bIaBlUNysGbpIARy/ibashOzvSwBpIpBnfsIteekXYZUhQHCsT7jqAW2SNWJxUkZbjImZyRv4U
2hK6cCfIBjwqzAb5BFFE1AFpDvVyB8O+cHsMlYxvgsNrR8VLfahhQ12kkLsRtEy62kAep6sW0Yum
sPLiCDyXuaKixAdWqvDTLURc0ELGCwl9FUJmrk/QH9NR4t8R3HPdRsgDLUwvnqnxYswgLNd1OpcA
HFCF1iiITykW3t0yUzpdM16i3ARl2Ov8mLR5XPZ3uB/RdqF0W8ezlHgieyvHxE2KQZQpR44qa0W4
sugWDfOsL2JCx98beHKaknIqPRcTLPq4L54yAshX7JvX7dDKXp8Hr1HSMPyYrpKE2V8EN+FVATtH
2IHFhpyD+iAWhrKaqloGOwaKQ1CYIaH1cvink8CoBVoSw/b2UEX3x6EqW3Szi/nZWCkB6AvE+U9j
y83UAWY73VCe+8Ukj+EhtAliQI0docMFJwtJIeR2i0r0UkMfcNKMhXdsMVQVBC9CoWE6C0jHwOQa
3vaC3K3gHQtegkzWkZf1RSdopSiTp2CwgJIuW+wQa/ehVaLSYcoipwLRsuOP2eASlXxnhrCIAx0O
wDhLW8wMtaP16/nFr5Eux8okvAQii5laQtduBF701FdHdK9MhpEamh5OF0T/2ltLvpMXF+rksOm5
kDjSboh1a9ZYUxIPRwrLrpZaq75lBMsqSX1Bzvq2TCzBwPOHLTixoTbuFmwpXyUkpiQCfxLJRBJW
NSsR1lluI9YIukXg7b+d0f7R4fT/zLn5H/+p5Vpf/kyW+/8jDc6QAW8BCAMnbOmSDNyLA+J/Prr+
62X6Gr0X2f3y738/ry4HwB/AMeOTqciWYcmiTMFcE6lw/OnfFL/r79BKocuTRI0e0Q9RlPVpOcka
oqTTxVJMEt3+yflU+rmhi5NSVSVJRJxgUNCwVONDyX4MNH8QyvYJDkype2xj9apeThakfNpjAqsM
SoWel9twIejWylTvALyr6DqTrKzNmwZ7UOrbTGNpWT+RGFgXwJaipDZcNKziFLiVGKrGl38+6P7b
FHg84b8bQocib7/mX4O6eD+Ovv2lH+NG/ERL3+I4qCPj+yau/LPOYX5SFQWtJqYpnRrDIpT8MY5U
hTqHiXsNKJpKs1OjlvVjHKkSxZFvmDlJZyxJ/6zOwT//UznOoOyIFFRnQDAHoTHVPwwkAcaP1ik4
JVOlJ22MkYDVpetbluwwHEemJmgZTyqWEA5U/SSzOsaMNnvE8BBsUgmbrFdOYwNOuJRFj9ANfd80
xNd7MdAPXB/pJN6p8pxINrp04zVRzAGVZ5ZZpAbLTLRDqmXgyOUUnG2r1l9ZWUDbqXClVtnUaq5p
kP3mdH6Y0pMOhv4Ezg7I2jj5Wb4YW6d7UAd076F1wIquKrxhZqdiXEWczNF5KJX7LBM4ruZRN2qO
iF0htqexfpqoSR0A06OVwqfQ3CtqxTqhcgdA0iw+CVstC4HoNXZxNkmQ8NoFSSspgZMOsYkVQbku
eE2/6izggiOpdUFMF1nNjhAWUebOYMw+t2Nb5LaltBDS/dgwSrJe8MtAOtHKPeGTHJbFsuyO6dTK
JuGlRbhR6nSRb8/U5TbqJAd3KdB9LC0d8LYmTWF2G4mSHRN91tEtcLs/C2mrPTSNIrc2aIbiypjH
Hq0FQYkjR/y4rLwSMKo0EGLjVPFUttD8M7KQ1EHuz6JZQqUo1Kq/rwQ9JVAwmAB1Mr+MuFT9htJs
Z5j8CDh9yVvSaeph1MbkFPSq8kKCpNKtqaySp2piHEHZ10FhP0w43HbYMuWYx9tJ8J+l1GXTPV4D
KjU7L5/HbCsnEmZbMEm6sPgxm3NOjntldRY5TkGY7E1BjR4qqbQuutyKMCJ8UdkZXaeD6o8sdvxV
2gqTnWkW9QshvTDA2Vt0vc7ZxhSSPvUEP7cC2Ioa3vK2Tur6mIx5fZ5bEIlyORPoTWwZpiaVwWey
6y2lSyanEsNfkzC6DiBdvUCrKnjVfhMguxeCZ2LQMVNhbJXuVV3onyNWo9ltRvwQq7TCXUalBF+P
M+G/BJM9cVyCgWzUn0UqaMQJtd14AB0MNizIlRp/RJG0NwnGBtrtk8g1YHLkTm6GxIrLRZRuMxIi
awdQoQ6krpvnJcGxS86NlRugUg2CAm3GULEcfvEY261cq9i+qTvBRiLch7ArAYYFwhtdP5q5YMSe
VBEKqbIvFLxyJFPPJXQ5+hoiyyq2VJ/6A05Uet+GCTdXFuIUFnibZ26BxTbbFapSbhto0mSOZVKc
O1YeKLkjiT0Kx7lTDpM/LGU2Rb6ORQPNzRD7ZIFMkbpkhIWNeA2+SMy3JTvnfUYqBYM4FzmoyhUS
6Ls2MygWIlHv9e/djv8HO57/tiUKRdffLVH/ytvn+gvthuf3S9S3v/SjFL/IkL/vbQTYEv9ehQRd
/MRSo1pU43WJu79c58cyJJjaJ+Y8Vg2NhwGXgj/7J6YBkQXxp5UIDTkAVZW6vaLLcCmQo/zcnykn
kcJMbC4Q425Km1rOdkkiWZEpZbtAQWSL6LgBuTdkWQacqgR934pnH7mQcK0LVZwguSyyOqsHx6+S
TJW9ArBFIxwIpy7JK0hNq4NjZ0zxrKLmiEZ1xFYX+CGc5GbCxc/prJ/V8bahYxELuNerbux3JE/m
5ONiHpwA06t5PZl2TdZX6NQDkTYn2FHSeCjxpPJ2W2IobYjOnOpXsWn7zJsy1Zq+tMx6s41/dsq8
uF+OhARB1vK6HNM5K0AJtQFljtZvBD+xcaGb4mbSVPxx2Pt9KyFwipivqsSxp7Si208ZZX/IrvM+
DfoqOZZt10S7JkpxQduAMariSzMqWfswF6N/w8MjWol52AhdYM1yePCbwhoekgb4u2QGgYtk3Ert
PqAaRbAYNAvwG1p5zxXyZ8uqyuMohEiLcSKHHLdkX+eI6BMp2UBRR4qAgDaEwdn2r6mlVCgGs1Cn
Xu5rBYoZMK3xXp2FaI1F2uwfWyuttmA3JG9udPU5aWtwNRGQQnmJK9IdISOiZw0lgv4wyXWXvu9r
mIsAgKGa1QlpCYTDxYi7x1ah7y2mQ+gkfS0QztGrza4N6+JhyDi5t90koCmaM+NqtJaVX5iNuVkN
Tea78CPylV80voj/jbP/Jtao1K7xvxqqfFsTEZBcSMOlCtEQR0D8DRQxSi1jEBknIQ3HZXtMMDB1
AE4UW0gkXcyTJnvqqjYh6r2InZqtzVaCf0EeFylJgCl7ROL0NXXrlgBDYt7jcKKzGwIDcSFaCSfC
6iK3kYGPY+LE1DkRXB5aQ3KeJ/AZtkgk+ZNJLOlqLORYdaQgJC9CJdHHoQiKh3pMZNi1ysiMn2Jd
WyXGpGzHtKsfgBAVuTOD+WMTwr7+PjOb4cwphfxErQQ7OdcjaUhCWbfjWy6VZUvhtRh6aKLsNma5
GBrYtwqP0wMIWRU+vZnBD708bKZNMwV0ZlplRI+Cj0LaS3UmeOGc1SSKZikBoDq+HvEqT/iIq6g2
ah1wmxAIZBKGjQW/jbXbbEsvg02FBCjqi4teZHn/zJ5BWYkh1WV/IF5h1wkhlPFcpov2lTcY1XA+
+jvyVBphDxlRbdgu4dZkTDQUMuA41JfMyPTwPIYJkrLaV7zGUJpVk7YzMJZS7b8OWqE8WHOUbWSt
FR77rkt84Bozh6G+L9JDK8/prUUKl+MTnCC5vtWFqwIKGoOzIxJh4aA0J8z6Kk8+zFWW7M4n5Sro
qKzbQmXAcRkGaBqeBeMLm6afU8qag5habB41itd1M1YF/MVeP0ZYQP1OScyDWkoBpRSxI1Gz1YB7
fdEVpX5IlTgtrwC/m+MG8kmTrCbBEBKvCyMlhDoVzpthoaw6oy/I/n5Uo/TQm2Z0I5H09VD1QXHf
TvLwMCWT5SYZ5RryfNrAUWoZR2UeFCHW4Ak+YOblhVZ7UiISktyP6nqGt0k/i9PEOuganVAtM0BX
K9B+Ic1MMPfQO+KDjO+MOKCYDWDTWz0OXcCuSJ7KNkGyEvbo95RMmRkQE1Gp4H2xivv6uALFYxya
sDErVJRmXqx7WakgtE2G7/SwfCvb7GrTyf00OGLhzkgmL1R51ZZCLj/V6txbBPJWSyhgwdzh9I1A
dEI/t6rT5EsIFKQJhErBAFhNY1lk09fHxmGoeu3im0zfoHPnnj7INMmSPVZyQ6CThKt4HP1R+yzX
RXxGfG8hxEt0JOJaMUoYidO29/cCZSVioadmH9f+eIt0P1mlDVR5V0w16SYkefaUE6l0IRW2Et7m
rDUTF+K3zla9yqhCMd9iLAjlKfUJ0wWU6wCsISSLlSwau8DN+2L2L02mRByPJkuszhXKBmpFcU2q
xzBwgro2aCkRK5bDP26iSHuaYcCVDtcYcJxDWbZW0DqrTR6OpSvlAY9PQfoP/rGH/kAWnqDQ7ZP7
epxs3vjoRm9H4WpWyjyBdEPePB7aGvCKXxhLDphfXOsaLUHHUtTW7Sn8XxcmoCsn5WywNCaZyUmk
Cj5jdR3uCQuTMW7kpEN+bSC9PYbMSxTW5HFJ1UzTtbi8TEQWm9mq4fUk988MZbrTLYPEjtsmPpUa
RlnPH+PwEHQqdAdB7wdk+/S9SxdWXa6Az0yJymRX2g62GdUAcfibbfGCQXa5RJux+spJHGzkhO7z
pulFog0LpaPBRhNuLiVbyDUoDBVhUizvjQaaSbLjgCxp686qOpVQiqAHK1cbaorYrOXoRZ+H5DC+
Wu1na+wgxbwzDG04wWMyc5dIIRjAo65BuCO32QBdV7Yh++Aczg4znxKGrhS2yop90ryCYmUhKLAk
AAYIlTrHEONCWqmJ1O/Mphll7pWgB9ugEyndt3KbAYKie5VUbp6xQJNgFPrTajlrncdMXOB1DQEu
tLCliekvTtfD3HK3gjRizxNjtHvmuK6aa9z+Ew4AKbME6qF5LG2UvOb80VsJ9yZhIczxFo9Cem+R
iDV6lSB2jdMOfkx0J9hNMnKV5CgMWQrmqpwqnR+Vww6v/SjJt1IYB6LN9rFBWJsUw1aAKpE5EiQ6
jzWJx2SlAfZ/ksSh+YF+aOpdpftWuy01AhvtShvVL7k018EmMKwaXRA26f6mS7IhPYiilZxzi2kP
bUFejptcpE9qFwCuroFIoKDXOo5mjkS54EHmPYfSorLS3vsJFQmxnPlqwKytexGPvulA1chvwjAy
n6BSC59johPLg9+T+XoKmaqcVG1hk5VZTLxFO5NiS5+G43M1zBmLMZwLg8NYYqClgk7/kkW+inig
7XIAzIkfqPuOyjUYx1kA5N3XNYE2eSWSlGMFgvLKJ1l0MNAT3JiFVo3r0QjYlcjwLR6BZ4libydi
S4x5KQ556lEamEdiz5UJsLyokZ7bzOBSQ41ykw0lq5xJkpxj0E+sck9lZxC4URPcJawGURizmx7e
PKe6zByH21muh9c5IqZ4knJmyLwfW0g/UgU1iXB1Q7Tr0tKve+I5tHUTSuV4P8WtX3qNNlsMX6JW
rJWvgD9YcZaz9jzilqR2sJSbmpfqeiaM5HkEjO9TFKc85SRdUbcOuB1af4rQJamrDQBn7boj5JyB
bzCFR6ra654ZYnJmnxsb5a4mhTr3sExZxVUtVgqcZYUkamxhRCD6xTot5QEsWawPd1OnJq8UdBrK
OGMquE3T9IKT5gRC0+4EAuaRd23e9jLgj10+qknkJpxIi1WfxwTmSDLhE0c6b2xN0iaEEGw1Zn0o
aNyxaFu93xxghRXPXU2+mRfw8wHaSHLwQkBd0J61PAz9XauV4hqgiX9TM3q0daEBnn6uoG5Ak8o6
M/eIXBSrm1Eng+86nfWZSZLkYpgBvWxWUK38RNHuK0BGCzO4Dq8a6gm4knSwnWs434hR/DoDoBQa
5vDi54Im7Ub05blTVoS2213RW/dtaFnCqpdyea+x5SJTLAYwZuuzUFAFGPqwcWnm6pUztENAagtL
EgmTgaYmHr4wAob71Bp3BNEOpHRrpaHahp8lOR39fr5BOkA3PRdmc1vlhKnZbOpJCNaQqIirSmXG
53H02t5PY0ljWMgDMOEePFWUJoCSh0nX7mAv62iRAUUd465Tos863HvEsCp9NLpmZSifk3I2VHg3
QxXujFw2X7I2XRommu/vjP/N0Zktx6lrYfiJqAIhBNz23O3ZjhM7N1SmjRjFLNDTn8/n5lSdVLIT
d4O01j9S34yZZ5gINuFWhjySXql/hi0g2x3Xbkh7eD7E43NCHMi/gRURcQf5XiR/sSdcyeaO5zvf
geqsZLiTaTpg6CPOtDgRp6CxUya2eGDtJIKN//q0M4YQh5zkZhaBa+2KVN4Li0/wbiubLjygU/L+
dkLP4S2Zc7/6LdFhLH/9PAM6LDtIQ8JXC8vEaVXzeyvtRpD+Ut8tQ1jcFHwgg1qe/44rIKfdNDbR
j3BNJnmkwVR/92JHDknZmeaFAJv4Oz+zT/Vux3mwIzuRatauGUE5ydyNAdAyM70v/iSyhzoit/vI
qVTMAFhDEz4EqRdRJlWsdf+dpNCx+EZlJ4ocBblSvVKx0Qy3xlcF1VomZ+fbt9Qk1Nc1t77/YFee
B3CjkS6MJqMDmkrYUH+EJRzkWSq5fZOt8/1jh9SSDJohKZdHsarsJ6mAhjGXADM42mZ2W062j4hW
1C9xuf6z/tRF76uqoNDoqQgO5QQtRxZz/jq72P8eJIl4bxY1Xxu/cN13oFZ3oJNo+gy5n5KXcmjd
vFuSyPJME3t5IC7FMVAHCaUoyWSKgfpjikGveRz23o76OkmiD63Jq8qrSzy0ybkgMIiAHB2f6UPK
HoIVXYKfVcF3z28gScUXkIigox85dGbsnuXCCHeI4iadCdCw0TOQbED9JykpwKGRDB01mAVZ6JVa
oamJcIabJaoyfWDWnT8ZQzXgqoIm9/ttuyfZGh67bQE0c+4uEZ+Ynguy4ZNBxfuMQNKe5uqON7pN
I1P/0DwL7UMHVOlQzrHyArM6hgsiR8tv+ErH7YQuQLAIE3m0B6kuz1k7rtfGS6o/hpn/kBHZ8rb6
beY/Ehw5HsnQV0+rDfoHmltaFoi1iVnINz/cqdhvsl9JULO5EEg3PhllyTeZk6K9RUaujzYw6/xp
wg3ksEzoj6wxs94lybjczfXo/roQ8/txouXhsc7lcl7xnICtlwuRM0kL7nNwceVeW+IQFgJ9Crhc
la7TW0X8ExlRhN6SK986Q/ux1uNfF+nhPQuBCW8jBZpy31V+/+V6j9N3hXLv7au37atlCse3cxLT
TOYNJFvOst1+Rd4WvHlWBt+Lzcv3+eA8d6xppD6bRBCyQqSTZbTtBUOZKN0jtaB8oy6ZkLwIyl6Y
LhU9iIrmcL4RZYlC6tdyIVJf2yeKuZNzugxFeoiLyTvxF47JddJreERfpNf7WcxRti8GiWIrIfWS
+CFCpb5kIktIEnFR7/1uRHw06syrPqLS44sDpR9Q8xXM/uSXM8U+s1Qn2b+W5OoPJA7snCtP6Y2Y
B/Naioxg74nLvz0wB07tkwlIZqMSp/7SrU6+f3NN6A9nZoHuT6DQaH9MCM0UfXCJkrTE193Xqioe
KrbW9ZUbLfpJLY9/TbYlxNsxFc1Hm5pkuw3BAHJbROlLIuTQ7udqqN7I1+nVsdpWZGtEZVM15Ao7
30Ub7Z1kFpOad83i1nw4GUfI/EgXe87dDN1Q1CMbD7ETXG6aG//i0iV5X1NeruNo5VbfVTqelivF
cF58KAXwO9q68CFUXnYOsLg+ysIuf5yUXX02YEoUNKY51RBL/iPvCNXfzcKiLSOqfaUpGrkj0mbj
9sQ2Rm+NFcMBuSUCwZSY7/GRkTg+cd+nwdmoHAdSFdOBWKCVzZlM5Tq8+PQv9ehzkbWRUtXy5AST
ZzHbb9QJcjf3KpphYNvpSaOyfZgVedFvRZAiZ+MRC3/leqLgaSkSsYtKZM+3AKHKG1ZydeRtKc8i
yqurzOPsBQw/efZDMu4PKxSLupD2hcQoCtJbGhHjCHAgzGndTPVOOGJzaZoZ9aHLWXpPBNiGG/dy
3P9ssqQOvk8qtuKuGyEjOSxQuOzy0E7XmaOqoZP6C44gGzJFGGWGNDtzV6ZvunQQCn5ZG6IE5tq9
ZJMuf3pZxHn7BTc8kArP8p9KQ9myB+vEb4YeuXgUx/Jx2cT7ZKSi9xZFRvu34zI71O1MwtAiBrZ1
TBA3LcUKn7OBQjI5pCa79a0fiz1wYvBAYNsSIRgyHY2IED3t8B5PdTc/Uaqzuv8MAaHPCbfS9li6
DTRMtcBztglJ8ERYtfwgihH2q9MojDYiBvvjENVFVR5co+xwpK28Hh/jMiRRnTzL+qGbSMh8DzW2
EeJR17ktdhxSamMkHjGQd4WnwHyFGsjqb/yf5NkkhAIOZK+eEDt91cLXVSXSFzdSCbrzMhj8Z9PJ
aTo0W0aaQMWSi8yb0uatIDg0pLYS2WW0+N1OFV7b7qlXau9V05FhFdg524eglH9LUJYKQpT992Rn
51PoWabpPUN+d1GC1OJTAUr9xKu8vTcEt73SdAESMBRWS3byeDkUxIjWpwC66LzBMUmguKogW9Zb
8mOJuuljjVV1j6Dp6xRU47wikeYBOVriS5NL15GZhkqO4sMr9ViW/5629UefE6K+W7xkeg7FNr3r
2voVQa2JrK5JuHXoaGVWfGv0MiC+pamcSgJHLfxhQPCz3Bd433fd4vs/67Eq5HFq25L+NKRu9n0L
kvnn0iWksxt46UaHI6EWNTYRhajh5vlrBJ7U2/ldbxNnJrnu/nak9Sm5IKYh19dQgLCdOU5b85JV
Xorec9Nx9SLrFPjNy1MO7xWB569SA7fsDNmHOadA3T2JqrPnRnXtT0cr172nGnxS2sPXNXWUfiqd
gi8tyiJe87eIsAA6WNGKKvGVRhpXf+e+ESfANNIDSmL8k3Dy7ltiqC9LO0dXNQTR02JS/2c12OWe
n6t70qHwLot20V1pWhGj7wy8+aw2L/rXJqZudzWVy5d5U92ZaN78XzEm8r3qXasf2tWsFOjaLftR
NnX7gtaovGTT1LJcp8N4C8YwQw8nPGvojXAw0Ga0MeWwXgGgENZiQpG26uRPWDv5u4efvJJZR5ad
ihm2i62g0anaaKXtpWvFPrXLVJ4ChRRZAMbzGsUmeBmySBfEjzkjb0WYRBQ2Uz2JFLNF6n9opnK8
TMkS9IeUgFGflt7UhadJdKI+13IxIziAGEPEfxpRlTJmY7YPpE7vsi1UP1qVeXK/SmeB/kTp3c9l
2Mf/ABrRyGVrAnfvCSqGTw1Z2g/cv1SIa2PTs12ZeWEbEd71dYSNkPnKnvpNTeAJXuigDqSiaH7z
el65WeUvC/UzgnKIL4WXcwTisUZMArg9EfWz2eb5I/si5glFVQXHloaIiAabKDTtm5ifpYYhThBu
++vedbIBXat1UTwvKPZfIs198Yi6jIjdYdy0/x/nXvZBhKUyNxWXCXbjXjyDsPMVhI13GXLI+YMg
cAmdQibFLSqoHPiMdZ38mqO4fshqEx+jquo/0q6rKOlIEyZU5y3JJQgbS5sXg2dzIlQS2JKoZdte
OGhoeKlGFBQB9TPEpk66elIuqV/qVW/tzeuTRu4K1SW/Ql7v4FhHdJFATfnroeiy6hR9+TEgmkgX
7kZPxvulaFG1ualHy1dVVcLdQu1gsjebHSnr47evb1OcV+dGJNGNipXxlyPYZM9bGqILFspLDqn2
wkuUeilOR+VhhF4z0xAlOY8/Nb0yhgpUym3y0zIKuuArOZVXos6/yqqRdZ46JN//5nADTllaDlJX
DIAyrNmoM9tmol2OeX/7nTDk3Bf+6IH1et36FCy1/JOL2Vxc782vnCvrwUo8JKds8TI0KjDgxxjy
Rp/HsqelxrUABceIDql9VW9d+epsW8bHJaRS9oRDBZjA1StulsSv33FdUFU3hul/fjn5r7mJzI86
d/pUlkva/SimYAGzarwGdefaRC9j4gnDARL4/w1SbQ9A56G5hYtg7lbE0q+chrU0lz7NSclk0XHd
Pt1A3ijpS0l6j0qdP8edphS13tJxvdN4LfSVWWZ6ClNPJN9aMkh6Eq47Ygxzfkk9EzyWnoE7wuS8
kVvDam8iezfJCEFkntBae04QS+9LiUoDCTbNdYcB2oV+qomUy/OU8LJwCGfQXaqi5t1f5iT81Ona
x0fyjEkDLumz6A4m8EIyOOqgDA4gntOMqZHr724o/Ib0zzilrXwHkEklitw6hCaWGflP5pK+eKyH
hUZM2cUhGSQYBQjNaHkQOfIq/SOV/QgB4y3zW9iVC4WUtacOLJRsXYX0DM83Eet7+jbKN11pGxx6
EnWZecsETzgiuCM74UT3XwQm5w5JYyIwaS8sI7EbZ/SfFB8SjUjJkJfaYiGlGXR3r2gQPFve/jdH
JwgdIfz9y25b2mHYx5OX8yRX4ncaFkG5G3Qff/Bn51ddoZ9YE7BXuKX5lxOT+OGn4/YtwVm2HlDE
I+OpSLqc9yjenWRCokHlVqre1d8pN7HefRK3un+JZA7rSfuMUBB1ynzzqk69qMEs7a0qJQW5zo0x
PU49tR/MkKZ7adPEiy9dJkbvnDXd8iX56+L5MxszYX7KfHTNP0fJ+8ZBhK74IIOibE/4k6r6JUxt
YvdOp0HBrV9N9u/Qpt2C7wCx1dGuc6n2KwwebGYE1bFHR579AacCLmNgsb+6KSQg2/Bx7gIZ24eM
PFT9uFFORVsJNAMbtJ654cOxDY5JsEX1pxp79UtMG8tZSgXkhSqE4bfZ4FB2ssRJ9dW0WdH0PACT
51f28PA2l2LGTKAEJEcrqDAmIz9+qFW74vne5oi8TCTtT/ANfnAmEzrX37ho4gGUR8X48BENM6KA
aszvKA8yd/MX05xp3loVsu0uhaYsBVIwkkcnhDJCFCq9BiCM4ympEAEB0ATee1EJnlJH/tN/ZHM7
cRuX1ugbX6q8g2wIcBE1gzcfSM10khozhDTfVkWN+c1iJPi6lTfzmcHMg5P+H3D/+pfigldiJvjX
2tm+taYRRzQb2welBixGW0ET4a3mtFiua1/Y4Iq6TF9V720Ktg6cIkwaW/0GXPeOVMgJtE80DMiz
mk314KKwWFmOOnuo5okK8nBklx8Abe+8OqV1VtUeEf6atzqJo+WCXkoeZ58+q4Kp0+xG4r/fsq6P
x29kJ28J1qu28B4GL7D1NVDeuo/WJTjaOvDvYGS7H9tUxby967Kl2yGo+uAhsEPwWkm6279KNhH4
qW2L1IFw0fHgD9JWex/J4fu0Yupx1Kxl0aGGHSL4Hynrx2qq/o5RHOJslRQO1Iy7qn4XyeZ++VgE
eX9QLHzn3sv0LoWhaIr71WBCCC4MN771aYICi/7I60YXp6YOe/Xk2K7Y7OPRkIlqhrl4Y1ONcQvH
jH6XLAfTofY0bRb3cxxdGG0H6KKuuM/ntZmPzBFlSqFIptni7ptZJLY8yqFbvPHkAkJg03NpVEpV
SLzY9hB51TjJ3/SDeNhcGvoqHibQzuXF19wT7pDPY5NfKR0pdAxaOXXuJodAjpz+uYzmO73UU4JX
Iw+kaK+aN9N+VFGRi2djlrj4UAVJWIgACKpHw8Gbodo9rSK+9ygEmzVVl/1CIZWJUKU3RVn5Zxf4
OBpoOTXppxjn1Ew0XrJFFcS3+509UkQ4omApRuLKhgxg+mTljGXDlOswvvUQMGSJ82rq8htZxjky
ZJq6wexvRndetWIUi+S0HcglMrm/X1xdePqAeE2nNJsCSuNp++qLwIzgMeE9UmAem99o3jKm/A0T
3LFgRJgYimMBlsTjIiN7X2dMCxBMkGWsCGDY/XOzRnp9xk1bNkQa9XWWH7RFlhMfVunLZd7Rx5Yj
CV07YLaLx+5K5gc2hbk65/STMSTT7QoMl6BGnS8ayHrdz3KpirtKmF4/cXJMzNNQu9CBzVSVQYfI
ejQWQ2flj/gbvaA3YiesrUfqVtrJmupGPxfi0n1RTEv8z8h4iN/pnAjzexbZvsGmq3R+qFCMyj3e
nNhRXz7XXI9+lgQT7x/48nfEqc10TDABtUfIfg63NkI6cu36PKgeAdLC9ZROg7XU9iVTdjZ1lqb/
SLoM8ZOhYIqMueCkNuFBbtGGq06v0ZccyOSatf4IeWXjm1oJmyYfHdkqzFUh8pRBQtPztbHK1WUZ
XnRc6PEOARnSQwBpwSa6Qz9S/B1KuLGvYb0dR8PwTK96dK5XX0cWAXqXB+4tpTo0OiOlgYtnUpqk
f9agMSHTOBKTYZdTjIh/J3aoXfYmbstlPyVymu9Wr9flkQ6VTMdX2IvJXOI0X7fzpIwfHoeqXqo9
JZMVcBQGv43kjKFQQ3bmbLD+eBl8XqLD6PXQwbirPPsPCqYe8hNNWV5+4ueLhivV1/74Ym2x+v+V
SeaBbfNWdL/73INY+S8q+gkGWGKIhcRiWHYpyci09JQN7j4f+yUljdygHqZsb/D+DWuPkzkhEr86
1+hLhpOnN98CCQMFQ8qB66Et3ur5ETs4/2ItBr3elmRT1J6SwE7hGS6g9DkN05ZrlBZmL8Kq1tnS
vPVxadL/PHx720UPnW/u66JhQo0yIuNhjAstaLBsfMguBZoV3OXV6Amo1GiI/xsbCvaQaPpEWQnA
5fHLfCjE/GW4rOaHxcj2my9YlilsDNL6d7n6kzlt00bU70hgA+DJl51GV3mAgnRFifBtDqcmm44V
tX4l5Rq9J05LD1FwnGP0n2cKSLv0iDZszj9MzRB0ldpbvZ9fHIEi3Rb45pPjEalyYuuuwjZMj8Lj
2Hex1+yaMciXfVJ3OWl5zToSBC5aYfCCo+aNuS1mOlu/lolE0DuSF505ZiLR7pSOuS8P9VBvHlel
0+uvRI25+KTvdIjuAaIYnnepzxXwViPurc8ty4O3noOgGx2mU4fhsebEiiGSYQXTFBbVR+9Tz2Bi
fqcA85umHhAT+BQUn2JHuHp/nBl70xtYjpmujvnYfWBxDuSt97LZ89FSDX166JatW6/odET/sMzE
8f7H/24sWr60ZnpMiN3umyvQCMvZar6KMuiM4Ylk9cmS8mrLpvVOdPau2QlxYlW/+oYu1YY8WIxh
sKCKEjju4YWtIqwtDrM246N5bKGv0h+YofqN4jm1bOPNxnnY3EakC9lZYIfznlfF/7nEPpkMWJ/9
cSvHnexNwoyVahQEz3Qfhf3eySEfAHU2MWRXhQK5OdUU1DVvXYtx7pXzA1HFGZ7dNa9l1ej6QAnk
xHE+4lXc7nOPGERm76Votn1AKdT8XSLwNv+WRvv5P9X1c/XKiWxgojo5ZoeBs0bcD97UyxNAZTV9
ZwVL8ovLQZh+xZRXxdGpEmBTTzzktn93a5dSnbFZSbvVjKdK3teBpbGDERP+bFOuCL4KYMkE+9gK
A4u6Uc6Ru5sjyT46yQnF+n8yXjtaH/wpeYlgAlQHx/IU54sYkZiUEf/Ip3JrMjnumVkpAbw28TKv
JzVN/kDVSpD1y6+lC0jqZ5uP5oznaQ46Ak2jbaMwGBhELz0KLlKZnzaX8D3RgZnw/v6h+9Uty9My
EyXwR2QxSyEwVGEQm9d0UZnwPkiqaGV6AbXaF31P+qio/NJim4wVjrkln+GiRFAFHhHwjZxeJaaK
TpztFz3/JnA1dxc9c5OixaEOTuhdmw5t+akWl3XYGAuLWnOHTmNx66ny4XnWr/7EPnzIo2CWj2xR
TU1Aq0a48WzQ9VHQViHdqi7IT7p613CH5x+ZEJutjt1EQgWU/jIqhtVliZP1NMqZvzRFUPdS0sOo
yHwVPhyLQlm30o3yTpTIFuwGN4Z/tdXDJ23E8qXxtLK7UHvT/dx3eOgiKsrQ0A9+mT56tKgi2KV4
LsG/QexCc86SKHHHIWlCVu0GBHA6ku3hG1wm1aJfMxEOAa2NU9X8mxZgvye0XMJ+itmKlPunzyWB
tyPO7gGbRqaaM5LJmYcWj0tAcP7my+2e1jX5SMlJcRqyfiPvksYQCI4KwZwfZAt7pVfgDPACOTy3
Y5ZesqSHQx+mXl9c64bHFV0YeWnBRIVd75nDRE8Txaqlda+yzOWTptCLqDJEIZ9DVapzsYTqFoUE
HYFnDuH1K1joUynJH6eviHOCwrbv3ZwSoae0/4txU55xgQV3Ad/G3l+6aNvTo5eeZgPpp9pI3gY/
qg+eowsCe2oRPhMdsjxp7XmCgqrZT3deldFlwPDwSF5PexBU6D2kW06iQQcGfTXJ0rz5X21kam3j
V0HH625xqan3QLWiZ+neEPhxQnxv2YyPMfU1HzEy4j1dxe05bgi87foE13Bmx5tHtumEnG3o3lia
aH9nudCQsmmb3TdB76X7TnTxHsCx/qCpHFo5btf//DhX2xPUTs6ENtTyoqtM/x1HS9dMxDP+dVpq
8aeWbtj2dC/m515t03Di9yPupCKdtyIqHpM5LH/SjIeyJRjG6B3BLLoMuSmmg2UOr4Nqk32T6exe
UKYmd16OMEXYouEbHmSw53wleyQ0MxKaDGM4okksxViNm+Mc1eJS/l+bC6xOM962YsLhUvAfw5W1
k36uLH7WooBGM5UdvvlThG6Xf7B+CKvVCjpBeBBzXEMPdKw15TVATbJPMPKGkKKx63bCeILurWFw
B2wz26OiYXwP99bQl+XrY9BOSHG4VASPRr9S5Z615R6hTyIvre3VudqSHLYtRs5NeAA7dRMDdZc1
vPxeh1XBpr4ih4/0ItHdApqcB6XlJ1BWdQrHcj2HiUtOsGSAhbMMwAlsWVxXNBlPW9y2ty3FxgSb
rhz4JCrW6V44XlOWu+at9iDtQQwSFx3iPqrvqGVm2+3bBHsaK+PeQu4CVOoGjZeqZtoYXQU5S/vu
ipCAcmZyeQS4ETUDYjzCFEbtI4hkeGeFhKWoNsIdPNEl5PqKgkzUNgyvRViNl8WvqKrqAWevGWfP
dZ7o9o1dNV11DypZt818V/CLH4hn27diZjlNnAzxlYMKszMk+lI0oX0irqC4zxKdPvgus8i+aJF8
DBYLBu0rFb/qJkVSFkaevBgsObcsXuVvH4SHJkXCGjt53YQpqbNE4PBuyE/55leTeRftlt7Eij27
HgOI0WBz+YWpFVYjW3RE19ecfI9ry5DpqBHPp8Ddd0An97MtRwN9EwT32PG7hwI5y0fS97E4Dk1F
EWijEtyjGBySi5xSehY1FXM37AO8hcHcNE9DPSEoSrhkKFMMI0q4An0/IGcpTlMdjIcVi9d8w6SH
sR5DXEss+To9VjB6H1ietuMaR+bCYtyehs0ZCNRU9GTWTO0nz3N1V+C1wlTNtHEcPBo3uzojJgD6
QD1OXE5oO+E5uSXgpC4qwasBMDpl34Ci3f3Mhv4x+bK+wWoPR1K8mehCAzqY0+6y11m9PKddQtZm
iS17BKY9ReFXFxYj6n1au+lA1o4ryRdicH4e7dQPWAj68s3EiX2O+R723NoiPwWcOf82tKzdUTh2
qx6p3C/mr3S7tKLFkU835WuLseNCDyzLLebHsSQDYCXIlXv2k/rlQnPfeB1zkw/bht/YslTTfFUc
FjstUPkq+tMNWfamu0GClTC4gLSMfSouIawHseME0xDjASnQEiHspc8sTpZ9IGreR7TCd2EXpt/m
REzRdQTLOs+xs+bJIXMJdjaV63uetf5jjs0FgqJLXwIwJCKCBns1EAkdmTJjEpy2zJfnHLz5HwLM
KHpe13F6A4EcvVNe9DNZycyu5GQHOfCl20pJOPRYL4eBGApKp9xy1Srybtz/5fBtKJswPSyF35tr
OSLUPXYx9TkxOkyxM/VKIvhaaM3fukS0EkLnqcdayJEochGMvxeZBu9fiogEY4zTV0Pk1rHIq7Y5
+32qt3MuMt99NFOHzc2uK3/+wgdfhwfwMzn/zVctoNWwD0LyLxlqH/JbcIaUsV9cJ1yL1dGTaT1a
+A4jGQZ1Opbt05SViwWgTMvqJfPhHr42/CBT5Hrit5wOmZ+n4R3XnZWcxnGD0CDbZioryfIhVRBx
d10cfNlRi7JrHLk8xJGmyN+ZGNcJzCzcouKeLlyNFAGe0EIY87t/ICRvmFaquZ/vmMBScmBnFT5H
azabFy+tpX/y4mRIrgaIS7JAchbeuAXX/RrNKECyGBvBoc+TlOnJsyv6ZVo7KbzNo6H+rj3iqBHW
IZ8/0d29YkWcZlpo8SuPaBFpFfqURcyimJgwOnll0U1/F5bCPaEV/XTj7PJ++Ywa/WHDQHxnPMPw
MyL85OXqOUR2BGJUMyLOfItPspSxvmSrdThZm+Ilb74MI670J/nZTX3f/0h0gaKB1iQa+fTgCcBR
L4GQ5Z5iBI4BaYu7GX0mmcSl/FIeriLr+7sit2NM3AYfwzkSLu3/a5al8pAO8Pkzq/Yc+5d0Gvv4
J1itPQFmIHpt4jjVXCVdXX0ftxrBbWphaclsaaNTjsa3/4Onppu4rTcVvHYDIOE95MvcgjKsY0wA
7kqz2nWbNKYmcjkmIhD3ET3C0RUUkg6IEZ8Vpo+qvQWpqjTadKrgnvXaTthbu8ySD6R67v/vU9nE
IRFbOBX+RMEAXFnFDV+Ig0HfQNBySUT7IIr0wgzidUxQIyfUwbemACmORSY7Qj/AI1v8FXSOkfFW
raHNnmBHvVOE7fXPEOY1cnXfb37lbmFndQUYyk5XUTbgo2pf46Vd99tU1mpvKRxILzoozGkmhGi9
9wBfSRDQVV0QmdOP9k8aRfTTEnTV3HWrLOOXDPnNPwTItryqqelXGDsu6C97HOYLk+d/mlGO/HCu
AsZbfXWRkSr/lXhob5BrSl0IZdvuUf/+88c44aAq4yJsPylLxkMH/BU19qTQqWKOlQ43+J6ywY6D
r6et7xGJldF7zQeY/+mdjMbz7MVjOB9sCTOLinBrxku46YwYnN5EHvpzVrrUv8ySVXav8Db4p6aR
mYcMRiwrezAWKqRZVZLWxXNr4ZvPJENNzYc3dRssXD+krjota1xsP7GyynhXMbaTMdWIBbcWvbo8
d7GZ/rk47cedIJhqxfVnEeSAnTsEO5r24HQJZ7AY6mdHtr1haP90fqDJYK+4iUEXchJQ3vF6pKJh
mLFL+reDfCTxrJqQ+wy2QMOyIQGrHnSr6Tn1l7wqgSzdNJqzL0FhjqQOZIpZdCSEyHUo79dLMVDX
O+23MWp/924CzLvZFU1mdrBKNOMt8po0cwQ7kf7iIwwglamJ3qhfm7ftTsXeAIrC2DU7cegzkG/E
KZYM60dN3Ext9hCEso+R8ExSYuABB29nAs9QA4N0+vVBFW77ocaxG9/CmfDBI3nvAY8x04sqOngP
eiWvVTXJP45Pquav8mmTPUZ94g2f7YDsYBc5KPqvOMEQUdMQJxvCJR2H3XCi5ridjnrxGssr0cit
fQqMJOvtMAt6zh+muVu9F99oGlPeAasILvCTQafnQgKusyHJaUAdvUWGvIFEYyi7z1EpT9mhxkHa
/EfMWiD+BNS+sj+3pBbxmUfwKujZX6j8zMMbi29A2EsMsPMixg49qhGhb+/Wgo/nbQAMX48S5eu8
y7JKXqMKCdTON1/4VG9X/xQMAKSo49cGwrLuzNXDc0VuTJTvkwVu6oZOHxVhly9/KljFQ4UWKSQG
CIo5LWx5izXe69OQEv4W9nFwT2UtPrqhmziDjmOIEfsU6dkG6WmVcuQSxZUWfQEfm7bXrtORR1LN
jGp2Lj3115UGO46LhvJn7E0TVY1uo2I3bMhemhVABg/pBrdeD1p9OVWp0aRqMaF7sbTzqaunYQXt
4Qs4RnKeHoYa2yOHgmlfkMBmN9FF5m1DGpuxTQ7ro8I7+jGNUAOkCxq5W+YcJy9EbWefQm/4CpMa
VID8CQXsfEVv4e6qMMRUgha31hjFuCaBiEEIlt3SpKY89/4w8EuVm66kLZVPVTqyhE2rKJ5B95W5
kyZbePJ9W7xEUao7SmX97UH0aFJYoqFNQyhR4qJGN/pP7QyR+kV9oliv2IJfO3o+MbvWQ0hZ99yQ
iVwnJWEPGPP8a6iNSI4Nxpj+1Cr4eSIldHfoYlH8CAM6Y2w6JwE7TAWTViM29x6pLhrP9YyK7SiL
jFQnikM5M3oQ131BQyfxDwkpBCd6JPT84EbJFofVbXTIFSqoKIxEKz8us1v6uWqv+xbrJsn3M+4c
zsE+G921CaMlOHOZ/I+k89qSVFe26BcxhjBC8Jo+s7w3L4yq7t14IwQI+Poz897XY/bOygQpItZa
M+zP0pI1IIODS6erpuzNixfRbsXgNLjKyCD1NxMOLoKga7zT5ZRPu66agzPDXj87wCFrtr6TIbcV
yODvoc1FRLh4XP7LJIndG63i6bnOrDRnJdfp1bWhYsjijMVRdknWHkRMP3kg7B+cTF54M+2zWwcP
hknKYwOm8aIDq+W9VkN/KSqSghJKwG6o+/kMRyE+28GEZ8ny6z+KdZvMJzLG40EAk5HumJ+L1Zdj
3e9Dkh1/1JgWJ9YnqhOvSranWwGR2RqGbpd8obc7u8RCCGqW/RrfdTBK7Umzizs7CH+hfqszB53U
wdmKXSaxCOusd5bAOrJ+L3LqVC7NSf83pDOtLT18yORvtevOBSJ6UzCX523uBucrzpBtXtwar9Mu
mQwDj4BIG/mNDNmYe9qjaWiGYzeoHCrKxNKheUg7qiaAhcXek1gImBbE47kdXVnuYsqBlz4umOr4
OmH+VauR8hJsFZW7J+KH1pqE8pqg5WbK/fBpcQtifDMkQ9YPp2LZtKMzPiZOURzW0qkvy5T0cFAn
fEfjsDyBhKUyhihEyGPqh/uF3c2XgddO03FWyu7cqeh3LKNuJvRipQ+L9OoHzTPHuuXO3UWeyMtL
X3nJzsXX6+Dzd/BuhgzNMwTjwX8bOZhYGj+o4JhFDvamPJ/gfM0ajOfW9StcRQx6WnHuYW46u9DR
MbaCMemOK/LXxcGaQ+09EgA+4IbB4Lyqgtc3Z1vntiaSSHSp8DAFZgKI4MYbQ7mccgzi5K3tGFFl
eEG8c1EQToOwQPD9kjlZ5ibOX4Li2TGuwuxb9nhyN8AV/bM3GgwxDUvo1cZjmsiMxU++A3JF7yxk
HZ1tj2vqQsKsPWRy1HvBCubiaxCu/yI9ma84BFAp3rXjzmejA9c/QM4gZVfnXjxseDrAAsg8q/46
4xg+6mR1qlNNBFhsG9/BDNyV9k+tyQ0GhB6fmqUrdzVuZnD1ZsbX0DnAODUK7Vkj5j4W0Doeh8Gv
kuccVfShG9FfsDOE9FIlhiMG+Y0P/24yqdw3tH8gAV3ss0a0NICW9Z9/QtssyU/TtMktagJvWdP4
yqcJSUPC2Iy4TkOBa63eDNhOH8a6HQpC71ghnGVGMuQ0KF4zLZriBLol3LtoQhQ/o7dDTJ4Zl2GO
BhGSvATSpQEeiGZhBKvn/J/tzSBYQM+sf8PSVw5VwivOLhoJGWbaX8TBwzfwAh4Ocy0DNXHsTR+l
HJttTZND0OJP5KzEwcQUbbWrDWxlNw/3acuxAQLHaZiCUHLckTDu+h0TzOSetcH9u9Vsz9yEg8z4
ghI7YJdmwuU11Bv9UEkYk+X0TNObRXcK2uG5bnv/NvL6ubjEZCnig27R7jchNLjkItiLrT+QSQoK
VFS6/jz7/dwcCA7V2HiRVyOWrKOiVTybUtwlPB/6hPNg/MFHUN0YtchrHgRATbbGUu28ZGqnQ6hz
xZygCO7xelTpJgs007R0bs3JDkXz0/p1aTeMzZcz/7V/77cNnll+Rce7KAbQ7l1HXO3exm52cXxT
n9ix3H3SuzbD7aLjeTnbbpJMuDtuUdIkKrCktZROmZLDd7gM12aV7d1kvVoD9eVsZjsweRblv9w0
dBfdLPt/7P9Mgg1OGU3oNY5Jam2cavIuiUtZ8WrVICgUgjhtw33dJXCreYGbSz1pvBBYJ4tTFfXl
oxO0QXqs62va0rqWGJVLsk6/mWxZ8yuOuQ5xl9ULWKa/hKb0DYQPs2yJYWKZNEaEsBCwrFZ7PNxU
I8KbBn0kwdYpFi51JcVgPZoT+l1MpgZYyI5b2z5QvPb9J5kRkucY1Pz2HFE7Rac1mNLLujjzd2gY
Fy+dqHEJxclntZD4eboOke2nViG4bonKyx6+xCu/ioX5xYb2dX1zcdTwRKPx4l5M6Mfuvax2xa4k
zoBJLvTzU18rL2I/+zDd8CdCX6BD6P+xhDN581YXBKajcfwVVe4FCD0uTAJMmCWcq9Ib1FGhiSQQ
jfMuJaeBdSYlhoi/aLquzmZeun5xOOZoOHTlfoo0QXoWwR3F85TOJKaPMVi5bOc3E+a7aBXQJkwV
+CbY6ZEgxHH18v7XC8fuacCTsG6WKmDoyKOA8l9hMn0qIzd8birD9mRsuLuhWVz2GU/dlUBV7BYv
wqs74CSbX+WEHUOuxXDESxfr56gRKaxvlWXd0ecCKJi6lst6thKExz5dyPzukJc8wJaoVA7ZmHPr
Z4LAm2oXhr4W9SZm/Osb/jDoEuNDgtXukjIY/+OAkPnsM0AEXFoTOzuWCJdNTdboICZxPTYzWA40
HEGL4pM7h9BIE57mIpj2pKU4dazj9fWOJV7ESUDAkI8xIh/x/Y58dy1xCdbaIQZOkj+6RV7YjekY
1dUmiWYFV5aLJnLIzlMxHfFrLD8qMfbU6wmoAOUsfJvgmoNqMT38x4vYZKT30+GettKDxh0F1XOM
L/KvdWfJ88SgddM3FdDKdhoALcNjwQeZrHsSAd3DygzmLBdvOup5rTDmji0DvtRDvNzzvTgvwyDJ
TGcrbtUiQvFntDO0+2kI+V5Znmn3gnTCp0h5N/8tojPi21mwTHrDitHbXXKqcnLJ9W5Sk34gdBSd
DfSn+FBOQ0wXlQqJ0JWylLqs1pmZTWO3A17ul56e5mR0NtHNZE1xzJkIY+aXC6bQrofpeaqUS12h
JXn9g0MMbtitmpk48eqQX1aaSFI+lStPGf8x6RZj+fqquL7vYfneJfzgt/iGCJhV7NXguesJFGdL
TThNp0RNVDTUF9rNYE8kJPprRkkitTeBv8WF0yd7awQqKcCNmBSgsRg4SRq8ylr63XvRZQGSUqTs
pmSyUp2k6gjilpmpOBcigvKIxc2VNa78PD10bgBAgLbGskUdAaB6dftBQppr+PWQ4lEZTpOvTLR3
VeOyL3Lws/hUM0pu9xV4FqwvClWdLOwUxtrFzm0z8kEwvARis6zSY+do4T6SMx2nu5E8yUOdlfS9
kWXI/yiUwcGPSTLA1YCudnSdNGfYxy/vbCLiqxr+xzBvi6JYH9LZGv4RIUEeAtUfM2IZXF2yd5sg
yML6Bltzbm/FuJQY9OzoFce6GyIAe5F0zG0OoM297VcBlq1xPUz3CcsGT5LhzQdm1eJ7jsupw1sY
YY7lLureeoc+SnB3sx0e4DkTGwu8HvKBK49kZBk+ShRSsq/djDHRK27KMSm/clupv34UhE9VGkvv
bnVrm9/QD2Bk5Haf613GLIHBK7Pn+wbWzJ/Ir3KWV0i8q1xehLxVVURoYt4MAjgc2cZ3Bv3isU4B
L7K/972hh8/ATHyAMkOIYRtaPC+IFxWykKAj05uJ0ttTG+QGuPEgUMR57hOHYj2eDwn/wP+qGn4N
qrkTp+wVyEd6gd4lylhkQxwdlpyKj9QLFpN3NWNXP0YJhpe9EnF8XsYiOvpB1j20o85HvhrgIjs+
zUCkCHPe2TQWur1d1vHDlmv3L4w0qNhqCYkyNyEV2kaV4/KQtpgKtrO4rlFpcUDdqpCx0/2crpZv
x29xnKq2R1GOMsUgO0mwsN+tUVo9Oaqr1J2z+jhZJA+tOjo2MxdvdZZ9u7jhpfKj5I+YMTtwCodG
3cgWy9odzKt63S1CaLXDvlu1l6waxEOVNz3QOJs8ASI0ryWWYrORCZavm5b6IoKYtAZIdCVWv3Dt
yUtdkc5jw6rwmrlZykzbfo8jX1B1DXImWNylFvUJFd4+pEUCThybfgs8vuxOcmxYQTjDTIS6tHif
iPURvuqSyiEr8CVT1A16eHbo6IMtXX8UnZdCridULbZKw1UKXpZgTOIHzBF0dF1LzPcuJn+xMup3
/F09kUcwc4wW7rk46y7WEcGhcDxMVVtWbnjhV+XOfvHaN6aZ0UUbAETEsWKP+rjl70UtdwOfIJfO
3FfSPBwMWBw878aFXn1fJhMbknIz1szoQ1QQYnnhCxb/eHzCnQ/Xr3MzjoGIKR5KBfwz/QQ2dNU3
5EUBDtLjEA7gV+nLf4LSLnjz686J8eOF0sabYRLRjbUpfJ82a3FUEMln/YGWUUKLmANg+OsGkzmo
qBLyztEDLhWyUEaSERjrFRlrw4xIRHIDScrDbhX7sEK1Gpc7XhS9l9LAKILOv6u8GPt7LsbxuDpM
FDe1DqAINX5cJgfcGvJSLNTjXuyFtzXBDkIVi58+kdvt8Be4FAngG+VdlXjhj40KDdR/iMmpPHoO
oZITwCgSA6APCAKz/RdbP7B2t26r6a5UcePtFTmofjcxZwf54C42vx3pILJj7Q+MvIuJ8demLf18
OvqtQx64GLS6LftW2G9iMtJ/0+SvfrTkg2Z93bB0ceQQJARtIKxp614vHBXucbuP6sAcV6zngHnR
ZnGHari4oSDtaGHS3Y5+ir0S0E6AztHMi/weZxu6p3RQNNx4nVA4MhNyb4iiGZe/S1R2Lz0C1wI+
yhrMhNumKhncL01Zqn/V0LTFBwKESE84G4r6/4RvvCI6nAOM+rLoD1Hn0+2WsguCnanGOkJeV/oc
UFGgSHudYUdNj6GLVz8g2RIJW8c3NMHrxN8arT8hrextO+b9R4IqlT8qK9U9w6G13PVTH/XweFC/
gE7q3Pmvtn3v4s9R/QURk5MMbdC5rWCP7rF4VgRGFQ5ntxhOPYsndsCEWtgfGNgLXKRt4L05Y433
awpq9QOg4Nq42aJIiy8TuzOi5IK3bZxnCuqQVyNNWnQc+DIcIZ5HjvkdTy3OLzBdHM0HuE+4RDXj
W7WPhV3H0yw9OFIVg+UPn+UmKDk8PwyIpE2wONXrbcnkB6yXxkW1449vyeEmMXOZsUD87ntePiIX
z2Vc5EczpXUHgM0yluhc67TnyfB3bqROJ/ZRFERSH8Zm8YYnx1UJJskwzHGNGv4nYe5ejS+DeeJV
np9gMbmXYqqrR2mtWjetSOQfJvzRHV7xYVfN0cqWdEllCboNe/cV5WXCT0+P14lIftVBs5XI2oW5
cP7ldzGIUSL1/n0n0csZncx1KX8R+DFJJWhrbBwJyge/bhWhFS+Yv6GQxOBH8U/uV+ImgpSmWI4z
lNz6ONdOEgBpgQe7r5ZCvBv89AwUgwBiX4oPeDjxoingcF2W13iTME3Ul1Vac6uLanrtI+zDJEpS
Wx1h4IDxl0Vd9xvITc3zSr+8lTar7nuE73kTu5HcJhhDwEXgTVOYBo8DZp29Q6v/H68/qSjHeFRf
LmlQgFVjlJy7eZyj08j+iOVE8Gt969bJzsewDpzguewLtLsU82q1DWMYLhvcXCHj+AiMwhfx8pUX
1qRh/GQKplhbGvPuI+KDz8AuBCdcTUlxCcMsIRubOQxAg9m403aKzPqFqX74oUkoWQ00LNDhkhmC
lJKMEFPsaoeVBvDFzcqVeQHCgjgMBMzY7o2MeiUbYSdPDr4rMMcVLqZShJUMzzgXpzwMHFDdU5eq
HOeZCItDEzX6bna5/p6IME3eXexWwSWog1rQjaOVnbG69/6N44bwlmI/8r4LKBWRS1676YgkOLJm
S4jSUXZf4ZMuPmO/Dc9aYvyEYDUaBYEhd+3zNLj1W9RS81VxytJk25fdTdm0a7FTIRybBbhUID5s
1s6/Sd2yesa0XrZd2f7wXDlSDYjNpv0nr7bbra363nskWOBXB4pSB08gwP5yE2R5tsDPdbrbilrm
DnICmkHsB0YzJ8QieY7qMdmrhIFVdaAHpeQaIlt3x36gmcSQvwZMa51YPFXuek3nLn7V4aOyc3By
iXpealz2YPOnLqf5mNfzlIShf0hwJGKTqnnW8ejGY3tOmzk++W2cP0qJ9wgsl9u8tliy/8R+Em09
vE+3eWf6/1j44bt4bScYG6kQd1ykE/Kljj8EUct5k2nsSDxdgb2bMK5fWiaWW5AjhgBny8T5Ea2G
hKDLwuX0EmfMJ1+XoMlxN3lwT+rvZXXEIZlJRFKiJ4J/tQCptM+8DnmDfghDJ0V7293OqYBbmlvy
PZoZh7ePwnj9qMqx/lsulj1ZjUDg0DqQOMxAuW9iJ118lBgbv+SIE7cdexHe8mnEQMyXD+VM8kIA
SBb9robFpF4Lw4qcbWdDn7yixMp4zV9gHBgGtpSgRusnjVsen6zqq7+wEYhLZMHMMNQX6npQLqhj
0Oq63zXu26c1X9bfbFLBGyu9HHULq7Fx7hib5LwsqIE+Y4/Gt3uWdqzFm82DiMuJ2coVizbNNwj3
qiPQw6V4rnM1nVMmgOFhKfTq7CoSGUcu1ozt7KIYH7iKNUp2GteHqKrdZVN2bnFUYzUWh0IX4lZO
JfeDQx0E0pEnit0mc9z8MiKGOBoTvMAIYa4zsGwwp3WNGSWKCXoEecvqzIs54Bvz9ZllXXCPqnhJ
vH3SYEgCXdVzFcI3IyqTVkMb7gykjQxdxi/+CGGzPZZ7dcPS5p46Oojx9vZeih+uH+Bj15pwHA8D
hP40iQl1R4BSL10TK3A2wI4aAreEaijc0NKQiVySUgfSIvOWvSlML+2cTy9FozNSbB3pnKcqGyjN
k2UpDmIk5R6OYvQewDCs3tHta5OdV0jy+DrjMHvtmEaDxnF7nd1Ra6R3U0aoBRwpRQTHPYudgi6O
m0ck47V/gK+I8woinolu516h7zVLrf1Li6rOswt6EQuXk+plHwyswLlZl6XO8eM4Ddk2PyYwn6B1
Lds09ElSDxrwLXkqnIU7vMODvwWZgUMyFqzS+afXqLkPub6+/cJEz7MTTKeALVkjGQKMzK7wZvbR
rS0yfYCx/75oK3YhYZaJHgbpNu+rLEq77yZtX5gnquwZ7D5n6rZucjF9pasbt8DFohjtIXQ1k41h
JLI+Bcwd/kV5WgffAa3GP1stxFL7YlZfqmVrS4qBJCKS3ivkpWr0n/xG9pK/2s7rK3Wyf72xmNhU
uzQ0qzpVNFjdWzglbf+3mqI0/6XDyIk3mDUF9r72hM4Rhrh5FXrfilG2ioJDFaUsPNOqjv51Vsbv
Ms0AaKB0c+3jtuC5QGU10yvDQN7M/UAK4l46k5s8YDnEiLipxYJovOSR/Agj9sPNjlu2p0lXy9ln
w+cJLkP7EuQTxioRxMQX2drVb3ScsLZF5P1yKToZfXcaANWfhiTGb9NzjCJmhk3/x8o67u4TfBb+
GZahbHCWRfQChjAoU44Gj3n3TVunl79EqNpyRyzZ+0+zhLN+VFfKh0AL8PFDNsnQHHvcQkTEIxrK
ja+S6FJw8t5Ju5gQDojyfiZvCk9+7GMyUV0T7f0k5Ck3Y9dshVLWxbnhs6jMj2jA2jkmNAMEYz0X
uKLmTz0Gof6Ct+EV1DlLOn0bT1vLrZyHH3gNrHnmSXH7dyCCGnbEHA9DtJ2ZAhLgbstHzggAML3N
sH4YRvY67NO9UXF8o6nDBwBoLkAs4m5jcKrLuc7OWeGl/7C0q2bHSe09UriOl7hd1XXuHQ+/pa67
z65gkR5AyVSfSHgMzwZQwLGL+u5nAvp0r/FNmJdIpDnuFceL78LBY/UCn0IgNuOHBFZF1VP8Mou3
bnIYC4wqBGnZycM/Jl/kHnVUJmBbsfxd9w3U0v5N1twHWtxiExx3MXD58ouTm3/lSsGUMPtJgnud
0TktVE7epQ8QVTA/rQLVxQo3FzsJb5rtRhnhS2kK0BWETZTa8jW6XxR7ChJLVrFR4KCIFPNEz86Y
7RRIYXsoUnwqn4QYCkyAzhRMT2xd5OnfeCRrutuRECC7EMwCk0YOGVtzCjUxMGvxDO2IH+Y5tC5D
ECuIpsZ9lPlUUZAPTATbXtI2rHkVOWRsTS8Bt5rOa89sPmkk3tdu/js0lOO3RRYxAJ76Ir2dyUH8
5DFaO0B/pDs8asJDQ/XBmc7AJxLAaaZasyf6dJxQpi9Rw8w8PyU+8GzL/iHwogxQUVAaogA/bdSn
60veBDXcV3wdR18jPaHhcfBAckvEznp60aeMSxfjMk90PXw3ZRPeFURRGkTDNpf/TbqoBRdqUtK2
YSrlmblCIXXyRAirrd7qHIrjvqdKKw6LV7KRwINPfEiTbin2DTsaGxAUZVL/EYT33A8/XF0sDAGE
wreR3EL5EeFBQBbFM5tkF5iV3guiX8G0JYffWAoVd5uWo2sfBAm6hMtasGPjc9h29PT1rWI7WIco
WLtPtWuU2SrryEem30m+L10Ytn8GLxt5QCCJhsOR0oa8CcRFmt7JOycUNt4O2QnHXjT3mbPz45GY
Am4jgpcyVxtByvPYVCypoap01tPqRY7z2gxgvNngkaX5VbN309vVd0Ds+fUc6Btjme/fDTw9+lga
w0YrEzCe3aVpPtzy/K7vgLZMxR3UYUbWA46TNhQukoib699s7sdyo/2mYJ85+UFeiyjwp6OQwKv2
y+haGGjFQrjCp1OHXNQs53YWxQynzKv2McZvhmeEOs6uLyGmq2hES2GzAm6+ymVfYe+36S2iSPFS
yw5HSOEH9XtcATGhw2mzH9Ss9Beqp4BCwuKFA6s8Bb8tLJItrkgfyJQj07rGw7bKynyX3RJOp2Km
2y/ZKRTsFbidQ4pmQQaWNT0UfBK83/sVc8a+aGbr1b6n1ok3vo8WyjPVev0eW+i0I/MFhYycBdwl
BkxXMR5iJJCvtmEB/BRGzQODeAL+edUwjo5wfuELkoJ9XK5HOqthViAJfsLW3Pjlqsk4mImJShIu
wuxXj7klz1W/uMkuKlYbfXUcSGBbO2YZLxAFnfw5zBlevCAkUhHELnj2E1XHkr2tnIPsLEszglE0
TecaPRH6TDIdZdaipZfBcsGKD/gNyuhpIfPbbXRQIGpULhv3mL3xJgsBrf7IZZizCybFf6AZvPcw
WTCOzPY34jtcbhnCriDbXJdEG277xqCyDjwNLyuPbXke8COQghtIy+KXDaO3qMrtD3wUv/twCFQQ
Zmj4GKy7gBsaKnVbMKH5R2eZ4FLsTYUePzT+e5F4iX9iul3cZrTK9Kel36ePmFNYwFcvFnE6tSnL
VAf0siJF2JXkwDaMrwMGfFMQPA2NAypSumw4GwLm4ntOLPmJY8Z5bktW6bCkJoC0C3bkbh4hn2Tg
XNHIbdf+tCC6bkzTmwNtF2mlQNTeacLf8JploPHvIvLNO9ARjoBOFuTBFo9L9ZDp3lvJYJMf3pau
RfpH+/L3qLxLu+cPnF4WmttXjPChOIZEHvma2H/KWHwuQf9LVV6M1Mo5tF2iHsJpUIiaS4oHEXuB
N7xncd3+sS4TaDLGfYs9jzUqN7lawKkgP3hvPkJ6c57r1fZXio/JTxAPkrvUcPmRhrvOzzZDTIro
+rYZ97NVkA1/qEKD+GHAMtq/zOlYqpsIXuX6GsV9br56kKGHpouB0sZuy3pJb6WueliZ+O4it18+
PY9s51X8+gfjEGOS0IBpmxCLVTL23XdQL9QZXTMa9g13RXkLJTkcn/zZZ2LSUtyAvJICT6WQ/Ylg
beqd+55SY4wkurlu+R9uKmfpvztnnT8dh+A5SCtNGmmYjkBFZMjToJszO+0axnmSj4gKt0T6XkUT
fptVV8WdG0GheYaE4SU4wULvxJ2x1imGVzwsewYO4ZcAafFEXrMEdtLGjJJW49EvYrHe1dQLcHOc
fDyCK6CvB/dc/pfFzoykPJXpvR2aev7RRYTJbg7DRUG6Gc0xcMdqOkwVSODtiCnf31Lv1l869GCs
di2JcbY2Rf6GWV3wwA2hXiq6V4wnfkbmo4nKXwC1+g6g92xIbxv/EYpxsatzzuk9lcT6EigW8y09
a0SPPmn+fRMkhEoTl/XB7giJhYNJHAXF9ltmiatv0nAKvoaF/DeNMD/TTF+/cx36PXpHJ38XbCZ4
IdnQPZKG+cGTan+h2WenGdoMw/uyurCLuDn5wAQZwQfsJRyNlWelFKCf/BphZovOIPotvHV745o8
9veDUypGPXUqnoIgCn+M5rDG+ZP1p6puFPCL0fvwGCYwJBq1x/EwJOEp9CTCdnDF+GBT4FMyKmaZ
aB6Ur6RUl18wkw50C5n4aHyEVzyBnRrPZB4/zFY0L4aP/QW7tn+kQqUUC8AFkUoT+VM1WflTFF5H
QEBN8V0sppC1gn4WqiNBW2IrszOHR5vT++FQgpOlSOXcB25D80WlsA8yvPRbocHvwlzFOTot652H
5Z5KE+IzUjoWsynOamQrka67QPhTuMNTlH+0mc7eK7p+DnkT32ddZV66LgebRT1Tfoxq+Mz7SvJ1
lRgaWEbV3LlJEny1gFzeMn8mAamGIj+FM5r+Gix/uyyyxyJd5RMb6IryFPHi7X1uvWHTS0896KbH
dhMSursdBY343g7hSHIr1OdF+3yrqhs+qT+WfU8y5uBdd5H/yr4W4cGBuXJoYQawq0znyKPYvnHJ
OpjkDL8Wi0ziKTk5cxN7O2cQL1Ec2HtxbbLwjfD8ZhYMJQbj+Mari+RZMEnYcElVuwDVC22DDSYX
0/n5mSn9fglKe6gzRZ1FxLwvkPq66DJNegRpEjxNcwYALljaizPm6fsyhS9ErZyDB5/vTuB6PjWN
Gz0qwuTHtWqX6eyyjW/HWdTRL2CVbnau73uXnN8HghHqAWvJfBugxIwuZUZQNe8Lx/AF3B2/LUpT
hsbT59EHi+vW9RRg03gKuKxORZaID+wPrK7A9IyoqsB+hP06ljvrB1FA9zj8YM00r3HRYgWqwuID
I6Z3biQM4mr0Jh8XPmhILN7ZH5SibJ837GrKwWRuQsPnamZYVsXo4pumqdq1vg8Fq1Q2BMBrGQd7
UpQPBBvG3ZRF8XOG2ERLP+UptjAnRLFnn2jGnh7oXRgqanHCk2X/TnM3//iFW1PODt/4DdmQW9kZ
r2qdxO9OlOBWS52n9fqXYoJsF1Zh8I5cCTDELmoVIiyA4AbUSwc74gcY+ulUsmJnC67Ou8FOQSMa
qXm8ap6F2FRzm7NmLPT5qCu03DrHxiE8Sh2wp1szMdEOAFNvXDZoPCJQAYtm7lPMFEy9V/och2nP
RgTTnUEfGPa8jIN5jNP1xHcd7zu9YgdUDvIfkdofD2vArncn5zLn9kKkmmllFw7Fv8jNzMYZPC4/
w7e6QlcuX9aFrca7MbTsPYF4YIgy6S3tZ8WFBpDrM6XfvRZsY99fJSHKQ1xSj+zRiL4cI+8yqacb
cAGpd4lTl0PVBWF9L0Zs/APUpy3peAimuGruKJaqOzlfw+chVovfpHP5viUbI7u4jMIDm0J6F/oG
T7TjOv8VGjyYly+AFskZHJi7TEiOWMEq7atmC0CUizhS9UvZsrsOKEzlnSOmzV8RG+9uZjUSQacc
/qVyb/7UdftQXROWvLqJ4v/MsqONcB3323bVQ2t0+hnBMd8MKKIPSRTWB8jobraxKVjXbSHjSRCw
abnU8+C3cdzqiQtrvkgqrW5jwfKw3p7dPiftUz9T3EKS8xW4ENbuXK/Qihvr3U8FAF1muXyD8XBi
SiEYQPIxV83sQi/5csHZg9s6K0gvYArRu4zNfI8Tte2Gkj7+YL0rUYKxVSdsQAA4CnZVz0WlX01l
aDZZCGQwH8krMnW1+b4NZc4h8/9vRD1VfxGn4mYfLKl7r6c19Qg0MDMa0gHavPZhc9m8+YW4Mvgb
Hr+r4VUP2VuZJN49e1yK5wDZfFeZOYI8Tv0/bzXuELX3zZoVu6oeM1rWtEOehdmwQeHvr5VF9mdO
vOGFXv+rS/zkaAqwxyTqqRCQSFlBUOtvhHjLVkfR6ZvJFFGwzVCxYQMwoPteoOxk21B2zXQjDC2/
Hvu/TIeTnYl8C8xqHrvnPBQR1Kk4vxrPaxxAqriiRUeQ76TDvVfpW5bsyL6rvnXhZke2OJpt0QcM
tmGbtccFktlj2k/dM10KZ0k4ddNfNnqwfXlcsRJMTc2opZMy23IuKNbtAPjZmzXMhsPVrrClq7Tb
yQEW1C462Tm1g79jTokieiW9D17WBjUjFBcvYbbbE9baYSY2+3bKNYGGmqiqKKZ+G84jGyGKNtLD
Pl87StkWdxUbubrdCLCS42R5BzaH/9G3zrA1Nibaaj+6LJXo+FdQB24n2Dfp52TJlULRiwn54lTO
5nmCZ47OHnKckalwnVdvQbbx/am8Fcr3PpnRZF+TEt05HuJwOrpVeYQQebUflfw+xMO97DFpGIYd
lAd/sdckd7ZsG8Mak/Ts4bEEsItcn8G6Oecc4bE9OgPjwWBS4UtFKvtF+TLbxeTf2MsVw0BTxvuo
tBGfDrg251jlovgdpwDLDbdW/aeUxt7luLFi4O6s6dp6zPuveXGKfTZw1JwcY37fDGF1E9io3+op
YtQP94FAB/CdZAhpl1viQjne+ODqY4dUmo/dKS8iggI5Ulet0gCn3/84Oq/mSHU1iv4iqhBBwGvn
5NTOfqFsnzEZBAgRfv1dfV+nzpmxu0H6wt5rT/+SCWEUbslTbmMsb6iOUVTlHwxe+MeG6KnSbE6j
ojphEohWKhz79xwaPR6VaWa0vhRJ/2qK+SWJbzVCzpu2H9FyIwT2/M0MU2grdVgeMZ4ljy0rh888
dm+pG1XAWPu2a3CmlOMTjxMlF9D1PUsGphqhXZGvY6v7LoT8mc9F+zLCp1gXhXG7NcIEcdMppi83
rd8bloe5OsUMPaimkpR80BnE62UBo74lCKX/wYAdGZZZSc0BF2UowfzAnendHMvdKj1Nv02bs7sc
+C1+/THjycqqeG0pAehf4NX5UoRQnyumM+6eEigEz80mHC8aDziC26yymOiiK4HL/Qt9YnpnfmLv
wzLyW4KuevdpCJsuPRaCdfauXzwPIw9GOLMS2LT+HOFxFU2ISTdDauv/eHxFva/Y2L86eTbWX7Yx
9cPSLeoxgPnwOCI7obdrI4GzPxyJx4Ze5cxH1GweqVKRDaw3h8U5bnpo7Fh5pNPJ6krj6HVMOxQ3
OCLX3DkEbn2j6MXVeDbTOEVfA31egFCqx72Basl6XpDdzv+1Ga/AEgSQZpk2IRMZlhSw4WLy+pzN
ITcvX2CeV0/BOBggHIsqTpkTpDDzmuxndlLBrYq22t8BpPHLRzwAzrgdwYm9k0ZHrWUwwO1SWdcH
ukM00vlQBw9iBL0Xao/UzKRcwuc0KXyAcgax37PN6Dfj2IBnQzUxuGbYInuot7EWVkRgOuistS4r
f5vlvr0dW/pu9ILwC4uMyL8djWvKqA6JjBspKJu+JELN4zpEhd9ElyWta3uvzeT9Y2/anApXZ3SA
BHsIFNTOeOEtvCGPCSHYQS3pfzPkmg9MccjyqSLPQy8cu2gzITqwgAwxFpmN6cgEXtuwChjrYPNf
Dx5D9Z0fBssnmhvfrAJvka+mL+d6k9i1bB9GjXmUkLoONa5ekUwLLtDvsvxGhnPo9NINVteWtMIZ
D+qdCxivfmGRZc2oc27u3y+bJrb5SD3UBUgMFMsUfBX0/fznysF26k9WRclFglO/dnqmUi1K3qSf
j/QK/JiYo/JnaCbMo9bsOgQ/HftQXF6pV0g4UqBW1/h96vjJTYo0yTeIq9KppbRlAJ0dOBqsRDAh
dRP3GqGpwDKMPjJ9haOYx29xNZjoc8Qkr09mRM6Pf6WxDEJtA42uGbmNyCl09qgD9HhIeVfzih1P
aizgHE1sZ3dOHLs2cGq4TtDcQjIgimORZMFEotWy2JqMpbabKiKzdFZSwvFHOapzKbCzU24kMTYw
2hCT/bGNtOW/sYSDMgJayHJPoeco5dhe0zJuY/QV9MeFDw4P9ku3Y7QMBpyLZ7kiC4lu/hWSMK9R
blv9oY1BBxGiwnWyogkTWO6UHW0q2ZKKlKBzWGGUZS6WTgkDZETS/WeRTLe9VOmYOzrcGKQ65Asq
MBwm3kp3flschmpc9M5EXvVJmIZdHa2CpAKBH2jYOLld5Ae6abIT5Twu+T2cuzzYz23ghscJzlqM
pLOm5gQo45yMO9CjQOlh8eTTvT6D5oH8uLI8pfW50jETHLT5TQ1jK8ymK74mlMO1kbTQDjf7cF/o
KfAPVVdH4y60sqXFYNeYT8cZ4POuKJgm70L3Mh563JHI8csu6J67G62jEbeoRjSvgsb5pgQmeDHO
MMmjaujX+DwSvROwvL6abEAc4oG35q6pfOcxSP35xszSyJt6SXLKEXFYOB875cp0J5yxrC78k7Il
UrRFkMtxIIk0tfRbZ83BEwIoM76QUdQ/yMB4/FLE0AAqcd12X/eVC9QuYiIjnJaG30deRkFb2iNn
e9q8UizUw+8A8+eXgDrcUA7L8RA7GQb+OyQK3bsqUwXalmH7U20N+o/o4WI84HlF0loiKb1njujm
D17rUPi44bTlsUu/cVcEPWnJhFJKleQPOcdBuTdjmRa7mui7HynJydlkeBCJuWB0mRwKuG4pNlAy
ulfwh6szwDBJVJXlZN5mKZQz/zGPH65d0jbDPpq78AdiHGnIeE1zxoyupoaWwDXsTZrI5th4efNf
D1yEuZJtkU3XL6N9ttmyfeEnna7zpKw3XlvSn1ALkXAWDvkQHHs/FvcjXYu3q4UpzqmG/Ut1pjjq
+eZzb+e1BRvijoEBlg1s/yww2jy6KyGxWZsEWwatIieQOI/l0rzh0JEM/WmUUFULJ8PRMgWCvs2R
Lk0SCW3dPUkIeUCEk0I4Ukqn/Y4J4bj4voxPg4+VnAt7LODeiAY7oezZW26C2pIvS4Ktg78DFwhR
oUkDXmkQwYU8BbxS0oIceHPopIYRXimrDeo2v3ir4KKPh2oYqh+rnBCnDcxmeWazSWAfAlD04+V4
VPHRizh4gWFePPON1uwEurI/EfsRfAifHu7AENBBg9QbxMdZHQ67rla+tQvpgZv94jJk3+BMoft0
bc+bdh0SOIPP1cbg1+P5/syWMVbn0ocOfEIEmyb/dV1a5VtLjzrZWmPblscYOGMGKZYQNqwWk3gG
dA57W7Lru+V5UqgNmACfgm5oGYiIWJBRX1ISEp6uiLLFD1cU3HKjJmgaTbENcTPbk+k+fROhSM/M
/lZeqUoAmpry9hPrwWZeUVs1cTh+XuKKH4eI7UVoUzm4ZT6hLa4E57ZZlBPs8blAbuakxF3cc/I+
4SSoPkTjk3nL04uhIDEwkjYkhUFi40okHqLlIDqaJMuSl25m9LwdwGcNa8YH7mMGOKzZtPwOL4mB
zrWZXC9Zg44Vd5bObLwpyVJciNqm9OoZulafnW913Svj1Ppi6WVM8G+NKjvR9nnbFqeG3jNZ49lj
HVZPIEDhRHrI8S9M5OyTSDg1RBqbb1GFJUaacmH2KfDQsQ2a4V/enrmkPrbsC1HPEG8mkFDi7s3J
qHe6V4Bhcv7PiSsCQVaVYIT3nbsGmQKlpysPFIREdPedLdBMw2JOr7qo+TSKWYykH3lyiqDxREyS
pqmJ+u084uhfCain47q0KjPv7dGK873JwtDda4txmNPy7KzU2OqfULDf3slSjReBKEd9K+bJBYKG
pNNHpuNWclEEisq9a3IpqaBKIDIjw4VrObkh6qaOkhtraQ6VT+IaItiErRusE2aygo9ammS0D6wF
dPbFhndo7zyJ3/zgOF7jX3OGzfbK7ga1HMqmJ2PMbcbaP8x2l4dHbouRgXh2g5rqhH4YFo3DvtS1
QaqvbaWClxpbJHlTQKGSb22GWp0Sbv8/glrY0/Bld89Wh3pz00MJWe69pLb/UCZPD0MyApVWGWQX
jA/CfpxbaAabaYQac+oaJ/hDx8CWTnp2FqwDZI/hibSRJfhqoYduhhAJlIZiSPVQldl90HnG3hpu
You+CDOcQNa7nss0OC1hRBYypRUTuLxLgfrBfN9UxEtyGBCRLHa5zb7z2QW4dixB4lA+jPXvFCCK
XplOoyExPjznrUhqRgPaGwAk1mWrHzq4IVSUlaEkztrMf+F3ip8n3wYLx50d2WDmYsKc8jBshqcM
qeAxX9jy3yBq9j329/TStOLDbln1bjT8xodlnOCukIXXrnwgLtu2sRfs+JZ7CoEMJhzUEqV7Hcbi
HT+qzp/mwfYBVDEHXzucu6xBLOchgC5k43yuJIOwxnoUaNAvOfPUYl0x6NspKyeQ8Jb70NWItrYl
Y/IjcokU0shURXtkY+z13SivPpbK4G+tXCKj9qOZrOLSzS5CJSMghuk24rMwcbyILbS0VrHnipey
QBm7YEdqcudf0eKJSquJG6lp6ls1FX7eWDH3/AztPYg2dqkum1aF1KksnFU2NrDM6mr+km7VAd5d
cKrYmFNOnuO+JIy6t3EV3qhVRpxQTkFtaKroA37Mf7COPDCsZnxEb8j7nw8LLwFzW/9hoom6gg2e
OPCYqO4QPSZv2tLevgh5DItxTsm5qDIBQz+lDfCVW95BMUDrNEf6n/J1caqVLVm7Fkg1t1FWVJfI
iYtDX+byrQlL7kAW2fiOOkjBq7HFMY5aMEzzFXdCsM18ZMmAh+Jo1erIAZqGgWifDiRSowTHN6eX
jhjwYmyCu0zgcQapgXjNYJZhkwKlxPWWrR973KTADO6zIpUPKcK3SyiIGmI6Db0oYGSK1lK1PwPV
xrChbptfzOKCQaISj7zvhvGqS8nLL7aeXIfRVMNlwaBM7UseAXuHcj1u+PRa7o65byHw1KqYuq12
hmw6ss61440pKw14lsoCHwzvxjOvNXGLjJYLtTNBOtibwGtV8V3Mhj2Cb00cuTngLYACFRGFLxnK
KPQ2ysAmQxstU+AdBL6BIEA9dgTS6zOknuzGa3dC8PptaD6q+aO3VVqvxdKH3cNkJXq8MGvB2CFx
7Hk8+xHKhlUSY0ndJ9aNc8lJALVKMUhx16Uzoghg6BMho7S9aO8pU94YtqT8cL0k/j10itsaTaf/
ogRHGewANd8CgDhBSEFENA/2w4lJI9mxPifoFr1EBagsIgeNnnvgSHZr25CWx9CMNLu+QiNjZhnw
ywu6z9scGbnSOkurduY2qsTA+AriGQpzBNOb2kmCZ2habNL45/P3tm44zuYwUl9uzJpvDfco4gbB
w6uuPT5bvt6JaM7thHYXvxd2ZGyp+GVBh4RBP+yQW3rP0MgiVnMoNxJ0frnK9mlBybPlzGZFmes0
CiHmxijrA+4jXnPymKF6pmaExZiCDtp4tePNB7xBo1l39aTdPR5VJ9q7II6OTQTgBWFHagyjk7bN
L7gj2navC3YsW9Er0igi2SswKaHVP3jDLR8jJH3+rbIUSj6NbeTaegVsWZCCyIJzE2YzJ4my7T0x
MkwSeZLInM1IJHbPHdmKDlauukt/QXWAYa7DOf6ywZghN9Ft1m7yqCzZPrlx92ITSvi7zD0AbXKd
uO8R7DY0+IEnbj+bCYO3JdF4f6g6Sxx1HRTcUzv3GSmCBPC5u2ZeyAuiFfHomBwqN15X8uh2gCb1
skERS4uIPJkykHRfs2zgdjvw+dx8nA4KsMWfwxf7VTP2De/qObemM4cm9mhS4TwMdzRYT7ze+FmD
qQvZWUXEvVARRJlFUI288QFQLjxFaJ2hz8XsdXie7OI4tuCw1qafo08rdixnHeQ3zxBK1tqHbTp3
DquGXn0iLwXURoVg7wZaCoJwHNQIRFt3kd55aJwQfLrh3KDAGPqQeRP9zFY3HrwmpwQVtRrCEoaG
aZ20OPcMR3wG342fHdi4WfbRdyQKPhOrCqihMWG4nZTmEYJHIoc1K67GZW9T9Vc/RyJ/c4+ONrA8
Dj/OFBdRcZ3XtLeCGj/csM7ixCmFIEQnweco4U+Th7vlc2gKyDSx8o6IV9zk2QuR1j2wau8J2PAb
f/r0hdu0O2CfzrAvytCJ1ohHpM9eFjkW4Vth/51ykfQbUAHBbeRK0N46RXf8PGUlwZB4+LS/T6Q1
+luK8M59zcDz2y+ClsuCEB1kEeYFns8NQpSyuAzIAMEhUQifCml1v5Orbyjzaqr3FILJ8xBgGNmq
RuArh0wzhRdbiiysYFKbEk6Db+p5K6cG3myAHpDlvL6pVKlI5R/MYZZ5VA5+eJorJ/6b/CEnk6p0
s985FepSEV7NKAXKC9/74pUx+aHIKZEERWiBOraqLFngjH0iw2t6xrgOzCOsrsjV0sSyIGUE2Tcz
A2OY1Cp0SnErT1WCNAtDhZqf+bPgKUJ4q7aLi5JulzKIdtaY6vsfFrGTtaFUaf3NYKX98MDYtkjZ
pOsaCKsYfbrJHlXSnZOElf9hxZh4jnORM+DxOkPAOzTIoVhPcT5czIjDfzMjO6m3jJhUu05w+l3R
RND95h2EPiv1vbdy9udzh0a/ByOrgkdIzUTTkL3R6uNMbcpB27FsAaWFrBDq5JAeSCvo/+yhyX+s
PqMWHntklEcHg7E4+NzWLzPoyj8wRXH7WDsYZVfKqZb7gSLmoetz/75OFOuImMMUmM3YWE/JrBrr
UvVt+Z2SDP/P0wkBYK1CHMtgQBHLQP6nt4HfL5HkmZ5AyaizoKoZ2/25iQd5Xa0sv5csFP+DayR+
0ajXj2EyI07LMfvtUTtBrbUTlwQxFlaQ4DqyRvD+ZTewVhTIgTWaW1CveUJQzOICdd8JbtH5mtLZ
eypbAOfbopYo1pTlsdrsFIivZ9iZjtp0iA1/lE1fThCFrd4EoWPBmnCMrN91Yc8yJ++YAt00Z9EV
HzZpXb7IE6zi+FWhkGRo6zALGzvYBHOaslbFjaBVFX3HbdYxQ4GrtLgzJV3LT9iyqtllSsp7afXe
K4zMa9HML4AYH8ssnx6taSa8oZvEBW0ZrJ8uTR7wy873HY9UBtp6Ko4lQtyjdAySC9TK6bE3vdxx
yxQHxNjtMwk/85Vt/rKlwyOmcgqsLwSM9pmQXs5nZ5Bb1ZPZlQOe2omwn98TqV/G2hvRLeT52k3d
4DxhHbqTdY/uuQitUx1O9sbu/c+FB2Ub+/q5BVizqQHvoU0g2Q4lT81ylskj+9gWE00UpOYDo8I7
C/vwt8Tq9GRpSAXU99khRUlJ7nMZfSkJKikRhsWZYni7ipuy5FQd+t0cefLLB6r0bqX1jV41ONVj
LQL7zh3TeI2c6ysOCacBFxkoJKsKAgSjkPaC3ell4cZfadwB0LWsboNZIyfVcMp+Gxu63DwP1qkg
LuWpyiE02GU3PyIeJB2js0gUCsPujA67OhfFkP8olQD/yKv80JEJ+GCZYXmXvJQb2tgAh5C/fNGy
z0fuT6wNKdjR9ynDuchc3/8XKFufYSrdYJdd/JtTyW+ScOnOURu2Fwc3Eob5vj4g4hreBiRiLHb7
9iFqA7rrDlqkZQf6pSMqDowGjhPQOjO/V/2Tp0G01l3lvNqIJtehL50jDG734BntvsV5Iv8NeNz2
nUM6EBIE8eiIvnj1/bz9cP2Q/t5pcB87LLFVZ5XP5IS1+6W1MTTgkt5aIFGkavO9qNQ/wlfqLRgJ
hnglI4mzMXDB4wZltG9cj2kvEq59DDcB+4vXE89DvNF+LhHHUqqgDXORoW1MUYi7sjXZG0ygErE0
hSOakmE3CKkPvqzHO5CuMH0HyQCALCIGiRHTRdx97C4YmxyhH8wIX/IxZMUzhSvK5eiRm0VWcK3n
4H70wucBZ8ldkS6t5FTux6NjW+U3etwr/hH16Q74cKJ0QCbbTEfymeK3poh2FkO0T5926Dz3lbNv
EERgMGVai3+uP/AAPeIW/sh6LmdRWsMfNkA8q/SMpTf1j5xxn0G9ZO+F740b4LSMohwYUDURi1Ca
e6brzLjepgxyfVrj/qH69/eO13IuQBjErer2gbuOSU+6lmCkDCCNaiuaqDyADm4fyR7DCVqNwXHB
G7QrhT5itrNRjago35D6TdOme/91RhPyyVcxkrhgPSuseZ9WQcuAeKK+EAxHSo2HpgaI34CZqCbq
+aCc1Dv4oNiI94ZUyJK5ZmyTjMtvJdIZ6b82u0W02KjG4V1YNqpx0mQl29gEMkI8DswpaQS43sZs
fpZEgxOBayXvsmvj9Uxk30thUgJBF78NfqCgjA+FyxZyVXcLFgU8cUzk0Yk6P0nf+xsJz0msfKVz
aP+Jq74WVT2lygcr0MtLC2wUqU1FQgZ/R4FnrLXXBLTq9zytzTPfiVxxXwd7geudAbNv/rM9O/oI
RoSQ6QTtvm39ytsuCWL+BIoY3F9EM5t6ScSLO7eYOHwHk6dTE3tKEPZV5A0q7ByG3IKQM8hf6UHU
PnSqaVMuJWw8hObqKBOA5aVCreA1TGAlKoYWOOZD6dusQ/tm+bQnckCmGEE+y0LnzHpWb72RVELh
ILgIoK0f2zj6GH2g/pru6ZolYfbH0BP9hMro/+2iyXdBJoMNDgO8HtSEMTNXpX+cgKE1FS/5Nkzm
SfBpA1B/jYvUqKdQxRwgMIqSL4QIQi3we9v2FKbobgoZ0fsx+V53cdQekrH6f0OKJ4Oe6D0bbPOB
zY/anYVVc+I0Tr/KRDrnrjP/bIM6AT7aV+YJ99w6RGOPBAPsYqBza6EdA+GjTu5ZYWEFddmZb1Br
4esv7Xlna13f41UBP1F0LFL6FL9ok8u6xSrNag68Xvut89y7y0MTPwh/ypEIWunaHvw3ULDJGwMY
VtAo3h4sq8w+R0YLT5PocBJWMOJbWJR3xA48kFrgPpYmEPtunrJH1xLm3SkR4+pC6BuW9IZ6tVR4
bsO820cR0F4KQRe/F0iJe4wlOH/lYNbMeJqXxrNRwxZju22i2FnDdTI75m3yMeOdoFpOiUFEso17
bgn6vyIGAobMZ3SvbGdijORGHFoGgxun1PF1KUNQDQnpeOgU4zsTEC9MO006EkIv9xsPGLaaaeop
E72B0wp35hnKCtQbVBrTGyi1JtnIiI5z5dus2nTiepd5ztQd7kV2+SJxNgtD93srUeICZbI/T1PY
nvBStO9BRwMpRdBumQTPX12SPgGJREmbhI/gcb9sz1foUBnWrSoHi45Ma+cag73YaX/uz66juH24
BndSDu5RzOX1Zg7eEmQFob5wLHYnetzPER/IGJRDu1ZjQmcW+n20MijAHjLslCeDvuE58LV41bqT
UONtEIfbGLenXtWSBvgsc18ewr62j5Tu4jDNXUtOBu39kZ7JpuxonE+5uPGxwOl/ahdan4g1w6aL
pdkOCDoEMuWue5qbSh/qbJrecezXh1DXQN34YAMIgyxEn6dWLXdRx0rdnqz03EWN+5I7IT9t2OcR
YyW+4BtQY3iwusJaF1b6MmWwDokNAAwq4SV569EmIMIYGLMThi1kr2HCUt9jFAma1Uu/2z5uNmKM
4w9j63vwYf6Tk904ZlUQx2e3l+lD2QzVK641ZLAlMNNoIH+Wle3QfNU5Qxq2jfZv4RCuUutm2HRB
W0KEbsi5sIb4SqQHG0Woxz/EbnvfEF32I40rLh54GxchqnlfwymhUUQiXTN7HNxNPxPjdsp79lQ3
5P4mizM33bA/IroRqSYCRquZkWHHjpexha6WrV3qZB9PDEJ5cvJ1nQt3RnfJrRK31AXuIpvfNDV6
7086eNOTyX6RB6OvAOm18TGS/821QAbAmdGtNHHB+yxw3/WIuXUVzf44bnCbl1fGJAW8cN+2nh2c
KJ9DbQwKCd+Kd7Lx4/tslCk6b9qELeHGb6luNZEZ0ntE3wR5jBO8oOKbalICPLwYOREb2HLY0HzE
BCm80JKihXN1skGdGO66yrf2SSXEX5SPYD5uwHWSAFJq89h/8Yh3xwTktM/IlzvogvEM0IJE7qya
NGnAZPSwNiwHKtexu2KWWZ6AqVl093PAZK8szTGDPERFNwdkOahwQ7JgjIIzGb59t7J3javqa5PJ
KOMGsdNNIgSL3yQk7qCJG8qDLkuhMkfySMx1dN/muvvWXEWXsQyCVyxYw2ZONEsBGm+fhCeXB6Ht
liJaMUxu1jHT6+9CkR7PKmq6CIbJhwx/yTVPyUjcuK5df+asVX9xVaY7AjBZsxW2fuwVGAanSLNf
5biooKzhFp4Ve2fkevn9Ek2EVs6W91ajfd00uhp2SSSCm/xPhe8IOrpXVpPx0XWr+G1uh/umWfRJ
50D8a0JvfhIa5y1OD46NuXdWKdCMGyhFgNoJSYEWhaVPSCP7f0Fvhh3/X/xihTbtcOsTOzfA1j/B
WPZ3Dr0+7q5gvshYTMc64d4eK9Y2jCAdfZ9RFynCY280LlP9N871cF9D8LvzfdxjiD2hqtsTFsOy
yn/Z+HO6Z6l14+ia9nuYCJFloHeagGWtQD4n/5hkFQ+0AepzngzJNK0R9etinDfMdEwverIH10pT
bEcqGB4iaMfFzRleMxzy/HdjobPDlB+MRC348tQtzDZNzD1bD1VydZRp7/NWGwD1U1utyF8bn0Ao
mh2vqE3wghWemKxHeh8waULM8H8/W+ss/XUKE3PSIEf6EymJw4F8mequgwO6kiNt1gowroZCVtYW
526WfBb+QCAyRjS5KpOp3GVjQofJSPjN77saA23OnhZK67UA3bknciyEDGWTP4opZEJ8CvfIYLfA
M7JyQM/9P3sCJ4dryMFF2oqfjMqBphz9UJXG8QGVYTRdyTsZ5AUJUbEhVSJ+hrIhqPQhJjVg+G+5
ZN26BCq966TbEQsR3gJZwpw8aOH0/wHhzB7IyfKzLzOHPG4TfQLv/2vvZPxInas/WIcUm5IPq1x7
Syi3uc+1mDBmfg8BmxIQOiXNarQkpa5G1s1YafQUMwXhHiZZq/0Uif4n5VL//+4k/EIj6BGgDjyS
I2TYLphcquNitV3GtDZiacV+hvhH6htVbDv2jU8xTqPfuIOFWrSxhIlXeX+JP3QMZBiJXzh1Imvl
8+bgWOnbY4DHXu66KfgCWwppvpldwoZAyhxc4vV4olLKNnYNmOPUbFsLaFVIkxIY8j/gKUrc5Qrz
xBoAUHdeyMp5HjVYCPxm6TnKpvZf2nX9NY7qAktu231mnEon3LRmkxDU+kz8R36MMPVeWKHqvSWp
h7LKR4g5e1a9DR2dHUq766pt5KnuKiy5vFlVIs9zYfkhwjyUg4gbKtR5jFIkX0lv7+DEpxs9+dnJ
dSr0ZdOkr6hC7WPEJPqjaHNni5muYLJd9/59mVsaYSeVmXxUrtV+ZCwqObQYoajYm7GTLCo7TEgv
P/skmX+kUy6PbaiLh1ktPmcCuRZha4sH0Utyok1Vv3vEqW507P0H36onlwKkaV/11rc1En4zuSY7
BLDEbqL9+rOfHOb3t4yKuEoloys//SkQfrAJqJ2zJNBxNRo3w4uP4wxeRxKANANf8RinKKZWYCPl
MTHSBedT5083ANfKpMRKyZEnOxcKvAY2q55a0ynDR/zT+gW7cndX0+OR51ns1IiMd3APYGHc/YLW
gaGRN9+RQGm+lz63YEcsTPvzyGC5QG9a1z2lFEPGBKP5FNZHm8sMv38Up+7doJBE2Qz/kXGW8s3Q
NUUrcGrvmCJwU1u4TT7jWJl7/Mrj05Im+lhztdW4YQkN8SSucheWBgpfsA4sXcZwSz7DshsqWe6z
KB5fgajoM6HX1VXc8kdAcXhIXlnuskkEJMVMrRfR1fJRd8BtRpqY4xK4+hVuZSJm6LyxW5tc74g8
9b8opMZpVw+arED0yOIs0XuLnWOxbodvQCndscjbDwpKMne298GoNscAnZkRJGg4EzrhOeFlHqcA
kMaU+Uzf+2z4BaAhHKRhMuVzR4u37ZoMFU80SQIwbh6SnYdK6r2+0e6fGDgLuQUP55zQm7EDYgxd
+cT++b4dbTNKpBd2jUyedBWw/ctywtp+MC2OT0zAE7FLm7FV6xH1yXR20x5NL5F1Sf6I8sYhQYn+
5teVwnbXVcki5Q7Nf98AHk7zTyaRaJ4II02XFXYfBM2imPxqXSk+DAZusnw0WYflYs4rF9NaMcJD
ZDCOBJ/3GF0yEUPolCOaQ71M1p0pb3gZVLIIzDpuNnKYguK5iDzNNEtkFbuZwuQpmTwpOoYq6pKn
ETXSFYYSAom0sLBCw2fZQg6k6A9ctz4opB1UKGUd9ujzRMd6LwKTdKwsceNnBtHyD+MCvqFw0eOp
M4tYTrAs1QsgZoBwHctq4AnNrRLLAxGHj0Be2fziouK29FJYQ0DKCotv2x/xT0Z0V8y+aryMZwej
Ky9DpisijMJElwcDFAz8/QQUDAeoAvsGod3ej7LHoJLXxceISJWyENOcvGmSyYQzjYrOS9bxrWS2
swDpg/u7hsTnMDpje4+ClhY4qCJ2nsZLIX20FmyL7TSH9r+it4hCwStlnzOQAPSajQJOyS+J06bP
ZgEfr/L90zgOQXCPU0fx3itBkLJtBdZ5FqaKt44UdbXpQKOocyWi4EAkm90ex6KEghdMmfi+0U2p
fk3X/Ln+GOwqSRTGKme/8MLqtV+IooGasGuJUBvPmbC9P9sMtC5lGqo7IBDeAxktwXvCYU4Lyxz0
pY9pkrYC6TGxvsDK9n7VALOJuF0hd1qfwE7tI3xaw6DVqZpwh+hShNugYqG6YeyFIoOco/3YluOz
w7z119LFKzHB4FuSiFkqXnYcDR7kFDN/gxY+IbpFkx0Xzoystp2eIa2EZ1oaCo+E1vwd8TwBDsSj
MlUDMx8XZhsB41yVjvtO58iAwVTWnko7esu66W9282xHdgrNnhyYrXtVdGiR2VNKYHNg+q3TJ3QX
RK+iQEj/uQO6Dl4GwNXyZ+a4fgfqdPKxka4morYbd3wk0WFd+zjEgcM9YpK8hje7YkQRie/2XfY+
2sVp7Mg0h4u7rdBZbcQgse3BPCRuMXF2KKgwuUqVH5y+L5GEhMPeIRQRLKVs7/G0BI9KM4Jfx6Ry
gS6Yxx0+kw8EjuMdc2v7nCcqONp+KD48reMTnDwSrkIraj4X1UZ3hblppWLvpRwQtg92lP0309jv
bTzW+GpBjTQIbMqIhbRnVk4RXsLJme4ExMF12dgScigONjQN6UvLwsxfeRp9KAzEK+Nl8cZAMLxj
Xtf8JrEwj2FzK1LiO7BDACxRcITnoBTqgQog7G6l1HLQN6V+QVU6OSJ8SqG/gomCm1CJAOlKpyps
9YsHraIEdgUk+r0Ku7+IvfoOsE38NYNR+heTxU1nbLxHH6jhrojVtHJD68A2jLF3FXJh25hzLoMU
WM5kz8WT1c1rYvlPAyXmUcBW2XXkRN4DdShYp/6PovNYbhxJtOgXIQIukcCWJOglSpQtbRAlqQve
IxPm6/tg8+ZFTEx1tUQCmdecyyMKn+sY57RK+iAy9pWdNJsMwbrbTUDlHyotyguXWTQ4/45HmJKt
aL0LlOCIMmxiJpwLxxdrKWZ343fwi4uRIdOKJ06IooznQFLvQMCE6yLeFXqHIpE4iz8drYjNoJx3
H28pxNYpN9TXb7IJokdjsh8ySnMbRed6DyiJH1VfDLt5kXo/T0GzQwmuwsWAI6pE33yD8Bv2xFmH
fe+6H8lMHZJR9i3neMCS4Is5wWIsBKb0r2RLvbPQxI87iwmtLiJvpztaz7YOXosYZhwzwhBhvO+F
+iNQR105F0mQ+lQlifeBJX4RC0Fxq0tTFpIFmqqy/syz/rXb/KGHgdC32naQUM324kRldnCkdyKt
6u48X9RoOlFyJJpchHGXoCLWYt7XQ2c/Ifn7F5HOF6B6aM3R+ApQx+UstIQ6cecLOcuvxFKS2k0H
HJu08p7M018gkBhsMXuSxDjBRTDytcYLY4qhix2PT8pESymYfOcpYZ5Z4yDVMzVy102uRcfOmd12
I5Oq/WOROd6PbQ0duB1JDV+Y6ZTeVkveDXwzgLJa1mbyifBi8IgDTCT7uV2zDRxfOc7OhRv2GvDE
uHLyeDyRou5q77El+0ke3Up2Jnu4yGrslHNa3Vm0oEnD28ORshjRtNHSm0QX/5UOH5/BX4x7xynw
7JtdfwTmMm47P62vkTO8BXiPL3HnIDVlRBw1u6N95Bwa6Uzflim4Trj+VaKAcQcDGQTiotvDXAOq
RVnvCPUof+yhxhyawfjWwIs3zGoNhITpWvie17OUwaPoKNNOfjMvSEokL8aaKXpqr6bGfyoCSz8S
IHugsMzOuDBxcfy5qkPHnaNTIQ1uu5yc03NSKeQNAAGHUZoWFgYlhpIRAMiRWct+LUsFLj1bprMz
i7lDw/tDq3sYCKYVAp6GtBSXceKYG9heAwVSK31sIQ7tAUu1uzZo0rfEMr6Btavx7KcG6Eza0f+I
G5vgZOBWH8j81+SmU0a+jWoS+6VjvBbhdJxOnKt5D9aOukCzMY6ZVM0TWyzZHy705KPS1uVnid6W
NnP9xBSEvNqO3gfzj1unLhpRRz92BYwBoljoHtbUFD3P9k46QLfITJU/+YUjNoFvG3deNwRXxr8t
wZvsMCEQ/nGdwfvVyic7Y8XzvNVZ3Nsn7F+u9ekf1bvRzeOtdEFX3BMm8B9oOVyFI9lazSo3Vjs8
g49KE8TnDQueauCakLL5U04FMexaUSHls49J9pv2kkR50OY7/p/gbCZLM1+spYo/UoPdaj+y5RaB
zmcXyPs7O/N/7aj1c5swY+4CI0EyKL5NPyL3kSxXnwWDW9uQ9TLj8tqWbYcraueEl3MzLJnr2S4k
P4qNEH6zn0flv2EL0+YoFFdKxYLJIbM73kqtDK7+arKrFPWRdSWgHHFsWpdm6ngBNqJ8xV9hc5av
9eSaNdyOJH/jesUDCceNKhuPf7dGDsgEHhPYUa+UNzz8W7weG8HDFQ/5otqzUw32nlB+/cI0d8TQ
NbNMO9tkvN2LKViWHNe+yFOxVq6Gt84gFFdWvse2Xw0vqZGcpUxc5jZYaSO4z/fJ0mdTTR9+G++D
gYhVRblmmZwJ7nrV4ELb5W/szE3DtocBcUVyJETFfhjSTL7nC8Mt05zdTOHxymo7ca7GaF90+Xdv
FCBuoPwHoAS9mV8mLTOKTfFvbyzqQqMH7tLI8xqui350g8BBpk+7w5wM69+hj2+enawvP88RV8OP
+0Nspf0rr9I5NMcaEIhbDsWn9Dzvx5ys7Id8GUSVJK1DNurqf5GMntKUMkyo1PDZO8tNexniwoSL
tR0YBkgWr797dnNQA9wS2X3HZJG3WFUZhanJPI6i0lfMsXVAegW65Ng1Y6JDQZRxyyvkmxPcGSTp
dKoXHjQuteyT3c10RqYhTjd9xwib0k0ZIsFWB6FMnx6ZWv2O5g0X6MXr8ohGSNxfcrPK3/oFH0ZJ
zYAnKqnGOazzt9rhuSqNmKor5N+j8oMDOPb/0LoXUNZ9WMAcu6Q5+coUuPeJr4n7UBvJYZppf41O
FWW7HhF811U2ROtUjQY2ML6GaN46sjgbfHOwKhaH3sksgXQKdntyd91SLxbxSMNuNLk2Q4WO+j9B
o49gOErclbIGNRM85Rl1LBmRwKDMwy6XnNMTy3nZheNXfJgITVx19UmUhxi2ejWYKvOgizS0jogo
oKIvsE0Osax9Dt5Vr1lqgzBqQNw7qJG4YTXmR7NvrX0r3fJZ0xcM63TVCrOSBai+4DBcerfYzY4W
BT6qpVP/l/x+e3BcY96z9sfh25aw+pRqHvSS3H3oNBxJIDqX8JybVQa3LVF/01FOf/q8f+ELZLHa
WUyvlUvgHZdV/HBNZ6HBoVZ9z5uie7DpIrIyinRs++qrE4Kyy0Zb6T0ZbVLUXhCv6iaHqBzgJnRt
hBovba7BoG9kCJ8bi9DzzGrhBmbJd6Cr+gKGpg6HOeG0qNfV8Rzj+NIZTXsavDTYTTENRFlxbkvj
77nseDm6k7snqPGaWNWtaTpepUijExCOWB5HjkN3hZtJT2gihYwPVYypf+i1NF6oO67iLT61TUB3
/e5b786Kp8sCjjlENIujIZLnBXuHJE5e72Ky089GNDwVOZRdDhVmiFZjho3fZr8mOQIeM3xxBxHk
hwkBK+QJ0kFsIqIUMnMpWKA31HOqlGbmh9bGhtBvFpMkWkf7Ui/9bASdFSa81lHv9hLPWJlgAPaa
v2fTuHJPoYSbXgyGlwsw8O1dl7rVscsSCE4RjBnP/xf1ydUlSw35FH8m9/9yHfBOC/SRgz064kHy
aD8YGQ3gic9FFfFyhGBihWR2udIilg7jvon88dUXcb1LhZ+9sn1wbnFzHhzZOv/Rq8GqU1n06VDV
XVF7MOAa5Yd4au+xbypatlyKfLo380Rap15Q1INxHrG/SAPvzPXQsTMiTq0U85nSjoP4DIL4MTDc
EZUdFkzuMJVwXuhFPxTw889yAZ3IJ7eRX0Ep+3tnOI8NNAMsLqT5E4l/8olJMKSXxIfIb3Pg2JBp
z25Ljm+iFKsCGd+Ot6gr0+3UWP3ngkWH/MEAN1Sa9JyqOPZOpSClWqOHcJZHEwMfDagPdg/XTbtI
nAPNqmLHd60+ADroaLTA9XOZmgPPLAkrc+5kMQkIKT+UaTJuMOz4yYjC+OQUCgyf6tiWmOTjSo3E
ibXLc0MmknbJzKvxYsupfHGneHjTrWgf6zw2932yjK8WawDod8hF595DpxDlfCk0gzq1XXI2ZB/4
HxDrgOPkuHaqJMNOO2KBALDKOFXFnp2l5rFtemeveutvHlRn4Q/jj+YOd6EAaPHspfwy4XY5/b+E
H3RxyEvXI1fYtnAB0myJhgPrDiPuahQ9Ed9Wl1jHXnYvEGvc/ShQg06e1fPYb7gyU/BEhdgkTd9b
WDO1fG9pT4Quc9FPMkWQNpaBpDeBx8rlHZD3z1L6P5ZKE7SqzjkU8LTCyZvJJOd2IOAye1PocvXa
LxwkDrXP96ZUEoLSRIkoZvuH/Hq7+nXmBAyH1i2BdTdffvWQtn/nUv7OVe8dCt3lIf53kpMjLPku
o7YdF9Axz5kojS+/qSMmpNb+OvFhKqa+zR4vtOOWi2mhNsBlf2H30q+0edusdLVtzgLngYvTsG0H
xmT4y0PDSNZ7PXf5+tzXcUO3nmK5G7PRRoR6sLdLkJ1ElRKWaztNJHZurzwyYRGQFieKbar5o1d2
DWCIFhUPS2Yui1flYFWe5ThmxDa6io8pdCvCikOCJ4jAwD5Myk9kT2DHkwfIAf2pqIgIbT0CZAeS
ax22Zlp276zCUO2FKeOKcwn5oB4fJfEsPF9D6WQ9jxGc0FRe65QgnqmuC/FlwCueFOFSRn84bS93
lx61uaGkbh+RqPRJgVd4pbQsgYsQCnxvpYbTTxSxvJt6HA95EhC5HPifm2Yf/4M/qcKAKcwzlfgv
mhvVcSHAvobpWIQt1112Y4Ymuoeg0lahI2v3zul9uOQT5DHCVwh4gbbiW+R1XpgGfC6JuhPQaEa0
Wjv7ZCemPycaA58Lbge2VGKHUbJXZxPeKGY6OiTGP/YCTnlCDJE5PtYysLC/6ZDRlXUS396AmmIu
i+1GnxYL4hqKyQbNIT9gPDhZWFgENwjzJ9abnev3bK6QIecZxg21f4fQnmj/9UkJ5hNIKaq7HY5y
vuXs7G5UQsyI789uqpT/SNbGe+hI6gIxBtLYuhi/s2BTiffBb+ooax+Vc4IDNr7HtgPKFc4cJBnu
cKd2WRQRkCaPUOW0HM9s0y+bdNHFSvuxrIsyE/nQcxA+Ug1x2OaBTAqunimdFgAY4bXxPFkpPS3M
oLBgmH1x6gUV4Wi2uABVkCTHwW9pW6cQvt2iD3YdOgwxU568X5yuCLNHg/sWJfYHP9VVASebu4mN
7LpEcvmoXPiFdT8Saets5jSXtHqyclOHvp7JU2ftnR1STPsIrPO6eGH9i9E/YAGudg76nkUxHhIF
/5DVYEA0500F1BMmi+Tpy6dn7nZ+R4SnMWtOShl7ZSy+BazztdWFFRLFKGXkYyz1eZitJ9EIWiHT
GJOP0kLMfkczdlM7GafIYGQ1ClL4rcnkv3nx/xso8lOogUwyGGxekVAqSFsOLiHQhXn2cBDS5u4k
yH7CJ4TFmWb13varNTmzVPyBi3ijg8aMuye99A8vkmdKnuwrWJTYgZVz4GfUa8HHYH06us8wQWgs
zMP0yPu3fZ5oZs4nKucOVSr+YyZjMPPUQAMcmIxxnzLbOg8kX4+IquUxywYmQmxG+nDwgh3+QI3N
aRHVtePsMhHPuPvBtEvgCh+k6WB/F+b3EhsH3XasWBZQFtuxQN9K7OB5HtlVkBOjI8XcnPyGLSpC
YMZnzJgvyMfOjPg2eQvkwNb6qnqVNHvWRcGGjJBCK08MBw6h3blciHoxjdnc/G62j106rhQHxuIC
W1MjcAI8niy74E4FT1lg3EfHrncuFFzysQYabjHaEwNALTH3buzBxwwsavorbnX+athdA7nPgP1l
KKGtrJUI/6t2tJjDKZuX8mLCPH+RSLX1mbAAeoXu+pMu6xGYaedHj3rga3vD0K2LcKpzSA/JXKpx
L7yFWuwO36/qqd2U9mXq1od3q9uXKZ/umW2Knd3qb0pFU7OdNWlL9CFOfs3CDiTQc0qxXQxzh4xU
TJBNgB7YTdwMj2Ua8AucTPE7DUFzjtDpiDUi/XV+8WYYNA/jGR3dJA6WgE7fdBTeYyq5E472NMVo
kwXhntzMiVuYBWyiiDowak1nFRd/Yd9VzMV4zd0C6psl43ZbNH7J2zYbTXtLWIEx7nm033ms1/9x
Clg+Gi6XU9gtcnpBa9Uv7gJ9PKOGfbRQJM+FYb6vhOyQeYk+jE07eCX+PFD1SUbC4c7QY1Gazdkz
W//EYQLkRT7JkLg5gp3NSMsTRIW5oJPcZvSh4+gqeCvlN8PR1njBA57PkFU8olt+MxyJWYwBVgcB
pox76lHqMXqwrAWq9CDzz7ksvL8NY0J3dymcd5ZdcQXaUvsbGzQ03yLNdNAWsyqmIxKxg10iCQQA
DoBNNm73lvEHf7RF3eyVdkPUCtYSF4q6e/6KNscyLShB8xSPlrMno/SeAmN7GH0gZmhikLRARGbT
Pp0nCivlKPLtLHX/69e48r1skZ94Uu19j0t2zWfXKNM5CcFNAH5v6aMdQdi1fAa54rFbS6KZWdks
3QGPIgqd+vPOpCZyTMtAPtZL/ge6eBwu1Impxsn2nHjdY9kvrzWoKltjGQFlYp7GWLr/hhj1MJA1
WWxvhPbtuRJ/sSyMjeeVLUiIRKj1n/UaVWnxUxIFCYNWteSw0mChxGrke9VF7tGE70xms6g/Fi87
uGn55CXpv9zjIUABnzb2kFFOwIbg/dWM7TqLISQT4amRbeMEZlKmwO7G8EDDqkdAo+DXl+968HK8
MvDb6LA8YDuyTHuDa//J1E7+sGja9j3qM8oNRlETBceeCNkx55YgabjNL4q19ydmk2s+NDMqsGr1
Pg0GcUG+4eosS3WoaTNfYwBD/6UwBYAJA31CTg64fhR2fZPzHBxxpW0SWJTQl6mV+176/0kGvy+M
AHHkgLB+4JEDoVVk/BD4Gu/lxBmBROtCC8yrPxucBJ8Z0oX5mUGLreiUdax9+80KpqKm01K0fybi
OfR3IUkl+yKV9jPJ8mdGHJxzv+ISItt/9BtDPJIRxM3EWGan1sqB1ifRc4JLuWPY0pY7kvQDSyDK
CUJYkPNbqwbrO/YIAds+/SiV1datURbnmxaqs3msgs7bia4ub2WQTTuHZtMdoKEI9jP/dbXpHUfD
ySbkdMHkbN4dIdtur3UyvuS6sB+XLOLj6qTZkWZkceYsiEPi2RTEgVeuvjqHW6wj9p1Hg0yC1xaD
vo9SNH+HLnb/cI4Zznk8G4dGW9klSIbBQ+8w3AOQLesHET/5z5wtAu+I5MXcVw9yKh5GV99qjCSq
9AGV8bFIi/tSqXzPnse6tULpaRuMngOL12C8mrGqU8mNl//jVmCnWZLGVWCYo27/S1NwQHbHYx0h
lhcedXlcwgo5Z7NUFZDY0bp37cQfwneW9fbi08r6dj9yW8m2psnWvXBltB+nihkxFjxgcwQsG+J8
npIWFijqVb3MsIwwpI/VZMURlY7BMU4GT3M6YHU73nu7NSY0GCu6tm1lq2M28Lt4WQAXgeXMPW7G
LsBpBnsYzdSwNnZsj5JQiSSOuwtN5iCARx6sPiK2uwieC+0Iv0wwSoYqrmmGshrsWT8JruUNQAJj
3w0/in+JXIqTKkZp4O3wuKtM9kHCkSbczSdFdoFWFez5BBZPcyl+Na2/MLJgIScCjCGtgm4z8m3L
RsrTs6dZVAc/UfwXCMpkdEaw4Qc0pH9ZEyOID1YxHnphHG1RFtT3qmeHuwVJeCoNCDoMNsRNQuYF
VBiWgIUJYnmGfXCalh8KzakXUOt0dtkMQh1tJlBUGJt7InuANKaKhLenvelhoa+LFtSKCAEXyY9Q
Ioqp4weQsiqvPsY19gG5aSdYXsXQJ17YdbL/0o1ZFmw1lHO6iyZCsFsacXzpCEco/Q5MibCNWyvz
KlnRPgdZbgQvrLF5obRacKwV+JSQvWj7n0UZ+Nlz40hvJqJLO02w4DPpYe5t8sR1HtpoHlheI/S9
z4J0iQ4k3KsODajU6+YgLn0+Degnk90P6QsXwMkJwWIiZ1etX+56Y8o+RWLne4dbhPfFfXxUJ0M3
Y7Z3zZ4pUnhaJNQ8ntoXe07b57oDTwX9OJJf8O9l+ZQgYLovvXDxlYA81Mmz5mVQh0EUNNUN2Lbg
2seOtGrOmvLntNciM8QqoiXXPmXKsRnTzHnB16Ta4pix328gobBBuOUeEu/TiMIyMg1D0ghjNgPR
zVJc6Yk6jFlXhs8ZfxKzHhEzGPjFqULAOJWuzFE8SEUS7601FK2UTWa/cTWV7II72EY2y9RdZs+2
ipcJdItxGFI5mtHG0m2NHkJKi52s5W9Xsk53cYEX/aWiau+LSsTLjdxl1oVd1MfzG0c1Cvzo7Gn1
47u9eObQV8pD4foR1UaFgNSXon80CjO3WHrPR++TXnPd3JzGEssBO4B0y2ax0Aa3cwJrpdkgNinI
hznoz8iIKIOltssbr2YFrNkak1tMfP0GpGquWyZnLwK7AevmtXOiqij+um7GrDkxNrHjFcHua5RZ
6jHFSCyuMbhakjQEw05L1pXuo1WD431gK6G6c/nLxZEL0MhjN5/oDUcWmNFNkvB33+Q+3CrIMQr2
48jrYkZO4G0ZBGXBt9W1mRlQsm6sHU+d9JPjocOkotmUb3OXq/YDwJ3M+A0SjwdLoA9dlGG8t4zP
Rmc2xEzrVCZDPF0x2mfB3i/XrS1w/eSjLrta7sZIUWHR/OCvZSrc8UzmrOohyTn+kQhYb79T72XT
1GU69OBxNv7JWOh4xwxpxU86uel1FAMnVIGHGgJvyc8wbIZbMVrV0VzLJLXJGtXGaJDYETS8NdoP
JOcdRS1niLKScfRVc2Idnz3SxzzDWJd2SsNlyqXuq/W6Wyo6TF4fpeO/icJzvatEIts9AZxp+C4M
HcTfGSvn49m0Rzu/FoNUJ+2hmLIk1BVrF33syCQbcXRuSByZd6LZ051CIjDArtfsY3vlAtSeIZyE
288j4SWb+FvK42JyUuJfi3BVeq3owGWPZmmz3xjPdnZ2iIw30GkSF5eMu7IuEBDZcDhWZkbQ12rj
nJSME99jHbBMIIqOvr0qC1Yih2y+GoS4BwxnkX4YS4XS7lasI99aJzIIwDpAtDzWvuVDNi3+h1Jk
hzfGxGh8hAT/3jaN2FVTZN79uqlOIvWGv7EdeBK+iS0swpX0wi7BAmU2TeHbQr2bdaVYdEXxQC/O
6vSAKMY836hjMznYDgUHHuzUDXjisOwydBGZbfLM9ZfjxcrhpJBpSn8TXv2pic3xh4Eo9bnkKJoJ
lbdCTSHkcPTQLoZ7s8YurKg5RX1rE+kq+oVEuNma9TkDywFgNY8VYhtDL+WE7QJTGmQQVXlnsZdv
S4lhfGd9Iu732VRna8wjSdnwaKfUzw7daLoPHVfx5e5YxOByCEey2tC7EfT+2eVh2kg37VMys8VA
jozRvo2lDJZ/qgoRKNR4tWiwaPvDpTcG5SJoxtJ/NKHyR4AlUvtPzWUG0iI8O+uQsKx1btG0JzKm
tvEGVA0WAWMdyof3uvKUk21nYVdzjettILJnPyek3yIhZQxqF1lMrMCM6nXc2qrg4Dkwg4kp8Oqe
hq59zVv4CmIN+L43qnOCf5pysLrRN63hyQtN2cXA3CQK82jNvYmcWZuyEGefLdd9HZGa3HYKetU1
HZWt2VRwquTU+JwQjgqfPySxOLw5XQoYrYlrLq9r0OYkXYgNJHYB/DBkJX84/vch22+EimLgmk+B
jXV5aSyie/fBWxOGw1zbcEk7rE2yfSwBPSqr8OlcpzTAWctiaooNgam0nZr2nQ5ILxdVe9LWGgw0
1yTNPmuC5B8LGZb/iFzplY/ELV1SoIHlt5SBLZR3pMhMSMpc2cirRybmYO0dPE95c4I4wVnBrtg5
C6zVHYfUfL5OAy/YJ7PuUL0IGrUXWY71O/2OiaNSZfQfhWm3YZ6WjfXJua08pZxOcJ5F7AF9Iazd
vzVUyxOMF8fbmR2O5MGOIyhcXuKfsrKLfiWofjR01VzAZEdnRpvHq0ytElIOfwOXRePe6Yh3DtQ+
Mvw9SKGCOEHPRQyzi/8AiuckBbwAqYnHc3VM9oTp+2nnJgIwIBkql/iY42LA0lZMwtiiKHypyiBZ
Fy8GtfgXz7VhcI2K7srAZ4HyWy1UceihD2ASVdJ886sV3AwEC2nRXtIyzHEpy23QzuDyaVxyjyt4
qmwz3cqCtbrO2Sacnd9TJYMb/5r4eiR31RoznZObxNyyN7ZyhuTAwbsnRMzohrh15HRPho8xS9F8
InMI8pSsW9wKE8vCmd8dy/Xe7URbz7nKsc3HdZHgwe+cbngw2TqpHgYkmOinxOHjyWFLnqfw6Bi2
OnLFRHFEa2KlKZZpYaS7gBplXPCa4PN7NMbU4ZVDKOU1nkp5lXIYjWzDeI1RPMwmdx7oVAlg+Inn
frPpS0N+cjK1jGfTxCb9NCGKHog6Fe+KQt34QygX8hnvcyf5lAPHkwM59ma8V9mcMP8ySbI83tzM
u65hDITVW+nS0ZH1swOodqZZzd1157Ggw6+tpl5xWcpMk/9ama0fyuiykEtxc+czEekrTT37le0R
FshNLg2nFHdV4mmL+JPa1DDvSMgFfLX4lUeXCI4kTc6mDcGAKIaRRkNunX6qXFwmWyTeo9BckM5g
GEuxbMCpzOSh2jhdARIO3f83hI2YuLaDHj9HAQVYMyl/Pcvnj7UJQYb4WaND5osj9DGa7eAE+n7A
4udrEpqzauOLM3Gf3ubk7Mtb1nqwH5CyOPsWY+uBOxxsbDzbzOF81NLrDRJeQkg6db5NB1f2ZHKh
XwZeyI6DN30F4EkfDYvfnr1DOR7fVTUYTrVj+ar/hJXNZnjbcBBx6FT0l3ho5RmBIMm2JCFWscBz
+cC5mdvRSLRgTvoby3ft9CRczwpOVZbKfGsbvDE2aLDEERPpjSH1ruWKBLx8xr1ldgc1tx7SSzcz
BqQWpqzopo1bwnvutQKYB+dPJFW2y9kNXSjwRr3xTtozOvmykzwMwVY599qu2uk5pe9ZZ9sCOhE9
sbyNfbG3BqvpnstkHrEuIKFSIhBEUPkQtBoMiaNP6LH6SiDLZjJ5hi1iCHGV8F+CHVFlAaEiq3vr
qwUt7+1Ux6l5m8EmmYmrWGlQgKCS1Xi2gtWjqhNbNO2uhi4ScI2Wo5jVLhv5TOJ+sTtdsMLN14H7
155SYLyLJyW+M1r3Dz6f0iPD3HJg2G+pp7trmOjB7RgBQh9ooAAULjKXen2HIO85wdTtxAxXruha
MrWkqsdvTKIk+fEb9oYfaEkXFE9t1gH3NkJmRAoz6/PhOXEVZroz+FVxgP1jiTsaOfT6UTrVIWkj
A02gjUqqcUzYNZqy/NEzaZeGWZ3VFwIERahbUx7jidjprqzRn9QkYE7JKpErczLmx7x0DwwRc5aO
xdj3IcE6Z4+UPpK5wgls4eJkqnwdJj/Pr7npjzUB98X8DZLW+kWogehbG05g8T8HPvjV8oURu6UD
ZBNPA7jwTeqVWMtD4b7R5HR3VCYUOLHKuJgUnjnUoQ3Wxq4pfKuCCVcUkEAikAvkeOwq+rtM/Rhq
KB3KBUcWL5A7h8qwz23smmtPEX9bUUd78wqj8f6afdI9EAhfgC419YF4Ausn2EiZQ+5nVnsoYxNm
f63QbaAFugk/j8xWIYjBjltN0w970RJRR7X0xzsnuKx+g91G6oC3rJZ0BwdONY2YeQu02vf8beWS
3ZzriVw5xP94W7OeSYa5Meb8meHoxT9oxVHt1A9uJI5+HVvNa7E2i5DeQcj8nfQ8wQSsIE1la3K6
ac4LiDLq4NK0FXeCJU6fSYV37jMArZE+mKt9LuNBYsCqYdC6GcczXMWkY52v4tjzCjuOe9TO9lYQ
Zh0YIhReqvBaF96OPdeaJkue/IERwo3SZAlzItZ5TW/OxIJiKoRJyj5s5Dj85xarD54hz5w76cO5
4UrK7JU9tG91GgeHVFhOu49tK/EJcgn3tZz64GVQ+fBqdUHy3wRUwfwSwBlW1Ltv/RI7HEmZ50I/
cWhPQJIkE4GEXLQjL/IEvE/Hn9IHNcKpMcTJq6Fm4w8i0XwP4syNGJrw4duC7YP8dY3gyT1HXNb/
a80AsYhngfcKDps1pCIf1XwrAKM/NMHAvzzQBIfFVVeXceg2rWuzhdqy/6S8pO7C0qIYunWtYr4Y
GfYiK6SWfp2SLvkbkMCy9mTck/LJb0wKJVFAKytEO+apZk6cI2LSx6/gKQ1xnl1fTZx7CsDccK1E
XYH6zhlIwfnAqzNVEDzQdWkahl1bRoNKD6nsUhLBLZhWZWaT1kniWqFit+NiNxjQANzY2MbL470X
EgeMpidKQcEnTZDiDUt61GGHe32SpQfjHyDQfbGxXs5cSb3yHON8fidmp999U/sPNBqMGQnDn9nC
toGEBrE1Dl+sWrZjc1laNKGaEBXvqsdU4/yxFmw0+g8jNwRUCPEsWGZgBiMql4FJeAzM7YJAxmMd
wrlPIMatjfYysZ5bbzHmsYIS1Y/4ggxVMecrfK+DNkw+b3rUVqBvuh3ko53W5YsHyzC6GVPOPq0d
6YnV5EYOgbWrrKbn3Bc1QR3aUC8TUPttekxVI94Tl626Eya97F97Ti+Uzgs7sXYBGzKSq3QDPXdD
D3IEMWOA6reYFjxGnZt+i8Rq34TbAbjJtPlTZEVwJgbT/htSc7hmqe9emiKOi4MdaAaSAsoRyHVj
mf6Wc79iW50l1gzuGN6jjDC3HvskSgLuhhyJL7MwO/tK5rlvj47m35jEFmSjIKkoadWTn7bQkG3P
+XL1YJwo2ffjO520wER250IKxL2jdfxf7fPyv5VuidaLK7HUwa9wezd7KEaVoTDZ4L0YEuCVQtAu
cibeLxbv/l3FfLC1CQCPHbVeUv3AtYM0Nf14rghTloEwZMi0WRgOXjhpnjwvIxM7zk3Azvms43tH
0UyFarZyUOJL4jg3wi6GIpLKkf88MZnBP2POKMtEjj8+al4Pz7Zc5hvzwV7zxN5Q8aeqYiTVMYg9
iA9pk1JAW393AGpJKlU0mXc99Rfj7toAL6qjFTMcAtp97oLm2XADMMhGJgDnbTTPHLteZ4Ez8PMi
CUB6yEjUpFLlyC1hg3E6GtA7GjHB9uLve44gnTLfIBpV6g8DRzBxtmJoqIchR6VTfERrBhdtO8vq
/LqMnF7NlqcPEUYEOWSkOXmPgco1tMvrpdvhq9MBR0qZ5JvLJBpEcKIj2dUNejmk8AKBzjQbXllB
dxVYTh9eNIHyGGBEFCgldcwlv5yZSc1gOoCNmNyajjMAeG6WQuSshQzUMa2PsuwGsC2zTmLzgWvk
/5yd2XLbSLauX6Wjrw/iJJAAEtix+1yQFElBlmVrsGzfIFy2C/M84+nPh9o3JsQgQ7u7orqjq6qT
ADJXruEfWqB7KWxNhuiyMBM4EhBHgMo55qzRjYcZy9yK3tAt+e7Iy2sK+5jpOUyNoB41DPEc61ba
KmmQDyErQQ0W4RP7aaEdl7+Rys0OwWCVB1lRcv9W1rJJOgw6bpVrMJnsyyj7OcbSiCnu9XnXY3Wu
dvh4sxuHrqLRGnbYr/01DzBYj2lB+fEx0lRZPBiG1lX7GmhYsNX73ExvtWYUNvRrM7fukyABMIkb
H8QTPHuOI/sfWUw52OK3CSQ/PcBkI2zGlPZ39hCgohslafWAbDVXuZ+U433BxEC4m7oNKvs5hXBp
PsFeyNJgA/hJuwHaBoywRMkKwJ87vDIJRIshcgUweTpGAViOUjPuU1LvF50cJPs8x3n0ZNOxpXaj
b/wTow5SO8cM6s96U8fFDm8F5y7nXH+D7jijmQx/94aCjGYRs0x9TDYWpceIknqR2XdREfAXULlH
WxDXBQehzkary4+M1yK0T8NZVvYXW1fTEWkCE7ZsjkkhzTy56VSMwm+eVLeNLBPtoaEGAsKhS2t8
KIinTEQZKWTzbmxUYIN6ceVzhBQgiKjIzVMvYna+dQEmd+VuyGKjvgdNG2Xf8hD07HfTtvsOE0NA
71vbb9phm0RC8z+FGgQhJusmGQJ82MKwvxZIeihtE6A/ZrxCAmJIBqjLTW4BH5X3xmgiasOswfrh
4hDnQ0nC+RiTH6KRfdBmmhcZVQ7N+3tN9xP/t1vQt0KrjKCMrO73ki9qHzlWdYtzQSb06l42OCF/
6S0a4Pu4M0odEqZQ6oZxFMy5oB3mG1gIeA8r5lDIvbTmrD44E8oHyFPM6j7HY0UxBppofbg3Kf0c
5jcIWz7T7wrBrzEHJQlxoOTDhJIUUQUkCJV0XuwAGboloM32I3beVYA4iuY35Mwlc8QU2z75kM4y
35a+DqSRhDHMnZeGLhWVepmp8Rftc2CsVJ4TqAXajWVCGxJLrLH/LV2ecKubET0Kd+ya5yQNc3Ob
0Q36OhGLGYdqdpiRgU3jc0Ny/Smde42TFVav6OiYx6rUu/lDZfWUpRFyr3sb2YXgxdTFSDNj1hP7
FzWGCXmN8ZbxlIaV8zpjEREEe8OYEfEYif7Ifig9QRfL9OPnvCgC/6GDo7/HMgPB9CaZnzod9b3F
o7kPuhdzTPXwxu0ntFOxLKvy9jPXTgzgOcvy4tWoAo4nLJjwGyHG+dpMg6Lhks5Y0eJDbn7SNcsV
kBGqvqejls4AJjLT/DxRH4jbFmuM74XTOdErACMUzEarTnCQdnz52Be+AU+oSiiJwsH8amBU78FD
hlNLvmoFzy16Xc5nzEmptjg57o+pH/uDK3VIymOZ3dX6ArmnSZq+ksBOR9q/sCgdabc3mDUjlYiw
f4sSGLCB6T6zpvoVokQ0PiVOOkz1pugN/s6lQ0rTkdT2Z8sse0Hu27heoVGDclJXQqzLs1rdzFTM
EF4CasHt3Loy+u0jOPlhnHBq9PTYLZjVJa1dHoxuJgFFla88hFEXM5SpK/RdDJJWaLRMvfDxHW1z
mw+N8xF7aFJuGCBMdpMic74xci4/d6bRo7BhZX3T3/D6NfEhd9VQf9PR99FeBkji2naG8bUtCdLm
ra70Gv2vQmk9fgyyD38p8tP0tu7RizDww1AfaGb39VFCUO53iMxlYKPcJikfHNcZYMNRaWnW3/Sf
LIjdGkoL5WMKZrq40ZWCj4gsJgrZ0IsHxquWlgafpIa6m4hGvB5utLmpnMcgrqGUksP4W0acCH8g
3YVsVQRnTrvh96nyvhxEAf7YITLjp4A6YeFT1u/82XJ+zoyUsGrmFLwEyG6As0jQXYZPoWGcSVZo
pNtmzgZ3R01kyL/cHALvFu1kpsTo/oiJZBhsPrMmFAwQF4IJSLuAEdmTbDVsKiqmoOg+2owpByO7
sZDp6pgpKeoAxLjAnBjholGrRAsVhc5usB8kJO0eAVO5lUzjnsHIi2Qfk50sE3IxOT9yBGeRtQqN
Kt8zlPYhsGIF641Dkb9kbV0z8Ii7KQBZuch2Ut2C6NuHJKgwfDtEVZDUC9LvHRFsfHAS10ju9LiL
2mYvplJpryWyW+pb2bnoMrYB946H6hbovErnv9PEo336jMJBSmJM8vxgjJ1I5o0pgXH9FsKOeW8E
FhdBYnTZ5iNw/tZBiIVP/LVEAHt+hS1gByjpxFnYPRW4Bj4xux0DLBSc4G8Etrvkc1U5JvLeIBUO
qcY7JCtW4J0w87Tc7/g96XgQyGj6MbX4G4dpwJQVWqjcOFMABluJgBKCAcWimxQE8X3ZBcXv1Hdc
GgC6xZ+hG9h72+npNS3j78kD3m3Vr3U0+r8Z4TnFj4GLAtNIcN2kR5pf18850gwox9MDfPStitZA
gkAQ94fhzD8SLSwhxZHYQezDkxzPmpKgY3XAUu/tUQzHdBblXR0OfvsM2GeUj4tIQH1ojRbJgl3Z
VRNuIp1PHDFDGPNP2BVl4RMjJoM1RQLnVGq41Rwwq7B/40xEIRo7bchoKe72leuoh8rsk1tDJdVN
pcfiLwWtDy49yHzgaPjaVB/s2cCnirYYAK2ZI7mHpyAEIKpoPuhFThHUcTacUWq0d0yflgoNJwQ1
hDV/rjVgVjszs4aveZCN7iHBuHJCu8l38UyQMd2ILZLsOVaEBA/kGVDx941x/pozBAMoqudzPEGD
4G7fMpOyF/FLMoxNb1hO+cyAzplvAwigCUXP5CC5RlysjqHV14yOpvKecWReQ8mxcvmzC+3yxdE6
3US4ZxqsGeCNxj/Y5lP/yc7r7gMgHnXEMUeDu5MYAC7yASmCyVXu0vLPkXh1835+lW0ZIWIlxuFV
wIe26DBBDxV9xhaOeK/mkWQpwJQwd58YMPGOM82JNQKZa0HvxJfLgpObxXrxFLhlhuEeIQ6oZFeQ
X/too3ggUOkuBihkpzekWzM4DNcs5TYBhZsfio4paAAG2UQfHXzhMbNHK+Hc97X1DXRlEbd0G+KK
vsA8A5yURxO6ASvEkwidzyBgo/u5ydICYQOn1z71szNgaFa5tngYK70VHrEMEiFVWP29xvvmUyK0
0v+iyk6zFskJo74NfcPYVxAxPCx2p4+mOTGT1SL7fqK0ar72NjPYLZ044xddliJ6wY1hfqk0RdZG
Lai2hcNr/Yw7YvTSMMXZgoMtrV/MHubSwzvTvcs6fHW2aJ66zKFijIigEuNscIfkfvKJewFqEiWB
1G4iVblMr+MMXuO+ydQMhWWIOKKjVyGZhwiwSecX5zs8UXGS1m3MHZBCdYd4q6dkDwZAlx4G5TFp
ha3iXcD5JNXNrE49xQOV5a7p5oHqXk7ap9KZNHjG2dLQ/jADJw8OQwxTBxsl1+q/68guJs9TMyYB
EnSioS1hDS40GYhWdJMDtKbGvdbjtSm2EjuDTNt0ZskcpnLwAkHMvjT8qX+EDBDM1d9K1F0PbbEv
J2iU0KLakb5lAW4tn3Z9FeateEIvN8b/29cY7TfPkUQq70vrFP14D1BHK4NfLsl27O+Zn3HAwHyP
wOUPTgfeGIe1DErvR2q9GRsOUwk3SBGyQAjiiJ8I1Adrovr8SE/fmXddYRTfo1ov+kNsahUDJL2S
ZneIucg66HojBKF8qzIgnPLIuCgMv4W9ScQ6TniHTuVez8HHWe3f//7X//1///1z/K/gd/GpSCes
jP6F/NUnQCBt859/6/q//0VYX/7n21//+TdlCCqVlkLRhazNtehw8dd//niM8Hjj7/4/MgmyFvZV
+cO326raUfkMh1Sk+qttUE/A9oOnDXEeU+5GuBPVS+0wuR8T5loR8KTLv0ad/hhD0eTGK8KF02m7
ywT19McwvZvsgXv/W6ID99jpZul+1eG0tDdGn03ZASMV6MBVEpJSvHNlSPmWZQglbYlqvzRPVzZM
ZkBaqA2v5IrJoc4mbFlswHFK2cEHyJE/dR+Bq8tr6u7p40oE56Sjm/TM0YBTmLufLgpsilaSAu+N
AcjQ3DuysxGObE0r2zCPZfS0GTg2hOaysfRPlgHvFCF8y025naWiLVQyTd3h+lqIo02bNqaJVXck
BRhsLvhEDbvrZIzL/mnQO9/xgozC5sPlh1h9MilciaSwY7mmYYK0cp3TZzB4QbMV9OJxUnoPPKkc
v6Oe1980hkCqS5LUfJ0MI7i9vOry//rHrpW6IXQMVuhislEs3Vx29R+7tpibJLR8u3hC6hETizJ3
sg99ArMQGvHcbmkHK+bLOM7ehg7uHFe2qXVmdWkqk91q8B/COF29AytbN40onvxiaB+TTFpPQbPA
dNFHvLLUsuPXDyody5AA82zXNJct9MeDNobUGAiYxVPTUlnmAD+2kInqfZe4475Wwnm5/GLXn1M3
TDYkeEPHYl8aYvU5LQR7qhH6wyOuk/AWQncZs9DHQFguyo80/Jkb2aTHl1d9+0JZ1aKBb+oGSbgl
Tp+SHgcPyvDtsUhI0TezZv8VNnSwmZpp8893r8U2pTPmWDq6p+sYw96sBC02/5HRuXwhUUS3BDpa
tHSjYNNdXuzM6zSlqSvH0E0GrWq1U0xI4Dat68UYaKHzo173Y1rYOEgBGfDXKNaxlUwjfbq5vK7+
dt+YLOzYfEXiqCuXH/bHvrE0wKOGm/qPoK+8UpN1uq8lWrwBvRYsthsk6qNhrn9ktv5qLh4926Rp
8RnwUayoibY2xIeBes5F/+UTkiXPrtubVw7xmd9oU3DShbZpOgqx+o1VWAZDg3jF42TiTLIJM5u2
HHxp8y5v8H2M0qJ6vfxa1gGX3a0M4hT7jFdCCDl9KyHV8uyEmvlocLYBBsIfaGkKgI+2UXCWqEgd
TVtjeg/9pN1HGORuL/+AMxudeKnzO+hu6bZcbfSk16GJdIF6tLvRuE3Nhk5SmfqAcfvuylLrm50Y
aS6QIOIsgDbkMuTpwwbx6HdOVtqPCNq5uxJe7R74PTUh4/xDHpd3JZnfBv6r3Om6j8pGUQAOqOfs
ePmZ38Zqy9Vdix8jeHJhrW65FjMXcPyj9agNroHe7ejot2WafoVNT6ZfIMXap2LawZGNrqz89nNz
LTks6jhc6byG0zfgzkPtWqVpPgL5YAKqWaPajfSf9s6cWB8YSj2kYI32fmcv4BCnvLv84G8/tsX1
xNWo66QUoC1Ol+eGcuAMNPqjEZPJ6vFQjIg+hfNORk3/1+W13p4lWymBUZ1pcOwZtZ2uheE0vhuN
4z8K4Ix70bhLQRdaByDS7TYXY3y4vJ7+5qsqsJVSEWRgJAukpE4XzEBc9I7ImPIFml7eYW4Yy2PP
xJPWcORb9d5uB3GbYXODiNQUYHOnZlveTpjazZ8aJCf/KgDby01uNvKDNSfD18jiFkfSqIZ4XpZh
/NENLffh8s9evSbbBtTOgVC24M9Sd1d7sW+mDtVYPb8z5nw+IhpWHwst03dM5NLHIBTXDuHb9aQw
bL4L2r0ubdvVegLcEZ7oScWI0sWmNh9gr6Mk6iP2z9QCiXFnf/kB/wlhfyQMPCGgJeEoJL0cQoC7
Cqo9oIkCFFN1xzC5fXFNLTuYppFv7VCMt5Gc5VdtMBPM4EYwIWXWJoeZ8fVOUMTcWIYxXrnZ11Ho
f36PIm1gVyJu6K7OoJ4iqtIZaCoBmsmzEGPPWv4a4tIP//ZL5nC3dTguQj8ijQ85qBmUhpFHfTJx
KXI8ieXpy5UXtCp4/vlB4JAcKYmJjFZWp5J5nQ5msuWTBFnab1GFBqlgYtbEDrVi8YCHJEhiurMo
GmHXOMm91Wni77Q0onDXZybjxsu/6Mwe0ZXrupYjDGfZLqcnyRXaQOY/tiAC7HTvxvr0hMDUdKD5
IH8Lna7R5fVWJ3d5AVwKumvbwJ0NYaz2ZNLhgdPR67irkI1GOxgpp+HeSGwm3JUEmH90qtoeP9a0
t5+x2OzrK1vUWELDaouSzHL18/51ErFV8t50KbYxTdjchWM63bb41KEOKsYvblR/JOM30dIKHxbz
2l/ZMrChBpZcThU9cxv31CN+SSiMM9wZNwogFMrAuvN30KOyFNhDvPFDO3qapFLHSKbAQTLajOBm
f1x+ieuP5lA388FQhDS5Y+ivnn60xkTQkNI9vS356Vje2BYKNip64A5UWx3PgsfL663uEttxbNO1
4EcLg4m4q6+OdWjUoUIQXLt1HLcXMD3pQI8MG6sAwtsmzSZu8Cv7cvm//PMzOQ4lKfe25Dl1odur
k2tDUKDh77Se2YryqGh74/sxIVrUms3WtqrxBsHF4srmWF3ZPKejLIoB3TasRc5xtTmxzJsyMJ+Y
EjjKYXyYQVGzHuyUmcmxEmU97VH90rTbsdHLlqk94IZt3DH+ufLw8u0PcQW6IwYXquWQOqw+cC7A
99QQvzzsfcTwgWFb2D5mYMozrm+7a76anW7D7e3o+u1kgFJPhthaO07Pqo+s5kPL1FV8ob1r0SVB
SlhE3wa5WOaA6EV282MM0i95rJDl8HeC4Zr7szFR37zRwe0TeMKuFo8lyq0hZWwFXg5VC5TswUa3
IWlaOUW4RUdDqYvbBn0g3H0yc2RwOsWFthSikYi8ocu6HhPHCIj9FrKUFjzLAXXmlxiAffqJ/BpN
wnEYx87YYCKBNvflPfvmjFCgu5aU6NVQ0xn28or/qEEMMHt4IoBTspucCWniD/aGESOSOMZc/qKx
4lz5aMvmON2xLMgJ0fnD4cstgeePBZMG/jZ+ZJknhrH9jGBu+YQxanBllTdXGkeMZaitDQ4FN+3q
uUokXGJA55kHYAMvZzqHt7UpcWsxe4nlc2ncahlCi5iAh3Cf8CxJy6zZqnBKriSY60jOD6GutMDI
6LRgXHMVFMZEInqJRYAXuObwYlZptM/xpvZy3Ph6VOYXHcioKD1K3urKSzhzPAxaUzbtAkVxsX7V
Oup8RRnp+IZAL9zaeR49ZGgZ3QzLLhwhdtyC+VGYRWJCnNKS+XR5a5350hQ1kn1FWm/Kf66YP750
mDXGPGWgKYNcB/YKJjT7pUVZ9P4dbABsE1yT4HiFvcoV+qHoFG7kfOkZeiLypqN9Lx1/svZBPASv
wPlxALj8ZGcODV9UoZVIzoR4zGpzxU04lmEWhl5jYotj9s0dDEJg9R3oMsvAE+Pycuc2MxrMugAF
zh9s59MzU4tkahmJhd5gp1yjY1IT33yCxzgme6QesEpJS3Q2prj8EPiMCCan1R9EXf28/EPeZAVs
Zlrk9J2UvbSB12lJb44gCOog85BRNfBXH9XoeJB1xuSriWHpvKnwrZLfxwbk3pYKyoh2dkHHeDM7
lhb8StQoyge/M5BcRa6lnm1tw3jDkrtadwNDbgpyydiLo3koP87AkvqHSlfQ/V2B0FGzzfzOlcci
N2tQOMBqEei8/IBvbnAuU0mrndSTVFiaq9IfpUhMpA26MQ6I9d+LYuyh7XskXgEPYQB4ebF1/4d7
lLfJHxY4Yjor68IDZEPuRFwSKOelMt+HaAv9hOeJVHbiTPaRoKYoSTHhnPcG2IFqcefqn0ssedIP
/KP5kwEgxt8qp4nucc3Wyz1GvsbPmBxWv7IFz+x4ajL67ooTZtMGXO3AqRAQe5vIQw9zloC18as1
A9W8WLPhFPctk42/L7+dM3HT5q3wWigBpbHe86MdG/TbtcQbJrff4S1kAYtVkRcTxvalNJoPjQzw
OiyD+OXyym82AabgEi1VwjYXFJOX02dtUh1npipiH9pYzULlMYIM9GcX3WVAve8vL3YmSJLgWxRf
0Pwk7dXTxaQFI0AvK6z0pDPetpAst/qU/C8uIeIU4yNlGjaF1SqbH3B56CNYz14zJ7Q0QTkDIBW6
hpEnwkqoKXS4Dk2A4fw0u7n8gOe+I6mZsAXxculYnz7gDDjHbc0i9nAUSunhGcWhRXd4FzosnzUw
V+FImdvAmIfD5ZXf5sbMHZY4zYblftBXhxkguxw6N0m81jEL9RBq9IBucEYJn4zAYLI7YteIv0Ux
+u/fuksutdz3VPmQd04fuS5NOdWaH3slHi83yVBqmwlI+4dxjO3fIz502GEEBcQWGq7llTv/zeZd
uuV06AXTQrpqcvkcf1y64MeDyOlmw7Nh0m0L/q7Ps+GjBxiL7Ep59eb9UuEwktSZBfKQHNHTpSyA
HTlNIsPD09mAhoexkwJ3vgnsZryZ0N9j7iuy9wYiXuqyKrcQIH/y1tNF6xTM/iSk8lIEPO4os5Cy
whhok89tdGgZgFx5n2/vXq4ECh3boYkmbK6G0wUNlWGgk2QWVx78AeiROIjH8d+VjRcBFibTJo8y
nr7MUXAPoXtAdzT2xYhwzTt383I16YreA5MCttVqU5l2nJh+4Jte01buoWmBd6JNke/MWskNcF3x
nENSu/L0bw7vsij31HJ+WNJdve3IRxdzFL700ia2QxC83QxiZiBf37ik7h4qh0hSKytTxxr86nsz
O1ZnXkmmYZD+EItPX70p9JroHlvILjGNf60VDgJIgBTFR4BZCUIZQQPh4P2vmSGQTYxkkkd/7nTN
WcPHMQt6kjmsw2ClVPGNrxXug4PjySFY9N5AxWbxlV195tS6SybJuMs0dL7ualWdKccQtKY3iUwK
JKmaBnWnwKcjq4eAaS8/47JVTkqw5b2iCckR4jLn+jldLUtVF2tabnpmSWRoQ5Vvmdzr+yicfkgU
Db3Ly517OOoA0kUSDy701c7toLNFKEBJVCOmbNsaEWZ5AlBLjkTBlZLj3H5deqvSIF0mU14l5pVe
DbPJlMVLO6wihOzco4Zk9z5Xubxtwb2/tJGu72hfoo54+Sn1s4/pEJ2ouSg414OMGv0DRGRD15Oo
r2cOEOe5LLbI44z1poJb4t+4EVi0G/w2BAa7GPiaWEUE7uTS/2qljVC/D21/wz8bI5SJ1t4k9nOO
8MQLEAvfuIIJOLcJFGIKRDd6rITx003gt74f1BGM4NkBidiDAEUuQ2XHPKakmcJEu/J+3iQ6bLoF
PsGGo2xy1aqGmUHil9UUoDCete0vTB3rA6zU7OPlr3DuIzi20B0brCI7YbW1zdYZKyFq02uLqn3C
ZSm7a1sknqJmNq/ExrdL0b3QJU1KUngSnNUDYU9gaUhTKBLUXmz9sDVuuspE8Dnq5ZVAuGzb0wO7
NEoE1GNHt98CX5LAamoogQr8vgPmKkALWRlR+wWUeL/3ycBvgNP7u0mWkGQEyiyXX+rbi57lFQNy
sEdAk//Z+X/kFBLFJYQnctebQmf+kJbmfVKidkuLzceOHuyhESIjcHnNtyeZNYEXKfYombGzShtR
ZMQUcFpEK2jVPYp5RMtMDRKTRpV/tAq8lpuhh4VdaD8vL/x2ny65EztnmUguYKPTc9E4Q1lVQII8
O85s8740G1TS0Uyuki+XFzq3f5ZqfimqaCOs8RS9ZvXVJIkXISIRHv7d5YfIDl9qwau9vNK57cNr
NJeuLR9wXWcmYSuiyQgcrwxrDRib3WJJGdXxnT4M6MYledV/TlKVfRs6Ef+2uBs/X/4B597pkkTQ
oLENioDVDUDtWmpaNtke8lHzg49GIG5G1PvvjzHUa6SHDieFac0acdTHytQUwgmeFcZxj7xpWzmH
hPbiu6MM63B/gsmj6cyQ5HSP0L6dnblUuFuCNf2uzDm/g09UU8OJX5ff3JljQLLr2Abov+Vfyyb6
4+gpMzQBUbuWN5aTduMLPdvT4x63fV/hsA0AjRwb62WLUemVb3ZuZVI/Qo6tJB9v+et/rMycZ8GI
E3PgjWff0E2Kd27eQvXgPkW3NlbZAW2/bgew7Nrw6czJoDfJ+IuBJAiM9ckooh5SadgpL3RzuFga
062pTZNdNzjR4fL7fXsLkm65MD0JNoKGyuq+CGOt/4d86UEgZozlT9FwzEyaKvSJEVzRsAu8vOCZ
WMpjOQyIuHf59/q1aihTlWVMeNEDBJV767azXAROIomN4lDUO4X2x+Ulzz2jIsjobFV2kSVPvyR1
w1AhziY9t0doOwBFe2caEBiEKkyEZhL3Srg59/nAOdCmtKlBwdCcrocs9iwmWUlPmgYQA34RSmQz
riSD8/5YzVSWYlfSkXrb1ojaaaxK0UtvLiz3Ve/DfudYY3HltJ87Ceh9WDSFCClqPWMzGh0lQCRY
vLJCQrlyM+0LhgD5LugLEO5WYzRb5Bi/R8p/J26TwEIfQirHAexnAvdb5Who2Ce49JGo64B/8w1c
WPtLU7ivhg7Q2hwhR9RLWfbu7WKQDqKZuRQJ0l6C+Z8Hv2hVWPYJPVAaVoc2SIKd6Rb+c4cyya6C
oBldyQzP7E8DSUQ69y4fEvDR6YJIFMDiHigy+7YxMbmO+lsjN/xb3IkYtVvNy+Xne4O+WN4qaq8U
lKgBA/lbnQcR15MVuZ30UPZpt1YQo3MD3nAXDQPchJHcYNNHEtWN3lSUCn19XyxMn4HZL/oOYTNc
eeFnrmeDBgNDIi4vjufqK4+4LU6FPUgPX9uGqbmDwfsGTAo8VRtzyGM9uOW+gcxwrIBjPTp2nO4v
v5IzJ5aac0GiIJ4Dqm75Qn98ctOfHT/qagM/nME/REzTvbGqm5uwKoIrD3sm/kkd9CojRwfgi7G6
OtEQlKiUdoYXZ464g2mCLGrX2V+KeI5+Tyqe7lvZiytR/swbBjkOAICKYIm6q6Dbupbq1WiZXi5Q
80VW3O1mzCEQctmkFbaymx5dwY9Bi/bNFoF2dafMIeyuPPlyblZJPPcpOB6LeRhnefWZ0Z+MUe6j
AJqwXPwWNYP/ee5DY37/aQI3Y9FuXcb0KM2cfssiHZDhK3Tp6b5i7tIhalqUjQE9H1qezJn0vn/v
uERfkCp8TULV6XrYFA84yDL9qjU9+zVqpu1hIq99LOAfXLk7z2zTZdBvLNU9qeQaGYqEX6DVZmp6
gs7tFsXXEffKFhHlwAgRML/8XGeiEskHEJylBAFBv3zOP86Em8RzL0tuzQy0+rPbU9VtIAFitSQx
csDr1XX8K0ueeT42JzUWh5A7bb1NocXEXGeO4UHgEh/qwipp9jVI+NlonF5+ujMnglamRXf6f0YP
q13SRDi7+bGP15O+YHQs5DeGTYA1+A76HDxv2Y/fNDnY+wFhA0rMyXq8/APOxAGIcg7DNk4DEMxV
EJ6iVOWRX8KvDIdZgyMvF+gbyjdobxijjkgRyJ1kCzvLqa6ckDMtXaItPCeQ1xRFVLSnnxYic9VU
RZiSBllqgivoozYnbCyYZgy0cfDSHET6ojD5OBh6vO0d/LydOXR+m62yby6/hzNRgVEqJS5QZzb2
P/STP7ZZMmqCqlokd7OW6L/ZGdm2TGPr/cn8n6usO6k9ckQdEvnJnSVif2e4o4n3B9LQrZMVX5Tl
Ps5RWXtdlF8Dc5/7zFwsipPEhAsuyOmrNnOAnC7M9bsBXph5N9VoOTy7gaU/MbRMv7ejQAtQ6aka
ryRtZ87SMvyhXUIhj+DW6p6JW82wUaeM79CBqI9O3hiHONYxrgiia/f3P4OkVWR3nH8yXUfBEVon
MO3AX5PYXdypOjVxVAHVinVPlGWYXHRl15a3WPh1/j7AKxJz3zEH632sKljHM/7R0IquXOdvQxe4
SaY/S8/eIEyurnOSnmT2pyy7i8n7K3xC6ynaCnK+z1NpDQ9dm1+j+rx92wt0m2AJW2PBs6/CCdSo
wBJajC9tOGaHPBXRTWVlzU4Z5rVc5e2OkpZLe2YhY4GjdlcfFp/WFqshuG2xXTU/Qj3KkfPkiCLr
k7cQz0Mj24nJRTrx8kE984gLkJAbHDwP9JlV0Ojtsosxk/W9EVW6mpu0zu67KMyLbZkkjOwvr/a2
5qBTwziYvavDrl2vJiGu4j0CuhZ1W+djih7ajV92GMbg9I2E7tR17dYoF7A67W7/5+XF3+4fxnkL
I4HnVXQXVrG5gN6hBkwoPSvK6PCl3bSprbKHaG+7mzSIqispxNsYuFQ3TPppMXIbvKE3ygwNO5x5
vNavaKJaqXEYQLHcXH6qtx+Qq9WmMbzkgTCYVqdiUAY6vhiZexNJ9aeiceaPGkRyL21z91pJc24t
rjVB24ZWN5n9adhTkUpL8E6Th9DQAuzI0KJGAhyycnKtOXtmKQqnBTLPYQLrtcq/Yuzs2wFRcW/q
VPQDw630Ux5r6U6b5/jKpjy/FJJ6TALBna7jHLYcpUDxqoeHUYyfkBXJj0Zh5jdoi1/DP5/ZgvAk
FsgJSewy9Dx9gU7TY9jnZoPXI/l1cGoktLNoAPNRoBI4D2135dH+oUKcxnCLsfkCyFEM7ZF+PF0Q
OrEIB9vvPUwFMxw3HSu6ncLRfyrMyvomal8/BOHUx5s6o3ViB9xjuzIzhqOR4jhDKC/xo8V59/Ke
fRvsLAIOlQtgJHpw605YVmMQZ8TYXiF4gLSGMQU3qvMTL0RQBjWO8YBA6DsZXzQdIBCCXqZRvITz
dULfZeaQp6hzehIV368aiOYvYxUin4kkxF5vcKy7/IxndtWSGgAggOtlE3ZWb94d0dfJos5rEIv2
ckSRb+nxz0elGv3wv1gKQgzABWptpnSnS0V6N/ZhqrceYl0p5Xbg30otMPchhdmV8dq5pyLMmEsb
ZektrvYTNtwd6ldx64191HxyNN09kPDqzzQ6nCsv8MwmUTSiaZxQEylrPfSMUNooRaVaT1QjsvNa
7R4Hha2qCuPhvq4mBKvm4v0lNQ03vhY5NCgXKs7TVxm4Te2oTNReMczATXZonvhA0VK8GzM8qkMU
l3FBG8MDo3sEsQpXpv4v1FnK5srI90ykIPfiXtYBJdKZWOUDXZfidVwXYMBR+Z0+t3gehLd5XaFI
R5GjIYTamX66ffdGciSBaQE1se76elbNRKNhNhtPyWw8THhv7SOUYI6mhnrS5aXOPd/yiilDXbJL
d3VtYc01JphHkZ0vqju+cH/lc+TfgLub0DHQ+v3l5d4mHhZTL25HhlJM0NdoWqPrKRtDq/ZcTj6S
/NDcJ0wzjmVefMZkKDo2i18XGj/NlbN59jlJAyiAaSK8AV6gWJhPGg693thY0TPyHunXwbaCHRIM
i7ZiWd9cftAzVSAd6uXUkPkCCVhfMTFpRlm1Ze9ZsLAAoMUJbuUplmLbaWjRmmlqbEqCKXLQl8zm
kYIpC/5Kai35PupJc3v517wNF5wlqEVLvxWk2jpchBOq5mjSzPTdqiHY4cQ2f3T7pJoOotGLa3vq
7UdeTi4qDgu9dtlbp4e3D+t4MtNKeHpV4GcWJ4jB77Crky8TQuLPro3uNtZTcbKru6S8gnh8G64Y
C/wzzSYuct+uDixQI31CX0l4zEiqrWri8rs+1NHvIteQlnEXv2CrjZ0f737BQNFJqGmtwKda4yxj
BFtNa8CaN9BRljPj1nnIM6PZOUGTXdnJZ74lDU6AS7SqyADXECKnsarQtGhODUUiv+dqnG5RTkGB
UKDAd/mplnd1mrXAV184Wib9c8HHPP2QAXfkIqw/eQGI6T1jVQv95tw6pqD/jhjfAgxoNDAwcTki
NVHmV87QmSdVwN/5nNwFVAurS8BBkzdbmKUeKVNxaChFNgPmJBuk5a4laGeWAj3ENASAFDS89VCp
EZok90wqrwQMf6O7U/qU4ZGEDWodXQmBZzYoTSHmgjSnKBnW87Ka9g/20CNPhTwq8P5Razww7xkW
9khFv2YlB/mu5rgU777KmLciraBTX0Jud5Z38EcvCHxsNIUhDpASjxDgS4GaFMm1muddi2Dez9Kt
h/SdZFuwzuBlbGmS0i9EqtWaLcaEAlvs3MvcocwOcyXcbF+FCdKOmd3hhFLQ9b0S7M69YPBZy9B1
0XdYYzjpC5Y9pO7Mm5P/z9l59cZttPH+ExFgL7fcSq0ky4pLnBsiiWP2Nuz89Oc3eg9wvFxhCZ1c
xAECeJbD4TNP+Rc8U8PG+jtBM9p3e/iAul3/LBVvCwJxe7vwmKhJAH+QN+l6kqZN0oLIC4sH0Rjt
k7209bGb9AISVlOcRqXd0hBYrwfcWHb1JKuKpp67zkq0Hk1de3LNYNbyKkKi3sDKEpPbOOqf007N
+9KXIyp14wSt44FcltGCHJtLwaB1jatWVRnDlzYCzK7a4VzPqNXuCkPYKGL3aMeWkQYRrrDcfcwA
/zC603i4H5FurlUOP2KPNKDAmhAS1qhg0WDFuxSRHmAg1NHMbaZy/CIs8EtHb0ka9WXCttM+hooX
hsca7RD8s/I6i57Gmh77IUahPtnIxW8adPwmGjaGhM/ChYIuef1hxZEdAWKt5yCvG8uvokhcJiar
OwvaDFCKGLcbGK47F18penhZdKrxWftoSSt/BFetTOFgKoFRuf4RGje8ksAmCUZgOgfHZUEcxacH
x+n+VXE03khR13e8XI7GOqWH5NOTpl4vF5szJkeFPgSxPU7iJSu8HHZSPGMHfmw5Jqnjo2Cb4d6M
9VsyM/LEGmHjOMpH+v164jcAG6M1wUeugvxbXU/I1ic4aZhDgE+e/ste5vxbLuL8WbTxsPG46x4S
S9GA5OSBcqDBueakLtj9qe1o9SjllQ6OE017sCnANq6G28+aVgvzQ5lHEMDWOaNXWCWT+HEIhqGe
n0QOrRe9Cqxp8kn1XSTu/Ptf0zsvUWqvcMnKUpy+5/VL9FL4maW29IHB2xu/DFlFPt4XxjwVWB4W
dv4AxU0PsUnEvdiP8s5UNyYH61jNSJ5siVQGYjNgOHV1jOw6c5Aej9qAQ5ZiVJCa5ZwfoddBJska
B/mrUkl6fCgLAyPvLWWlG8KZXJ5H54qiPUOiIzfotyuxL73BwZl9CXDjinTvPAgK+8x3MYHKj2hq
C/fiMvtTv5Ymenm0092u9sadWNTB/dFjt6I9j4vrGqfc1hPlh4LKXn00BjTQD4qKfMGphWAWiV00
0S74Nw5Fmr9ofepg0FFJItRfrocd82uLfzlimkmMFOdH3zCoEq4JjfkMn8k6hTITLwHvGzH7Spov
ZdzjB93hbNMqOWyKYSgvvaN3R0NLlI0s9faDMcDjSjgeEUJW8dc7mxk4V0/2HAaqCpI0pfbaxfZc
fPvw47EKk2GToo7Ts3p/AuvgSjf7MMC4Tk/9qO2lYJQ5jHQNe6t2T64NOPzgTJlugiUtoj8+uj6A
EvgbpBngZvFAuX7K2KnKCYqVFyxOCDeUSCX8fmDmtMRZ+DcegdE+i/LeQ7DL7rb46bfRAlkbyhla
d1AJSSevF0eWr0beZvGCadAwCVKt4jFt3OJl0FB9bFxWvf+w76xHIwZRPsn7gb0g//9vH4uH0u0Q
p5MTtFmDsXFlGAOOpwJyWVsrFABt1Gxkj+/crIjmkHBQhkhMw/pSs+2QBLwpnSBaOkkFwfJ8qSg/
1JkZudOEBhKWTVwxyABMkyQkz3MCW3XU4uIpa7283Pic3tsCsOU0qPk6pbbS9RaIHD0AhvRsAT4U
D0o0fUEyvDmEg5o9FbWSbGQ77yzHhMSGOAawVVIOrpcby9TpsICygmhKkcXpIIZU0WwftEib/Fll
unD/Dd/mdwDdaFpQvuuyu7i6DyaTvcSaJnroK/wM/KXW8SSFBq/9bVdh+dgMlo3R12wOX5GBx5rI
w7OkPN//Dbc3ArcB60NYROXiJnAUNoPk0GjBZ01ade5bLNuzJM5xaqBJUkbIHOaEuw+Oc+mhMs5F
/ZE/Zbkpo9lvR7tgyEWTYIwekNTz9gUz05NXOeURYv+WusVt0sJSsjyR9QkzsNU7NVT6zhjHRA84
iiv6ESXKqDpYKjzNw5C33kfBrjwZfUtZwKM4Iuc410+m1VmNoZGOQbOjtAGGl4pfFnb2A2/jrcbE
e18roCDaS/S7OLHW6uuoQwMTUa3Ht82ylqOR4eJZ2viV1Roa4mIczV06IY+Kphym5jCRsOH14uP9
4/PO9nLjUFZTIEgY7Op5w1yJ1HrwvKDr++o4jtZnd17SxxAEysdjARkDyQuBn91dt3yS3LMWCxmb
YGA/Tm5RqrUvDAwSduWQi10eFckHRSeJOuj2cKnS/aWIp9q8fpnJYiLQPypop02a/gTiwYKZrzVn
GGXdhq7EOy9TNvBoMzEDlx/j6pzq0VhoEWYKwVK39AmaplX/C+tG+9MeMvxRGnjTD+bcTRg9z736
tJhK+h07QHMjJN2GwDcKGYcYaBbljQxZv32ZdbV0BrTlJphqxaVR26GbJbLsya2ECDQq/NP98/Om
8npdVEBZI2WhkGJUTJV9vWDV4XSIj0kdeNjXIFli54VSPSBM7thfFjwpeGAjLFApl9o0p84zG+V1
whWlebRGNWt+hY0yWw92Miv264hDKgY2oi2Mv520tyPseUYjTnZm2CdFMOlz3R89bSxRaU4EZkZ+
quuYeeI+iLuvPzHOVRN/jiLP+B57Dg4+J000bXy0zGwArw+XQv+hYhv3Lxpb+Cy6aIU7h3xMo+zF
Laui95NQlMrh/hbdRmhkjDkVXBUQLkgvr3eoNCqdjeD3J20dnrxpeWViOp0ZjBTHdgbPq07htJF7
3H7WpOpSw4+ep5xCrdZUFBO3aztDyxU3x30i8HBWS8vG44om5EcfD7gUaRXECyo9ht+rx0vnooyV
Ig+mZta/mVhYRPsuc9tpFzp6P53qYQKjvAji6cbKt+UYM30IO0wq+bbBr16vXHhRIQTOGYGNAtAE
Zz1SQZ8oES4uNEOyo2smmEc2AwauCzFuI3LevlYqQKgKNHZonNEFvV4d1lcjuLamwBoKA3luuIR0
EqbDQGfnqczd5XMpidj3N/ud9+oxkmCyRvMVxujqyuiBSjNzx4za0ae4OQ8ltMGzqlcxCtntx+9C
JNYcA/VNOfVm3nX9hEmEBcSstUOgNqp1sFtMw0lwPH9Jja0+1c1mvoHCdLQBHMoChl3XSzkoN89T
FXdBDdYSO828OWD2Nz5Pkao9lGmeYamabWFKbzZTYk/o/TDdAiXGWH+1KHWlOVZJG3RhhPY97TDr
2Wlmr0Y/rY6+3n9z8jhcxUkUlsjIQSsBKOX1rZ4wmVN8N3FnCfp29A4T863nYqw9P0Ki7DDDXNzP
Gdmj25fSqbsxN27f2/tJFl4SSSFb9rgHrO6nLAEWhedRE1QGhHVk8b2TWY45qtOLiD+hapzvZuZO
Jr8AV/E9hsSNjrfIh8HtJOfg/+jmMz/gJK81azKvwkbZ1URQLAYqFF1vYX+AG7ifI2n75f6e31yG
ci2pHmIwGabntoqCvaWjsYkSb2DNBkjWEufM1C87lEyPRBTraMZNqG18oe+tCaacTIehGuLT67Bg
orAh7LAJmtaq43NdaPH01RYKrtYVbaFXB9r8Rwc/ck9NRpVEIjkqXqumhk4+KVlvNTT2+uo/Gw7V
zl4i++vco/Fxf0tvG8qsRXLBQSa3IvNe7WmdJqFtFb0IFN5w2jOdrcs82uWia2nZKuGsnUkIvOLg
1rX3lUS9tg5xlujtq4KLaZj6rdFU3UYsfmfTSSyBXIF6l13W1Y9CVaTrsLYughRzt+9AEoe/qO9j
xQe2N5zoS0Xtx18zTWwKTalLJL/r69hRl4vlKJVRBH1eNC3T6UlL9jEObctfoZmZ34wO68iNHFOX
3+h1DIHtQvsR0oTBkV4XJ2o2GolFmyxYAHYUjr/w4ST1zsK1cEbERLbJ9Div5/jBMPAr+mzbZToe
G1zarOe50RGz6ax5rP7VcNoxdrWlddGb22KKw09v0wXxkkj1+sMYex6ac/iAjZYf19iWfVGdaRLn
ZrHr7nT/RL3z7qQgLjmEawM6Wk8o4sponXJqclC5VXIuFUs/Z4qYDnptfa3dON2YPsjSdLWHtIsp
WaXWNwXlKg7WRVFpdZK2gcp87yGbuvZSOvNWH/FNEnW1DPQ+wBNcadzU6167iD0UtpZmDLBeGZyA
CrdEikXFYuTYuA5D7lABy2/vJwWnhC8NeqnaQ0Suhpy0kZfZj2zBbuQFp+gx/EZ7xos/pSYecPPe
8kpDP2AoGOH3l5EpS9/WqcaYDfNMO7DGiZgOH9RFGX5ucuNgJVnYnUDZJ8oZyigdt1KUDUxAIAf6
OanNQcMMunYsP1vy2fmMrK2KQk6Ye8tfXYVTLU6YWHv9UyqaGh+KUDfr59jTkuSQI9gx7pIWZ6B9
7jbL9C03TSRfEl0ffuFBUczPS6l1/SWfY8VAptaIF438PC5L5UF4DXJDvqYjq5H54Dos7xnJw9Cl
HzljRXT/kN1e9Qw+yBWl9jKE6TWgAywLv4EiIOgQ053Oba1POHVHcZLvoMy0/91f7SYxBSQM5IBc
GHU4jsEqsYBBHs0eQ+tgsnOnifdoipvNC371jnMq5ynJ/uuaKO21vYtxmXNIJgxWXu//hHceGFg2
hE+YynQW1vFJGUUOHHlu6C1M5XcDSsV3gfEM1qfYq/x/LCW/JCY+MDnWN55XFs5sJ6UIOmShte8L
hInxh5KRof6a0OkyP99f7jZVZGvhJtJSfNMXXPWwx75Ja4AAdoAlXPtUCBzhYLgGuSb6J4xXcx/0
oLURed9ZUzaOKeuJu5C5VkHDTMGo4kyFNayYy36v950udrZiFl+HqFV2iNP0f8Qe1jf3H/XmJUrq
GNgHScnBOmZdzJPW2AyOHRsgW2k+OZhePyRMqzG17Lbu9Zso/LYUOoIQayU3b3VkRRqHLQIa9rmN
leZvs/UWccBrM3vREUMJCmMZNr7Idxck6Euhd5rxa5ikUcUtfXrFPtvm8k+I2vXTiGXXXnOXn4Wu
Jl/v7+Rt+ouEIAEfRgjvECiAvBZ+64vgTrPgMemY50pVss9ab6k/zJ5k4pBmpR0jn1xWmCWnYxcG
uuJ0mq+GiEbt8Z/VD/d/yk0hYDDeodUGPBQSDlf59S9R3bCN3NbRz+OA2+5/yhzPrXMoXHdMu8d6
stJI6pHl6vOSAnLZ2Q2gv2OaGcX4/f4PuT1dHkUzqhpy1uXA+7n+IV7fMsBM8FwdlzbyIyNWT7rV
lqcBLE3w4aUoH6VzD8dZBR17vRT+t3jZ19iB4nrrVrRt4tyw/9BFZE/fSdNc78v99W4CMCpKUvoH
hCbzF87Y9XopM+N5UpX+ZKf2eGgLO/5n7nCUovUjTrFZQ9d2u+himnWyv7/y7YiUTwg/AaAWKIlo
NyOPvFxcgcRNd4qdFvM2REVeEyx/L4oR1ge2qN7DcUXhR3M6gM6ag2RitTy2rZoEdl/hJmeiHwow
odijT4eYV1FXQY6yM4WZ12B5OvTWZ6seo0AdcTrMQ6E/m1rqbAS8m69TPgX2VhDAYbszCr3ewAS4
SmRienhin+xL3DRNkFdqukuxgThia7alGnsD+CcBAhOCqCq1ONCEdagjGbDLsU4BdZlmXB9Rc48Z
oRthnyM3uSyNHv0xoTTaPwgnzKJPPUj7nEwBOM+ji02H+sWbYlc5Ya5Jq81XEFMytyq7t0z0Kqfj
NxI+kFKgzAJqvIqRChrBVjf14tTi0fCgtbPuCxELv22SahePSvKPXejGQV1G42mqQopMdB72XZPi
b1un6UnrVXevmRGOVHGcfsaG2zy2ltXs26XKAtT8s0c8CLECRSv5q9fV+tETibXLCY5BHbe2b2Gu
egQyopwxDZ43Tu5NXJJPx/XtgllCcG0tQ4bQHwJClSJOReSUe+hV+eOba3hVC30fZn33NKEZtVe7
vntkGBZ/NETI5Wk3Ib4jB/DrCygTGrLEU9yeimoGctok7ikWzbIbbGOrjrqNDoBLmQoYpCyUAmvC
qQbHb6ptIw2aQvXEsNey1AmPoyWm9GgsVVg9u7qdGn+FUVwufy+C9p+6sdk3CQUsJL4ug9kPiQwY
rdX3ZWWjmouSn5Dl0yWOqnaHe2j7ZI1F89DafOhKtyzn+7Hp3UV5YEhdMuCvxcVHBFyFa0dZ4Am9
G5Kd6FAaR1ncrpyzisfI8m+m60Wa7crMFO2W0vjNdYMQEKdLjkdA/ZIrXj/yPIparzQ1PCsjWmC9
5YDvHpzsQJ8p29jd26XoJDLDo4ljE1DWEiExxYydFLN3rlo7P9NC1D+joOHsFux4N27zm0DJJUPj
m0JP9vfpRV8/VTTjgqw6oXeesiQ6qgUice6g2xf4AN9EpmcfHe+wHL1mZmgkR3Ieer1cNlWYLeHD
e84hyh9U1NR3OWJqZyXGKkupESi+f2SM1VYyQwdRQMb7Nr6gPlll2/Qx1dA0RuXRBCZSgA6tmvGx
wHAmO8b94Da0DwsHQV7aaZHwhaPW5Z94/o7qKcMl0r64o6miLos/CUKzMBbVI3l0v/yoKUp/UVJi
1ZouFpjlhfI1PZh2Zs8nC2jA0u4xnsoepzFT7aM21Vnseyj/N7uwm6YZ16slnJRnD/byC6okZn9O
Z/iKO4S4mXiYIciGs5PW1rRf6iaMTkkXOgUleKEtxhbSYxVQYNiC75CWBxK5I8v967cyWFjP0/mJ
HtXcCE9CiG9DZ9lfjHBydo7Z2/t0cMDzzMNW32v1RbMwBSb5G7RUMg3TXC2sUcW+9ZWRKosQ0lC1
v+HYKIcm6/RAi83xLMU8jvePxDtrIshJjDbkwUe85fphMUxOamtxm8cpcu1zlKBXUPa1exGpOSMy
HmV74HdbNOO3rPi3uxcJcIRWWVICNhGvXBfw0cD1bglrudDAMdXDMLiLji1Pl1fM0LQ5/lmJcPyz
yRQDU+Wqzc2dix75a4TFMQIOKTz7XdPYbevP6IU+m01TimNYxI7zFNWR+81ahB59r9JCyTsiMWA+
5L3z2MCmvIjnBjs3tqL2vQh75Wd0srp0P8yd435RG80t941adfVnw60X7ZsYq6F4dLANy2iphHNW
7cocDHWBKK7XcxKlYHyEPKDAtQJjhxHU6SudPfQ6dmpj10B0nNqbmr0WtaXY9/gNXdoW7tqReyT7
PtTI1PnMzccAGfpFPSRcm58mqHQ/M8zt/vMgKLp+iyX2xyIdb4DZzJuMGyM3Qt3qyqq8ePQWJK0v
hacJdMa0v+c5TJ5N2DnnOUmNjQz05pixHEkhyQBKRJSkq+UEOLhwAtKIYKSVXtpwMBnO4gse0rY6
Lr31s/SiD3It5SMCx+BTAvMOaGCtzOcxD2onuLaXuhfzq1Uv1Z+d3ouLbTCv9aRY3/1P6Sa4ogEo
jRLAiePfQjV2/SlZCI8mEanhcxNb8wlhtfRxWeLqBOh5OX1wKe57AgXmhpjiSDbM9VJLFjYl5ODw
saHe/kMV0+xjX9T9yKdpi7Dxpk/0+7cKnIW3hprIm8APYLvrtbLCbTRKy/ZCrKyowQyzKx4sfVT+
MpTUrH0gnuDgx9TwXsFXjf1OQYzHOwk8WV9djH8lew8flHPn0smGAYXoRzP32vdu7rQtXPbq/pZx
RaosEbwlHpLk5Pq3LlFFY7sZjEtTmfOPEmrOvyQWxuusl38rqag3emXy0X/fGvpHUElIdC1IbvSG
V8GzzFq7GEtzuQDHGS4jPsVPY2c3GyH69qFkmcJXI70sYQLJb+u3ZkfV1/hUZvV4AVqRYc0wq8mz
Vlvdy5TMmIFzpWwc5HcXJDFhSEzziPvoesF0HkCHLPpwMcdlRkGk1rzdkLnWCcHc6FiKyt7S970N
D+wkpDkKMUIEUJfrFae5XCqlJHd24kZVd7WB0nkSGkmxm4pu/qRGmA4Ns5dt7OzNF4vNsUygCUpy
TL2OSoqGVD0UNe3SWsuwVzLb9impfnWLt6UK/c5KjEPkp8oIHpLc6iPqoF1mZd53FytE+sifB0g4
lkmN6Gt2LDaiwxtUYnUuZfRjXMlLZCS+2k4VgpXd5VF3CVMl3Pc69/tOEaDT/uwNpxO+jsdl57vj
HP8YOnOo/M7rTQ9RVj00fJkpaF8iBmHDuem7odmbvZVh2qEr37kHvepQdFb/sHgdtmW2lkQIqgmh
mY8O1umMrBgIpAenGPp/zNJWsx0SPNVnBFD17Kia81yjhNwLJiZOO219j7e7DIufmgRfRgD9MHyu
jxEcvsnSGqFeLLzbTgVCov7ghMMzs4txI5W+/UYIZnTI0e9BswFBmOulRDto1kz3/1I5w6+yodgP
R24wSa5PfatWq38/GPEp5kGIoGEkdWcIbdfrhcD6Rjse0ZTMdfPXhPfQYej0ZjrOTjRvSb2umgfy
7HCBSdtQAJgEuVXEcWYjTETlmRcLped9XZqoBvDZX6wqctDgH+b0iLenAGus58vJqOMt0ZLb3aVl
wcT5TXWDS06+6N9CXsFUupox7b2YkTs9iL43652X6ctP1xbWJ7MUSbjxPm+PDvcGgxXAoigXwoe4
XtHLijTH3t2+hE2/HGLMcIKoH91DNCXLRtS5DXb4VSFvq5N3OyrKvddLRdbgmpFGNWWEmXZQ0Qw9
9+bErVgje6FihvOXq2BJe//8vPnj/R4T5DVOHxVSIB8H6YPc8t+2NBVVGLleWF/ImPMUBKMzFrsB
neflIAxlqR9RfHP+hCEWqqB/w2Y51Wqkmzukvotqn8xmnfliqVzjOY1H51irsPF92nmOfkybMlFP
eaiL4XD/V6/PgfzRUMuwKwULIeGf1z9aL1AgsGcYZQn5Yfq57DNX27fQx/6p47iuX8ZotD44O5GW
rjQE4fdRlEv8+SqILO5kDYM9N5ckG/J/yHncYq+Irn7y0rRvj144zH999Cm5gyQAg146bI41mMiB
A5vPU9hexNBUT3q7qGea4OJ7Gqk9Ao7GlnzGusDlCYF9ELOQygXJv1aM5n0OelXgtxmBc4+owLWk
20euUYRBJXDC8m0UQr/aS63sRr1fvn/4aQEYokKASiMtj7UYjGuVdKdGrbnk42Sbh8GsLXfn9bUX
P01jpR7S3OKHfHhNyXAC9saohl7KKqBJ0+sidCysxOa8+pZMeoMmd+eqvqW1xefEVdrX+wuuwwl3
pJzByBYsCfFNWd2aNteirswXSYk950zfj8IDStnn7VYtcPuNUAgAhyKS0DO4wfXVoae3aIVMl7HW
jENjmtWumj31FJXRvwtdyY1K7r0nI4VhNUB2kvZ7/UlKfMdowE2/lIhexjsBJb7fj7HZ/WXVyUcF
N3FFl+mGBGLLCRtOnNerDd6cmC7A61M+LePB0YvvI8yy/YCk3mM29ObGGPNNve33KMl6cJpIcJib
StrNKnNySRdGIKfNqdLGGBoxVU3x3PWu1/mgr3JoVHpSn6YaR0k/KkvjDYYWJQCbO/tXH6tor6NC
AU5rbKfqxdUy93ujiFb3Q0RP/1BbTyl3ZaFMzJthNbo77KLzQ5Qi7wlOWukPUQlfnAaTKOPdHKGp
t4uduvh6/3Cur/e3h5SdcgmegP23inCkdHi2Do04jb0inqM2jYEvq82RAVjJTAjbncmms6uVZn5y
vHDeuGqvl0dNRupCophNa40BDIH9+p2WWt7pLvOn4zzZ2TnUC/1hVsb0YNBr6fajotRosCUl2Aqr
/hFl6pZK+Ar09r8fAGgEsgahHvrj6gg7VuNFGXi/o9Fip1rqkJVTbVFfYxC/e2yQl6dJd61PnV4M
gdDa6NCA8tyntlJvXMrXgfh/PwTzHfpgkkLHr7neiaKJe8VbXBWr8BAMAA0rpCMjhHP7pu0fQojS
L03vREdYHebp/hmQf/X/O+iECtncJP2QPFupobbagwX3bYAWsX7KHDv6koVL+NiSv2+86utg8bYK
g0AuN/r2NH/W3cU8qRa1Nxfj5JoU5RhVaq/arIu9l4ZbfYrrMPh/l2IAT1LOnJhS63ovQ4BUlROb
xilxev1TonRcXkKbfoTR5B6XJdxKqG4ejY49hQZqVwzX0NhabaCrDJ0naECdknKAAKNCd8F/VDmO
tAx299/VKirxbKh8clmSHvC2YNivvhgr4hbHIFA/CavrXpa+D/ea4ro+DFPtpHbpz6yI64D6ePqK
7+HiR1bsPqlukn2xS4yWyO7aE+cQYIRRufuZdOthtrE71500eU7iQnld7Azk0oiKs4BdeBoit4D9
LL0lkTE4lHbffL7/TKsR8f99JqmMQSCSRfHqmTSrnekx9/qpQSf1D27nFIkAZzkbmSHoPgOeVs1y
OOuDUHZxvjjnvLQFM1hFHFxjRsvARVT1/m+6OUJsswQvMtGSNcB6m9U61oyB8dLJNTLrE8LLn7u5
nc+iRNG1qpZf91dbf/zypZIfcKnREWUTVh9/ZS8Tk1PDOMHG8b5kHvplnAEa1WqrnurF1PwG0tiP
tCY0fnhl5k4kgAjR0QNel8lZTH4Gn8Q41XyaD7EGViY14tB3nHr+QzUS5RK3ix6ESrs1gLp9ZrgO
NEKgOBLvmHZcf6SGFQp6pHN0zmkT77WuH45GioNfZeYUlq6oDnleYNfbG1uazLfvltyax5Uq2hZF
xWq3h9oqBcC27Lx40JrqyqkOlWXET5lLfoYm1xZNaLUekzRpmyDzFsoIot9qvXwyEZuJaohBRg1t
/jhmCjlZQWHneugdTwsqp3RWh/P9V3u7LA0tiGvc6xwqSIDXGyycBFFlW2jnIjQUzB8x6sIz/afZ
jNMxWaIt2NfqKucpZafb5aVa8FXpFl4vB8ehj0wUpc+4kIl96zn9IasG47tRJvFfluJ152xy7T07
rfoFb3sjrV8dp7flkYpz/+dTzn9cL2/jDdXPaDScc+7zhx6Qot8lynhq6vRTUnTqIU+yH7AXjeP9
Xb6u4On20CQA20Jmyg1AdF6tG5Vq4rWRqZ3zJky+u7hC7sxsjF6QPNNPi0F2x9S32MhN312U1iiY
K+nys45OeoIQnusV+nkSlnFUCttFiYGAabYx5HsKuX3TaVsGo++8YBRn+FyoTyFB3GhgAfW1l8LU
zzGoshOuhKGfalpzMlLkKGzKqp0X9u05rCprDzFH/3V/o2+PM411zaA0hhKGQtXqkhiRetWTxbHO
aD9Ph7y3ip3ujOnJja3UX9T4Y1aB8sXyI6ENkvjTPbxBr8+JbmRjk9nnlMnFzq5c9zkGwwHLs0Fv
cuNaf+/hEC/iVscrUBbi16cX2YtSWYbePmec4TN2zuJZHyVocjTHbwUfzkbKtyIc/O/pYPbBrSDy
0vBefa1NtUxIoSTOeYFU4DepsTzW41j8oVeh7AlrxknEdnnScxNjN7CSp5k70E+pWU9D0S2PaagP
r22KqTo1QvVi1GXx0jlQRGpNi3dAgQpQKCop0RhGY/GxVFK+GiozSjL+BJuxxjfSXB2MKkxxbtbG
4sXqC2tnaOjxNqLfkru5DSuEbWleoqJ1QJauX7+YZQi1snUG+9xUbnr2dAgxGiiUl7G1QR7AiN1V
eeIekwaxxvvnfZVUvj0kHDauKICO0qH2emW75YaMXQA8GKdYfy4eP8BvjAbNnVLTvtxf653jZ/6+
1urbqhFrxW28c85OpOEU7sBSn53efrChEOyEOTjn++utrGE4fpKZDhQMZBjfF62K64dLlrq3Qybv
Z66m/lWph5dS67O93sbdl1F48c/GSy96X1vBgGiIjzLbdCRRkfxTpdnf/zE3Gw3eHAw4eTu3JYoE
q2/PGTCEVuFUnydHsXcIO1sP0DSfYq81/vjoSiS5UjkWGDZ+dGsFXpBnpqOQ3ZKeI2+gpItyGGtH
D5JMtz8YUBicsQTUCjaX0c/6oXq3W6qm9LRAt5viUnbx34pb/0zyqXjVCnU+fOzB5JiOFFaSEOmW
3mgr4O/TOFFumHCObHMnWi999ErMGvOh2DISW199LEWRwJUnQWBMCVf37SBmgcUMByNR29mv586W
Z2LZFV2oHeLZ+EcUprNRoKw/j7c1qYSkeSCEMHV1Qqw5ZSJptlYQo79/1NtK2+MpWu4SWySHbqHL
dn8710FHrieZTPREAAARLK+/jjZH4r+kKgmAkzf7XquNnTqBHdzPtEn/HRTU6NWp8Ba4eQOf6v3F
5V/+WzcArQO5OGuDdeYKWI+Y1bB0+mGyLDCUjfrDqGt134cCV6z7y7z3Huk6UHRA7uOfVcipitrq
PXe0AozalKM9z18NBeZO6iBLjaZK9NRETrNx6733Hpl70OxBBeqWOmOjfFt3WWIHqeFGF8Tjh8+p
7WWE8Lna6cWo/nP/GdeRRW7lb+ut+xBmWet2RicpqKbqqyrG4RGVwvm/IXHcLbTDe0tRZvBwMoJx
bK6PDD0liHZihMfS0KnKu6p4drio9pKMsRHF3ttFqOrgxEArSgWX66VSdSxDFwhA4IZDlvqhHbm7
Jskz8gbErfzBLsuNdPe9h+Ouh2xHo0qKo12vWEStaeRqbAeYQYgTgUZ56vXQCjJwqR9eCj0nOXdx
CdIaVfH1UvNs9FYqYifQkuJnnhvzs5pinVWH9bSxjbcPxUxA5hUM4iiX3ngtvw3h+mF028rpnYDp
QfwJmryBVckohRmbj0EqqHEhzjLbAVMoO51U3NcPlfVpNYeR4QSG3j/YuXRLdscOgJoLWM2Blm/E
9vL1/tm/PSXMdaBIQoOROI61387cL5gSuksYdJHQfRs664MqNEn+b80T4M2Pyay9PaMUoaEBB7kB
w7PVvVCEwzS1ZAgP3KX2fi5F9OKYmbHRFnpTzbmOjp6cHZE6Mz2lZbNaxtCi3JrNKcIp0CtOTp63
u3bJh9dEmWd/TIvhuW4YGThpGL82ZpLuSFHHeId6eXJI+ZfftoN+hojTM7vUB2cjqr5h9W5+H7kj
80rUeG4MYsxhQpkr15QgtYfIbwEI/MT+aXgU/fgtrxA+UnLbOEKqNvZGVzs7qyi9k2WV7X4OY/1h
GKfuXE6ZedbT1pCyMi/NtIAIbfIIcX3X2DGbFH9auBXuMNEjcOeI6CmKHR1sK7V/ZuloPyGWlR1q
0xyfFHN0gnIqpvNQt97eEoCox9SJNu7Ldz4lhvUAkWVHic929dFWdtGSqPdKAFJ0eshjxBLntLQe
OqrEjQ1+fymJcmcowOhrdTVXmWhNq5qVwOKCfoZ/jtw0WJ6HaCjFxlI3N6QtUQ8MKZkIAAz3Vkct
R+gtQwMleXCGNt4nqaIHXtyqvhO3SmC40PhME/2o+5/tzfOxKKAkhm0sKK2GrkMFvEDCiDGlDyiP
taekt9qT4SbDqTTTrdv4vaVoeUqtYIZ6tLSvl3IU+C6xHaYPSldhRDPZ09OoT91uaotygxp+E4x4
qt+XWt2OfT5YszW5Kapmbu+LWCsPc2zEe/b/nyhigHl/E1c4SYKRXM+ViCuuEfLF1YH0ZuiyToMe
4NBX1q5UqmofZXF90KcFix+njB5HC5SHVTrOcVaMHtC/soAbRj5BT7Xyk4fWzpc5Gmp0YChMqjqP
PprS8gsdrO+AnXC6eAnXmx86Za2lBuorhP/iU9pb3yddi37krHn0zLz6mH7h/3aEaQXwSIaqHDDj
ej0MXqIRKfwMg5WhPKblIp7TskejpHQUH/2CRvFHPW52C6lb6U9mm15snOA2EsAVWfTtZ0DOAaQF
VQW83xrlp7uNWpat+n9IO6/muLE0Tf+VirpHD7yZmJ4LID2Z9LI3CEqi4IEDb379PmDVTinBDOZq
NjqiolUs6gA47jOvSQ6ONiHcKMno4w5imPSbSU0iTJfSynk26y5qqPhk0/da9WmwOHDvy989s2aY
4asQONVvKCaLJQmcHp1XYSeHVgZvOAXIW0HezzYGu/vCUMvCHauRRjNhBJQOss8lyqJqii4usOE7
iCRVb4IstVwD2Pk6VKz+OPil6dm4IdyFZihf+QE+X+/vhjOb75WMZQDDe7W4Pp36AUHBokFC7JAr
3bCxazk8FLFcr8VYjI8GTc0L452dZApEXAkgzWcV+8WA/eRPIuvSQ2cOGgs86cGuTE3p9o4Z0o53
QsOb4AAE3pS2qlcMyOawKS/ZH5777OCg5x4HIZCxDMl9UTkdWoTpwRqs4XEABLYJcE076Gn7kZ/0
nzTJST1zrCPPbDDmuXB9nDle56gS7AIJM/nOPC2/xJfNVAajL6b0oLepT9Gotm9qU0QHwBOXjPne
zjBLmMyfSikoWuoop0OJDuJ+NzjZQSrD0S16q6c87EjPaHU+qW2UXFJrflM+mvHngKzBJRKMwdlc
nF6QzUDNKk59GArL9uQYkcUaEWEoS2HhSnmOgEoGC1BunXTdaVq7RZrGvqf9aHyyOv1ST/bNgiP0
oB7Jkptl8gAuLz51mTdmOkrDsEustHHcEojILqWp7rHUBNogU3YT8R32o+j0L7T5y20USd9/b5dR
Cp3rlGhC8DngK6mnc2BXsVH0BYSxVnMGMOFd6hpWEV4hxTFcDVZ5qTy+jE4ojXN5UCHg8iAtWwYK
GBkTbOWGcnD03FjpoN9Xmlq1Lr5EKlocauolQW5eOL/nkOeX6BaIyiz5CAiU6IuLZCmHpJd+UwB8
l67tsdAO+WCFd1Ijd0j8t7Rlm87YDQUmHVmeXyrQnx151sGYecIo/S2O62EIKA+NsOWUxJAPReDY
WxwC631XIB1dIZPoNrISktjg3Pf+xC7qMbwzgkwU8KjizSfostgdoycSdnRzjjW4qFXSKf4m7qvf
7FHOo7CpwAGSjpImLmXdjdqqGyefsuMwKO0ulBvNDZohPFa1PHmJMkn7999qcTq9jke9QiM9nAGw
y+A2A+/TB8aYHVPbilemUQW7amiwAZ/US+3eM0OhRkZNBC4fQLwlxgj+edRlqZ0dyXKZJ1H4luVm
PXqlThnblxLEOWo9XaLOyWiLfQhAepLqDM9KGiGa5UUVHNi2N1Pa+MUjgbx2xw1dPgm9co4Iimku
Ts7KhfhzcR7PH3euK3C5cDCBa1ocjz2GLUkaWtmxqPQsWGUIVnnwNLXHStOvdClDDvP92VweyH+N
OAM5qM3O5YxFrjI2vLI18o2NYBqvEmM84jPl/MxbqTy0+Ofd2wpRroidT41j+bIXGFQ6EMLNeThx
iTu5wDdzMs3vT4pOPojeCVfE6VnYhnVdY3mcH5PJkOj8VqnpdWWtw79OALQ1MbORqcFW7a3Mk/y0
CVwFiukRSHG9NkIdcWmNKmEgbPNjWyAyaSEOoK38bFTWFz7cueWiUGdi17EZmLTTR216hba5JOfH
rsPAMoFIi/J/YHqWr8vXkUSk0oCP+1ratf6hLmJtHdid3V2YvsVZ/vq95hQTVfa55CUvAqZ0jpbt
2MyP+GVNICJ6o6N5boqtUXaJ68eN5Fpq8pv95L9GhcVtzVJapEqLVepLmdXZGbMUJJp1A3D1cz6o
BSCXcVp3IEm9Qg9filK2P0xVN13Yp+cOBa7K/xl8cWX3fjmgLlHnR0Ej76ZBwG8FNc88RKr48v4U
n9uMhF8qmwOCGJIlpzNsC8kPCzHmx7H0868AkpO1lbQ9NSAuajcjE9q8P+DbqwoRAJB29LSQ+HjT
rajMWLQUfvJjFZXitgqxOfMjs932Y3OHTnmEmKk9PHXM9IUz/dwyAutCT08muaJDc/qmstaPtRw7
+VHCWmYbyWW0MnpIskpmhVeyhVL+FIAKef9tzw4KANlCmJFe9pK8igIyPZAxKI5h1E6PsWmJay3A
h9CqMmPj60F1HwnzkjbyEjb6unbJL2aZRMBh3Junr1qksh8kg2D5hKn+PKLDv+PmGtd1GdcPtWL8
xFXVvLFr6VMJhf2IcUdFEdnULrGnz709uh4QFAiM5h7c6XP4gxIj41Lmxyx1lI0+mu0POXToTPdp
9HVwDP96bNv+wjy/TuTijptLUkA5KRKhRLyYaEAJdjKOlPnVCvl2/NSlx7I14PXb8fBBG2W58YJS
np4zPTU2AI/CrRU5I1NSFHvfL8SGZm94zcRdqvOc+RxoVVP+5aInE1kG4sKksdqaWXikl4PAUmuP
K8uotLVVoYo4Kra/Hce03/7mCpwvGcJRthtIkTfNT18SQZbgwHOsuzDA6ApItSu3BSYNBAPZTde3
yMcYlXlhFt68K8MSdvMPkEfE/ItJEIEuGRDCw2PaKMrPFAfpPXCV5JDm/edoPtS0YbwUiy7GBIYA
+ZfqCYuN1gpSFafLTQx1ovVpmd8KrF2ibeXbvZ26oGoLo/Bo51nNnew3bbpx1GY0f69kxeBzbReF
EXBPMHWXbuvxFGYUrKz2tiin4oo87iMVLthLQ624aJsMFy7FxbkNFJLkkiYQuI+ZC6YtypOt6Eyj
0I0GJnOzrVr4kb2RIPeOwc0O7KJ29/4qcvh0v+wphgOKDxBz5uEQ6DuL27AqLD13tF5/kLFL8waV
DCaLEQEwUWgjUByHdS9XOK6HaX6dFL30+P7wi0vj7+FZUmTy8zW1WE1gCOBya5H+UGtTvHa6odtL
WSUDhxydVTyoT0Zvmx4U7mr1/sDzX/z2vf8ZePHeWh1oTRgI/cGOk2JVI311H6uq/fT+KMuF+9fX
hRPDRkG8cVl+DDB50EtR6w+xk0ifqw4qo0SmuRltK9gVZepcZZXWXXi1tyuIKUX3iAoF4kegbE93
S+XUSSAHk/4wNUW/wS7OXJkNiGYs0Aw3c/xLmI/lrfQ6ia+63uhosFOXGjJpZEW5OZn6Q9mJ1ssV
s/RwP0OGXivGFXShYGPGVbxJEfV4KlC09dRQru5LdFsulOAW0dX8IK/ODBoR5WybME/6L7WnpLZH
JYli4yE0g3xttGV0UGt43FNRXFJoOfORMc6CvwLrCej4UtzKDNISNFhvPAxde1danXLQAsP4mnYJ
SClrKC+Rfc+sJBo/lFHJWkG8LnELuVo7/lS1xsMIq3qXZ63zkwtAWvUIc6x9fXSwAdQvcSfO7E4N
CRroj7PHG2ff6ffEtE6LE7U1H7DPA1DqxM3eGVoIR0WjHycfPkVSFA+6PIyX/ByXd/08lVTrCSPn
otKMtjsd2u+x/mpzxXgQIxTY1Cxp4epoqvsgJjejL2NcmQTR2rCwG6JV3m4KMEBuiDTtrd/E5jrM
hbyrg+oScP10HsCNcNETes2QdTI8EpPT51LiJAyp1Zg/ZqKEc0WxM1Wv/EiuSmflaxqA3y5v4u5j
1haB8Xti/a+DMyysaHBP0EyW8LWw16iu4l72YxBWtElwYTjwEcNVYlqX6M+n98JfQ9GngHyKp6IF
Zu70PfWYiMXWBvvHCExtm1pKtenVdNw5Zov0gmTB7HcSWf5g4wDmxviW/tatS0mUwYGrzcU2sCUw
pE7HN1JlaClvxy/FAGFk56CuKN/VZdiZn5IyVHrflVANmC4cnYuCwjwsxUWU6ajacusjIn06rBqV
+djopfoy1ZkEQ84JzWSNEJVZ7q20El29AkAkt48adEP7DhioHN+MdRbWrq76QN4RkPDXjU8GfSHs
Oj1veKLZ1xiVbsrddPjQhzp9MCIuIHtmJL+AkoReoyeJson9vOlWRp2Vn+1cdJco+KenKXVsuO+Q
R6nmz7jrN2BJW0K9r7OM8Cfljhqn7KH/gBvh4CpZFv74nXvy76HmQGS2vCGYXRzcYdOy4XCy/wlZ
L9KuY6cF6wa9yU6fFDW27sYuxIKQvWYZF2Z8+V1Z6YDoIUlQoEOEY6kzQG0brylniAM36az2KrJz
bTui6q+5kWVKOyQH8ktK72++K7BetICoe2D9yMm6mMrOxw0qc0JsYyWLNrsUNIYnAk71Vi6C7fsf
9vQE58MiRjMf3dQ66PqxqU6XjcQZZklNWQVubJj+rsgz+vpp0bujUKLbfrL0WyTTEje0pmz3/tBv
XhOI7VyWY9HOShjLoaupo06ILiRO47o93gTO6K8zcpZbtaQJ+JtjzfB8ByIX7CmQOMvGdx1JLaCW
3Oc1Wz/+ityhMF3QYu11NtVOfSFEf/Nm6B5RLYUYRbmPfy7OxkSJKZpPSR/SMAZmCMooydw6Th3H
7bmkLoz2ZgrJfujt4DrF0YTC5GI0edKDKVBTM3TlQJd7RkMt1K2M0Nfpf6RGMoN5YSU4xlgctVG3
P7//bRdtJtYQX/Yv5QaqhfR0F5uzp3Kbap3mhy5dEFVGTFiLx5XoMzs9FIODr1dVBDGm3XJl/wht
RP7dpHHkz01TN7/n+cWzzD6/s7Y/LcbZCXnxLCHR8mQ5vRW6raVF21ZNm6umEB1TbuU4Ek2XpBje
fH26i1SzMG6DuMX5sNhAatcGA4VJyAp539QPdFLbDeJSkqunqb8Pk6K9D0ytXxkEIRc20DLUQN94
NuZh9/La1EfnK/qXaBZbE6uys46hBy3OvoyZeMB8WftQ5DLdY0sd9wly8xcOjFcZoH8SIzpNxFxE
e8iIUh4Ft7e4ATs/4hIqNDl0dWL4+lEu4ZGvqiEbc48/60+aGQ7FbkgH9YvZZNG9lqlt/mymSndd
o8fYu0aRjB8MOY8Ud7CyUVxHca5/BrRnHBWrHu6qNoS0HgVGL21rCJfDV07D/rqRoRx7DcFbdWep
QdL+lRz8x/fhP4OX4u6vd6j/+7/483cKm1UUhM3ij/99jL5XRV38bP5r/rX/+c9Of+m/b7uXqmmr
lz+Oz6L+Y9PmP56bqMiXv3PyVzDS30+yem6eT/6wzpuoGe/bFyTeXuo2bV6H45nn//L/9Yd/vLz+
LU+jePn3n9+LNm/mvy3gsf78+0f7H//+c57N//j1r//7ZzfPGb/mvqTR9LL871+e6+bff0q29a9Z
QHbG8ZI9UuJhpfcvf/3I+Rexx8w0A9VgYgDw5x95UTXhv/9UbH6JCvPsbcjVTZL75x910b7+yPjX
qzg6pwdgbg7EP//vc51M1T9T90feZndFlDf1v/+cd9k/i5JIF98odqFKsZG/i51/uhVaNQogssr1
tiGwskN7hTvAISh/Txbn72Eoz89oIZQllqJV41SiNTuN9baVpKuiQVp0/OZrP7QhvEv15EK37BUe
+Oal6JTNph6cqkuhh4RXUnx1qrd2Zd0ExKReVFJDk6zKs7IMy1pdrIdELl19VFaVHd7FnfRV8bPH
3IqOYgr3Q/Wgm2Gy8YP6G0fYU1NLH39ZH3/Pw6/f/ZXW8OYZKX0RjfPx38gDKL3mq4Mz1FvfAUQ6
KjCehGa7AlL/Kk6lx1Apn0qFylQgPWCTULqTJEpXioc7PXauZXXYJxLBsTBSdRWWBVoyQ7Z5/xlf
U5HlM7LGyI1n8y0AIaeLIwQYOSVmCWIQaVQEZUdXaatNF4ex28aYxOrFZ31Aa0yUIG/i4RigFOLC
aNoOWrarwtbwEHb/gjb01z7PH6cg38G0Hlx0an9Pqf+v9YVxHyuYnYbH4aInI1FPt1KLrxmoekYv
cKzXGJQELvL8blI41g4aT+0mVd5Ber+kED1fjW8+EzqUsGVmdsAyRpJbW5iJDw0/raJtbvrsI+nL
+1Ox3KYkbKgEzut5Vp2hL3I6E1QSIj3U0FzPZPuqHetdZCRbpTAvwCoXEckrjwnuK53L+X6ySRIX
4wBLAGiLtHflVC9BbotjnWAfU2B0szIyK90mWG4jGJUGqwn9WHiG1cP7b/pKZPr1a86viloXnYj5
juZ/p48AfhkQNrZC20R3kmuKTv26ykT3DUW7cYO8USUdgqYfP0Uigtkm+QoyIoYOMrq1r7ESFKFn
Zmn00ok0EWsHd0sg0dqwn0az3ykGf9XGNKT661D5R790QHfTVge36WwVPGemeBKrEHq+HFUxiYtQ
kII3b1uBQYGGeP2qD6xbBDM3Qzz5H4oC94kmDq65+LUdj3Etychk0ZmnU6UMwZPeIHACTDX0ekBb
ru4Xt7ZADRocOfJESRwjY2ElLgi6azjk6bq3in0zygrQSZlwFFx1CBfqk9RL6Os5VN4CffimE+uj
LBitbF+W1ma309ReXWtd41wblKzen45XHMxyOpCmBOqJwDQilYuVh9OmDemrrrbQocO1GoeJ18YA
4DkaHkhNvLyPHprQibb0XwfE6AVOBBjP6/uw1OSXNjI+tq3W3yJJ4rgFK9vDdc1Clr8YibptyRu7
gD6L4QZVwIHMK0ufhoofiioo3apUgq9BnI9uFLc7LhFjFWglGhiy/fP99zy3wQBSooKDyiCztcgF
xkAe6HelkFEAwX9Ig6g5BlP9VLbpy/sDnYa9f+0wYD+UU+m3YQW3OFN7oKMV93y1FXKa7PJyklrQ
mim6PK3MqZW2fbPu6vRLzDq4kO+ce8eZBEYTmVCf7X26sygaV4poBKYIUZG8lLV9DHES+4LR9SWo
4mmA/fqSgNfkWYqB0+rNSP5UGw0dVYGoqAWdF418keqPAWGGPul3kS9+/PZHpXNGhUOh10JqPr/5
LwG9IpH6Iz5ebeUmAjSoWQdlmNzIwM0XoZ2jnihek/4eafn1JRmUsiFq+fDXl1GGVJCYDlE/uzBo
ycox42u9By2pQiS8MHHnjmXyFCbOkmd41RKPSTyPo0iCqJNqiZdgTJ41q5+2jtF6nVMFNOWHfd82
P0u5zr06S76//3XPrJt52XAgI2BHcr5YsmaJclblsG4qrXYzwziiRrypy0v9uTOLBhggvZVZon0e
73QSHdQAG9/Pq20xqd1GnfKPUZWukIpMcSpWnoSSX2o1LGrhf0/hXHAw8fkhTVquG/REp6GSyq3a
OMYnWg+eKup9GDmcvmP6MI5DuJI0U+zBtqlrW63iL3Yt1uiBFRvD7Kd9OArzgu7w+cmmvIQcMLSN
N9Gr2UrCzgOEY1Vf3jQWbOnSHp+F870a0B6zpkFa63J7R3m/dvvGri9EfWenASdOuk1URwCCnk6D
5WuxUfVAWo0+fmicfgtK6lo185tRDb7F6UX/vWX0xHELlG/ulFJJI0lapMWjiQAWJXlU4CbnoJbF
pzK+xPk/90oz6JL1a4J8WgZogYnMgT/B4goqfFz0pss9pIbGTa+Mn2noXbWXAPpvMpDXl/pnxCXB
MXDCfKjykREL4a9jX+puRSXiVZZ3z5iNqsMafHq81QvbWFk9IjWEci3e9V2t3qSm2DmxMcwqus9d
ph6DUsr477VhF1vRy+/vbfgbM7QOpBiuT6ezPdZKLuddW24TKf5opTB2tPLGiMMLTYdzR8ivwywW
VdK2oWm2Xbk161JeSU3iBemQrOg2hRfOyjk8XMQrcMn/eaHFcirge0TTwAtFmKREWrfOOuk2bc2P
TXbJufvsTn2956DIz95Viwu1p7sT6mldbmOtSN1cv05ax8TqUbmpbQONrnQvJekO9TB04o3g4f2Z
O7dvZgELmaK+gdLB4kX7IYp6WbDEMjWXUfGyu291NojP/3+jLA7lokFPMyQy245251ErWI9BeiHp
OBMRIaKEAczcXCd5W6yNwfFLvy41ASZjOHZF/2X2XVfq+M4KfYpkWboynOBShHJ27mD98eUYldrv
Iq5F9QzulrDE1p8GZSvlA2C28SEnrN0Drt8aPlRP2ayVXZyn2t5X9Kf3P+yit//X3cN9zntT/yTw
XOQ58TD6gzpkzJ9QvoJY+CSFSeCZcFuUIPswlMkXLM9+Nmqar5tEydysyFbvP8IrBGWxV8iVZ9I3
nShgR4v1W0Qsr0TkYov3rr+dqvQlmpSHDhg+VXDJcsHhjR7uP/dlX2mHLEv6bdOp6zDSrfVAnrqi
mJLc1xBNt0qZH4LajL2i7tINzgwrTZgDWJ4k2ae4jaB5KbyqmG4cnLE2TSc91lVYXylB/3GUqg7D
Z+NqGJxkS227WJV0g7cWQtWeonXyqumlPSCl6XMbReR0QeRDwatzN2PGTGkaV6ak5G6kYqxjCXBD
o5Y89mGarsxCvxOVtY/DAn08WF+rGQKAAVh2zAPRXOtykrrqFK3bJngaurTzBAzjoRquAzvStglu
ap4W2CB3JrNzMymRVzq1BR1/kHodUyPedFL5aEajCusvMPf+pN2Gg2a4NeU4vJT7/Au0YtWVC/+q
zKp+W08SDQ3bvu4KI92MMvokpsC3FRxv4Op1oxySypbmQsXPzLC+RXVyo+XjPpLoBQS107tKURlX
rQIfuAj037/57RkuBOUawVn+7+ld4CNR4SAlIrZND1hp6qfADYPwXq6ju8CJH/itC2f1mXuZRgOo
LGrxMAaWqT6EoEGKw1Js8xY0oUjtwENmde0rKNJPuF71TX7hFd+UtLiY4cvTWqIDT59wKaOiV2E6
4uxQEGSW6qo0xmRN4St+LHKrcbs8em5Lfmh2ibMWjnGfZdmLKJprHg1Y88wK8QGI7hUnRuI/GsZb
o8nzbzrQo02rmOgp2Wl0CaBy7qSwgWZyqc0YeO7p03kBhZ8AgwzEthbZtW2JQztIzWHKwltbE7VX
2TAucR6IV06p/uwk+1Gv+t/jXLyeVjOvl+CfFIQCzTyVv2RYWN9gLtBaBbdN5hnpzL2juRpOF22s
5kW2OJNAJcznIR0TKg6LM0mrhWixwy224NO/mrGxIeG4EGHPR/ubIWbYGEBXFLOWES7VirJFFajY
Jr36se6r2sNTFDJ9uKMuE7lz9GMG2r1VG5f6m+euOphuxAyYiswao6dfMU9oZWqDXGzjGkNr23hJ
hf8EzOAOX4U7ozBGL48vyfidCYhmqyswnqQT1IwWM5fYiDbIjcLbJkbljf70WBrZ2ooSZ6P7/QW1
jXOflkYC9eC52/GmutGOqV8M2C9tU8O8k+I28fQ28xLNvBJWcSXp1qNWmo9xKH99/yo792HpXoC1
RI6JgGixagzsEwpoN2LbKS6V3rVQsa9PCyBMolTWxqimhGXJp/cHfc1IFwuJIiVAYTQ4KJEtIUtJ
V2e1wcW27SYn2etSfa0opGsIC33TkiGgEzearj1k3yKz2c1w6jxJrpTR7DwJLzYvsZxyTVE120Cl
nrygApPsNgjgrqWC476Kv+N6Si0QM6NA6msvNzXDU+rq0UqMb07SfLHEpK0wsvqgJegitIpzM1kJ
rT/JCV27CJ+FpmYuVWNMGhP7ijpN58LdCVdgJsN1VZc2qqCVugHsLK26qHx8//Oo87n05vNQSiOJ
BOYCcfd0tRupbuKO5RdbBAAIpixJR4iOBEygeYDbgHHQxxazAV8+jHN0EEpq+TUdIc3U6fQoh/qq
gfiztopsb0xFvFasQudjlLoXR/oX046zVRxEzqaA5vz7FxMSW6BmXtmvtKxOn7wJjChMKsEtYQ4B
+gXphEL4pIAJHIJrWzCrbWnbF/bOmaQRdi81d+5DIOCEhqejpulgYN5iFNuq15tNO2BJp6ZUIAT3
MiUQIaPymc1wBMnfiDRSPBgbHCVxLgNS1z4gXfANqfKPLYZjwCWm+1iY+gGhDwB+hSNduEnP3Epz
kAAgj/qJBr5rseVE3QSl1epgA9AMrJr4Sct9ms9FUXmlHAzzv+Yxm9BVUtHRiCmzXa/2yqUY9s0a
QzeXWAURF0Aqb5hOQ1wKhCv7fCuNCeb18o0sh15Sj+smVFb56Fz3ESGsXV9KM9/mDwCNgAFj7kCJ
hjtkPpF+uRCNaogMv4uKLeBb/BwVZyvCKXHxLvbk4Fvlh4+sUncwWuD8F975TTK9GHpxi5R1pISZ
nHJFNuMu8Yf9WNA/EN2FGb4wzLIkjjcmlMMyYRM43RF/I4qr9VYtLtWb3lz489tgFgFJiSnE2Oj0
QwZyZgJ74UP2g17tfbMsrlJFv8RNOz9fKCXNLXOAj0uyATZJLYJKcUGfItmojf4YmvqNGYXfOse5
a4MsdGlqXZVVuVNbe/3+SXh+cC58zCmAUb0R5xRp15AMBAwupEPeavdgqX6MSYOsjXgum3IPJTj1
7OopH4v9hbHnU+PkFJ6/7y9jz/HBLwsVk8koDAPGDqJ2Y8Cfr9BlCbi0itFc5V33VOrx58GWnoZa
XDsA2d8f/02MPw+P/P0srTQTyRaXQJBb6BMkDl7l9rdwtmHOgqu+vFXTeIccwIXB3sQ6i8EWNZFJ
CiQSaPBKWV55nY1MFQ7dvaFStb4EX7o01GLZ+jLNQ1LDfFvLOQoJmRdw+indg0pR/v0veH4kDJC5
FpRZ9ut0AjW9FSVWXMW2bSx9LUzkVGgVDaSy03ijmlA7/xfjzRE/O3LW3VpcQ/B+YcS3vNnoVO0m
UpPArbpUbPwqU1ftoKUXVujZ9/tlvMUKsfqka9WMSYsCcWcp/bGuyn1pN56sNrv/zavN5B+DiPhN
HyUeqQ6ngHu3CsL+rrD1G6cuvCrFlaFKLjXT38Sk82Kkr0DxWibJXc5bLam5D7mD9xr1mm5uto4q
86Z1GkiF0z5OwSNI2of3X/DtrUznnnqg+dpCx65ysQP0Spbkxp8nr42wilGlVe2H35oyWyuB2Et6
dl2GZeQG6bjOG+sx7aoLydWZW+PkARb7AjMvvZcH9nsZAbtJzZ1OhyK1+4f3X/TMrcGSIYOjZE3z
YImiT0toMdHAx62RJz4Qm5cuwLZLSxPA1dvTkyKhPZtTQ4B9hWH9enrWzcSxnRDDmqr0NYpk/0HH
Kxk6nOmldb6uezm8H8XQr0dt/D6KmOYtJb9VokYaxS/5EXXbn3YhSjey1W6LxV61b1rqa2kpHhNE
DjbWVO1GtcbUUjtCy7ofc1G4cWQO+04Ju00fGZIbdrBe0PCUPWJ8yfNV8YH6VH09IluxbSh3b4Iq
16/8LIf4rlFr98wmKXKv9VnnNMudysU6ItrWXWb/LDoZaYY0NK6LLprlqO66VsuuEkZa4VvgeE4v
H5RWs1cTNBS/T5pNVzvt3ZQjbts5ya6rcFHILd4+yaYf6G/qN6Wvfw6ob60Ger4l2g+ulTUdxiDS
By1O02sm6auRmsNjQ3bsFU4wuaompt0QVIY7jb61M0WRu6qRlvu+k9qVhISYp5bxVTsNO9SyUtfJ
8Mq10ra8D2Pd3ra55d/qACm3oORSDFLBWOgGWZOpYHcVGhEWk/IXUbdPveRLrpart5avIDApMCk0
R9XYVDVIZuA81peQcb0I9bvrzNIaCn7SeET9vl/BB/DvQ9/ovDyKqwPNcoQx2WGHsJJN15iLh32Y
JC/SpJUHUx3FjVwReraN745tUK2h9RhrM1Dja9sICk/O9H0lh8ZaNxt53yMapkizQUGW9vtIV7p1
rimP2hg8+1kfu3H/CGC0P0SKhYO2qAqEA5Lv2PaIm26qvpFmT7y2s9Kon7uOPjVbTUtjSIXFrgdb
sNYBhHEHoo8wA312ILwTFy0yhPvQdVcx1jadUcOeKDZWtI21nWTmt1Tembve78JthHiHO6F29nkU
uPC6QxC3V4BzhgoTSX+Txs2En5Ba9OusCg99FdUfFEAuLlC/znVwhNwqWWCuLMR0ESyqh11GLTHw
4rJax0HxubDrdBNAgvJ6u+/v7abzyQ61di/V/lGYo/wJqybjEABXvat8oUnrAnqOW8Owl0bdvzZt
SV/5SBJ+xfsh3uZ8+HqN1G2vbTqcKctdNyjS0dTLpKJ8XBm5q+B15Kihq1pBuOm0qb5vcxxKrAlF
BPKxBG1jY/Co5+auMQlxldGq2EvysDbqOt6it2Xy68VHS252StYXz0ZrQn6GEkcencBcJfRxOxCQ
+7Izm+dQE9k6hlzvY4lZ9y9GGKoYTOl9Vx4cteztlTRKsZfE7VOEyLpFwcJVs9Br/GEtpB7OmdNs
0rAxD4NqfLHCQbkqZQXcnUDsq7es6RZQYOX1gbRpK+Zk0loy5LJuq5XSkrG5CISmHjbW3TZVSokj
Rer7azUInhu5N9dIdTeMYcTaSq2C6bYRwMu2gT0CLyTtubGy2ufMqNrEFcpYB+hdTupGngrKnnZQ
TZ5QayBKQVCqW7gWfeyJarDktRUX4lbCJPhoZU53qBX2zEaJ23yNGVb9GI2SskeMTk/cPtOj70Ph
31qhXXtTV5vrotMjr5N9+V7q6Bm7fcFJNmZmfu3H/b7r6xstDHoPe+QfRisNcDvCKFiL0pkqT4oM
apJ+6pt7pTaCeouwY39j5MZDomVejTQDlvRmc5UkYe9mAoR/KQ2enOi3iKneAVW87xV9E/riE0aN
Pyr8KV3Lka6MNL2xA3lnRf1BR1nftSKzWFlWGHptpXySpomyjAwEo4XtujbT9DACs9lOdXFlm+n9
JIMxtzF3WE+1lK7IPz6bqlWvzNxsNomsfLIMboySwAdrKO3Ohu/kQntUtkPY3FGz+5HZrIuhHvtV
1wevPvEeV85HNeVfO431k4FaRKP9Y1N2V76IPuStvuq1T+iRgsSs2k/IOH0KZXLyzpZIkmXx0DvN
I8YoRynLE+gExbUdWete0gE9lQ9do3/TLfBAvdmv/WmkKR3tAr6MMjr3UuOzxT46bYXXuokMCwIn
tt0eczM4IIBsuIrTK65CLWo1lhRSzSq89nMDD8LsJe74gM7HELpoKZwPeR5tqHXvUQT56cfBNs7q
Y5CGV6HRrge7fZHT/EPX66uwV/rDlKhzsZQo3gQ0FmuPliJdcft7CknpGBlbiuf/h7ozW5IUSZf0
E9HCvlwewPEl3GNfMuIGicgFWzAwDDAMnn6UrJ7TFZ4xGSdrbmZEWvqiqystHQxb/l/100uvenYM
crackjxpGZ48BIZkmJhdNvHm2vWWXRJiLTBV3dxaDr50vohHT4PxOsdbJ2iv0CvOQj0EaEVZX4ku
NVbX6tIHR8SnzrPl9zfA3rR7rDPpGMcv+KZeuAYDAfiPwTjNW4KCX0XEha1UvK2S27AMC8sx8ato
+WkQ4UkNTp0xjekI2tNurv3DUAbOzsP/YLyyvWYVqfPOD0we2SrjgUZePI4STYIEe38OgfeNl63f
9be8Md9B5tCHDr374VD3UxWaLQk17b/MxGh6EwjEqLY3JRKzCdAr+JtUlC8HVDB//P4Y9tHNdhW2
w7yJgFUc/M4uC6Upo9GaUSljrjpGmkAPCJ1f/OxOV3C0XEGN+1j5026M6Wd36g8ului5o9wLIysE
v+fXlK4xYMo0uBb1vUJubbyrkQrGrbu2ni5hxUaChbUvbXRU+w7zPPzu0OAwq+hmcKKLpX+1aysf
PlME/Hr4XbO8Md1QFFqvF2dXtclvraqCu3ZblTqb3BHUuiazoAb9/VP/9VC6ErZWYjcodRARnp2x
OXdLUCnqBhN/yErqppaFVWK51VOd2prkYOx8cif89YcB0oZa9+pTwpXyPAvIt0kXDmv1ZArCfezo
DIft02L9mWcQB/r19rIa+P6K4DmvgBJG7Qat03arEZFXJcFWEAtqSFXYnfvJL/po5q4XMxx+QKAA
z+esiua34cSGCGNFosUBoASy/tVtHv1eLpnX9GgKeX4+o7Qs48/6nusffVaS+fvQ50LMVqiyoQOe
5lzPFxUyJ3VSr1u/3E8xT5cFG+JIooP24z+/ar8b+Oxr7S1jKTGRduuVyb2j+iJoZDF2zSUwvX/E
Y/rfrxLVA0gLYkhBz9pOZglWnA7KTlaDq6bn3OCKkoF+/AmH9oNVAPFU8DtCFYn3eN6CqdzWCRe0
97fjNKZh8uTWE1pO3o70fMOt6BOpykeTBlZa2HIgTUdQ0zkvxQ7HyJWA8YO91B9CWx8Qt2vtVMzf
FiVRQsTjTcvZe6g6cgijz3SgH3yFGHQlZYLBsMbdvq8EcVJz3YoWr28R6AgMMy8YrMuZGh0//9Ml
BgbW1fmzEm3Rdz77OmYJZK5RXbslegkuZCCWQghXo/kw0R0PIOJa+sUg7GwIP2kbfXCz/9vIznmA
KSJnoU6I8COjPt6v3cMy/iwf84OK01oDwmsEyWINcHv/HAEPASKD4vsL5uGiCXfIvfZwnQD4dfv7
p/jB7IS4CMoasGvBCzvP/RBhokg5YY2Jufridrdq5t9aK950PdIq+s8AQh9ND9g4UUWHSwQ9ybOv
e7FiozhO11u0zDI1hIVqXbB8Pnt6H7yg9X64hvfCuo7G8vunp2i9zC7BJwdJwotapYmBf/P75/bh
EGgJoFgPdxb2hPdDmLpZbGljCEPnUyhEl7rDZwSZz8ZYJ8nf6uKVa5oQZC2cXJA2hbZjOnwKxPvg
hYCmigUQvmkom382SP82BFQvk0Q5o9nCtPsYt/Sblj5QnPM/2J3x569+QFxUoRk+e1zaxMLYIcZp
ouVRC/amPQA9oBrf/P61fPx7/jPO2SOL/Ep3gURtD1IdK124zqc4vu9Q0f/9OB+/mv+Mc7Z3WNPs
QYOH3wOL3w0SYW8sQT5rFXw4BniSP/1UMCGfPbNxDlWYlOv+FJWbsXR3HVIt/sHPgK4JHmdQWKFt
fD/DZDzHBrIEFIAH68CG5qi1v/v9EB+sZCg1QtQBG2GA33LWhLV1AnVignJvu9Q//HI8zYK8db04
Il7sz9dlsAzRn8OxFjCA8z6do8o6xOtvtgbnk5Qs+En6j7UqkMRAHQP2HV5+HP20UP/tg3GSliea
rzF1AEgmVtulYGMWfkeBhI4/KVR/NAHWwx8sdRFsHL9whqYBmMzWxliDfbPAgF5+tsJ89LmAg4Vl
H/5ddKjPXk7rqDasAo2XM4vjeqtsS44SI/1E+/LRMJCgrGGDcLSDnPB+mtUQkMRViU3Gi1jqtwYl
Stx6PJX9fqr9TMo5O7Viu4xwOkf3BMmgZ1/lglp4XNaYAChCX7VAW7ikQHxLKmWXRzJA/BkUaEmU
DyrYByjnOBVCIPpnHtK0CZ0UAJiMfxXLeoYAZqUT6eImW94i0kioQzP5d027bKyI75Q3po53qRFZ
9fuf8MF2/O4XnO37PemhBEi8ZlsPHqrLb4Pvbpndnlwf0Ruu2v6D0QJI2WCoxPs5vzNVyWjTSGIy
U0Vze7laA2Us0qWm/UGTz5qEH00CnDT+e7CzpVmAl+HEFIMhVSnFfpCSMUqj8Omf/CRvDaSCSwe2
5fdTrSF86GODB2iCOcUHkxmbbCvo3iXO9uFn2Tcf/6b/jHZ23NUaNWfZYrSljYrIm7eB9UjcT5a1
jweBjgPIXuye51FwpY46pBJDxoLYy43V3NhJm3P1WXTAR+s0Tuz/PcrZt1Prxe6j0EVbjiH7OrlY
BpPGKPU6/v/lzzmb4hLiaD17GAiBmnksvtbuc9B9Rsv68DtaeSGA/Noo/p9dDrDXxVqMznoO6LfW
9MMLu21rRTnKXZnVJZ9cuj58dv8Z7dxLA+0CHfsJo1V+vzFVki/wg85o7pMx/gc7NpAsyOgD8RqV
pbOvKOxs6dnhjMkAEAisCIWIPwuz+HC+/W2Is5nQj1Vsa8tgJkRujqpy3I458f7RfINhF4dPbG7Q
+L//UNHPoSW6Gw3uqaeA2HButBtg20j/mQnyw5eDDS7+iUL6RfBZ+XPUhBF20QEtNxOFm9kZssFt
Ul/c/37t+XUk1NaQSoHDAfq9v5SgGlcmNgNFatsEYeF53b7v0SHpxiuGi/fvh1qfzvudDkPBLgap
OJLWsNS9f3raRVj8CMvbtrSiIu7mR8gftsQhlxYnW+Ed0a5t2Gcxjb9ODAyKGhtAzxDqQivzflC+
JHUIeDROC3zZ2NFT0taXop8+2cV//XQxClIBVqgu7grnpcMEnN4lEnhfE1s2sJSgASg23H6i2kVV
IfzknX34m3BtRkUUINJflOsdTGVB1eF7GiyeOzCa1Bb6hZPZ/P59fTAMiHWAaGCUBKLE9aj3t2Mj
upA1J2wWOGi5GU7cR/zytBs/gxH/emJEvR29M6TFre6B8ysDeFFWT3ksthUCh8I8lvZwD8o6+0wl
/tHPgZ8MYDaI7VdE7vufUzW6pkMCjoVo/Ts/kLkzBdcwt/zxAXiV14O9tN7joU85WyMQBVd7deQJ
KEg5GJQBNJLUCj7Zjz6Yb8geBcAGslbowc9lkkPMtDQIw9m6ybwJ3PYo7OSo527jgsHS+M3b72fC
Z8Od/SZcracSfVux7aa5QEviCmlsIFtWWQJ2OQBGz/9gOBBHwO/xAOg4Nys0pLVdHWoMJ1UGws62
DJYtabwUEdIpQ2/w98N9sC5B8oIVMIQzAvf9s4kxJ0iDV7YQ22kRqXGq12DpNpD3ZVFwSed5N87R
zqo+O/h/sPC+G/VsNRxDyZcZfLst1AiZpAtUbmaDkKMtF+FfH/IfkaTuW4H/nCOh3kGl/mewqe33
dqUz9ed/1P+DdCnvb/NgZVe9g0v914+KvDa0H16bvxOm8O/8BZiKfPCgkCUD9iHWp7+M83/xpUL7
XwgvCtaQFHx+6EvhNPhvvpS38qUwYeFewA63gqf+TZdyk3/B44MtNl4/25//6A/wUihDvJ+0qEUC
cLVmVztgy6Gid56aNUpgHwI0qDZOM7Gj5cXfZ1J5uBBNR58SyKiC6dANjBzAxAR7XpNn7jO7iDXo
Qe7sbhyl2hN0+KJO+zLENROs+TEdqxE84LZcqYBjrCDhDcay2qBqHaF5PVRTfc1Z0OtNB4pRZ+NP
6RDUoFJmeOt+DXrEtXwLIOK+gFcYUH8JaUf1BPmW+KKHSJ8GP3qLRme8qRth22hs93WTxkRA5xki
C7MaQ+g8IL7R/lDy3Laq+Ib4s4VrbmvsRp4mKLNK2PNbhQi6AdmsxySm8bKjvshG6JlyL5bjQcYQ
b/ZI9zwg9XnMgm4y2WDRa3j87Twoew0MTXcpQAlMrc67IOX4MivoD0bhuzJ1DFUHX4sjPCi0TpfK
ifLatCxvXBVuwwZqdAe5iKT3Lhwysm0N4lVf6G5Apz6xy7HNrKRxxEaXQfvYLz2EKm7e9w7yHSpW
ga3jQyplL544AjYzZF0r4FoXCWJOqzq8Egh7T23h/ED794T2/XRXdeISWPW+upRimgX0UZF6VMpP
A39gpx5/JDo0S8idPfiRGHe2CblyoZQDEK8m+JBn7QcZQhblVCiXJIDckYG4+Rr3M2a4uz9aaK33
0LxUCwJY7WnJDIMT1HWnuGjHYIaVdHbI3Zh4wwVSMh47Okloe0ZfFI60WTHavrwI8NiubSb3Y7fk
lZbXbTMOOLXCDVgDfgHbTVg4un/lyNhLA6e3twHQhyhY8b4g9ajQq5sGeIucJHXjwLlCuPYYbDiE
UGEqMWX0AcY4cl3FFVqHFuj60x6OwfkhggYOMbZUXvZBtANJGZlT00KKqKp8JKMscIJtiFrqLuUj
ircjBSiVsXg6lWW9VwMu3inx20ne1IIs5IATKhU5bmiTKoJ6ilQOLU+sMt+yU7uGQMNndZBCJYnA
GbePoP2zqv1opvIlcXWVUdLrTKtRh/kS4BoaeCwzvr3cIW1WKLDEAMka6/HeKZcIYZIaqCcsGi3w
yCEtetiw0sFp/CsQjNOxbMAvlOEF/KJjPsjYLhrfwBJC5xfkNP3AVWQrnfZQwW+7wKQIt9FbyD1T
cAnLZamSY+TQ8hHslFU1x2Rhy2oC67AZeI/vCJinnIVtOWxbbSzx3cXHVGBOz+YwciZNtiz8EAZN
UxAOyJi/LDNcwGZEe9rIZEkJlh5+aHVnriMbPgMg1HQMTRxr9LJei0Yo23w7NwvrD5Zri9tGRdFd
pe1j6ErcY0ppzYdRQV1TTewC1Yi+S9suqVtcP0NhUhrqwCum1o+yufe6ugASHeA5ukImaAS6/xao
KPVqd9bgbwH26kW29MZzwYAywWF0R35jjzUsWpAxyFPVtmjn9/YMycrYjW0qjSTWdgC9/E1XTsWL
SE1GpHXURsGq4Mv8yo8LZonqx8JmFN3UPMCW7QHNPvHwxpor4qWdVf9IJsj862Qcy62mBEYwggt8
aik2RahEcIPaB6G3pdGvieHJoQOoO+9rR2QdB/LJqjzvHhFU0yGydL+1e9fbClqpnDnxZGVtRxu+
seZB7Ze6Texdl8iXNTfrkMydexHJuYJ0ioPblfqmZttBloFJfdV5U9EFdYKlb1BmFcBJPHBlZfU0
vQ4Inss82IwKPFhMM1pv2lYrKAxNqy8sqcCiQ1RJ00CsBElaCrL1cmjHSFyyyJdfWISiQQZm/5aP
ROVTRdUubON7L+5HkpvgHhTmNeuir2CpKo16qHz3qpYBSy0d70LWxU1KTLyFneML1ld16BEvf0T/
M/NtzftdNUuI3HB879IaQvAgJdI2wDipAYWxXHRsKJQJ5y7tAzeH7nU84ualLixrugKmq4OMktWi
z2bfpTQTCHMKd5LS8IZbQh68njbPCGMnD8uIEPW0c91nL+luRksBNEEkNGxKPmCWx6nW0Q1O3uDc
Of5NqBx0lxbSncok+M7QbnQjpFxkEXjFOSOlfVkzFkLJWDUGC4VoF5m5QoHUB4Nvs2Oxf4stKj7Q
po5yBdrYCSURcd+AMaFSPxYbz7K7o3QQiIusTeBollIBGctGd3ltpcr1IPK2d8Y8kAtLB9Vgy6Wi
P0xtAnkv7eYNLokCYnutc6mU12WWj/tOKq0lzMFo8TciYSot++nYut7JNvK2HJxlKKbeb7DC0rAs
nyB7SnzkJwuXo7KcFCVaLPUSQFnmWtWuppTL1KLO+LI4urkfaGztKUoSV3B8t1bGEM87Q5uGqmyG
GJ96yULV3JcRZXiRZMGqmTS8b28sB6hCZnvcy8qq69mBYBt7nQcJC54YPPB5fBrNdy6jgDNQFoo+
dd3xq47w4aJlkQRNFqOg9LhA+3TwmhAJxYh3eZLagVh4GChICDClhEsPt17UgzwEuOHR0IptgEA/
Gpi6kxSq0QG7QNBYUCr3wzMHNNzJABN14gKxBeI6nEfP35S1XZ/QvoS+0XZ6Y9LewMrTufo5qrhy
jwZUGUdxdt2jOQwxJgdhsvnaMDunWnt1VhLe8cxtuuF+odw2sNAmRzDKBWqVOCLyDZJnljQUEOpx
FjFEP3jJvQeDYpDFlYCKGpCKgmGrBCvdUDgMvFtaughmxjQh3abqRXJNbLycgpY4rkKmOdVvlTPw
MUX2G3NTukg1ZNRHyFsWS8Rr5TQR+B0clXmeo70OOshgwnGEBtr2h8yxSVPdV8Mcfa8bfVMyexCZ
6w3RvPclTlYw2vaDC2U5lGmPPigfEB6bvlVFgoLeqwtwyklChS9SH4fS8pKgT6QyGjI6AlQ2QGMc
j5ZH0smFkGzHFLWW1B6pNRVGQU621T6KnsyJIKC0lPVIRRvnM6bSzupttwArCix3a2i0V/QA+1xp
Fx9tDEYYAQ0dov02PvQMIXm01U+KEFVIBxKuGYspGTMHtsk8oQ28g5hpOTchT2smGT4UYIzwqlr5
BHZpWWVzaBsnR0LKde+Ux6Z150K2QQkbAPBZVhlbJG/ikZvtIkfLhigeZZ/UCDJkpKSzzLUJqjoF
AWvZh2hOHyZGXCuLy243jO5UgDOsUofWQN/6Ycq4514ijCE6lbOeEOs8V/2azCrdSxtb6RvQbGrj
LXV/skUXZ0Bp5yyS7IYYEfT4EBArhdbVRcDhHcBbxqHdE/5p9gKyTUbrThmbVrmOaH+gVms2jKkH
twoVFMycfF3IvLO5aHLb9P1jNDWGpJrF3tvolqu2sHV+4MXKXVWzcJtM1g2uHCZJaUObGGfw8mmQ
kYEcyEteus6xdUEM/PeVhvT8ASt3PB4GUrqHGdyrTSum+IFgn65TbcseMFZeTW/asumDV9biZVom
6ERbb9hCgRdA8glt+j4BIBOSb86zwZ4VNOa9I78ubeOwjY/ssMDDKWbTsO7ArdFv07lSEH0taKLU
x9GLsFIiFDRc8mRi9ZfFaPGt9iI9H/TC/HrbTOOS7GNLWhuntJwOju+RDoheGfk9xE86SecIwVzb
2BVjk02TgyIvSE5hdYrdBbQ2EvgjorF5Q72dYoBIajAIpmxuOr+59IFZNBmMUVDIk7Bt03KK+yHH
/097dyZag0kQbMnYBvRZJOFOVTJ5LqySLiiMkKi78xYCCJkNokt+xqLD2l5OLHdjE74xLfR1jSw3
CKsnnPimTYVvDMX7CgEby12iQcJ6UXWE87XfqT1Wgkk0adLJ8XVpBsfZjTDQ82O/0DYdBbMye7SG
NFIB725qm5pvPCIuhZUmwTF0Lv3gfvAB5Sj4GAUSuvAaG+9s5pPofL+/xz6CmMzarlS5+uvvHOrW
7WGoyKKL0DXOgEFmilimUg39t47YyVhMk7xKJgkUDREPtpr7L2HgtDXs+yR+ClyNlZ2pGuYcxF+r
Kxm1/KIsafAmmtYDPicZ/Gft182wIZOugoILJAsXoseBSih1jYgofMUeSV5pjetRhgPxjVk6BEZC
7QuXWIUlJddjUCXwr3ADukhQujh3JpYONqJGYAqyT0FBLWxsXvBZ23j3W3sCRajEropq3sAZwpCW
0gszF0KtqOgmxqYUtJUwA1GA+8WAW2P4YnTf+Rted7XMbTn4j4hyBO+mq2eo6Ga3EXMKkgpoKICy
dwWpDB2PlFR81UtXyIZRdP1SwUr5ocogrIs2Yc4DTjBKZb2v12NSBdSl1s1lKar2zcxR3KWORe2n
0Jpq3LM0acA09nl7zRMQjbcUHj2c4rwWwXK2pwvYLFoGSus4JHuGSE1s/HDv2F8S6CYRw+dI61TT
KtwhvLe8hEGHwoBEaPsAjN5Mi7ka9E1dOsObAvw+AzSh/NE3nS44WAyQ+RO7wWyBFymvlfSuanvS
sjBO11b47wjdhZBU7NI2XjfdBpNfZ5UTLF4ql8DWeYlcuHgzoN3CTqDY0A5nUqj60470rUlL+Cib
rJyWhhWrhL3bBOXgl9BczuOTkVLdJks5hqleIKvzNBaBL20Cb+mhwc2ux7keWaE5cXtfZSxwT5GF
8Cmf60Nd2eD/yrXREnbGvdaJ1BW+gXnstyTAqSBFygw3pwYSl9RZkJ6TO31Dnxgaj+KQaGrxfQ/t
HQ69ZF5yXi8VwAZJgkvQpEBvXg0ADsL2FkXJXVwj2D03HeKErjyfzm3aOfAH7OHSiMwOlRM5nMiC
S9p1X7GE5RboOOow4rb1tWrU1Bac2GWBcy62sn6Sw3Pil9xKh9EKLwyL3Q0CUnGsUTWzbmYCWx0a
2AAj4ZB5GypcrsbYpvD6wL/E4Km/dCMW7lGJ6a9VzbsUvoY2reFe+hKB9nzEESTeJ7iv3CnHIy81
9G84NNTQ8Hq4pGMv9UoGPxUsdRUYGQMoQ7FrJhj2hHsE7hfgRyHaDVq1PVyF83JFfbwHYujlQOAI
S8CqykssB7lpyplcRh7zh53rIOrjrgbj9AfxDEN4U6drAYifxXcV7SKCQpUGmWTENFc57BJhcx3D
t5fAdNSGAUx7Q2Sa5M3yJmFzrKsdf9GTkEfV4bu7iqQVAJ5ALWQhpnYz7vwy3tjeVOaoYt2hRX5n
x3i1SfDNGksYp+oI3yTw4aaVKOBY6roJ8EfZ9c0E55+IQZqKSzZfjTjv3UkctZGWEpxKKXZBHFsd
TruPA9obrAkOnRZvOLS+Wqy7SXp5q1znu3DY0R3tCN4lsWl78+oSi+Z+NOyrcrlFaEWSDn392olm
zmExfrI8fI06aK9V3N7EjngOlH9Hbetqqn14EKsSbkUbYY4guFwJ06/5phdTgkmmnOU1aNvnltR2
HkcUKCAp+9RgqU6JCL52IXe/1U6NW8EA4Mmgqlfj8k3b8KOVSJRoEtRRAAXPghH4uCHpwfKy3XXC
DDOMLxH8Kn1dwgXFdkLSe1uoDnUYnDox279PCIZAodu9Jax9VD1uREG/pDNgXbidgy0DP0Wv9pbE
PWdnQ0OC7mcM50HwkDQSRflGziP+ClGo/OqBwx64sRd1xAZ9Wc4Ke5w3D2mymKugS3ZkCW9R1Dm1
TgNTYLiJGeoedYB1y8GdAtkjebnwnQTcdT9ZGqnFLisi21yAgHbp4Qxfcham4JMBG7YAJ1aDBRFa
AJxJMKbnqL2ydY1zSTg818ZbCq6AAeAdTfYuA6g2MfBrtabPLNQESNCgPTfG4cYehodkjq4VJFnI
hqzgFW3ubaxP6PEmpnvohuAHklO8o4NYlMOEhk6Kok13YfFuuYTp6xJnLTdto2gXK7jWgsHOWFiC
KO4HMGYur4DHPTshKDRTzfctteixb6trbVYKhHuph9m/9epwwvVjhnfVHhNkw7dy30NNt/Mb7E2h
RIUqGmNvlW3KC7fv6B7RWl8SYhUQJD102P1THFwPBMfVrFxgqXNWMD38XArun31I2G0b9FGOS2SJ
ydfRY2sFvQeONt55iTvqIvRbaQa4En1cBOeV2N3WoIMLVsOqV5thj4DHK8did4uoUUbScr5K4Ah6
6yHbD6vycfSWF9qOBwGEytbjM8hw2Pa81rt1cHq3F0l3s0aurmhw5ZNOsGPIKzkSB2bxWcAma/fL
iHmml6vAuHI3RXJLWwGUSjdhOmH1zmpX9HcYRkKHjc9jvVDvIuW8djVOv7A8TCmXMkobS9g7oAwV
as3uqXGn8SpGRQ1eQn6vQnEbsPJ5jInME+zgOG2gMGCX32uUYXhiQ36Lk2lJ6YDnSrENjclNH6vm
0BK/wWmkJiqBe3bsAS8HG7YnXvClmm1ToAJyNZD4xSu7i9YJXtpITxuIlJL1XATTWlJNKTKhnnvE
UmYVXS7jCFyg2emPVciHl4RovvF9uu9glLIHsIoIgBnJlaiiCfdIFrrlhnY+sXaQVNTBDnV+FEqh
Daiar3D7dvU3lTjTdiE8OVLpLHd929ppJ4l7o0js3cM1sBx1U7mZkvZTgmvWhgQ1Qk9Za+UVvJlg
tsN3t5vqun8yAd5+o+cI3CwVFaM7zLfw1S8HT5YCn6eBC3NG8d92VfQ2AvKKMxYK6xLHIsKQjpBq
092x0hGF8gEUigW5iKaJ76umc4oIBJ90kCi+MXpoeXsfi+UG/O77Cud8tLG76EIrMe/YPO5qHEhd
qNZwmjs1nlHQRYZlTijVaZDMIeIgYW/E5eHe4UOXoc7UpA11V+/oEO9iITeoSF7gww1TjspcitS7
J2UvbM97KnZiWH3ZPVtyLSOxceiy88RwijxUJwSnVyOzH+Yu3NlgtOU+ymcXnMgO7mecAqoRwO0B
l6c8Vv6RNn2Qwoq2b5JxP0Xm0AtR3lVynI9VxRyVR9zbVyFukKXH+y8yaFAyXNglZJ87RgQ/eTUw
6MrV/Ej1ED7Trv4K91uQloDGpVE8PCzORO7RCrIRfiF5McXqYJgBvp309yqC64oo96BQ4ZRUd6iT
i+bJpZFJzdi+VVb1Jvsmn0rc6EVghjyppx8cH0nL0WJLrboVBfWx0sLhwHGd9FYIJ2P4U7mr8SmN
fVXUla/SaYr8FLfib2yyXqJ5uK4VDOlYR+Dnrr/hgoMN3rK3LthHQ0xAWSmzwJkfKgGuJKrlD6Ev
w2eEUHkF5h7+8nFfNRkUsCeQh96WeAq+TWtD2UQvJW2eRjzQ2HHwd+5guzWz3Ps83BtennS5fHfh
/MpEh/CofKJe1OSuGas9GmKwv44JWkkomvsFBdCn6MyMJO+2aasc3bXyMGKZevTs8Qv86sMm7uLH
qGTPuJ388Jbxihu6FJ07XOJcOGfaC1DRGb0MedJl3sAxi3AVfheHsIvrEq9OqeXV97EAjayLEODJ
i671T9qLB5QTHN99rRlMQ2jKe6YsKhi/fdTTEdyOQiZgBWKEPdZXuN9SEw5YWJDesdbboquJDHib
MW4Lbg94ASB08cYM1hYVmGhTkaT9UsdteErwlr8Fdtm/OlbwxV76qU9SFc0xvuqa9VcB+lAWGo4A
vObo7SWXOHHB/b7osnT3pY84po2c8Aiykpfq0XQVahiMFe1cTQddNRK8gjhaHgD3m1k61RPkTjBh
h3TMTC0TgY2v1u2VRlWhwjMOFlHGEOW2A7vVS2eCzeiokQG51k7kVlguyAPBgHbNHOj4oLB0/OAo
4Z9sOFe/u+FQjekwOdQ8BLzWNlaEqNnFndcDE7rA7Dc6kwn4Cb8uIlek82FxrFGhLQRqW4B38sHb
omo2YxZyRDNUFF5cGr/MQpy4b1BqDX1spDVJE+nOWctsUPKCtnAbHgM8YaPqrrteXlqAGYuysb5S
zLVrp59RzEJ9R7mzLpIJMRoJvMbtYh+QQFQWTmV9w3Jz2Szepo6GIO/jCiQB0plct/CHliXzUUBI
+Ibpwf0WuBPJ8en4uUHQ6JcONxu0gaarroSrK22rNk6XJN5KT0icvzHDBlkgD7gK0DJRgYX60g8S
2ovFjgOuzm6Iy6bXTjhTeFXBWVkjXkNqJDvA19t7XOPjdu0siPhSjCiLVoX0dflFLpy/MavxdYq+
s3FS0rThZgzBZPLL/Gfz/o80Dv8zAcOV/N7cDer79wFxWf8fqBggIvg/R2T91/Jdvb1S9l7EgH/l
LxFDYEPEsGrEkEu6KoVWr8xfIgbf/xe4UQFkV5C2A/Syio7/LWLwnX/BxxVC+Q5FcoQALegb/i1j
gL7BS1Y4XYSEPW8NoviTlKz3yi8QF4EiRZEZ4aBIQ3J/yWxdiA152YqmjZaW7qyutJ5RyBOfCLJ+
QlT/ozv8OYwPll4MjwUgtdji3wu/mkQ7zoJW34aXTbSf0cXahCvSBWiR6Wn2/G8A6EnwV1ysUX0z
X4eskjvDHf4amno4oRZYsXxo/hd757EkOZJl2X+ZPUrAydbMYMQ593DfQNyDgFNVKAD9+j6I6hmJ
8PSOkOr1LLIkqyojYQAUSt6799ycQohX8s1VUtFgTf6WYLtqiD/8TIDZ/A7HA2mGvOP3n5njwhR2
2dgxpFNxmNusIRZCR3D05fwdE3tymYf0dyTSk80vQ+bm39f4LTVrfQL/uDQVRVwiUI5Q4f1+6aaw
4PmFpR2zr6vupkrIZ1lPZpw7NAP1GLCstjJ5q5OU819myue2yMSzO3Kkqv0htiq1nP78kz4ZGh7R
HAy1FV6H0ub3X1RkONNN8pTjZbCBcM6GWe4rUsa+/ueXicA6YXmH6sQD+P0yvbBkDR96jtusHqiB
UYL3PHr//4ur8L2szkjTQvz6+1Vav6MoHPZzjMcv2lZZZ+xDM/mPNHo/R7mPTwFVMkMIA9YHFVvS
l1MYlfkSV3niXKKHXXaLato7W/jpztGJ5GzgVvGf7+x3FRIXZQZBhETo9hqrAW/w9zuzHbFG+pI7
xpL92pVtfqNDYDBF1KSvdtskm2Ap672onY79V+s9/fnq/xgk69WZQfAAsS1yP4KutWadEn1kx76q
bnAdBTd+osa7P18EXis38dvXgcdwjYYlCG3NNTU/zB9px3agzUQR962x7CYvmy4LPy3OKEBAMF3Y
er8kEcRrl27u5TA56UHbtcsco6tdNYrvETbw185c6GOA8Gzo0Ctnek1HzqZV4k3nMAyrM9qZ1DLz
UiGs5I4CNsloVsKluG0sQrQ3iR79l6RXE1KLksSfEEYuu7lC5bHyfEoyNPUUFc/UHB/HYcnjQTr2
uRi86natsG6LbPBfyrLV6FKjYJu4VfEj6F3jgRrwslfjpHYYHPxlWzIpx0XvqzO3CprLaij8rbMs
zt4D4cIpufpOj6r7PnoFx4mZXS4dowU+UtLGxOcmV/XcCoptcxGcm1MVnUEmrojzAg30TbsV53b+
9Bn23eJR8P1T4DDyRWy7FD9TypOqyb3rrJfRJ6Cskc2zCuSwbTmp8M/gxrko6rzdZj6MxzFI14bc
QgGpS202vUJ0u5AWxz6qFvVMOsqydrOjnaEr94pULEElWij9lloLcagQR6atql0atZ2b63iYxvZu
ocn3RTgVCe593gF2IqJiBzXsGPpE3tUIojfV0vUnjnPUBGRTUK0wysPQekZ/5vAKtwBUvmQtcWW+
M7gHr5vTY8ckvmGVtk6D0fonlALWTk+hOo3uSBOEH3rXLeYr2az6BuDRXmsnghlmyJuCsgAVIOnH
0mzVEcCPubNR8SQquV9G4y4d5XLqTZPyU7Bwpm33OhfNxehZby55gtvErKm8JthjB0PZlCAJGJYz
OKDM6xWdCe+I2X0+Kwp0hEbfitdglEfHT6xtNzKCumRTNwgswPnCfMmfK46YojTPx9zmOE69MHW9
Gyp2d6i1daxBLtCyS6MbnxjYE+Bo+9S01XnWlldWU3hxEDjqiJfnNSyObdF+lQ4IM2N8alLOMOki
zxKz+eJ1jjqFKU+sIlAutmpP7WzaYyDBEpCz5DnlSDIUCpMBqE0+LDpWs0BrRQkSwNSmlXOxaV37
vvXc6IgQxzxGY5TuSlePez8D6b7I23Dxko3buGJXZs61GRZXuZ7s3WACSC1IkNl0Jb3gDcFE4spN
aCMLKzoJsgt2Y2PrO4APNkFsKrlJhvJ9Dn0BjHBUl9i3oY2V6Xym3dHYrKqSnWqCOK/r5ZJCVrWh
/8c2GQrAUbTO+dJPx96dX4QJXSzMmy8NEDmkjt51oZtbg2bFY4Q258auzOhFoaw7cZa4ptkV3TQ1
VPN86pudZQw6tgf1zeuNzeIE/Gyvu/FBBTdl/i0ZdbIRKPx2HCnFThnAyulOPba2e9F6c3WelDy0
yHpVOTjhwF7eONMsO6MJOSh3R0tYitIYYb8hOhNb3kskbBy89BCrcOLTghX3NfWWA8WR87TvTGpb
7RcL/cuzQSfRCENapFOmd1VlHN0p0FcCw6aROcm2aqKsQjDmLNcLm75NNy3OllFVbEjqkxspE2M/
++I9Wais1352mKLsFfnANSjk5zBHi+MHldwbteADXSfBxTvZHt2zqJyLlV9EEz7ACWklKAh9wp3m
5dbShAz02tu3hl1tFTQ6PqfqBnR8uLULMOCqRimRRUzggjS9QZ5NffFeFEjVgtE589JRu5t6eVO4
qEkJpx/VrVla3YjgIB02AJJfxii4Gjlwxv0U4U8cvCR2ncZ992uTWFFgy6fczB4bUXxZJuNv9FT2
iv9Yq0AGwUTgkwRWycr8+4JcicqkCh0Q52GQ4LEn965r9uasaI55VWB8p9qTgsichsUfT5Gvhjzu
6J9Sm2ptwNKzlNldnhMMuUlmx0p3FVyM94lKx1tSsYfeo9xs4knJ6YE4AfEjdalCbC3DMMyjqPoF
sZAYl9clj7J3I9c4BES5rCWzJk3gsY9ed0nvu36DwGOApGp872uzsOXOu4qT9VRjddsRflD/CCqj
fBup45DG3oaSCxcaQ6xpFi2n+jQQxh6SRv3OkLOvJfmQN6aX0pexVUZHeKF3ctO2Y6u3ddrTCE3M
sdhYtS3qs1yoydsuOqPpEYazqHe0d8orRFnhHV1aXRxCYavuNE/p/JYZE4fwYPT12zRWoKjogef6
NjOdZIzNnhrnrgWfEu4id+oD+gITgpuUrZjYCBI3AypoSfs1qYO+20fKgBs6DQ2TmQu86zp0i7mg
VVV7j4QVVOhDbVnecDR2WFE8JXiYsCdCqKJ2dIFHSpDcbs9Q6ToXftZWJCbJK72cQn9jR6a6c/w2
qHdo6lxiJGwiWzacu+h11GZGObUsh/oytwuFvsQfkOFI2wFPA2d+iuLBmfx5W5s5NZkOMDriv6Yo
n+fAsLNdPsKnJF2qpXMZ2IXONkla0y2ByFQv51EwRxRgPZkcA3zZ1tY2y4Bq4ujOPs2sPlqO1ThW
KZi/KvB2yLO6ZesHSfrNCxqoShUyMHRyammjHTW+/DsZ8UzvNSCmnd1R/dmEVQU6DaGNG6w1P9iB
gzl1Ncs2Wuo1KLT2j/ylXinJ2P55Xs99H482S8WVr426vAi8AVfoBnqXsM6qUMG3Ai9HVOmJYdGW
OyXmRe2M1M5PhbKVfopCZaxdyT55NgAnIVVDt+DFiODds8LvXYBnleXMVLVhR2zpybhOLOt5fBwa
kym5DZL5HiRhiTaJ1aDb9N5kI7FgHNz2dmbC0yzT2tnMZSbltvNKxHCkOFtxN2g75QGm5ozuyh+Y
0Pt0sWhchGnH6CqHe7/N5ZeMpJpbHyXdF/6V6bjFplV+HTmsvfVLRetw6b0bhjydNwXBb4SEGszt
zkwLdb04fWNvRk2nd0vsMJD5zneDF4iDHqLHIhrKjZoCut5MnDntJYm4mJeBBi4fJ6j5VSmmryL3
mNyMZEQNJpxsyuLaswaL8aq8uzwNBp/WMRrjTa7g4eyZwgMf7WJaPBu03qnW5gMcXd1qdRGi/30z
hBLJbvZtljAXJfnCN0Q2NAh6HsTSWbOKwS2qcNOis6KSnLb2GQogWV4HOAq3c2oA7lu31hdNGXQO
69mUtNt+kpne1GEk5MZw0uRyiMyFfs4kAWpWqQhfJ6eBS8m3gvpYBqW6btNyGqARRqV3EJIYpi30
B1wAQ+lEX7QZFNU52iB7PENT5rLCaz+jzBe2iO3K0ZxPbEzCN49y5+MCJQbJu1WZgnW6ceSeacJ7
IgcYoRS4oa480A3RTGCjrOGwIOGnlLYE36qFnglAqaU/n3VrXE2LmTzjYrT9s4jRkceIwt2JRR4R
9NlMarXe6DkdOSzkMxPRwjicjo01EOrq6YF6f9e4y/U82St7aymT2z6QMCylqdyC3QnfDC2YgNyM
ZagGE5kF9MVNw8v7xvzq2nAIODbupNWbIZzQ3L13iJrK4oX+xY2eLJ1fY5+xSLrz/AS4wOyGW6cq
c3Mj7AKPh0lyc4dIYFUyd1Q2HiIvdx+qyTGAUrZ9mO+ycEZZ6gX9dO33y/AeoSmmM5hCE9qYi9S3
nDKKLwls9WrTKs+BT5vY8Di1lb4TSB6eakQSdHRCtMVQdifKJujMwGKJdbJCvRFaPWX1YXhC3R2k
fIxEiW5nzloDDZzJLFD2Z9N71naESGWD4ZIdCIeT6NEmRQdizNEdCAXH2XZ+b7MckdByMVVdfxtG
Rva1c43uXi0cXCAqNeItwSpwqsvQRYwEdQ0vf+MpuR24sxdjzrS9DWTR9+hGqu5xsXMJSdCqKmAO
Ez/jtHRTgC6pGD3vYAmZfLX72f2O6bSdNo5jqBsZtsZ3sirIPS5tVKQ7xI/TIWxTVs6mc7xXEy0Q
8EtEG881M3+5ycxetTEeD1TUTZhozILW4L/qMe3uxknmw6byWsrD/hL2FK4RDnebNIg0+lny0x+Z
pXOq85PFzrFaEuaxyRFaHei4lY8VhwaAvvncpaeA4th1LjmxQuPtWQcQaaJfakzaNV05WogLrREB
Zsr2RZ9KV1VvTiqALE9mzheQhixMJE2iwQ7y7JGWScrWyi8rGTOHEARoS8eqT5kwcFeUI3pUWJMh
vQzi5nCNUFnRcb9k04OdG1TGW6HbO+Rh68BazzKAlx6QNU530h+deVeEdX0zkcPJfoOFNdi4gYEX
ZPI5Nu3yvKreMxWhIG9rsxh3gxjEU4lB49opCtfZDkGLOjlsMgUQOZoA8GqVVbf2UAbgx+e1vR2h
seAMkyaQf8s5W947ZdOYqwNdPkslOcvMgWRFNwzlpmjjVdUfGsQU2QM52+jbxiJ7MWp6/pu0MNR5
HYyVdz6ZYX9VUqy4I7TULmLbTpADt8xn2bYa3SrZ1wqR3lbOVdtv8UqF9ywXqJzKMBXO1sDUHu1z
fwKTYBijIDI+SJKNZXfF2zxPaDMbPBPhMwejXOyScNb6USRgD05eLtKzYLKSF2W30IUdFqSZaJk+
WWKqlQheCo+26TgW0n8GXuqGE2+n0ROyC2CgQiOiQyscwMaTlp188aTLSl3Tj7ytRlJ04oANxLih
DSHbnd1LxZBmE3dwVNQbcd4u/QvSTVJplmJZostuIvENxQk8R+Lj7FVelAT2pRg9TZS1RlfEtC/M
au/wPxx0TW1n39g0ixFgJpwL8in7HuQ2C+FURwyeNsvogvrs55ACGwO6zki41Xf020wgdomKdN29
oFVP6ZNcu1hoxg3Cz+G/mxi4LNPv7WeF2H+WmqLIIeWJvGXc+Jj7ft++2340B9CEUSm6XvNgu2mE
CN7LoU0H2Nv2be+S2OvV1kWBiwx7kBzise7GHpW54nOpIuBufaTm09AhbN149JyQAwjTcuLCmK1v
OP3n3c/62P9vvPwfm8PT/9x52bw1afX27bvIfrWPrn/m362XyP4XFlEqhw6RCL5r+v+v9RKG/zJx
grp+4Jor+dPDGvzfrRfb/5dPm43NJM5uym3rAPi/DlLrXxYmZepEdE0ga4JP+A8cpL+7j9ccMQYa
l3YDi94Q7pDfB1qd2ijDjCg/6qJ19+x/C3r8TrD1dVMdCN7+z0IQA/hGJhBSF7oi7Eos2x+uB6my
FOy70yPL8bx1LZE8uCqrT4tWxeUSZuaFXSEA+uWFfPI5rXX1Xwq3Py9qAbHFcouVl/ja32/SFuE0
qtZNj7L3jAsBzQBagu9sDP72LyX+D4Xw9VJUruho0U1bmxbrh/0LK6FRFKI630Z7hKT6ItKusePI
QK6hWZZ7pFHoGWQgDj//LgvN6fHPd/rh8gQpWLBTYLzSFrHo2H2ow3tUt9C2hcOR8JuR/nnt7GWr
jRub5ZLCYIuPK5SZe8X3379TVxKHP1/f+vCo+QFgizzL5U0HnBc+0rLKSXkIbq3+mIzrSy5n+xED
cA7LGT8lamF2EwkhZeed3SMY6McDQkaPo/JsA9pUUlj3gT/Oh9Aapy8Ugqr037PU/zizfhjvP38f
zM0VGOk5LAgfaF5568lcVgDs+zBj84+WaCe8GUZlhetepsQ1/OWBrO2WX8beekGSHUkpCUBGAtT7
MOCNARS8kqM4Un3Gy+ZyTiFzbmGyAPbdundZ2xd3BTYc6u1JDJCcdAMU9svF3Jal/Eubxl7XjV9/
jQdIwfk549BuhXHw4dcg/2iHtcxxZBPiUi8f0qjd4KkSZz2ssXnjDFmBTpfaXT523/y8kQcx+ToW
1eJCx0/C7I4WkvnqtvaQU9wfwCHgQHWfUjl2pwFNEntG9mFqO0uLjdwU8sG1zC8XddMbpzoLJ6xY
FDL2iWqTy8Cq/xZV+JPJ9/EWOWhbvOX1O/z4BXYSsDvWFOS2CE2sjW564eyk7ObHaiCGoA26+amN
ehRnC6S1K7NC3wSjKr0YRtqtZeLJE84s8a4sz7hBz13dV95ovs7ov1ZBYXVfkHLxEmIFOgViLL45
ViURtkr7bdQG5eq5kZOJV045T64QJqpA0mwvp1phlk+j6v7P4+tD6ytcX2gUIFMGJkvTeG3R/zrf
GGpKSqxI1VGvJUnM2OVWLN7fAtc/fjVcBWYTKw5gwrW/9qE9GrKjH2cG2pHKQ/rF4DTdJVKc1KC9
7+HqaPvzTX2cRH5ejo7eOpGRVGp/aGEGNPMyPXA5p27TS7qJZ/yweYuvRv1lOvjke2BhWJdYhowf
2Osv+WW6rme7SR0hqiMnhPQSSfP8WPhmda+NXpyNTl7d1xa+3T/f3sdJer29tTPrMg0xBf0kAf5y
URQKkVnJBtGaK9N3WUD5jIOy50ukB2c5eCt852lBOvxSSkRXqw7nby/0sycM1xnxBt0PGqfrC//l
JxiTHxTKLLsjJhljl3tmy7gZGwoutlcnf0le/GT08Cbp0wNVp0PwMYpbOQXlrTIdjp0RVPduDqBI
5lNwaNltbLJKyq9/fr7Wh93z+lE4qEnosFNz5QF/+ChaD5JVH9Xt0ex7rbcuZyE8QkHLwc6VrcJb
a5T6xgrSZpcZRZLiMgnzi8UeMDurLA+LU+vZ0WWT5OJ99IfxvbY7dHQZ8BuEW75xkbiye/nzj/70
jUDIc0mK4Uv7uHLbtV/6dkarZclTj+gqdiZJUDXnEaX1hz9f6rNB7wMkQu4D0AQV2u8vvwnzXvTc
Etshoi0s3HSXo5gn/Pl9iI2wbM4zR/nHP1/0k/ujo7420KlB+2Cefr+onsiKsRv05fANXXCDTXK5
TMI/Nl5i/IVo98n3RZoUcg4u5iBs+vj6swX+NNZUMBBT1uxrvyguakeHsSLe4XaU1nLCzCpTnAut
dzGFdfqXAf/ZvXJ1kiuhmyG5/rDfHE0dTAZd4WPtojCs6WAh5O+ia4Sg0V9ETZ8NdWLrCDVFrUO4
+odLsUHHMZvp+uiyZp3NDdpF4WMros+snaeU9lWxC1sNfKH/6yv95DmDv0P0BxKZre5H2Bm5PNjC
J7875r2pDo6b5HdZT12ZigYipUIvzF35ZM/VBtMm316FFf1/MX8DvvFA4KB2+cer1iLE+RN63dHN
TIr/MNlOk0zMuM3FbZ0SRLKp7Opve7pPXi8zJrIkzmf+P9G2q7IM1AuTZ1q40VVCR92iY9rXFIz8
pNj/+btZP8YP2xlUSTZc2BCSLqe037+bjhNSiKKnPYKdja7yenhU4q+71E8uAkKOsRqETAr/iHur
I2dASpsxI6TUWDcY/iI4DSn6jT/fzCdPzjbXPAFGLHf1EQpcUS+kHIHIbqZ58lTmQtAL7ajtq9Jp
ur+MjU8+DTjq7LzdAES09fEoMrRTqSjBgaXgjom6iHJ7F5HoctB+WJ9TszJuoPTgUJsM/+3P9/nZ
8wTjuxJjLZBM4frl/Lq8FqxQcm6GY1X6xm5Q7rtR/BXL98k07vhAyT3KmsE/1/AIVEQwm0F97A2P
YajZNOh0FmdgQIDIlD0KoRxe6V82L58s5nzrSOS4M5aqjwco7WYUMaukPuLAd5+acjFuQiRKD6HT
FsfCr//2ha+Fk48fAIzacI18ce2I7eDvzzJFtVdX2m+PhePQ4KNDRyBbkRvZDz6G4JGJIaIBE0XT
o+7C5CYiIQeWD+Z/tUm9ov/RuVZ1PxU2p4ChWYKD0UnC95Ype/fcnL1/6cnJ2bItoBMaEjoaOyg6
jm1viwc2Lt3zn0fGJ18A+s3V9c7aS/3mw9rk+KaQboPMw+6o+IJD8J1dgOD1Gdut+kt4xyfXWidG
Fgabd8XZ8/cnF9hhFy52yebWN1I6N5Pe68EQh2itRfzHt0WPgRXIAsXOzv3DMrSYYK8We6mOPyse
AuPq1gSRsHOTrDj++VI/a5+/z4guRzvKDKu+ETbgh0cIF8eYzDnh45pTTtTSdygSW353sIbKfG0k
rnwsDl5L7Fq1sPiMS+h/owFS3QtjahDrM85ullDpCxl09SP2szUb0GxRQ7VG+/7nX2vb/xi+LnMQ
O23KdUx6/oeX0LuL8BbsoseaRMLzbnK6N5DixkUn5ow+Q56n76OZDQ/S63Fs0WwF9zPY+jYNsh75
j5tuM8uUt0MraSThur5rq1HtEL4RkJKr8HYKG8LA84nmROLX5xNWib9M2hy4fp9KqRewlULaSbgN
WE6e+of5rBCDIhWp6lArGQCvpmF8SVDt1huza2jAQxoinZeMufp9Yj/AIy9TGn9kFQJzoLJHmko/
hyFe4M7p8xislDtvh5BUqW1G0OBTFuboaCbXJr6MIMCgPuSB08Xtotm4zG41Y4PucBbvpYtle18Q
aQbpZimHt8wNQT+U5orD4eBGM8x1NaahsCWKzghuzTJrzvrQcS4Xd04uUzX02dbzUvuaOLC11ymC
Xm8HxILTgTZx++5l2KR3beLnOxkg0AgXujKjLoKzJCqDR8tF842koUf100Zo5eZjYltwk3sLYW2y
gg/yCocGlBUkjbKo1PdA6DtdNj9Mi3Q/Grs6znBA5EsJpBxZC41VtFlvqBCMEzY4F8NlG1xVtqG5
f9U90Lv9FoHPuXQA9B4pKICfAPHvPuIExJvrVJl/siOhLvvQ0CNphDo8YZavrtOsr4424WGkaDaJ
8dC3S/5lsenvb1oTDXvmzcYPzxa4GwEpYGBCMywvvLyKHvLeSa4bNESMV7dBzxkOdNk6CYVedsID
Iw85Y1eQzE4cT6DkZVuxulJ9SMBb9U5p7pXysu3cTa+49L13BkKLQMOrl5cB1eFJFD2qH04h5WFM
HNRf4eB7cTOJ4o5dcyUpyqgX5s76qzVLTFkmTtiqrrqnKFVY770RMf5P631pl7Cawil7q93kXgTq
KarXtOHG1ZG7t10cS5sCLdG1mOpgU8wVUa160aNaO8P0TKu8aveZSWsey1a5s7XtbsPWbG+IqRQX
OSv4M656jNZDkp+FMmlPhtMAYKvd8HKJapqYTSvDF981IHMJVAKlgVAJGsUXyPSw8WojO0NO9q0Y
lLdP5Owca99hQ+6F9+7cvgVS1kfIy8a9VOXw4IFkOArNIXS029nZtEOtrmqweiUhs04WE/eoAL/1
9jtHFnELEKXfAPUrzyjl2ae094tHnPJGTH7McGEmWQxS6EEnqtiN+STPqNfSDF+RELumsAEOWbTl
WuwScS4SkH9tOSNdKvwoz/aYqJZ9YvUYGcMiXJP3KGdvAD2MYyzBRhGJiugOq+VCHPIWZUW1ZRE7
WNII3+c+LznqwE1Djqy35ZwQJdlAIOh0iPxIV+nFqEk4IuZRXWaISoGt5JUiWxZRnNbWgn4KkcG5
48LLaXI0GpbyQhz7BZM1yB3a2+NILmRRWad6KNb2lnKMJ/qEl1In+nnAuneY59z6nvdZ8yNJvfTR
MP32Xfe3EKeRpUtmzoMVjekeSWxxPeuku6C7Dci7rGUebDnxtEhMe/57MGEzgxUAcm7qroLIMt+7
IZ+PDZiOs0kb5h0NwvR1tAw7VtXU0LifNdhIaP3R4LEMTp2l7nqp7O/+WKOjofq6E+YsyQazn4Xp
UCU3mp5mxADHF/Mu+TXnZQCuD+VDx+NqURVu/a4PHpPJGJ/dkmNeil5OxQgdmxqVlqmOM6SYryGQ
A6I+Z3Yz5WT2VRx0ykdAVaBYRj3kXC9eyJRNeOF8S3S2fka+ax29ZrZ3czCCasydBiXi2M/Gu1Us
+aEy7SwugAw+dVkWns84+Qi/YKztXKVRGTioXrc0dB2xVU0pIfPmRZzMRn502cyceSA6Hwwv8wak
FhgIGMR2d+M1TmZslwwNwKasE3efmrK0Ykvgvdt4U6/yPfuh6GKuUZOZox53edo5D14XJRRnHMAa
vDy7h0jZqUNa1vU3n8PKvaIk9C6aH/NU0mJAYP6d2qSDnzggevkCOoHaRYXr3QqHyXcOkmCbaaPd
VpUZ3PdWHZ1LORKADDqi5FcoJvPM6ZM3H/Ud6a1FA2KNaFlyXIkCDDy8nP5Uz5dWLf2tp7JzMpmr
Yz0X5rYhCHjvDGRRLlGwuuKH/sBnO+6R0I2x1i736tkjwjFl7K3ad0/9ItcVhD3E6+SDP0U9Nfn3
OVrL8ktF6seeqE15tNwJW9I4dvWml8t3z+jGS2Ou3BMhd92L5wc0TcCQ3tqdNxxEGHT3le2BGwiM
7NviNvqpg34U9z2wcNuubsfAfRID/mWT4FpU6DO8usyeF2avNrEIyCvRgm8SjtcvbuW6l2PopVjt
Rx9jbTl1m9lespO3gAnddNRw4WdpsKAd1lJodo1VbgZhkMaiXKyGiz+0Z6P0PJsYb9NDxj2rlT5a
pbfaLfKtM4x+XBstK5sX2chwUP892FNg7pPUmR8GIr0OSRaqOPRoIgU2lklX0a2HO0alm6i/8F4H
rb/sKGoSRl35XfiQBXN9i1ep67edbWT5YZIWu1MRON8zc0j3buUIc9csfY5+zkPOBknN2nQZWo1k
ibqT55XtjqdfXbgmaaK0G96hS0anuVYFlQzXUwc/mcCNZGqoLtSixbcs6cmt1Z2XInN2+44eyMTx
bJeiMIjnSI9oUKvmR2WM1lXnZ94j6UKkrkpLpRcgyZ1qk3eokdG4qHEn4EIT2dv4461KO/uow7Y9
2TUO8hmE5flCvA9SeT+76hZnHdqjPh9qbhOZIscjOKLWRvggCeC6vAnOAdvQqJrtQvzzykozy93k
I8VEH1jfmcgQYtfLgH26Xa/PmbC+Z060huouwblo0h6VvmreyAthwAfprmsNdZIyijaYmdRFmtN0
QL+NIl0GaUwdeNmGM6DcznWAVE3DM+pnWH96tL7kIjSOMgmeLJgB27Akd5IqkglxxAycUz7Dhlva
ukQtFBVHX7dZDEZM7oi5NY75tEQ7kLvORcIWAftDC2iGo+M2ZfYDgcK6b9C52QIJyu5po0FeT4fs
UksQY/zfqtn3gXKuiSh27pxy0ldGt0zMX5GkELhKaYC13A/04yQ+9FmhMTRpoZpLeGLst8+ZMxBp
Og3J01z04taY2gKoXRu0+3p9RCIol6NnIxIKwDXBiZjS2Cm/sPoxizd2aj24VqnZ9iO43lAA5mBi
pU1+mYo1UrlJz+BRvIWZPWxgcoZ7G3/F0WpaBd2ox0JsDOZwxwbnB+yR9lXpZjhX2fA8QtZ8CYbo
XXQLW+2AORDw03EqvXxXD9Yr0uD2xmFeiJu01ndBKZ+MKUlgtxv5bTZq9GYdm+lD2sNahUKp0YL6
024c6EKONgfrIZL1pemLKHZ92cdJXw/nYYS0OmuraJ8mRGmLYji5QZ5fcghByxhAj0qcxcJGr9Nn
1GbpCUzhnevUD9UCBUMJ2Z2Rdo/wyU2ai8gBG8Y3IHek3L+Pebnu7WY/jmz+g81m3ECPeckbH9YI
m8edNfgJIE3d7nqdhbFRoACfB8zas1/DSMtnEduwcdhoDpdLMQ6bZpBPqKKhHTreCHTIJGbaRC64
tay8gOHs55G5R/60y2EuPBJzoPHBGz3Er8DqwAS2VoR4PY3iBqDSZVHJbGvpVh1UbRgHneNo81Qd
XBbhXF/Phdd97ZrGPwTNfD+2yU+9urnPxrx+HqdUHSaOPrHdTg99NNs0eTrvaSVqXg5pOsWinMrL
FA7RzsyPudssZ5XZmSdCN03Qz1IdMrTsR6tPw42sUUz2RifOdJ06X0ESmHtJVgKC2YDN2RjOj66L
DJ/n320D4sfPaPKOcZM5r3mFlWbGshZXcmKEW8lASaA9DnWhwWBhq4L6AwIQVHZzFU2yi8vVYmNP
vXsdAl47WVn11RK5fJJJ7x6Z0dVZMgBttgoL8xtAtfcJFicyqiajD+qUTwK05Ntg+O1thEXjC5CH
jbtGnY116JzLKRE7lCIDUlYyzQ1lNdExb6gltO7cxUvnCN5dBW67zlTzg+CsfOcQoMmEcshGysy5
eTTtIbuK/KyH18uiaxqJERvZ2J8NC7vpNW16H1itueOVVVtslwNbcPTD0RQeHJ7phsUhRKKBSrAX
krDz0os9OKnFf3F3HjuSK2mWfiIWKI3k1unaQ+uMDZGRkUFNozIaaU/fn9+eXtQ0GoPeDlC4KFyR
HuFON/vFOd+pIDGD419Jk6+HfaOrEmJu3D0tVY2dq+As1E017Dq240kccvYIehjon428Fcj/aEwj
UpPjomr3ztTDLkNgsLeGjNh6n8IeDFhZzbcrHrOHUMziwoxm2K/CMzyn4jwAHmi3saflPenKsLCp
AI8WVd0pqmB1rhMdMbTw7AlS7LThBfQWaviwYW0PJBHHwLG2oDItdudwqPQ2XCpzU8viy15tcVf3
/vyIZPZubinwZ8t8+3DikxDGBBYk8NvadX9kDvWCBNv1EdNHvXeJv/rwiJm/1FIaQIWLgsxkC/Wa
zm5708t83UI5upvm+ZOdQLfxR/u9rRBUW0rWWwUBc+N2ZG2PdqaPNdpXetmpeuxmyb3NEHxjT1jW
6s7TmyH11RlEVEFj3qcHG5A53/YFjoyfxm/aQfZYl8WfKtDmph+ZV0JYMGECQabAWDkRZ2Xy5num
ttpPqBpODurGB11KdIVYYU+hTbGyGQbWj0kPwvDTnysbGWBt7TB6Na/WOKaXCKnnvkpxQ6K+FywP
U7Vxl2wFGSS+kOKvW2UKBK1DHn5VfScT+ibnGOe+/6KwU27aRhAvomQMEKuBOF6IOuT6KA0GOz4t
dHsG71yBDSuOb5xK4S8MNZCmcZnuaiyMrw3WRy4UmcKM8aqzZhe+G8UKxQwd+IuY08Mq9XiK/Vwc
ZDwPvyeFaNAeljtZA56E3SY3gYq7R5GB9LLr/s31NUmJbQhXZEWpaaKlOMcNEeZlCK6JNDnYpNit
1M2QyvF5rSaNGYv+MdH1EtWbbimqi5fCvMiy/MfYbFhUY2VYv4WNd2FuznbKXHUzt92yB+Pr7u1m
MduywerntPOui5hjueCrNpka/aQuVXV0A9/8LFSkN1YaOjtt0lur8KZnD4LVnhUTshjkcNvRCeW3
l2Yy8XprpDrgm8cIKQDHyYLkoUQegKKH0/E9LBZ9CPzurKq8vyOtwL3M9fIZV8PfvCgJOxscedTB
sO5tE9sgTXVzXmYJrqPuxPzXQl5Frngm59cyXvP3OipJM+h/yiGk1wykfXTTdti6rWiS0DXNrwxA
9xafhjoPs/bPVb/MD8ZduUI0gIEdceLjMS2dCNQhQMcDWH8/Wa69fJdncs/cLn3KNIdXmpn6WOAm
feZ2xfnRtem2xCKSpF21SPxHvtzXcuKbhDgfvT5bKApGWXWfKak/R9VPKZMosF+TKnLeVmc9e2H8
NQA0Pg86Tg8wKPs3JtPh/dri1tnkpX1D5ER2o2WNZdW3Zbwf4M3YdOiA4vY5HYaDrhgt7AbKHcRF
fx0qPK090RC7wF+hNTrZYGOrtPpOb0ccJ1THrODGrdRmM9CCvEi9tHvJpPoUVtVDHoTeTmaU4LmJ
6sRfqzopK9PvbWmqE5ohNLx91L2ZRq7LhmIWoBMNHs4Yt87WvZiGaiE4QDmk/UEH2KmieGJmxUYA
cezUrZSDYVjh3osXsfWEcZLMbus9L6Pv0mhMDw4Y4rsFpnPi5gCx6yZMHJRYieghvaji99zCBYOM
NR1bJmZ7J7Z2vREANVOMu6aP1UV7cQoqyn8AvjgwpRkoP3O3e7VnH7OJvUBGxixiYXhMl3eWI/DH
AzppaYv+B1Br+1tyPT6i5l4TQHoZruYuPzgi824V0+sPAr8qjgUqbW9DKHT5t8sy5xCm/mfcdc1O
x1ffDsrRk2NX9Sm0nEsmg3csBu0pbLA+F716lY5TXWofny3Gr3Eb9D5xVHE0/ZqFEtFhTa9+ELCt
hH7AjDvoMA2e6yWotrWn+oPX1ep2QZR27kAZ73PXz+GM8STiF8yjbT8CHXXrdNyF8Vj8uFFR3Flz
D0XGteatoOI7K57SC5WBPMoujI+jn1nJMAn/3DTGpoadvFdGCvHvMJIuYRJivA3mJXyI44yFjY55
CmVEHa5WAtTFyFeWdsrdZ2DhHk1aiIdlBVdpciY6QTaoay0WXEbcjRRtlad+V3M7SJiEmFA2C+/h
sz15hYWLJBPfBVvdYkP9ArjRXbgwhpVuhrrhnKpsvOWyDhM7SsNLP4kOO4ZjhUflVs2ptWLSjsKe
+U4fjOmHCXN5KsPZPl1dF28OM6Z9RWovAG47Vxyts6FFRunyOaQoDMsCJjVOTegP4dTgcRg1aKY2
LN9JAhyencHv7zKMWFyEJVkPycJJJqEYWpio4qwCwZiVbfE7kyt/9kAqUrZdEd8DkBtCuA718mfK
S0DmPZkI1ergS0il0ffGsoZHklHdS5223UtJyAHVRLvSC85VR36LmC+VwP2SZOWkqm1oyM0ifNhx
vjUWwhtcJc2X3QhG87lYyod5zUGuXvF64qaZWoqAqJflzRhhSNlUPaC7bbgU7rsPGOxnVBU+yBVO
/MUtIy5maACRBdfaTR9aXSiuXjruGxufbH87hK3lJo4OxLHv7fB7LVDQGs7Fn2yVWXShDhNHx/O5
VxfLydNExc7VRV0N7YUc0IBJ0Wj1L1aW+29x3Ux/SIq5ssqBlWAYm9iRao6qTzWClYU+yI+rSsiI
mULvVeGkfQOa1P/Az7E/+ZBDfEtFPOy0a/mQRUuYbGwoM5xFcLOgVHoWMiDEhZDiaemY31fuMc09
97kjHuRuxRnacDMWBF9nLoCufGzYVWl7GqmXfIbk21xdZcFxtry2JkIwSQAMOl3/n5/LS+cgGSFM
lnsKzP7XuC5w3YFC8Ndu4sTT5AswdAzjexBy6W1ABAPjkThPj+sSLq8yxSp+0M0aA1A2hnxvoar+
NmtDm6iHcSlGuKYawQTZXdkhbFiTgqrPx+e57Cpn7zelv4cI3ebYgb362bPbrDrVUZoXyTRHA/FC
1QDf3zRkca1p7DPZcPnWp6r0IAOMLIW4EHJEk82Kni2O0uYSYit5xps1HTrVAOqaQsUbMpJnQyeG
3Cij/O8cf89TWjp7FmZUFs3I6pawAN7vLmO6kaTArJ8ZaWQfjOHpoGOr8/fK0fanHMPxzPy8hEFf
1m/2Us4V3hv2TBgQgYm36/Rn1Gq6c0BWn0VQquISs+69YyDLH19Bg+bUZmMZTTHPKR19ertIHswE
gT5CvFh1vwB5pNiWy+wWEjXyrH4uj1EqWOO24Zp9OVZW3gRriaZhRhM87wbB4AngBg3SrmJoOSed
HeNrsfG4PodNh+m3wBbdbKdC8TRmwJ2/7THi/w5eWtwoRuNvTARwH8EzJ+hH1uBgZRz0L6Vupz8l
vJWQEZ0HQNZFlhlIr39hqmnR3K1SbIuogpKNwlm/DrY3vPdEPyQEekRv9AwCtm4GU7Cu4ls5COoD
yBo4D8lCgNk8cl6xNqUeT3H7w+/rMrUv8xK12Bi4ib1Y1JUTB+kd3wOyARaGsxXsyhoNo+fABcGx
m7I8UF4EBUWF2v7o8AJGST2hAGSCxZM1zKX/FjGhJwSm9/gg+pLgYgFIlw+T6JnLXCDP9dZhTJ9Q
WHDvMgxu7gvUrdt+jvLbuI7rh3hq03pPjo6PHXThS2/4vBmANpDGUTCs+RmBWPDm9Q0PwSi6X7U7
iW/h5eVNDi2EMeSqOR7sCdXjZPlkFsA7B9xqIJKu7Bhsvjy1vOpUyg6YwzYg1folzy0eeUitBEd1
BF9hl2JztB99hdpqLgMP4yQAqrdsjp3myIxKv1owQY42Aod7j4XBM+tRGJ2aB5drIb3NQ1E/rzjU
Xqo4yoH0g079ptnRxH3ME9+NYkKCTEFgIHET3E1lNiGnO1BHZ8Dz8EHKxDBH/KhX41Jnyc4dTzhS
8ieuop4sxaFKyxPc6vI4RGE23GR8P5pEs+L4zGse7Yrt1V1b8e1cA1nt8Rhx6lZr9sF2irczdNy1
vddjtFJ05BkBmmyMrolPLK4VArSfzsaKuwPDzHEvOo9HuC+v32+SAVR/B5aYxTy08/1VzEJu0tiC
t3JgP7oJL8IfGkPgImmdsbCO3eF58lbNKiol5KW8nswtF8AeoO9yYwfAXeNWdk+kDyxsjhygTRT1
3ECV4B8zcQYICQX/VtjRwHuA7vdhDFMZfFb1UBe0kLlgiMpc/Tqh4kMi+YzwozanGRqaRkTJ6pai
vs+nZT70Uy9PttVJeCaWfZ5MzmfBJdcJcrEihtwY2QDiLPx1mxson5zwRXpfB4IzsjAe51yQSg4R
u7e8N1pK+0DYRL8NMit/Gni+7/srX1JjT9lNeTAfLdjnSUf24JAQHsObhDO0mS7hLEc8923LpLW1
otQ6r41drxspeeBcvLA+EItyPrguO1fSOXqKbZsp6SFnXXPDwtREmxLvLXZ32FQlG9MaefOk+pel
c/gutoOI7+cOqhjvgzimfQyc1oPYvNWDxAkejMFZsk/INl6ErMh1uuDF5+k+VOBlM+oyGfyuuVCo
koEUHUmYui2bYZxvWIVyZU0CkTFplKCF8rY8xgvQHFUuwb7MAh6VmQ1tQrBVlegWhePGzlf96tuT
oG4cuKTApKFv9Nb6mULLggsSZTy8Eyx0atMOzlSiw5oLk+rQvdDGq/u1n7Gndrm/bPJxRMZfLg6M
luleQcjEr2k7G0GKVmJZCxLobrHOSunxzGiC3yaASkJwEFah41L3lIBNOHPGW+0IRTOdAj/7T6Ha
/8o5RyYj//u/KYT/f8cyXt0p/7Ov7nb93Ta/h38z1fEf/KepDjfCv9DSCFSfZAp4SFL+i2eI3Y4o
RGT1SAyv5+lVq/JfprroX2gBr5Jw7mx0jleA1/8x1cX/ill+BteYR1wHyOnE/8ZUd331f9Os2RDY
UKPG/+hSYyxZ/668ygPVhr4vUTdHQIC3NKF0H7jO3PD/Jc5xhfffxIbhP/S1IHRZPAqEqf/+YsAO
Y2SQLcjazLCOGVExmL3lzqQUNGZo7sEeec5e1Tj9ztjGpmxX89wzAs0NKHi3sP0kZJA/QUvq3Kc1
D4d3H3rFmpRUoX9s7Q8fXJJd/WqgkE3M06/pVHnbcScOM/P0PTi+xtv2nV8XWzMrOBWhn4cqQRjD
GsWhdmHUu7oBNLCKYL1tT+ADbKyw5yUNnyE+olleofO+QybvrPdrv6J5wAkM7GKhdWmPNdsL8NKt
jMMtXZlsN1VVpzc+P8zvJvfQoVhDRzMg9Wr95ScmNA2gT/+MzUL/pfHyBXlgXXQi/2BKD7yqc7PU
gDVAUvjZb2eql320VqIBfBNAdR3NmqutYRmJgRxzN2DjKrc1GQrUylvpK/9PN+fxL8Q0yt5Uvnbx
xNse6AYFOvV+WLorRBpmGPUXnznxv12X/SKX85pjRkPhMqceCMsbSbeSSdm383tXpD1eKjcXL4ON
NmeDTI2ciCLNhldij8Y3d6U7yZea6nQwHihGqGtEM0g74EfKfcfAVZ/JimkBOJlNGC4BABK7W74s
3GTAX7zUY5Tj+kActGrkvSz0wHQ7HEiYYp3KKV83g9UmrmB0ICr6gA0DAdY0BK81373nL2SNDaFx
NnY0dh8ETbYvgeyVh6096rNERGV5awT2hfs5ZA5Kd5USSRlldvANBCMlWa4M1dc49PZHYHf9w7oa
TMmaQWGejPXIipyKR/2EcDEdWDc6Zo06rsUJjs2oz5FKRXBaU89a/ga9cyVvgxj8WebSOdWFkGjT
XKe2kikIJ7Rw2l3/Gr3W82ZWfUVI5rSI9NzMg7ik3mwk0qvySpVkL4tTrLKgP2BXXxnRzkvUockq
IbjnhbBP6zqNf0ZnLEkTYwbEdZDGebyfuFjwfYFXIw0t62YrQRkboTltKu++z5ye/adlqycRqfJj
Gkq3OQ+2Vb4LUOjRLp0BYG+CZozgQHQQkBkFNqRtknvA67qOqNEPpCTrHdwMS/FDJcjEQ5jQlXWC
Mld1t8SML/IYZFBEWh9tPyViFCAgLLrlaR2ZRbO+us7BeKjbR5RQgi9bXId/whKX145FKF9cZVNL
4MCxWa6gb2B1UC2A0pKu9AkSGEbDeja4ZsvtyqVZUMR5jf7y5nr91S+NxcLQmXLo0esQXQXw9nWZ
VOgC5QvK+W/pufltGNGyrHXD4k6wefA3TFO6eStVhuCrHoDUbGLbgTzGMTBZdxaD5zuRh4RomYj9
wXZMJSI3LXyOjc5hP5SwnksPruetv7JBIhWq+zD9J5dzpFCPtdhIwYI0Ha+QYszzeA+wzV2YV0Tv
JBmAcGlDZhUMsgLnJrN8/9xZ3vQSN/4UbTGlFAYkYm+RssLK+XXSV60DkGqGkAuaJNx9k5nv7Ajx
wm6d3PF7XBjKnVaON4yPlW0+0qqCFRCulKfbeNHWa1+LJT3EOfv1fSZYVCUDFA+z5+RcpuPAE7ls
Bfqnd16W9xQWjOy25AnmB8WHycSTcRVDXlcBjYoiPTxmHDfW65xLwA1XtHe26VggNzuKuvA+dmK2
eIPsGWIStQJ+IQ9T9YhSaGU51iEN28DR8UlQTItmZrChAMWFbcB5u9oz+qFAKODm9gqibAv9pniN
yHyk6B276YsoHwZXdmcJ3AHDSCYn4MJRJssYdCi5wu4LrRrP9SSAK+3yRqKCafqRNfqqY7h8ahq5
ZrKyc+oTCREc0jnF66ep0tTZTZ4qb5uQyR6xFKI8lLrz7X1fzHF9ojBDThFGjvkTzaN8aNcGtBn4
ONZ5Qw2VaDtzppl95KGo3BfXGn9folmNN0BQ8vGE6EwBzcJ+KTdj70IG8siHeaTO18h2XL28+wbJ
8MbB+vgrbOHcbUt0e2MyULgDu0wXDu4RZppPbIrtLCwFeTKQysyy3fKeNk+RaLps23DsupScJZiS
LnNKgFxLkH9WSzx+FE0LbmbKRdBvPLnM99lako0BX9D9bQrGG5z4wUTA2hTTUZZlPv9goyc1XkdL
AOByUs0JH3/tnQsAi/Gl5bMDD7k4Y7MLkELfTNIr2Wm6GUslAayHadtQ++FeBMGVtiIzFGGghjrU
UQ6woEhFqD59M/qYcY3o8PxbHXPwlPC1cDsShYSOqmyYt1SE4e6wO8Vewg4gMOjeYn5yo1z7SVoV
vA4hmVwmzKSqm6Xj5Nx2akGLCxUkLROfYx8f7tSKR0/GLjwepEy/stCffsu2d+dLq7NRHXXXR4o6
qe6Ji1pAerYYRegmF87cHeqX8s1eU9h5OaimdeMQwGbd+zCn1rMsRItor06ZCYJ3sr4yPLg5Wo20
YeKgkUbAYB2k2nE1DFeQMExDDuhqZ5hw3QdURvYJoj+K5dotBrEjYlLwzoxl+iNE4bnMkYw++tUQ
8/nVqn9mEJTNYHRHWJq9FVPwwIQMgARqEDMHI/U8UvYxqWWaqmFaeqNLJma2rDW3TBBEuzFzo5kB
sxN9zahxuJdj8gnK0WvOaeuHUOar4rL6FqFsDplieIh7s/5lbLq+yorj2Jbdl5h8TCzD7TS6AfIX
WvkhWWU0/EIwYf0aWSUD2mzQdg5EazZEywdlfkJrYyeqGPbtSkSwL0M6VvTjbN/jY9TVJ3hF01kJ
FDQbtHf806lx7L+BgHeUXk/bnErEhVqXyXBTsTDzWXtl1Y8hpydRLJe2OtDs9xjCbOs2DaqdMgaI
Gw4pfnXPUsGNQ65XfcwHyaUsAENZiZlY23LYi1dvDY+Nih+qmWacRLFwp2zpbRne3FtdaLNqmgiG
EN5DYwcj43xFCbRRoKsIGY1yYPMD5rMonyxatknE9HhM6Jt8SZniO5xzEM/Ek2+c6q1DrUOoD89C
4ggwgN1APi69A5NvNuG7pbymP0VAIN24cL5wYAUJE+DF25k0xqLpqCzdiFD8ipqWQ52VceNzUbCw
6+nJ1z0PFxRS0Tu8Pbgd0T8Th6RDwgW9BY1YFrvvjYVAdgTNSY6OsdMP7ZbFbgnDExlT83JsCNIr
N1Vg+3+ZezR3vZ8VRwc80HVh8c9Hy327JcQTE72uhsRTJJOMhe8AbCSB9dbAoTTEDxEVJbIs/pzA
qvahRej1zIWKnPmux4FP5nqc3gWG4AybARm6BYjAiNBD+ImVOuL3tw4VFFuiE9H9d8Vk9iHT3UdT
TdZRZtiMhvrBasxnDMvquVdZdVEz4oZrUmVSFP0TgWjeQCVYzcyww2qL3bjcs3TvwZC2QBhQpoSb
LjDyXaIr3TCA30qk1yhwxsZ9Gwds9dRE6L3BIlu3IC2rF894N32nDP9i2NC34xzgDJU7R/Vvqa5P
CtLEo6HbY4nUCnla7dI6dH61XVivbpVE/OFNFpazQOxgBt9hx+GBMtQmy8zB65mRkUARyI1pgh+G
WPMG6c36pEfnkwK+yBAPuSi9JsQ8o8XeXGctbz2BNBOctdmGIhmq18Vu6kcwClR3VRfvlVemx8ni
EFBO3/0EE6Hu/kA8grRTABQQh/ujjSOXExuFgegjsKpyRriQNajILLKhOIIrxt9tXm5oD/RRNv2u
jJqvoR05XzILNWDnHWwTkEs4UIza8D4StDHToW85HtiUougIiB3LzX2kii7JERlf8Ck9seR4dNB4
kwLi+ZvRa507sTbWYU5ZOirn3YuLc5sN3yMB0UbDpa1Zyu0KR/gHay73/qrq85qvL3Dy3zAxjBcH
ewuakJWtffkr7t2T9Ega890vwocE+YqVBcIQA8/G6xEoYs7Jt3GHaifvgx9PawZwS0R6RgANeuIJ
vF0tXjnytd671005cleajxB4ado511SciNQoGeqFlL88RNELbJqRkmpvqO7cUyfWdq9r6SBoqfaz
37xhJNCnWeSMetUKqcGArR6GidH27DH4N8C5JtTEGyIu/EMxw8MEofrlM6EsiCUmhb4a7jmSPvNw
fhGK+WOS5Qz9t2vReqCrGFDeEnHM+n5Eb9ZQjhKKUXf4YHyTANl86dvqWXXhw1Q4j+2wXNeS9Tzu
VN+kd0UoHvqotvaTW1JqcRbwvHnuXxOsAzuTyI4PYdx+js14Ce2R97ri6xUX9rvHimi3uKlJQgwz
F8vR0yeDkO8ijIeDwsSB7qm1f1M63PDdSTc6yH5FlnXM4vlBigi62DgBTeQmC4I9CT3zZXADEmqh
ydCMzWgqfGWe/TD7YBdJ99Sn3jFyS70vHCv+rYgZajZQQxULUhBmp3pEg0F/QIKVqkTI79VO781I
CuVVMZJ70Z453V/DZZInYT6MWyGtk+r882zcPiFt9oGCL9u2IUPZTqokDCcaLyc88M0kGsXzb0Vc
EW9f+KcaOeoZq93fgkBcdmT8raAR9m4oI2h3Sn4YkptLjBoETyIDTZ1frpNffYPRudfytHih2NXK
WqgdqJMulUSbT0x1vPUIpN1ZqNPRoKY0X20NSTAVh2ngIyf76aARQxWjxgrRX9pOXIjS+ZUuC4rY
UPyZrjE4tv6ORbhe+m66j1w9E0TFcvtiWc4jWZTlbb8ir4J3s6df2A9+dHQAWyaFW4XwUtbizs28
w4AncdOj8kNlFEX31Nvw2kJK23KyPtyWX0roethFBRaOyq6f1jDzuYoq/8OjOKPYq4/par+Q8Pdo
VnkeBot3Ensj6ZlD7ycSZTxaqp/M6BvAJtnBxdGxcpV1OcaHlXY8W47FWutNXQw0e8JfWMI2KJT9
siTcsdM3aAm9bWuc93VS+Y56zaF+tdIBnnRTj0cECAQTS2fcwKLSny65GwmKQHsLrhMph1TzKffK
MU3mITPFhmkSGF2EFvdNbbc3Ta6bjxIJxGeWzyt5cmP1i6dJfagx7Fn5FA+knCWqHRs6iya+MzAs
Zr8juXnMzMwhboa7tVw/rJLdwH6dZEkE/EBZDeXQfqzz+Ru0+LaJbbMhnopULORLvKP5tveyO7wp
X50R6qAd67Zrp2nLmlN+dHnwqDTCRh7gGwgd1ktM6uRNJ5ATyLgyHwVRdn9d4/FIAJf3mSY8+iDH
43HlaGrDXiYxSP98Xy6e/bdSmAB07fD1ne69hTY0MrAUlRP9MiB0j6GLWScv45Hzv98TGzZ9sHla
AroI0Z9ljPrfkYcI9eellzNS8um2MtnzVJb8+imRyqrTGzT4hzFrvtKhfViwPpYVXpLWkQ+IQIIP
sfj5VtnNu1P3L569aLpdk28RXP70OApvA1K0CXDSG0UW+aYp1F+y7qezxbwF40uSiu6sHf+jsqbD
7PrBIfBWxiRyREka8LSO8uq0c7tdWS3VvVaR9Rqb/M5i3bKNGDFtGpqvfa9dPpZ5ipCPN9J7ghVG
a7xk5CK7VnOeAyjSDmxbmsYKllSR/qLmrjZTXjx6uq82rsrfbUfVlLUgSoepwhK3nodIHS3n6kns
xi6ZyWtFJjHdpUp/Nr31lyktoZ8jhN1IU661rLi3VgOqcBVRwS03t19ZjnKT/fktWctbK7ZaeueO
aQNm0mnnE9D3MkaI0beT0CVLH9GBmY5+Ks1KLm7HFDFxcd1CooFeQ83OhukMIzwHhmHc9Tf0ob+5
NkPW8tYn912bBCMvzW/juzc2r72J2y7cSce+n4hf3qTt3Fy9E4W3MSgp0XSyuIt75I5YAEzcOHTp
KLv4yh9Zk8l9inqH42DI8gvuEm41a9wFQ7GlwHqpQpRTW52Fc3bRpTFPWe2d5gp6/WZRcZEE3vI3
FL3eWxG/GkSRu3Qgvg9szckNlhcsjynJ6kMXbp1gxjslj43hXTNewBx5Ne1hbgOzRQpPQEXeP2hX
edZmHpCyDGFvHUP2rcR2wwG+QuqqbelX7h5KC3fslF1//BavpPR2iAv87eykwUtnOKCWfHISPyZu
G3S32UZFZqPQXo28tbvipg/m52olympZDtJRW+mJ9W9Mk5KMRMw2G1RN0S5j1L0ZmoXgU0HtwVY3
401lrbDjQNjDCA6osDSTrq1mvM44sF0Zf82zLD/X3mnb3dAYrquF56zUQ3+0FHvBFOY4ctZRbXs7
qJlPNvZZeNm5y0La8tz82C2bTpehofIPazy9j4zpboMqs16NNkdHD2+zP//BfriLU07Sa9vIqURY
JZRfB5xbxGeCKSN9GYLoie1GhAbB6VmCSuBFOBohFued+pwjhHOxVTGDWAiRPKgsvkQ6plWafOYf
6TUWW5QKJdxIb4JWOgHdPG8LV/yOl8hcZKt/0BTuW3nV5wHpOak4wgxTT39bp8MqqasXOKyHeZHv
Br47Zh6Dgro7Qpo2v1eXcqpBaTB0ToXNCNInHlRzjuzwlczK0wBEvyIjmvVc6ybz6Gx1xbDSyq/6
5KxoX3RAEGBNPeh3PpP56oPDgXld5nzwSa47N3TuGy7geqXRXDzIvPB6GW9H2mcEUB7cabwsisFB
X5aIxCeP+VRWVza+TpLInb41l9jNvXOF+Pzct8MP8WqsDnGcf9TZP4deNg/EIiIOrtbiky7N3oH1
nXHsrjeNHj+Al63beM4x0tR5RGh3p29bbpVBs7LuGczErNA3/Pb5nsAovnpa3BvGBs9yWC+K/fcd
RI8ckbij7vGGPGMz41vcS5lclcSZ4i5viWa2OVNZ3T8wJrwvSOTbFNhRD1fcxVsa2j+qbI+gVpN1
te/XmJkb2MG3XhK+xgHsJoFS714XI+qKm/cwmsPTMGNt4gi1WVHIQzkQY6MxmK0+Z81ExwS9lvCE
jJhhwcfhxVK/hnPHqIr1G3IwgY4JFStS9RfR1y5dNk4VzKbVU9xj86OR6PFlGufoZOu4H3rvsZ/9
6BIp3d+HnXNWfVm/NoEvv8fBg0XvojnatHm1L+Je0hvC2Y5z8ZvrucWdGlHL2HJtECKEI1EC5b0P
oRjsqQ3KLeAUbDpJXCHmPUa5QRP091ZKQbV3q/g7wjxMl2odgyXK7rQ9OIxN43jXsD9Jmpp0nRj/
xiF3jbPrHfYUKUv3nZkkDtly6Q8MJ98gtGt0yMQhxFfAeRzp71Uu8Y1YXBUw0swwN9fTZ9Mhek2I
JYJ7P6mZbXg6HxgTdOia0nMY1n89USNe0Mc4Hr6Wa8JGL8bxrccXViVWRBezCzp3BnY+Rj2ikdSz
dzkGamQlRhCNQYIAIt2pWt9pIQBaiIZ3rM+oNQNrsQwgXytqkkJcbTUSsknPlf612jZeslKuCG20
SbTq12eUT4CwnCDwLwxYGM0h6Wk/fEHPnXZ2/8cInb2WLtHuG0bnNj49yj9Na4UA0ejTQLPLU7R2
+9SyzbXSr1jbTVeMMvefSjo9VIfCaZ5l1MZJ2ea/18ojrhYOBL4Q4io16jlWRUUipnEniBZBXNUD
y+s7buYhj+utsbOC56w1Nz635nYdKTaHYKh/XBN9lI7jEfLtEVaozDep4nytFi/xcpDSRkzNC7B+
ooPtsTjmJRLyzIzT2c+Je5nJPvzG5RAchpwxH/CK6ek/qDuP5sitNIv+lY7eQ4Fn4Ba9SW+YSU8W
uUHQFbz3+PVzUlL3lKRRq3s5oY0UYhXTAHifuffcoJzbFTbr4TxqxH20m0RQtBnphaQRkGAQ5M8k
3C4bEb17gVsTB9NsAyHWRTmxwh0N+4w5ROyqjou2N/x8L4AML4Q706JNuWiYsGLv2/SEAN+XSaNf
RA1DeIjepjy4TYAOroFtN1Deg11t+sQtsCJFt0CO7OhE36EUd6vSHz5sv3jH9RBviCy6R/lTrEpM
jQ9B4wevvggfWA9eW0F8m8apTQj21MHkn1uMK9UTS0K+SGMmd0dd9yPa7gB9brnsfPlc5OqZwVuz
Yr75MWN95itutjZ4cQyIlfsWxkjhKoyvHGD4n6zxkpsxTpyPFvLSzLGTkxjY+gnUt6uw6l6xa1Vr
cGzvWSK6L7MsrWrZ6dDa54N4cyM/4eYFrmFFeEOqodzadk7r5IVXgYulocni6LmA4NTE8V3NFnCF
K1XSh8uLuyqsKH81PmzFDQrcuZtQINrGOe9b0i/N/DjhIMYcsEk6JqGZudFdctPhjLlxxo5hYjQn
G2dUBywq6Xo0BzBYzO8aPqM9hd++b+xrHG3kd9dGW8FHjcanAfE8sPDBA8MNNi6r0FblLubQYtIE
WdSlycM9cDaWDzYeVM4luub7GId3hpAsAyq9iSNN1Ra4d3Ty1oKsvoyj3A43I9fJURTGdvTUvnC6
Y5UEhb80fJwKCKnreNmV/UOXYPcz22iP577D9JTOLOxHfRtdUo3DeReXcXUJCWJVg8DogEZMrdnr
OOukS5hzEWa+gJWt7iBukM/bD8P0mrKQPqNo568dEPMEtTqrMXnPKKnZLgxPJP3gtSbf4nOwFEsu
z2lQVnWlezCdSu0bL0e23+9tz4iJvSjkN1wBMaZMM4da6l60RaVJyDLaZWOH8qLGsWyHLyoowxNj
xOEuL2u6P58ajWGulNYWLVh9x2vtPm22mRj7KmujQkeidHSb/N1tI8NdgA+mkLHZFebrABkiW/Sp
9WhTSsqSyhnYDfgIfQg7nX0HN6BZf5kiyQnzqi89PPT3aBMm5H2kpUvjnct6yx06HqapSM+GZFvN
acxYrtHocAvdYB2CT7eYm0Z/t0qeXgwd3tAxUtQDlzoj74KiUyaG89BWpWnwsBBqm4yBczuSDcI5
Yjf6XdURwBBncrIPryn6HWs2JjgZN2CubWzV4BaXFYmtqyLXV6UejWMb5R/tTPJJo3qCvgub1sOi
5nSjrLqfZfzsWaTHhqkTrqVn7VgEcnqqgILVzLL7jmwKyleyrlIyoci4zstHvP7ji4Ey61tNqNQ8
6JlZVhYRUNFJ65BnM0Uc0iie/X08ISGwYys81XNZlNRdyA4WZEFDdUhSozc3hLX4L8XY9E/NhPl+
9L36G2ZR9FVVgQMOL09QsfLQ+s4oJEMayWLaWREv3oesdGL31UmIEVqRcjA/8KnwuBl7pulTWFPW
ihIg8LLo7fylqjRjw96PbfrUkGQYXdQfzuXh083jNopxSjcmf51Z6XUysy+UeGd2JF4wedRcPyt6
DSNdmakXfYbmGLk81mxnGfjj2Wo6Y92iBl1misw5Eun1MzsnVL7N9JzXTXY9BwHnRzNEPBGVuurj
AHuIUbh8S2mrFrJNrW9WbmILFE3DxmWcH8pgDDEUm9UK4R6bb5+T7AXzQHPrx11w09n1k+/nPEpq
lsBYSOwkOpGX1ZprmQzWzhRht0Vix4VZoae3ZS/gTXrBhQ3cjEQxTGa4J3cXB4BBVt9oD/5RTQYV
zDBjPaIPO1XwnNKaMMEGEuFeu1x9MT7BFYVOcmW0TsUANvEfkJFAGU6mkNQwu6pOAnHKAXfiRjcE
o0U9dRQP62gnE2BDi0B0j05aCvbvIDosTrc1CXTvcSd29WB+B5vfrZQR3Ia9WTPQw3FFeKuLsA8g
wWs9Yhzm8r3MJjKHXjPtgns8N/GKCiXFOiXN+0R4PkZto29eEgMpf5o3xzKa5Flyh35h5w6+Ueu7
yM1l3vAJhNnWbCTU7ryH9zC4VKNWFiGk9O2heMQE1q5yMpH2sCVBIQzEUF/iFZzWxfuKEZhJ0hSc
6xllkWRhZrXZlWGwFiM4ySWUoJuLL9V2xpIVeo/tgJQhkTKdVJXVHWnP+6VAZUxhxq7bbsMNwazT
Y4LZjXDqYapX/phOq3KOhk2NSebaddzhI5assayQzVDt+ZeGnWiFAFzDe4V/ENOKGp7d2FbfjaoZ
lyh3w28B7rRnpvLxZydNq7uKK2deNqEYH1DHWIc4AXN4gRCFT6Rmj7vRwbdcFaO7hThcPLqRnuOV
BXBhiX4n4b17JklbYVZ5y8GP8BI5jAtuuiTHipolbKZj2kVmDgYUNO+VBrkmIFFM5h0UowRdQvQ9
TzTfVw6Idh0rf14ogBZLNQLqI5IlWXakcH/PS9G99VMa7ogtIpcADtk5HiBB+BPqJd0+GFnrnHCD
t+ueaQQuxpiawp1V6SNXGicW6hMS2qhp4/UsMCmi5bWMc4c64cFDufNo6IiFqzGNICGglHAWzALd
kq+JSu/GMGPJ7Mun0I9iJFjSbDRLK5lcGyKauO8RQBwpbmaT0m5k/RnNM8dVRhYpHSdxXgdTD9aL
PXuXdVWdKnqHMDmM/hwto5DHxxI4PHqunvgPTDXTzH4QAlZ4bLO2vK+bgpbLHT2kxIEZA5xCVm7A
n8jnVRsQzsB+Gk0yi9A83Fj06bZNLiTaBJKUVKOoXu3mPS3H4TosBBlBPrcEScSke0HRW9t4EnCr
D+6HiPv+CNxwHhfEjrFiBTqyCLXECSYZRFc5s2IZPJvD1J5qn2lE0Lk3aCg8HGzM0GhDjQkWxyVu
hfcze+sAds9VAvYexlB7WaHG5IPEtixQj4zDXhYBuvGs+UbLVi/ai4Vv0hFHd20fyk6zPmQWiaVk
ug795A7LXXWQTIaQjNk5Qzt9jYhohUMwYCxl2Bo7aejggnWKO9Nkeidt8NqYYIl95+nsDjuyJifO
HzwPC2Z/ijxL2inBLHdZ5523togHWSlmHEsI168N/lrkWhJ5Cy3bEyuIZuubs/vdd70SCVCBOG/h
GpDcuMKT4C2k82GI4qYad1L4EOsWf4PHRmWZ+MgYLvMerKWpz7SbLBH2I31pHVmzZti9dBmj63DG
VRR25obakxoQmQkWjDnKlhb2x2dYFdRXw6gS2mUUaA+G34wHZM9IB9qLUqiKoxsT5dK2JgvgDbxz
9GzblfEsUEjope3N3gv73vhsagzbPCtM74kZLu2QrPtz2AaCmUV6ATOJVouQGRm6jsgf1KFxU/Ec
jjK8s/JCLwxtDmSAMD/8ZMRZHwOR2Nfp6H2SuPMYEQRsi1B8JajldwS+2Jgn8nTRmtjKYtGQhTSv
8TzJlY2qrNwINlrIPlTyPrDGJDiRC8VWd/Sjx7aLr2BnsZa9uNYW3tTQqNrZtLLc5jPQ3n3J2Hw/
Q2EgTTA8E/J4ZNT0iZelfwXY9KkEeZVRW3K6YTbqVibaPZZk+bonaFb78bTF/viN4sy5m/vKePVC
0XHwZau+hqTrgsQ38tncuLH/UCJxX2vpB7u8melRVOPCxgF0BVKYi1ThDCPAVhNOH1vxe+Kb6WHo
jZc5U98zDq49fCQyycifo+R7mJTXXZdJXBzLwTq4I6I3bMj7ocnAtEkVIpQl6a6zzrjmqmdnso4G
DK+oGw9FPzHEmHB6YShBJIfsGAQA1jhkQiwj6QNlKa9oRkm0rJOJiQmjZAYBo4aONAj2njy2dpbH
YsIrk6spJr5qHLO7aQzvQWeNq7bwtqDCHWsJi5Ub2QeeTQidF+Rvox7mmwQrK7r5a870/DNpiOXh
wYJ+BsBUfDcwMt0TYV7eWmXCK5akCBXM24GAkWvHM0iolkFSoiLnBkVHnG2ZqctjnaQcO8zVjGE+
JLlv0oJwVyxILM+fOkuBoKlTI3ykWkgPflF/bwor3Nh+ZuDcNVNF6qolGfFWjpyuI6fACcz86hui
nfzaHkOhF+ZQ1+66Y/w5L7oI1BngPJpebnLTOrUVpjtJpXcmlC15qCRBtku6BJ6/WZUhE65GNa5R
XbZMFIzqGIXkfqJPNYpvqrz4TqzSgLBHZ1LSQxAWedOWwxlc13quOjx1HZLAUo3TqTQz6xAMTl2e
EDcTi1d5oh6WkohnBhEANZpN4F7Os5Bs4ZYBQIx9omlTQEs8VFlfBanff0TGSMPlFqmK3kvm8zOn
B1Z9vnqIFdn30kijbB/RXdDT9bPZ31ih09arxFflY+VV423Mw9N6VWVW3HtD1D62Y0nmUtCHs9pk
ieR76CcHQDwWwbpa49POb5tedwbwAD/PP8GzhOnlkWtHR0L2gOtJMtf6fZSgg9hAU5j9fd6U0lx7
xURXQQ+G7ZjASVh/IPYx3NTEMXlgNso2W9loO/ONEdlSYerwvOKUN/oS9tsmttz3Y4a9J5zJbzmp
MWcIloJXCCklROg+IQyzP5n1Gxz1lS74Sqp6ekAyyEojbGe88l6YNO1XxsnEeWmwdmMcBqARP34/
C4actsw29lRId1VHveUeIfpgoTd61+lfZ6Kj8lOZpOl9K93uPkpq1vxuzTHLWcOSf6XpusXRJvV8
WiNvl+oBXow1rRBHuDP7rKT1llPAxmjXB7HwbhlRtPQUTOnxiYct0jncJdwWBppxGFWuKCyyovIS
EosbJPIzUob1hBQz5RDMLxrJxBdmsXR89J2rmhmgiUU8mSaWepquRQXktJBI2HkvNtKe6JQEtDS8
Yp19qiGsTk4jQhOxq6GHTRcUDN47uP/f0xhdJKoKN7kpTIaj3KazsncJAW1ccvOEnaBkXpQevLr+
eWIAYQhJ52TR8SYdzSZUODltpgiN0i4yy6Bd2Ij+zF0W1s5E3jwTLbzFiVldj1Umni0zj9gSjzFZ
MAXII8YeHRCMLRCOKV1yEWEX4knRuODgWrzy1G+ISlUkiDzNhkk2OHsi0IFLD0wEiqTIDuxVOcxt
9L2sa0ZETquQbWVhM9gPcRFXjEmFiq7SspP2wuIykPumKMHDsWma0YOr6RJinsxZd4xmnZSrks7N
vs5ZIBjXaTRPzY4MrrlcD+xLyXlGg+6CCNGJtUPwOkK5qkLVxLtBSReoD2tIhos5JNlFXFXec6t6
B6O1a6viGFVBxcmM+lCD2sIbcEQ4OuBKxVZC2U3B+w3/asaELhZ4IVP2WpKJQJrorYqiut17iW0F
W+3Avl3MFj6mTy8j+qij/aljfYKbGtTPimij6aWF0+ejPKqDK58s0GiPvHEe7ykACqrxmPy2iw+0
z6jcHPTgq0BnNtmTKN3GjcGZKbc9H1l8hh/ZcfEaorX3vW+35VUBJua9HDohNi1iJ70aotrAgFsg
iXtG8gre3i5Y8XC8IkRbUp1iASljYh5XjKmDl9BDyYwAkq34I5fZcOv7aUlgdVkmM4wEdL3nmLS7
6cqmQR14nCbBK4OTHFNu4UELUm3hfO9dMepnt66dkiKrSovbsAqTfJ+YtXmZaSPJxFKn+RYsOLPg
WDmNuDQjJFWQHCBpo/ItYl3p+wsOzNhigFT4L6sSaBHEjSknJLINWA9j+iGVTaGXvU5Dng0MiQur
ey5T0Pcrhi1yPNSpnU53pULJxwnL9pHicES9y2iHNcS3yQYh/VgifRt28dg36YkEcNQqFibraNOh
wrT4DtC/bsfMlljHiW3Bo0xy3qdle/24asyKDbkxhD0w4cht1D6oSz2sGFcPt4ijx3odh5F37gPd
jGeG1F2AYphgDIzCKK2+ehKFi6MAXfWAlJvlGZ8lBYxh2qTFhEHke7dDP4/p1pkt1Ja2RSmy7KOw
DreMk5Jp3cIXgHOmKlopJPjt29iBmeCTvYhQI/htSH7QT7mHOvARlXlVaz2VFEnBbjSN1mZQ7pje
OmxqR697HBv9zipLjjG7ERzSEg3/sPTTouMC4ci1CX+tp5cQjWu1nEMzUUgf477dIkYeu41VkOd0
iIkC0hu4iSnVh2ERayjxHDDiYFn8RX+KCirvxpZIQq8U2VqZwfxBhC3ar4RsX2+l29F99AyvOxVS
IKVM00pU56lzldxzHSfRpm0K+01bZAWuRZw2LbVeKvpdSSv9wcc0VuxHE/e9mFT0oaHoIBfWhnWD
7EdzL/O75msvaprt4A1qWKcW4Y7XUYpReM3ou+tgAwepg0hwpAdBLSnVHRU5T9W/Xzxs/5XX7xR9
1EVTfG//rd3vuvzK79v666s9vZW//8nL7/tg31BHQdg2//r9q7f27Tf/sc5bkjZvu696uvtqurT9
Z1Tc5Sf/0//5t6+f/5aHqfz6x98/Cqrwy98W4LL60Zx38aX9uZtvEXbt2x9+/l8JeUJqW4MoZ0og
LBuG9vDVtP/4Owl5juWalEBS0Qbh9vvRzMeoGHG0RDJG/oTgD/1q5ruE55Ghwz//Stz759vm656C
IucT+9PEMFQlGOj+FzhuyEuamauU9ztjXcDkRuMHkzvLZl5Q4LJdRcpLJCL1KtsBra4P8gKqqHNc
qEvmH4wzNFFN02XcKtrHKHWTJ8O0nkNtxXi4vRIpS9qO+KDR9bsxsDUnvCUIqE8ZzDg9EDsbZZgL
daxckQ5NfyjK8BVzmX3nGuS4kE6KdB8dtOoEkKuiBHw5NMxRW2w1wRVnjnVowDSy4XIEnpoUsugi
R5xA/rbZMh2ApovYgW7hYPUyeKpc6U87leP5oMsLfZjOsqo3QpfTnV1bU3RjyDySS0NVKdve2vEw
XcxTjITfnlprRUgo0uNIu/lDkon40mfMN2gNh4PyEH75Kq2Xpia+F2dcfmKelb4CepgOFuktV/DF
op09dsMSPSZOEISsxVLg5Hr3uybfTJfhW1XPA+VCWJyaMBuPQZbCNhJyi7tBQ0hnbF05GQpI0YLG
ZEoFANuqRrkbhghdOLWDR81Wa8QZlYvAj1W9u5ssi2VWakf2SxoZxS4JAn0FNKM60l80tzRb9xVr
qp3vE6ityXLZeujEWUwwVAm0dSI4cPzw2bIz85mms06a/gALeVqniaEfStfJr2eL2SybFSjDCjrt
KnP76pnUOetQpehPFogznf1UGAFKl9LJiQnWI+7gXly77L0eTdeiJp4vjpUimW9nrkyezUnarHmg
ReOKQ765QwrD/F70l1Fg49FlXUKFt/Bxi8VopJrrx6yOVdzuoHNBUGJjsWca38ITSPANBKZ+dhTZ
A5ynzwYmsiNzIn1JKQue/b7DADTzoF4kfUXnWlbwz3DyLyFOhjt9SU7EDgm7PbOfY57hcPRCvXOA
/LHrxaGp6dEctDAGyyfYmplBH25Yg0IiU7n+wFCdN8M8s9CfLbs+LAjBVO4BakbrKXLF1qs1FqrS
1tOJqYBxVF3CbnLuOpamyVRnNHxs0OUOHBCkBhrX7mawDf8umi1wQbMlOH2IdwWyNbNMv+6mMajX
QZiC726BzLkMomOFAgoJyTEPM3GCGTg/OZbhuGDTsr7cdUEgrtLaMh8izzbmbZQzLKbWYjFpOaYW
dzUUDofVE7Fi7QZYpIAa2PTS4E9WAdP1BPp3FlrFYSjHcZMHALtXSmjjVhKKviJZxtma6ufbbqhM
FM5WS6UWl6dIAkjlTRZEuVoCPKGDcW+rENhlO07ofC0GHZ+MbkA2aw75MaXlwwSEBJ+tDV8R3nZd
hZtsDlyMHVNIgGwbGo/kvuantL9M54fWvNNWIXkoodfHTYOyYqFyb9jbVm/tFaLq787k+beB8LN6
NZWtfEBE01KZp60Uq1DABVn76A8K0C9+fV1ZrggAdQliqxjzy2RrEBb30ZH1tbdd5KeLpjXSG0R3
06FLYzSZcXSRkY9NgxtaKqu4nqUwbgtbOhsmPCj5rDBotiaqeNTbVMH4BwYiufE+UoSDLxgHnsOB
eG3duEDn4w05Oz2GFaZyayZb0WX8GQ+uvuHimq4kQEyfWebMSC+xa6NamHXsIe+UEgVJxJqqobY6
KvyKN20ac83ZFVS1lNW5YOzTy6sJMqBYtm4CRbXEgrf1mszZ+4BU0csPSXpGVOxcmX2FLzplyMLC
dNKrLLAQco0h0ARZdRkY36ZtcTu2xh4fR41+lyCuI0jj5ipzDfAsACcm7scelTA97F3RyEcncqJ7
28vGl9K1q3eXyhEBl2XIXe+Pw9d/X5r8BxiC7Vdxfsu+mv8HJQnSpH9Xk+zeojb6sYT5+ed/qUkM
R5DAy+2LvuvXwuOXksRw9E/aITjP8RzbJNdX/AAYMH8ir9nTjO0UOW5SEFz4a00iLlm/yoEwwAkN
rkZb/w1g4JK38b8ViWVZHnE4jknaiuXyIn5OYf0hX2gGwWQMboh6sucZu4iKqNhGievtIdZptk2S
yQ06fOOLWqNl6lYH8S/Mij+tii61zx9fgRaW5sWQmX4JJ/rhFci4Soq6qp11kMOLQe+l8D9jqGa5
+hcpNr/FG/zyXqkNoRigDODz+x1Lwapqw8/MAUK4wD9F0oe1CvM0+4v388dPlM+UJxXecuo4x6Ka
/PH9hG5qslnXeg0VzbzGWUwmBJq8AO6P2ZpkSUCJYT+YG2dKFusZ7aOMfmkN/vQjvXxkv/1If86J
po6TkjzK38epeU5eOXEs9Xqqq2Zd2o19SoFrQYpvMubgVr5Upm/8RZoOCUp/+LW2aUrBuSc4uXgJ
v33nnsz8KjWRLoFLo0pl+hmaewOfKR7sUJYezzBRB/sW19m8DL0qhzllUhsuGFkX1wHQpEe2bAib
+yS1rvBBoHkxsSO+JVGLwitlvBGhuvXUsRKXYLoynvHejcBtrIWn5pEVYIj/FCVjHngLXqlot7Ub
ajSFRcbm3xpxZdUOoprPmBRjDH6lkQ8oXwf/EfJD/I0vK75zUqXf3aRK0PjTL1D2xAI4pV159l0w
edHrDBDBvm3JdyFFIgH+gKtzqgB4QXV+CSx0RGeVemH3mOgp3WpYsv3GxRBzMQjOqkE6k/XPDiJJ
zuBReyUK8lTeB6z8YMVETvw42wDOt96Fln/xD7A1Lqg85zWsu+7NpkT4QFZsrkw7G/AFwJTAgMEC
sV/O2iRFAFyuKJf495wTW+lmwqzKx75wYspyDsCWYyR2Lz6ijIuCFPsYKtGKEY1Rrfp2ZHgk25Ze
PyuGKmRvUAb7vGaHv2YmpuIloJJsE7lYB1cauyRmjstCww2j8SGA1uMtRDaTPjGms3vlDFlEvSsi
9yO7MCGX2rUQ40lUMCAxREzaEKNP1vzzNC5h0TbYI9LyixAycT8nzDqRi8WDx2ony75XXgSUMZjG
kUjCPOlv8rp/L+KIxUnKGqxb1C6nPdvKsfpATn6J5myQGhhDT5Gh2+iW7Ud45TW29w0RYvg11BHq
UWUAUmPlPKtvqerRbDawjhxtuMcsmZz+GBuefqkYvt/IShWsehqpD2wUHXbho5KncYRJtyBrxLvt
bZuKzI5GrGliDIBMwtgFuyWdZu23U2UDJTJxbvU40M4jqg1s9NmYi5VXgB5dWIQLPJVJH94yFoQd
HOnS6+DqucRZE6ADDj92x/iJrRMQ6EUQOYmNZxHB06JEKpaTbhQDZfaSMWafLTPvDsMWewoi2dEM
wUGbt6hBjH4pp4vCFnuAYprZGfO8asKCUDQ9pMG77ifYtbkHW2ohfUoFKH0tVbhXxB8lrLqMGd1s
Eh9h9W2xlJltqOtYQWldTjnd/jpBwHSOdY6smnnpfAfOoHhx21l+BG2BQXWsDP92KmL3Okxix14I
qwweq87hGmfj33w5yD5vcKEh1AvSJr5l+MyIMWbtRq0LxbHZEANtPWnDzF5rOebfvZygGOZSaf/a
YD59F+ylKx4uLCoBTuRwpBqdZOauBOvsX/dpPZkL6ZmRwkAXgL6OU3zvC57lqbs0savgjSpQ9UAz
ib0bu7dCjDp9Lp79zFfJUuQdk0MAyNhQmiiXZ7Nlwbmw3RZ/QIJakH+vDHNchbLji1HCEnIT4bHG
3TxgV2L25s0vlQHOb4G7Jn8jDoDGQ4aolckC6kY6IGWwMinoAEpuVreW0PdUGK78rsYdPucNIoKa
BPDgWpUNlHaVZGzKbbccsi2O2ZJmaTDzCpwwB9F2Zt5LIcu9w/5dVOSEeVC6eAyYEW2n3bsjEz88
I8x4ndJcs9PnnbWOMlBqeDoI1lVcq2HFJMsMD8Ryorcqh1jlSO3d/M1ltHwzc/Wy1axCybq0JivN
noxckI3W+x9eBwBkw+3WvZBlZT5UhpX63BEu5fcIkuBiQWXtv2wAOQQr5Jm1u5SsQZF91XWCoaTJ
rYesiFsHhK6K61Vuuz2tUNdyZY5JbT+igQUQX5o56mVkc4n4i1NNXIqCH89SjjTbNm0OC0XB5bq/
S5AWUFei1ghcnH2DESx1Q3LPuw5Jc+HkSTz7yIR/lPsqRjO8GoXZYESdpYEJiQdB9xe1xW/nRxYD
bRIvSbuEUsUm3f195p9b8Dzs8tQiLqyzbtPmtsDLcojntLzTDt/cDzXszS9v8m/sYG6gJLbNP/7+
f/02ReSKSyYkgwL7d/US9IG5AJlrrcm2MvDcZPNqGEhN61UKhjRuf+ka/rRqkX/8qKlmGW4xLTDZ
Af/8/3+oBOs6n2seaEyS56C7ZSrG+iYkUIMEwNqbu4UV56peDuw0hnVsTGb+KFvX8Fdtz224br2q
SVeVtmGpt2DcTyZWPhLKAkAOS6NHO3+CcQjNskqNhsXlFETYUDiHncV/3/38h4PZ/gs1f/31N+ay
zd82Xf751jIL/X/QDylqu38zoq27/Os3/dDl53/lrQnrJ/JMtbIZS1wmtPQDv/RDQuif+NpdwlwJ
OSSok+zAX3lr1k+M1rWJw9XTQl7uw3+1Q/wZU5nYuoSrgJYw9v1v2iHx2xqWe5cLnqJZ0XUxEnZ/
XzrPkJZCLYZsP3P7snp9NJBbrBngoh/2pqeBlfPCi6+Sfs/WP9k7rDV381yeJy9+/eEj+8u779dX
wuhZ2iwDL+/7t9V014SEWoHW2ZfJsGcOhUtI6ujFYuvxywX7pzfe//mm+Qyl0pxBjMcvLdoPNx6u
GGWGGVSY1vSZ5uRrOcqr0bfVTtWh2JQ+0uckGNA6X3CSc1SgBKrTeDNLBq/Ihbz1v3/r+nIR/PDU
/fnNX3oXhvXSwuZ5meP/+Ioi4LBtZHkk/FQGW8gJ/oO/czm77nvcFesknI9J18YYKgRZeQzBLL0q
XNM8emxdt0JH2XEaMWUvoALfeaH1FnDLZ9W+T5sNwttNE/Vr34vf2M4Iyms7bD59qihMpFmTLMrp
Srdbsn7bXVdJluJIhzi0n7s5s9fzBc/QZYeIU5Miv2P3BQ7EGM8+1LMZvNJJx3sP1MB3QfLUDY/x
7v0yIGrN+NyBv0cta8hVF8xX5mgiVkYTTbheNx5D7xzAel7jNtsbbnw/50m4kAH6Yz+dz0Xf7W2n
9d+LGRJVn/b3QoztURdGdeNmiKtaciVuwqqOT5MdkqbWoxwL55JGN6yn93Ce0+cictYWuYeuNYXY
uQt0UFV2quz5lBMtBcID9e2UfRssX4JBcsnPIj2jceyTHXqg7jw8jRnyWnL+2Jt1N75TPg4q1Gtr
gr+1jJkjLkl7S8JlJkNYUE1TrPKM3JB6COu1BdRsSeXsH50auAnPASxCJR5n+KTUxm6fEvaYzq8x
MXtwjys/Z/gOK8QYBnAesqHqNieCuMRzIQtr2dXmodalcTLq+ROxYHB20OIxnPWQjgQg/YHZLdj6
xstRcifHkxi3GfoCMhpYZ9ppqFeVX6A1rNHiZ0HCEDrK7GXpXTATF7l9oerrJoUcBitwCwboI6ZV
Uxk3xmw9TrM4UMzvlYyS9ZRlr8oxn+qw/YY8Vy+B/k3kfdqoju0h2uX0aWQHYEgpSOw6zhiwWCDw
vYZNbu4mM2NtPWYzGBxEnUntVqekJSCP5cUDrl1nkVpGeOXLOb4rFEP9NhXe+xAGxo2XYSNEpTtP
i4YpzsHRdfjR+LK5Bn/nYGLFoLGgulGvTRB7xwDn3IF/sZl9+k64Dw0u+3g2gmdRaf9OYTEGgFpY
0zuuCnlWsRlee/TzKx8BCtEIhP0uqPj50JxEevdeHyLPThHzYQcQiM6RXrx7GWDWdTnKfJ/mZX+D
22jcUyERFmel5YEMFXffOtgsh8AY7lrdzNmKOVe1m5soecvjaf6Ol8VH8A9zcFL5h+yE/Wyaun4D
r5Tf9F4w7DvouXfDGAynjMDKU2TCjskSoz91xJoFi4GG9ngZB1019CzbaW5dBZcHkvbZnep2V07m
9FhWkbrBG9ufrHhCTB4MH0ljV9lCOtnwlUp1srs8vJ9LwaCgguQFe3MnoGuEIzCcWhs0DWX7UVnm
J/jb8i032zdrLK/hrTGLLdchfq5tXBnIzLI+atn/QJNoXvOBZxc22XXJhACmwPiUZNrf1aIbn51R
HIh3dG7m/Nm+/Hw5Q6ftOpYu5KemccaTqXlUTE8OILVBysI2MfRJGNY3UhGSaDFFYCKbi1hR9kO1
cvXr5EzmttXVJx8JIaUdgiaWUetUs2Uo2WBhpF5EQwLot603cmSb1R76atzA4CDJ9trv5x2RfCvI
aezfuCaxHSw648E3y6PMthaKHp60AvCufk/9tlu2gtzdJlqJcSMQIy6iWB5c4DqkADyXgIxVjucf
BIgRkkbW7/+HvTNZbhzJsvarlNW6kQY4JseiFz8JkBRJTaEhFLGBaQrM84yn/z9EZFVKzMhQZ+3a
rGtZmSmQoMPh995zvtMNEPwC/RCN86bEUchhzJ2LzVB+rvoDHl28A/g3iAHD0UMhhrzQ7J67gcZR
T0rkXJFFy1aCXGUQu4SSXCe9qOu7c4HAJ473JEa5QWzjA6vXlfkYYsAtunAXqDmZJlYJFRgzFhqf
dYxpb22Akj4LGxQWc8eksSp3gd7tZv2GwhYVsbJq+m8KMHpvgo0ZVO1KYYft1e4QQBsbaBH5kX/V
GfXWrBFbhoAOwA+6/YxNh/iZFbE9NgInUkVyEnN68jAdmvw2vQI0fpVir5XaWEXqdQADyNFLzbOW
N808b9Pp1mZD6+LLuDQOzP5WaX+bhtGTLl+tAsg6+UvptsTK6JKRfVGP58gMb5Sxsj18Vuna1pSr
UDTuXM7yfESqTW8CaaVPZz5DEVla8K2YqV3UuXZgA/mgiDDV923X7+9yKTQTd52EKku3+/27nFT7
sCfrJjmL8Hj0RcTRCTet4XNYZ+soa/M+zwEvmoXiBcke1LLwWkM+iKlBpTJuOTFumt6ie6gVNA+H
bdqiRM6yPLkIC6g9Ri7cMqhcZnWFO6hK8YlUTO2qy6uGXdF4AlZ2Wc0MEYtYe/CdxferYmAW2g46
AW5Ho9o0VnNHHHS0RkzMM0UCAhgCyc8AGUI1CLeCi4KyyJbrGCi1Owp5wThReIPuF/d1a0B27vr8
i2gUdCZxsZ/08FYlXGNjxv1npTfW8Gz2MLNNjCTiRiPQhySDIDzHCHxOsgjaLMRafgi9AlwAvaNk
r3XKRjK12+FXJagB+dAaBc6ElaO74921TKHwFZNRqN2wVtCa59AwMBXVOol/0/LV7blaGfXY8/aA
WtQ7nyDKNatKGyemvCl7Qk+1zlbUKeGXlhRxgF+rkBRKAmZyUPbORY04VkblnQo1JezAYQq9wqKw
LZpnSwzKalYi4vPqpDjrCiItAhXa1diQ0FKIHQfVh35qL6NEvCYx2Yi1aQEWYXy6wN/WQ0W7jpqb
SWPX7cqcV2E86HcBr+habZ4UH8JJUxULCO4rvD7kBhVDyBZ3GM4DN+sI3s0Yy65qsqiOZhc8AJpR
t31DPiywDpoKDYw4yuebul5kC1F1QTYEaZWqiQM/oaEEdP5KmDOlusG/UFj3tsYCcVDXe2qUyfu2
swj/m+KvolAF/BFIHDgbASaVHHqJJ3W582Auexv7cyHEHqgjfdchfzDLnlLPNu5IXH4aVa3aAF1I
3Zhg27zvPOkwksN7y66iexGK7kkV20FBRV+po5dXhMBUz4ayhKZO16mmegodTXaRGNRIqLtK2O6h
pJMuWkWHUMtp6vqqi/3hk6+Ia+iYLWZtZQ8+40IFBWAULWsAgJ7at0QvIJZCS/lpjjW4WNGAap4Y
01Tcizn6NOrWOeUBdTIvrDH+LEmFbLQb4eRnwfgShOKYCsjqKMlSkrc600W3jRESSufsmn19Jv2a
6O7JK6FjRAKhaBiSHXATUEsUg+HluFvo20FOpu9jP+jIAlCieaICpNup66Zr1lZ2LFpPAr2ctTMl
Ha+TyrmXIAZBzlC2X2FsACi2NcxXG8KLPsLPOZe0flCG6UZywdngWMLjIMd0MaV39XbqB8oXAgZm
V0W3p45fGQV36DyrpDt21WVS9psCLfhcfTXl9GiEj2X3ooAK65hOgOq045dWUb1Uuwq0u7qtXAWB
hCqu8EK4IwmnJIbsEJ0NwUuc0+QOv40z6LRoU7Yv0UAHEOpzhidT0Pwv90jxv6sKHc0bAAmXLB5M
zIbVXmQZ+4/WuuByVwqKoOW9IXTLUxyeuq/p6No6VYyo90sSFnfXacZPo8EjylElGi7KAi1/yh1G
lFMXwiW55YJGPviGg8F7E5cXzVFjH6mOq3D+oldLJceq7bNFBkdyG5uOda1Xz2Y249Vf4DFbZebv
oMGTKCNF3+PClx6xhIWgG1wjomx9FzSau8CrRMujiF65wsQkmp0Bk5O5ziqJN5yUP5kV7N/ghkOY
10ualGW5RW1BqAh+x6rfLEGjNLbxxD1k2gzg0ZsdWBKswBRoYjcOu8nBDU9sCJ0+wnengyUe+6DG
Fq2sOkc99rPcBwRn1dtKre8tn8jb3DgXcXKpar03mubKVI9TViOzrw8wonmsChdCz27uDW+OPdMA
4kiknmHWR9Qne3gnrmUdsNwvu8d5Dh7CMi5j8ZWAz3WWaS4EuGssIedO/Tjkl0EO1zR4NguS/Ybz
aGxcotBcU4XvMvjIuS9gdWwFuttVQ2NrnXHziPUDgFmZqbOlhwKZXAdHUNblBW5wD/ebus2SCJab
vIbVcBv5tOEn5JaboKOOIGHH4q+gctXDaZP0PSqbuV6T7oLDiEPQmBX3WR18I6HkfAjCeR+lw81o
AG3xNbynRZpk+7JfRPK3E1whXfRXyxTHsbaKEUg3UupDgRt5bOVWxX4GSxUbrZK+Ek7EyIgP2UbA
DKxYGvdaQyq4b2bb/2osrAp2YidnlV/XFzPOifNUVM5DVWGVDMi4oRbLFKwLRppy6SrYkIzunOEc
0690OUZfEyJUD0llxlvckO3h160ETSytgj8auPRw8DIvU1/LNnhXagvF/20roaxGJZuIzT0rEU5n
7mBX4ydqw5bxoSb5P7ty7y/1ySyB6pS12l+lGiQGvhUDukVOjoqM6iZb6hz/e8kjl+on/14Ixd+L
ImWpj/ylUjKWmgkuk7gYlzrK+F5SlVWifFIQ6mHYGpsXqcRY8rWRHjgK+nTf1I1zYLZhfG1sTqpM
DQwmd1rYXmL0Dp8TJvd7hgIUiRH6XWaBtXJlAvx9CmBa3nWtEn8q4VEfsU/z+GrdbaJSoiVlVp9L
i6B4a6ktGdqAKQ2NZuMLE5UNo1hq/JG0FRoHs3IN8Lp7bpOiv8l157OREa9ZoDVclcYDjFEHkGFw
lbSw7k3mnXnaP84WPgeDZKnDWMBYtXsf7zNlThZ7mPNpXIC0UDtC5MKacjfSAt5hImQXJYaybezP
IxMdtdf7hwTlAYszIKf5DOVs9xBOTU/+5Zja3gzbI1hhQ3b22E00e2WzaBNPKiok2AWQ5IViIXdN
TuU01xnL6aZZSjpSFPUrJu/Tnb0UfMX32m/8XgfWS0m4SBGOQzgXmDCXihHBXX9Omnd6lS4FJcLH
4XyJaPnULeWmsRSe81KCaksxynwif+6pT5Gv+0yHKVmnpXjVlzL216uXtuabtfv96GzTAqTBaRmM
1q3ln79pzNk4tidHVdMzvxiwXJrOwyCzyKtL4wx7ge1mBVEQrWrd/fqyP+m+vbvsySOjWAlS+mpK
z4aqAMZscq7SkkZHuS6vf32l9yOGP31B+2TEQPZimCY1EO8wHJ7ALGx9fKoI+uwXfJAffCvtfSGy
7ARIE5C+L/eSNqd68rX+2KlCIoUO6bLj8KjLAyPj6Gu77Eeolx2AnkNAWBC7Fe7F7EyJli2MJCpt
myz7mjoQbv0fjAz+B4Kp/9lU4X+RrMrg9/7rMcL6MXsqXqLHt8Kq5b/4V3CL/ZtFhxgpj0Rxswi6
f58jqOI3GvhSoEGxbY039b/nCEwYLAdtCux6m9iWRZvzu6qK2BZNd2zk3yq9f8MW9t8aI7wfZSGl
dJZWugMLmqE/kpiT/jWjqAx/69jteHigiFVp5zo2PK5oxJnG+KG+YKtjgB6aIE7QccCQTMP7Nzfr
JwOERbf+dvdYPoRuIzc3TBsdmamffIhcglkmCKPd4Rxc3FBqulbgqeFQCidCVYgwUKkKy/6JBZ1i
9GoHvF09bm8CNvPoLkswOP76I0ljecb+eBuDvWZ0z9CbOerS1jfMk6mGYwYjlKsEKF5ppyoZBZLK
sqRfSDkRVtnDOCzIixycOE0vULMEV0jMs8CymUIboiYhgSyEat0jQxo2iaI00XoaSB14HMwq+GYy
zGTAH2dUh9jg7XJrI9QM15hCZiLNCsKIRdA9D2VU4yY3kKTCddNzuWsDSRUkCpHutLZoqnPdT8Z+
rbS68zA1ijymdv1qEETxTQcQniP5IZP02sgGP2A8yonWBTs1jN4kpWLt86SA8waBFVlQpFXyQnV6
hMjOoGnQjxI5BgctGKxsW5hjj02SoFiECkTR91BPCILbJ6nQXmwJ95z+e+jwlWreMZ4w/Kzx2qzW
K5fZejCsQh902qYfHUb+QP+XjN2mqJjhT8nwklaL6QiX2pdALxDnihRg70YLs5nBKjBAkMc1xVDm
Z8WDUpIB7ToNspy12cxsiPxR0Ow0pUmbrEXsrMjD5POYQdc7W60rM31lZGp5JhggYKk1BFwFu0JR
QOsd/0KMeWKBAWCn4jtgVKYQV1A6B1QvFA0806MHSr9+mnGh4nLV2jraJQCEy2Osa1np0bzlHIEV
yjijXzBXVw0C4Wjt+HWIhigdxCV5FNOrH+ktBqtpJB8ck0tOb3tQDNcnkRKpmVJkx2EKjC9DPfeA
+HqQfIZRJ6gqcgsRBoP/++WQ1hKerMREwvb6cw3n5GJSoGHRsBwQeYUAHdaNw7CJUItATdxptJWL
yFEz0pdj+u38MCj1Nzk5fF4RaTH3fxRIAwwGahS+RZYeep+sSvqnXQWmgErIgLqbQSKqR21+6qqF
Vg2eRoloFHPR5aDTYXO1h9uSzDO+NYK9rWn1U70VvVClO1hNzrqe4/yW3QyxiOPTDoMkASdj3bL8
gthTcqM1bucyDcSR/FCSaWrecsSL1NYEq7FHNk2rOh+YnQ3xxElQKWsfc+NIPZ1lNQhnjpiY8cdw
WDupFVKdpnL6Ro9zPgLyq7ALS5yc6P2KokD13fa0b+EI6bAgC+gFDgLHnt7mVB/byQzM65HT27Qy
RgYxa62cZM3nJXEY/WkFyBv5U0aJEA+vbOKgJclG8Tqa7I+4827iTiwTpjPmRk/lBENKB8NxPhTi
ufWxytf7zjfEeYJtGBsx4UMSFxhisW82vAwEZCo4YfJtN7UzrDgeu+QWIzw0eaaixHJhG76o5YgH
hDRxbtBkRvu5bTZ5bZ+XAAAIwUldKxuv7bY/xjbWOF+7LUC9TgrlK2IlPseqjY1kw4BmpRURhZ66
KcMygi57qzrNpy4h7QkI2MhU92gT/FuUg8Ujge9yZWBlcbWh0L61kTE+SOwWgthwiZ5th/C/6Bad
DOivQFPoHmBws0f+Tnxk1rlHzgjYAsAtMF3TuJUBfR8HhZ7lwChyYHQluQ1EsrC5y2qHzBfB4Tqc
inVS1QetV1PXrEMYPMontai7lVIFbjs714UcGi+PJnoVRL+u4nH8WmeAsWNZXmsF9UM4mZ+bDDCu
ml7CYoLzNrTJFqcfKM2m9NdFnsyH3DAuc/FgDoj2I203k2dQJ5r6MlOjCi1YT9RH67SAnokTH7cn
JK1DaHfNOehKbZWgHrzXnPLOL80Lp0k3ygx7gP5q53ZGWQFBntsEYgizijIcsSdkw5mpg0Gj/QdC
tqmusfrc+bV+bTb5HrfEYz+2eyAr5Td4SomnEdHzxVdHek9GJDzsG7Avh25e4cpMt7qZOV4d6J+y
DseCbjUr7O43TQD0P/XlrTIKWnuA8gMA/zdALleiIOtHHbxJw8S8oQm2VvXyW0CSgWsb0ydA0htn
wt1caj4LLK+AxJV6d+aM02WjjPoKlpDbOc41IKvPQwxBcEFxs60cdV3ca1Z24y/4Vgb1NMmAnpLa
bK41RNmP8xxdWGV8KYxc2YTTs6xfNGKlqqY+dwiWGvJy2ja+UxylrxeQO2Ls643TVA/KoB3iAqkn
PfedU/qXhIuA49CjuX+ayExe2zU6OatR75Qs3DZ9ftFh/f+KlYy2WKnqR8JKQYyqPYAqZj1Gd64x
AgrQP68KjQRWTuHUnGD0N05OXwFW+ec+qL44JMzY8pqq0l7h4z2WenBMMUzSljZgAkReodb7RNDl
tI0vujqSx0nm+AzLE5pCDvNjBnft5DQgI1JIFUwpVZIeBzu4nLog3s+G86CNerWNRD1ApAoIgFEJ
HdooVInXaoRRsi1pVGEeafNj7BcbbD7pmi1sOxb2nQ+955w5xlHoBQhxtUQaTA5SC5pjpucMtgg7
bxn10RZGqivTePxUGVAu+ORKvW6D5jYvWxMJ5RI/VEg/vVWgsaGHfpgV5wwIwBeG42d9DykysHoL
S7KGM782s5Xpm7ECoKIT16PaXEmUDrCkVaXUd2ysOqZrh5b9vWPFkG0icrLmJPRqjWxRkWerOnK2
vFGAaAVnagw1Y/DvJ0sFuVs1Ox3tyqFXmjunAGyR0URvRqXjhERUEEjrq5rUdgZy80HhH5sRnCZA
D3TBIt73qjWeI8AskkOGp2tVCfMWcWTK0CTaB7VhkPZtRy+w4g9dXcAnxGenzkuD15BI+tjo7MSI
1mVoZ1uIbiFMQRIliOfJxbkgexQiE4FhBKbOg1cFfoQ8wtKe+YKXVp1lW0cXM+9y8y7XCQ6GDvGt
Ughkn/QOQG0AtZCUsy3srmgLWPYwlepeixvwl5ZyyXHM/iyS6VUM9aGuwBTnvXLuB7a8Gotu3OGs
O7L95leRWVbPjiQcZ0z9S0iLcLfrfGOb9lo29T1yjc0cjuA9A4fYgYC9gXMorLlux8urXveOuRa2
j6hkAt5p5t8adGh0uVWjP6Lj41BEsMC60DmlYd1KMGZ35W2UD2dabK2MJOfFIqbHWCmSKzPIroB2
xMKty4G1ZhKvEKsvEzEtRvAMNuyIitsbsm5vFfV9zutrrRv9Dh/ly2Rm07bVjO2ApZ2HfoaHqV2W
tRM+5NBSa5XTjF2CSFNLoayzqV01WRg8dhD62PbNM7U1p0PVzvg+E3mY1MCDqe3OhIbf2aE0byZg
hhxDi6a8T8cK/JioRpDk4E3jV6UhMBpQf+rHmzaL4uuhnsJyPWZMcgj0jlve0Ymub42Gri06fkSl
a7O37QnKtFLdWkUmv8T2iLipSAJE8GojL+t2UL7FFbzkndrwxBOfg+mp07uBLpBQEmOdI00czzJO
jBx7cM+X20S1I85bUKnwvxbN/CDzMnuQ1kgZgM3lSyAkDFQitZ6sVk1f83Qe7yqfWVFZYkBdDcAg
jvqgZwSETTUCwlJHsotSo0RcjhCdrbEnVpF7KcPEdVrbeAwchZM7cCVm49Zs6WdJqxCSEhGCzBEz
YaK0nfShhJ7qMN01lFAHddIOsY8Htg09m1tbnud2nvK82OGSjVQvDDAI89VNkrXEStqE3Qabyh+r
R0CL6nOM7YtzZG5Hn7XAAKBhydpJqDUy9Qwpf3I59U59GTs1AVydlqbKReaQx7RBAyHFdu7a8aYs
VecOqT/tushXAS8GeiIOpBgkI9qJjCCJHvcn+PgZjM8yLYYxCu54XCdBC17eRivBWDEJVBvsnWQO
MaqyvXKSqeSUrIhArJtEkddR548coWhdMWfznQogijqxZ3BEyl3TVFh3RYjlct/q4fzZKHyIrqqv
Ka8alE9zneRhdz3FAEbchkMgMyWCtWBp4c8FGYsZMl3PsdLRtw5H5Qbu2pMf6tlRLRzInoNxNspM
sbzSVrqr1KzCF5509N465wB/nalVQIRKLeOnLmNfXFeZNWzbKcheZ4nTcGUPY9ddUJNY7FSEkvoe
ltAE6p02JMI1EpALu4pEUGYwQBgRMC8544i6jOlC77D0ukM+TNSnSW1oiDSK+qlyTKZcST3FymUZ
68CchR8x7K16+Ox5Bv/es9oG24xudYi4CWFwsp2vWf6XbFAcgBNDlK/IVwLxkRgcsddDNDNhhmsb
PSVhJCJXFj46hzRPdGulDgZFQ+FL82HAj40DInYK00tE158jaspzNwxCdEB4ODNl0/gasH1wIN38
YMKmvLHIEVXJ3QqoR6peZz7phDJrdwrakMrNOC7dqlEZ3lTk3j1lI/i7sNSQDig93uOzQF/CZoa6
q16rSAKbUZrM/1rrPcO1CQXhN5jsIH/MqOi/QsIqLdcGc/+FHSpuPZXyxoEYqhq8y0CTsRebsnru
08J/DVA+MUPXB/Y9YhBJYKhIes3dWqmJMutFReRCNgSInoIwqh6DKQEbBIJARYdSObxhg8TMr6wg
pgieMbStlG6OrmvZt0u44QCVCc1a06+n1qruzdiqh42EkPgY1GbirBlZOQczXLwqgMHRFnazpX7h
+jNB0vDQyg+aJSddWFokBinCUliWhkDSkkvv9E3zVxeKyrC6A+uVCv+sIAAAapfmbNmbfs+N/ksF
6PvOKNCn5VLovhad9yKhPXFuQYuSsNytZhfzr2DrbxP8A8w7ft39+fNVTM2wHAyP0hZ0s0+ugvVW
E0gk0dVgOtzwEmW4CdX5g6ssf+VthwluPa0lTo90vmwVUdf726boiVnWkuHs0h1bNU4HORUCU3c1
w3W6iygfbkksHf+Wt3C5gyamP76bbguHE/miK37zY6UcFrKW6f5utijrGAUFuNHifGlu/rsBevXj
a7yV5P/kFi7qeMcyaW7qtn7Swga85XRjoua7KGQOYIt8QQ+PyfHXV/nJLcSsynKQhmWbxGK//zKM
oUNp98xzOxkOmxxN363la/3ZhATyqvax1pD1kOx/fdE/L3fTkMCTbAuDpgoy4P1FHYILeLHCZBIK
SKyaozP6SAMJ2GC03q8vdTJWWX4sEz0SPh9LB9JxamwwY8RHpbrUQqlSvFpJTP/JMBoYj43hKBi5
OiK99DxsNsCF5Oj++up//g3RsuNywPsrUUN9V2O/WSpa1PWtwqtxp85ptI+dkV5INHUf6K5+ehWp
Sp0H2jBYme9vZzWPqqiqhqCFOtY2iFG/BA5hN3/7q1j8T4Bc4bfD8/r+IrgQrS4GIA79KKd0p5X6
WTbx318Z7Bq05REWG7CNnJOV0TZjNdl6DQbEMuh6ZK152WUxmIEuSj4YuP2pZ85OaOuqtCF2Yrex
Tr8Rrjq8RPikyM9S62FVReDn1HjAeiWtsr1RDBjrSEQL6y6cdCq3kV7Uix5PcbYqqDeqdWIzWv1g
S/vzeuU3ZJShAy6gVNNOfss5blvQilGz45X3JCf0mz1zeEs+T1bwqunUsplSfbDTLJaKk32Ui0rW
Du8UU7Ptk4uKLtNKzDf1ruRx3RhEHZxjV+z3QvjhfowbcV03MvFE0Tro8SEdOmU6H8owFJe6ntp7
aVACRHY1XCBypGMvMtQNHLGGTQWt/4MnelkCJ5s+JgEVTxqvS4mQ6/1ChNUWTWbDE40Nv3ctP8gv
s6EGnaG3fnnuYKIPP/hN/rxdISkQQiAtwGMAG+P9FU1OOgKESr/LoU1v86pwNpqpkujJv/3jUf4/
0tM/DfFmv1lAUr8DohYsxH//86aO/nF8zJP3A0D+kx8DQKn9tjynzNhUXofY7PgJfkwAbec3U+js
FrZhqT9Gg78biZzf2BAZLXA64L9S2Rv/PQE0f2NIthxPLBUbGvEdxt+ZAJ4sj8XGxqeCqQDXjXVy
aqkpaewK8Dejp9W9eY0Avjq0lkbvv4mzYfPmrvzkUHCy+H9cS+KNoqHGUPN0f4xGIMwE2Y2eTeAD
IwslP59LMC9+XyLaiIX2wavlZ9/NJjlAY3Ngln669O2RxMTcLmm5Fg25KAMn9Szj3bJEKXxwqZNN
6PtXs7EfChP9zvJwv3/KjAirgEBu6hmO71xpSlM/df7U3dqD0JBug1w+X9IZkRiRQ2R7v76vP7s4
FDF7caMtRqTlPrx5UTOMcZqpUkaPqiHf6fYC/oMbnKMIi4gIM7XmShWxPCN3LH7+9aVP3t7fvzeW
LxWlsiZUvvj7S4tAgxFqi9FjKJWdCytLdnrZRR+8vheKyNttc7kMc1LVUXGWImT+bsN68w3tdErN
qWhHVI6Ijou+7Y5yKOJtSVbJTb0sqSDKCXGCgphcWQ36UrRl09Uc913/wX76k2/MWHhhtxkOYMvT
M6ffGm08ZqhgQfEmrkJUAE7Pojj/9X39/mfevCi+f+Pl/Q6nSMNZ55wcbQMYwQwx+E2FHOZ5k2mJ
dpyrFNppbCjTV8RwGcnN+I7DDaTZ2lpxWg1uNZm22gc3f3l/nn4SyCsauw4SNRBz739iI6gdfCF8
EqdrrB3d3uDeaAfjoHRj8BwNfUhmqXA+/fr7/+wuc8BhU+InXzyW7y8qZYU5hmG/p/oxP67D8WFy
gu3fvwg/oA7+xMG5eHoRpyXYli5q7zFm91fJ4kZjP/oPFgxyHovdX2V/ZaN//1VqZkDhkCwLRnfC
A86feN36VvpBVfKTG0Y9x2mQg+ciWzg9BZGWYfVE43ljkvgu9PdyTRiE88EO/pO1oHOWMHVJSWdz
3jr5LnbaU/D5g9c2Uvc0LeiXHOiouJsoBl1zBGNqkXL/wQr8yT6uC150GroFjb3m5LsR6UH+Vd1w
BwdSeww4VYQ7seeoWaJ/sI9/PzefrHZWAsZdHjp+K2vZid7sNGlVGlgB597rIvrKKyeP9EcpC4Mw
yLkmiUPDh5FvR62nk6/QoErXwGjjVyKwmstQi30y4RLQr2ey0JLwg/X6k/uARBRREK9/FtTpep1j
QJ80OUlsNVttnw1OvtGKztkPhgg/+KF/sv/wQ1L5aQ46GLahk18aq3rfFOMwedCYoCGWW94vt5HS
7zU1OJL+EuJyt72sDA+J4ld/d4+lk2Rz2BXssLqqLwbrtz9C3/napEliOwfbDNaz8DOvkMZHzaQ/
HUfAjEOcYz0t0iNSmk6uMjo1Gctl683Q7dcFzD8oDxp9/zkYtrpUvF/vNpjD+YPv1hYVPABVmkoW
Xmme1PcXhO42zwptfRwbNqyhdExBq5CtjvagCVtfX4cyFC8lXVhmOAB7sKeldoSeurQR3VugLXRC
q1mNG8HALNgLyAECgb3VHYGwCTpJbV88+wETYreTTEY3aco0cpUlDQTbGBix4bUmWpQ1yFeF7LMI
u+XKBmQXbfwcbcPWiA17IG8QMTId6Ey/DnEmxGtbZuq9HUsG9Kn0w4esS6EEgccZE7fLgNVu2hRr
1brR9E7zYtIRxB3q3xHITmjK2LVzkrZcqxdxeAWjspgOc15Y8qoaLV/3JuIj+xWUv/AZrQWEFTkh
MGFoOhW73OgZCiFX726aUYtvEumPpGrgKIbrp9hOdpP3cdSACKJlB4gkN8zArWTPFlHSqIGDEWgt
YJHGCvJ1x4D/UtYRMdozcZ84JHT6xrKD3JT6YBIJYIxydV3aXKgIK2ZCvmnHj35LJ3pV+9H0Sp5w
XKyJnWpeQaELvABsuupOCQx8JIwOomPcObCGMn5r4BfLTHCqepqyq0QmBmIG5EHGhejmoDhU6OWL
o2mXczdBZoHYxK9bkTNzUTCuVN2uN2t9Ra9OAEyScYkJr+PF4dpmqZElypOfnOHdbNQz4Sv5Vwvg
zYLbSfBelHntPAUFuPUzDTwhWbpzFm2IpVDJCETxdiF0Ro5tixcP3ZLtxx6eyVh+6p2qj/d2K5Rr
qSR0WAu/4CwF+Z68I8mcDplGzZljnWitmqxG2XT9pq2riAmJDJzH0sLTsq3HFh+Skkr6Er3VRsq+
TyrShHB1du06bzUf/HQ/+Qd8SeTYVnNKbjg3mVHlEBuEVRIaVBxgWavMZdl2OneEVXUFtVSv94qo
GHvq3M1bUtDGYi/zDhKpPid1S/iG0V1m1NCGGxAxGDDdVMrPCeh/4jvTIFS9PBjFZdT70XFMaTrh
VOryb5wBps9sdmEOeytsvgRTDsMR1DRqn1Z0urWEqlXBts4k7RM9LKLnln47DpV8ah/BxpuERy2H
65U/Z0wN2AEYXEMUv4nIx156L1WMbiMO53hnh221MVFuWDejrig60Wgynly6E77l1Ytk5moeZxIR
V4YoyMto9c7YOMCqCWwqzaZlRahN061VCXPaVXsjQ2PGhL9DoqCm8qyQ6K3XsIUsEq1FWikX7QRF
/dkOKkQmzeiA5XGsrrwrrcIaH8Igb67HHiIBoip92SsAjLF+Sx8BnmKy0nn4wtAh4oiNaw38XT3T
u84ktRzrfEtyZet/Jt+HsFQONqncIEQXP1rW/9dW+Ccv8jfvkD/1FXZFHvyD8OHgHzf/j/Pz63cm
9dnLf//47/6FKQHOSDWCRFVnHgKM4l/NBUBAv/FSQ1fsiKVQWYqm37sLQvyGcYCCmAMOIwCxlG2/
64v5R8CeOHKDOKSnzn/3n3cXfnCkkRefnhMJ8c5AKfTqITCZJc57h3OSUP7WsfCPP74chd8c0ZjO
ZXklBvUwADCzuua+jIKz3hEfvK+XP/PH2/qPP6+f/Hm7newkaUB02ES6KKD/og+ON+/r9T/+Mnf9
7QeXahmLjnSlA0NdD5/iqh+BLZLMO43nwlQwW7++WS5XPz7sX09h/rjQySEWlR00kJkL1fJcq4+2
8dEBjaXz03tzcmQqOjELgFzqocN3MwrypxV89HL+W8XMvz+3PDkgRbrsFey/3KARE96dXdJx+9VU
ankYfva5Tw+UGJnYv8pSO2jGvDFIKMepiTJN2Qx2sTOT/rJDUmCOHHrGYMcr5squkSnDLmfnPY6O
eQka2OONdpBVex4jqxbq3gJVvRrBZv/6M74vsf747idFTlGaZFYXkGEInX2YyCAqY7TayTfHyPaa
2X9QSvzF4j6d1Wppr/Fy5Q5r+VedQ+UYf/DU/MXKOJ1mBrmCmrHhibfVe9IYV9a4yeQHTZG/eG4W
n8Tb54boCE4UKh866+BR6J49cwbTnu3wUq3Fzi8++Ar2X62Skycf8h8Dk3RWD6b+ao3NgXYLjGsQ
3dg8Ub1l21TB4VbYrlak+0I1N4HW4T7IPXxf60BSrkwE1ijEYvg+KjiUfPZ8WeG95cjpQkXeZMGC
S8yRqQ0kdJMZ5w81ARXEh4nU60tlI3B/z4ayrQNnrfcpnrT7cfpcdu0GhMmBCUGO+llBOG324QVg
scuOuExytDf4AThcjhcDWYWBJIzS3BeF2KQV8tGgpeFab9l43EiAaibCp0mGC6X72jvMIOoXTLir
HlaBQRvJt19GshU5E66JNV1J41OMiLPV6+tfL/O/Wicne2A+kLwq51g9TPlNVX9lTkY88OrXf/v7
EPsnWzfvrncLJY77mtKEZ8gCqZ3N2cpoU5LTORDNxOOM09lEFndgXAHoXGPO35S56ekTGnVo2CVY
VpNUR5kqt3od7GTb7RMHzjbvMlehaTN1/QcLbdnOfvYxT3ZRUrCrrqxZz31Ppo94gNWxqqevDFfX
Rf0wzxLlzO+wt79UTnw3rPzkYqdUCx7LcdaUVj3o0v88MWJt5P/n7Mya2+axdf2LWMV5uBWp2Zbl
2fENK3ESzhM489efRzn79EnYllVbF93V/e3eMAQCC8DCu56XDKlwfZIZk3NyEP2lxBZLy7hrTHSZ
jax4gWnttahBzwg4pAk4ucuvQUoFdFhAlWTCC8XYlyaCMo1ShbTc4B7vwvcFG3kCS4GfiHcOSjt0
sdDz0BFKN0qtukb5W6ERcbI8NEEpJBVlGy02g8VaHZCumjb0ocdeeSGd6lNSYWLlmvwqMFLOEL58
PUfOBEBrllrwJbvtsW2S90iIAR2D//QvtKyea3oewRXuI5mk8FlRPIchVlLczsn7ndCnibIcJMlV
BPt+zp3/3R436GKRGUHc5EKOIfzCnF5xQ+cfGWwvyk1MfbUZoI0zl/mpfP2633/KUfx1eDKLWKus
k8oWE5VNoLObSR9ft3xmA7NOK/6vlp0obn3sAthawhvq4JBluthrZ9VGyZQL54MzwcOabQRlH8SR
07PJNBI79kvXf9ekX1/3/tzHm8V+qpC7pB6ZF46zqFCqGhc23HOjMot3ZVrmMENp1ySM+G27UOph
UQGiaPCVEI9fd/7cuMzinomjcKfU/JHePxbmIa4+zPh/pRv6z7FkXvhamL05FcEo70Ogpgi8De/r
Lv/BA34Sl+bl7jgBknXsBnlf4vRJtd8695ulOaZeLoP54bXKir6JukRyjhZqi9GjCzz5qW8a1MEB
fjS1d6Jdw3ZBwIfBHdZ/Tm3sIj3zDFWsAoDR3VStJXxwqwRijDC3UXuso+G+sw4qr+x19r2G+iGN
2wZWbFNuI0y2qIUJXvUgvnCmOzOp5glbqbOGbPQtDkUCHVlFUc8lmPm5lmexxiyxk4+i7HRJeYjH
G624VAF5Zr6as/hQhtABdfjf+6wmw9ZjjgwBKjTvB99GHy5f+vqf74DmLFYg354k1U8IleFaUrdC
v7AQzvX+NFx/xaAWTTcrjgNAEsFnCW6m+HUaf48B5sJYm16YuWf6PosUOrQaIwJhvU+DDyh5PpbE
1zU8DxWQK2DXslOLcHkqYPjf6TT/s4TnTxo9DqSWBZZvb1JcYiq9h93gnRRciMnnZuLsMEOeW9Qa
lRh7aBkQblda8T+ykvNHl88H2pjdBoNE9gs5cfDU9R9rEB86ruLUYFz4jGemijE7CPDMHOhiFBz2
yThbydMgH0PqP2L2bLX/+fUXPROX5w9XET65rTWc/obYNPqzldSLqDEv/IAzA2/MVmpUpIKEKiuV
KsGKNXrpjn+u3dnaxOw0a+yMdtvvaexi7/v1WJxr9vTP/1qaJQTkCG35tKd4OxyX/uRd1+5sOfKI
E4AOp7sN1P1eeazNCzvfuY83W46SSr61PTUcBHedfK9wB9MO1/V5tl+TCOfdvGcscgiqnRcWD9e1
O1uLqlPHyDDossO9ZtoYxnXfbi6kCSjECpry1N9wbT0U7fKq7s4p4SilalFVNJtEtxTwddP6unZP
S/6vqZZUHBJFTbtZcD9o79X/2AadDUhnprA+W3ENFTa+6RCQUuv7kEAWF1eO72zJgfOHjFgQQ9Hw
8swZJlcOxGzN8eIx+WmnT3vdfFSnx+bSBfZM7NRnay6M+jG3GgYiLu/NpLlvKW3FksCjUGU75NaV
ozJbgEET+qjg+SuhHFLAvCug8l03QWbrr+zqqpvqUt5PmOuN22G4bi+cvyhnIUzhKNGY0OkG9G98
kTf9+U44V9O3Uhm3lU67I5cG4KXBdedTbbYHapPCe2NCvOizXa6v/CsvDSeo+t8LsG8yhYdOZ9hn
vWfkm1G6MCPOJE7m0nt4FgWPuozD5HzvxW94R+uRYiUN4pwjnvSgWkXN8aopos2WZKIIxe+ENXFP
JpXUPin5j68bPrOtnDxE/x6bDKNFi7reifpG3tBkeQ0uLi+N1detnwlR2mxlQmJ3UjngrAfWwVVO
dcrv1zU8W4yA17Uytxj6TixNa+O3V3Z4thQbnE9yf8AK3MSlcOJt9toOz/bCUcNilYMMsa88Qkdq
2wvAtjMjPBdxCA1JvxXy/fJwnyKDCcf4wuw+MzPU2WoUelDjtcoQO7pYnApEWyCOwaVoOtPL/+ca
ADjon4knW2of2KcDmBK/12N4xK/JDdvVCOkT6fLSMZ5PFd5VUruBlC9GOOuB8pAq61FfaVLpKqO8
iaLgwm+d6Yz+f29me2mEaEzSBL2pO8v1IUbrFK/ClW5x8XFYGU0cua31wNP0dTH/9Br697qD58tf
wElq76fhEU7GnbgQ9M99ttmCHjphhGXKL7HadYxCovDv8By50Otzjc/Wc1PzdNWeZlujKW6VJitb
fowk9cJXUE+r7JMkzJ/3sr9OSik1TqIW6rBXBbmUbli0YA9zaknD4t0Hjy3B6w9UaaeO7R7xM+iO
2CsxEu11ICylhReUuiqU6FDkkpdSJZ5Y8q6BlnlVzPnT6796N5lKDXKKJRzKcPjj7TBeuvydW8Sz
4DBM1skA7hR1Rlcptrl1IZqd+Vwno8S/J5k+FX7dJrQbKTuQgAsdZ2Q5HC+Mx5+l+snn+rO0/xoQ
ytHH3DzFtL5GvQXbIBmRelCCXCLjUqf1EGu/nfhV7pxl3P3IrSddXRvUoRu56eXVzxTVbqfjM/yq
T9mSUmAq+pN1qZpePBmAc7RtWb8Y0sPXX++0kj/r7CzeUMgPvKPPxv2J3QgstMbjHI9oDN+0C4vj
zFf8o7f7azh47oEZocnjvtCLRZz+HpvrYvzcbDI1jDKM5Hzcy7ztcTG58mr9B/z3V4cnBWzAWJK1
oyb6hDjDsEOsvx7tc2MxCxRRWg4KjmrjfsRSIAHifOErnmtX/XdG4ww2CdEqBCALIjxl/Dboruu6
PNv6qzSjyK1CDGjy6CkW7et1zc7WttPBpcaREY1h7alHfJCvanYOZZR480WTqo/7HijA4epmZ5u+
EycN6jh/2HdPU9T9KNP64+v+nglF8mz5lRjWNaLhobUTm1j6NlA4jzv5dRcHebZ7t3GJUK4fxj3Y
ft4MxXWHzLnouBs5Ghc5zWKdSAL3EqX0zBw+ia7+jsqD3wR8PprVboyHeLhu+sqzFQfBPyrBynB6
D4/wHd9TCVzchW93mqufxE55tuqEqf3PqvNhXyvdN4et2cD4ufBX5rTFkB4dcHAvQ4KRBPDoAr0w
1Y2h/av2c6BqIJr9R0kqV0Wxd+x7Jq6L3TgwhES8mlQPjw2K4xhYaIHx8lRtB2os8vijF9LWUMaN
7W+M9qHpd6a9KZ2tj4n6gkwjxTfQ24TujpUGbWeZNbCmJnmRyQLsguJK4bOQ374egXOfbBYbGqrU
wR304x7daG26vvC+bnem8//PuVOeRQfLiaJqDORhH6CrMa3HIAxQs8qrrH/zJahLP9P0l5Q9Vv2r
0b0HHH++/ruf/x7bmR0MwgHyfw5/cI+snBotfbxQCX+u3Vn4SCI8FCkFJ+PwvSsoob5qN/mvomxK
g0EGQz7ZJ78BuyHy/XoUPj8SAHL4dyGy4ykjRArO4PGryWEunR5M88Pvr3vc5zLzb/saJvCUstPt
wn8BLhLpF1LBp5j538uRqst/2zX1MjdVMQ08beeLDlRih3hCjx+M/FuXXTqMn/uUs3jipI3GCZwk
IKSsoFv4pff1oH++ESAG/bfzlSXXndBP3zJbU5+ACbuDKv7S49K5Xs8WajLabWYm9BoXjKbYghD6
utd/MhafjflsoQI+QFPWtBzu/Bsl0O7VcRcAgPTHJzl8DhFjTTrWEJ2xSov4GFFkKSkHxZEAzYSL
uK42Rig2hj7uch4utSBZVmXryYV1ryCbliRuKeWiyH+15UYAPkRonSs15jiROwWA88Dfff0zqFL6
fO7MNY16p3Q2IF2S0bXpUVmybDFZtXlz7qufsa+4BfkllO08D2duKNvLzKgW0xB6yYAJnL2gsn07
cNqvxaEreyRpOXZJ7Uoy003Cxi7MpSpPiHkCVGoAFpFulWp+Y+YA0HFCwAjYSVIcaZ4H/aeGm06c
vFml9Ijp8spQs7si+SE3L1arLuuhWISBsTAlE/8KaHmUBoz6B7j2MJRQtJirpjiG4StuerZe3Srd
5A3YMNnGNpdZE9N9B8uqbiDq4bUkDDAE9rNWZp4Yvqdp63bytzSHtyQ3PMXDkwcoKo06Hhu1C4gW
p9rnyThaher6ibU2sEbJbd/r0+UkP/ujDZtLXyaycTDtF1u7SbBCGEfHc0ZnafVryccTLZaPdozX
qikthaqAmfpN2TOa+3etSY61BlCpqq+LuX/kg3+f4nU/KCrj9MqiubyQwYC/MFc+v43b1mwt8ahs
QxzirF2WT4V9Y/8sbvDDBiUb4TqlbIIEvPqF5XVmVs5lHZERwCwyuEn66Y5yK+qP1mZ18WXyTLyc
azs6RWoLx+aHyJKyMMV3i2PG+DvVbsr0KS22Trv1tfsmDVzH+qiDRxCju7R+lJLViRxZhZbbmYDX
IE86+i2Xpo2dVo8yDjyhQurBCvFDLxe+/SCC4gUXkjTF9bw2V5mquCqKasmhLi1Zo0Hrkde1SxXk
sAqWWVd3YfwSWfd5sG6stVRe0h2eiYFzmUejW4M/SjITgqIYX+IV/P7rGXGu4dkZ3k9FJIARETsc
HFCOonv6ut0zX38uh8YwQImqU2LFrm9iASRjIw0XtLqnA80nYXteh4o8vDLGjK2yS3Skgj8r4G2U
/CzyMF51ROzRrHa9falA/MyBYi5nxuq6GHt/HPaJfzTqJ5Hc6gBQm+7CjznX/Gn8/lrpthLhbFew
B/nRsBBStCzH99qJXBPE3tdf4sxKmUubqZ+Sk/Z0YpHzPYWnC8fe+vWOqWsmF37DmTlkz44VKr7j
bdqwQXNV09pV2i+/7vm5dmfHCiWNUi2hTGifGKshxCvlQhQ81+4sCPbwpGEskPE0k+0AOtO4cGU9
9y1n54m8LIWSY7i5J6Hq4eyJfBpvdP3Ykke78DHPzP251FZIbafbp+fWvnpJq3ddOojkRMKteecJ
FvJ4EhxfOlicGaa5jrUwk1bKY1JUQ5O7amuvEZpdF3XmQJ12rIpcD+txj6dhEO3jS6+NZ+a6NTv9
K0mqjeHpVTBq6lulH7EvhdrXKoxOupNBoX89MbXTDPwkBM2FqGYRNV2qEt0syL8SdSrajQPwaJKx
gG/cMS3WpfMDOoSElt6ONhrkU7m+Myhl76tpEdsni9qVL5SFjIdeL0VrkLXuUE5PZfUMqHw9RfHC
zn8l2a0EPl6KxKoSrm3aq6/7fybLC9no36gzYPKj2YKVlTdYAeCFB98/brljZ90yD39gr8kxR8Um
EMpFeQ8OOTXvLfuHKDGPZKuLM1THE8DppNpP5NUkOJMdvFNAb3V4ryQv2ehl1qUIfGYrsWbhZRgk
sJ4ND4564vWN1621+KokLICaf4fBpppeak+bVABLhSLQGOz31yN8Zu3M1Yd+Q11cWJ0miP2RF0eA
q1+3i0XE51PPnH26qZHDdsK4dy94LFHh/wbiIenfAdyKnDzZGLwHvAik5fs9hmO401n6Li1flOBd
q0YqEmK3ItlhTfJaVyM3GH/3WBXI8VsKloqqAWRq38Cve2m6rKt1jIWAjv9bb3XYmxnLztIXZqDA
QaWwZMBvQLpJxR78upw9KOWtke3L/FaeblNj34y/GnhZ+kqRvpnJYzQdpbqmWrx5qmXU57I04usU
PFhwRxe2UF4TPeF+txPmt7G/CyDEG/Z7I24EQPruNU+ryPVDZzmV9TKbflvNg94IXDJuJxPfB50L
CsaSiuFWmuVB4liEWn0bNrAumydrfIrKo9o/Vf3D1MJLD45yjqH0TeVvZemQ5BuME8vqbqweY31v
arspsr1wCjwr3McVfr79XQKMdhLPib4vtZ81dbumsotGfx3Fp5Lln0Bsl7Ju3dlV/TpS9BSar2GP
nZt0T9f19ufXX/7cd5+tgi7QcCCSOahRWBI3h0i6cg3MNlk9A65aYLyw71WKUW6nS6H4z5vyJzFy
rgmtKAYBrDrQsOyveBaFMOp4oX8fZNIiNJ5TBQD0W/z6zV8Z041kfZOMDz/BncveOvarGf3CB/qh
FOm9IW2MLtmE1qMSYyPK7bQIKLC7ThgFauLfGEC9OmgWBRWGX0JFtfZycGGpnvJjn/z+uba0miIt
jqmMweTa4K3dC6t1NzyD6QYnC3jnukAz15hGlZa0om44v1e8n3vcT66abnNdqW3muW6VJ6VAgsuD
l3be1+0ap3H9bFhmMTdJzfz/CmzAqyxEnC8d63vYrVS2lFyC9aA8wPzRrI9q3OHKA+y39fpil+X4
JYiNNVAvS2m6pfE42fmgUn6I8UBKI7WHRVPJVDV5en6Q6gO2kUJZYrO2kP10Gam/VSfGffyXZJfb
Ns8PJ3ePVNklg+T69rQKom4xlc+1uEv9ZdPeQtA3tINhUBdvXPmlZid9x5RGBfvUaV9VD5CWYNFc
2fBsR4g7uNB6wAxW4CZ/tNGFQ8KZgGPMAg5YE03KTjkIWYLTbr75ZK6+ngPnWp6FnNFOS6nFmHmv
fUiBchgscUH0euak8KdA7a/LVA4uSu5xx9vXsPtzbsqh+dTh+/t1t/8wJj+burNQEeYhlhOGzlVQ
qhYitPZ6TzFVii1u3TSrQPtl84Dp57honLAaWZJyXJHBYlfxoSlVtmbpHW73L0eSr4vdc9HshHQ9
o8hh3Gdm81N7DTX959c/9cwXmstmg95P8KvCBMFw8NXFbdy7rt1ZtiGw1ajUBO22HGdDL/x1XbOz
mBJJPFfFCfoY1XwV8u5KUbI9JxcWWmZWUkF3MxMSyQon3Qv9PRME9dO4/zVROzkGbA7iYt9A9LBw
a3fMZxsTqTK/SU6+UN3vfORi0XhxJbl6eE8i041xELGHh9z+CGODst6Rel/1roipQknf8I997Cmj
bFIfK8tnP6OiT1kP+IXJTbGpT0CSt0k9TMUxqNZpummV9dRxW2/u+vpNC+TthR/2eXCfq3ZjNZW1
qmTA9Het3FWX6I7npuMsYNTjEE9A50kwJHdBt5brC+vnzHXxT+HYX58h7LRYaRSNd3z9rjdG0DO4
djhYTEe6fTJh+3ndqMziRoDfXEsxHmEJ2n9nNavaerqq5blqF18HA3LTaT0Nm7b2LjInzwz4XLUr
FX4w4XvEliLftG/9pXqHM+M9F+0OmtYGk9WhbhdPJrW9ecEb6XMbLIv68boBmUUCDQsfUw5acoNN
dtvWpGDbC8e5M3vLXK1rVCOsOpW+m9q3CtdLVbsRtnNhazk33qd//tdE1IxcB2hF45OxbMdVLV9o
91ynZ3u4WupBU0WcQY34m+n8TnlOEVa4vG6sZ6sy8nHs61UmSUU1tu/qlzp9bjBm6TlL5txsFage
mpU+bPLyUtD9PDZps1U4OGMKopvuWv73QLnRg+veauZqXayOhFPB29pzMdTkZVtd19+5VteeBjJB
MtZhkuKpmOn873CO/0+eYM9FuqNFYadmxWSc1/6xe75qLszhtFFrCBkbZJyVbsTyEvDjzESY62l7
8KhTqv/fnpL2+bqnf/Len5zi/iRW/lprfp1zB1CGYd8bpRsn+BRNmfmjV1q30OtdmtVu7p8Axas4
1dwECE2U8fqJq5VtH0tgSIvaLNYFN4z4XkKslue3Vf6SlW+pHmwwv/IiY/KioP9ALLesgERYKegF
v3WNpp7cVFN3NcgDI3q2o2NMxYnYGt1BU0mh3OFUuG5LA6+xV6jm20wjPR3Dqs/dXJ7w0wkN5K9m
qrgypTHuIFvYUJZbP8m2XVHvQvykjGEsb+vmgC/vzm7Wjf8wDCRU9mGwqVN1rdYtJvKDitQVhh2J
S6/0o+PUF/tIWo5mv8HTCL+rscfNcto6Rb91nHwN32594p7nvfPkRKaBR1pgbgotve46MNdOFcEU
WX5f8FSUeH6xwA7y6y99JvjN1VOVzCwfLG4DUXNTq2+mlUCeuFKUMJdPOUEblbnG6iyNn636OGZP
13V6FvzqMpHjJp2orhhXna0s9fZNMKm+bvzMgpork+pM9KOhBmwz1DHGXqRfePj4fKQBe/27fYls
FGWnMNJht+YkDgJ7dTpFfd3pP1rb/16wuHHPWo9S0QBQYp8B2Thpitec3N/kFxEWmODhl9YOi1oJ
vCxTYVL+lsy3Et1rUvtrvevuMTi+0JHPR8+a20jENpzH2CTQy/abVLxk151ZQMP++/siOVKcALXD
Xi1fcPvS2uu+tjrb/JW2HrCGIHxqq+B5/PH11/h8ELAR/7ezBQBtLXQiHoVWwe14Yf6cful/f2Ew
nv82qtelU7VdOO4t7Ph0ctpTg0JGMtH+XYj61pm/MNv8DdCnVV9RmqH55ioHgyQbg5dy2o/qp3R8
u2ps5tL8CFmpPsQMeLqtbq98o5gL8hMFp4/kpAEF9PBc8a/guqPy3ElDqsFi6+Th9zGmMpn2UFJc
8fU4fB4OMLL593NWbS8GmQrkfSO27aDzhIQsP75UonBmBs6V8+j71EFp6XdeI8p5xFzpwj50rtun
P/jXwUC1pjEMBqJjbL1X0nRvpzBH1TS7MCrn+j1bjplf1T2ubTgLTnf1eMAH8evRPgXZTxbPHxuX
v7otjcUAH5m3VN/2cVTlrVNA0aSKJvMTV5JlT6gR7tIPX/+1M+pWW5mt1QDCsNnVvApr4XoqHa8p
3gcybYY8rPu0Xus4BoKSXJaiIinLq0x7BBb+9d8+N4KzRayZRY/dGbEneeDJ5kJk+FPZ+cn4zVX3
AkPfzCkJPrkd7MN22STYmdnGXU5G3QeQXI0CRrCxLDk7jVmxlPFvzaVtqaM6yfM1LufUnHyjBZwm
14n9ksl3U7FLAuqVu5fYbrcBVSk+CkJso3703fekfkxOhke4kXarwbJd4fyUrEtoyT+FHp/9nNlu
GWfamGuGmPaaQq5ndzIYL8ps2YNAg+W8R4WjJ9sxuaN6IatPPOX7SL0wN84E2Xk9QBwalDzH3Daz
8LYNIlC121p9TZ19b1/5rjqvChhxGWmYB0hCXqaHZHXVvJrXBAgR45Kp2cM+TfiW1rIbL615APbq
p8vTmguG9R7NTVrknG4hUOMJrBY/zP4mkN/s+qNHXZhpm6C7S0rHza3vXRjw6L5DQwITVLhtYi26
bhMGN3Y5wCp77a1X29z1yhszdoFd4dpWCq+WqGUEt+bIR6W+sbStxv9Le8x9FPWG22piPRXtWkLg
V5gb+K6bGhhaE+4c/pWaD4Pu70qn3Cviw3K6RYRzpakpC3+AtaL/Kox6q1pPkrAPRYOKUj+QYl/a
hr0e5HKtRlAgisjrivFhGlQvKXeNf+wV8PW26fm57+GO5gpp41tcrcyS+m8b49L8tnAqLzj5ateB
S6m8J+KHjMRENmGVCr2sC/qHsJRXhvSSl79KS+FBm//m4OgK5NlOl6r/mAc7iNp7v49Wg3acphuE
zW5eeeBaF5Z0WxS7TlfcsNfcpvs9SjdqiAukstHjYIWrPaPZL7BqX1b+L7n/3g/2Al78YlTi33gt
b8wO9+a2X0ryAe9JuY+Xoio2iQLMfBTDAse0RTfK22Gq16MM0lD61WfDcSTqVvnvSt4lDU7D9jtG
4PCyC1K4K4O3tFh9zcq90/+K5G0dvahF7MogxZsw9EbpMNjdGh/Xl9p/SNDwC5E9YIUcjixgrGK5
Uq7gIXg9Hu1G+7svSi9vSmoW1bVsHJ24XUTaoUqnhURYWvTjSgmcVRpgmWCJE2h9Ifl4MjsN/f5I
4ls8uNfY9bgl1Q/KUHp2NHm69UjWjIzRoh7stT82bhulrsM7naruhUgWXfLLqqKDPoHPopqz1w5g
pBd2jQmrgwTa+Z4Oa/THHnZT6wlrPKvNlmykqEFq2aucpb6M9UdDPdbOUzA8dfFNlx67cTXwX5vT
fzakE04Sd0nIks9lcuDfc/69e3LW7XKqVrycCmfpJqEXkzfP+obc+bpWxULlnt11hw4dSsj7nXnI
xL5S35qxQlVDIAbArX6rkw+tfrftded/G/1vSvs75f9mKesE9F1kAT9Ppds0XsbprT+9++omNtAJ
ZxhBHIf0rkwParrlOO1KDKji+NQuo8b0/P42y25FtOzlByeSwayjmZEOPlqKOCyX8nhHHmcVSNWm
wgS6zt66OGd/oVKK04V4z+Jt3opbPx0BFQ4rWc1XTYW4gqKXUHI2dj5sMv1ugpHTSAeju+3Nxm0a
fI8pqc6+28ZTPhaehcvyKNonkPUeZi4ulLxbzknLRrnLAjpc78SE0XHyOhVboxlWHQbVOHabQYWt
9U7kGJYzSSUY8gNRR1L8hXN6mK1WKoHIotYvxj1ST5BkM+R9nCzaGl9SFYHJNLi2WoPDX2s+Lo+s
qTBtb53oaOh3lnzMbHTZHoJ03sSUNoSd8N0S94o63AS6+jCkqFA0fSElLzF51QmlU87bLvd0O39M
mmjjCMkDH7EEkJpLvA+jwk3bh6z8KQY8eGxjF6fFwtfitaY9+HaGEa9YFBKQEB5IhlpDad4v1Mzg
Ptp6Tv/kOOOirPWlVX0zRUJlK/rzMvCaYHhOSaa0hfBi5REu78LQ+4VwntsaDRRrzw50zwkHTAoO
CSPgZN9xuoekb7kw8ze88bsSpA88iSTNuDFR+hfiWVfQ5dXRZki3BnXnVudRb4DQKvGEhnH5o6++
tJE4qKAn8XJFhhy6qlaukNYvy/o96Mi75PWbkIcfCoo+y5Fuh5pNIJ/SEzvTLcwMg+QWl1K8sbVm
K7gxdQk1CHL5rUACjzH1QkYk0aaGV9ondlOCnfjTWOULp/VXw9h6YoqwTTBW8bit02aPMfLJZUEi
RWyu8+Fx6ihLjZd5u0/rt16/a6sXU6WA/17KX0mhSuXO4MDD/2LATlaT3vPwvmcGVT4OvYj0T2bI
MZL6RLtTmDFq+xgUvMmrwcrs1qFY2sVd3JOoeomjR53FEuYNT/U7X3X2PI65uRN7ZvI+FOWOYO1Q
cybhF13oMvprZVnKD52irmN2vk571qyHqUZsmXppT+VZ9Vr41Ho6CX9p2we3RV4s9UonrRYu8ZF6
irT3XOwU3Cm0sPQyiWwc5WWotCDQSv17Xf401K1Wc+grt4VxXwYfylSzIm6A6GziatOkP5RmF9Ol
ItghltqaXcOJcN8Z6sKPn/pxLXWtN/ovKIiUQvEcXcVVeyVbaK+ij4EiO6e/N2ovqB+d6k3Yq2y4
w/WkVaNt0zyQ7GELTcf+Y9IVzNfjpSpJ63RiFn0z8+81d6lQESTprF1HiI1LgArxVo2pqr7NcwWq
QsHhS2wCnMCyYpWOhwL32ioneoVerRyVpFjn0GCrelr5VrxQgmAZGUeKAbdpcJjIYKf1ppd+mTAM
Ee1gdg8ImcSncEkTcjMyIPQB+l/k+eiWmbM4xZupqF2/bp5aNvn6PktWY3Cnax5mrCFllla0lrU1
mzHaMTeJykWUerLyXZY3g7o39OepvVP0FyU9amnL89h9hcdzSAFzqy989a6z7ZXCGxQcjJjtsA9f
m8ATeJC1AVCHh6h7ltj7hA1JvSnhH0+C5C1/g9IPJw/uggAtdSztRfM96CQWpr7oO7FVW9+LEZYV
8rJzOJB1G6tob22cz0WTubrNuWCq7lThY9LgH9KMdwhOLVmSeOCF3aDZEp4PVrlviU5FibljELih
U6+l3nBVq+eoBVY175YqpfFt+ehIwSrpbuO+Xju5BCGvXTjRijqyY0jyKqxJz/LsG4W/5fEW//Gs
+AUqUlKOabhr2kc/axdG9a2Z/GVQH6OKGDzcltHLFIHEnYSHT1JD2lqPvtXZa6yukh7cXLtqqa+x
EyJYwPbexisLVkvRY3Qd/xbxhkIlN8ojJpGFlxNgFCLA8Oo4T6m1mZpDZRReFRnrtN0XTnZQyv6Q
BOi0AANhBndTwRRr0NtLEfsLDhTcjH5RubweivqhrCq39H0vmtJ12JUfzVBthnZp8aN9R+DEXd1k
fQ8Z957DIaHAXqG2MdPvalbgFxN5YyN52OmtFPUJ9c8ix21ksm8644eqbDP/NK7asfbVRccaqptk
3zAEJjeMCGeouIMnvc7lcpUnHxP7W8bpZeJMr9nkIJjEGifsSgtXfWJ46vhDYoMzoQG34jAG3wsO
0zKECivcTIxyXtVuaEx3rYGrh66fFoATtpugdm4bCp0046cl6lVi2ctAoirMz7fNKC80geEI8yYu
i02qvA956ZkpZt5gIG4VzDV8Q12KJlopkbns6o0QlTekFBNKJxbGLmlvE7N9jM3fpn70zYckO3IA
bep6LYp+OSV7J0BeolRuEW+AxLhmi+3B1BLfqUbJblPF8HC5WWSmcasX2MVXnA0LdZOV46KesnWR
srFV6bquKAfDU8TEcUMlPOPbs85blbIqfd0ZP3sH1t/Iw0Nnla+addCG53J848yw6eT+HTMI/ry2
DxS8sQef4Naj3/oY8awPjGVMKnYyD0NnLTAMcoeWycixvKy6Y5SlLmapeV97NhYrbdm4Egeq1hwQ
afdcCIa1Yr2Gmbaa2vymy43FGA7gnap7Aa0yFMpRN9hy+nZRV8le1XLuAtYyiPdR5fnkIpzUcevO
dqsMSJipkxEuFs7E6UbYbh1ZriVvK8FpMaGBjEERtWckq8kaoEqXx7G9q8p8VSb1LRaSLqZDG2Tk
rgT9wqZRC31GXAKKNvHkqeyNViY3HcBvjWGepOnGydGP6ca3lIAqwOsoHIom9XdDoZ/pY/NVZNu6
3xpD6lZUEA0OJ3xANKqRLrVseEimfp2zOO2iA8LSLjpO8kMSHm1luJ0a4BuaIbtN/tO0ijs12ovi
e635S9NW2bx6z8Qr2sI0Rw0PdUGN0//h7LyWI0W6dn1Dmwi8OS2gKC+VSq51QqjVLbw3CVz9fmqO
5qt/1B2ho4mZ7kEIyMy13vUae19n0goTah8nPXpbdG5VgLXxKvwkmMYL++fBdDZyU66xL99rzo7f
I1deYiMO4nntTL6mkbeI7dCoBXNh/05HrHLIlc+syYsjr74qpg+D6NfVvO6tOxK2VjaqvlJAVB+G
U1NbvikeVHUOejCgSrZXOPGtp4Sg3Lo4ND2EyBYKq03jWHuqGTMce+ppESPzOYort4EcT+WYRqFv
R5WfLBZyVbEd7ebTwht8JQhrY4frjnV9wb1lZarnoUp+Fnp8P7PToIIsmyBZCJOWD0WBL/J0KJWR
4g47cIVdO+mmcltgLNNr1cmx9wY6MQx2VsIs0WxVsJPtTVg/dO1RRCa742vi/MSYr17VGHlmScyR
RgeU9FD42cXxBNYG5SRscJ6ljVwi8taKXHlZqx0FHgOWonmsraBenkrUkhEHryEu2Cj6tY1VeVg9
CmN6lPHvHvLMZeiDsDHolCAnirtepFU2zQdHEv4orDVZERAF3EGEfhMPKzN9VKLcIxzRnWf6CRpJ
kS6uYAlOYekPy7PVURIUuluY5sZJFQ50RwpKSJAFW2XW473fTveOxumqKL3XGOHz0mZuYcSnRXc8
Vd7KWXbvNJ92Q1wQAs5Om7wFefIC13yadJeopdVsdyd9fly0u1KE+6VXfbVmPRp7JzwvNOVx3Aeh
QxccNZ7a6y45MwFZYMRPjIe60j91XOlx6W+q+15bW+UpUnZ4Qq8c5YeaPI/xeXTildMf2Ldgs7fJ
sUmBNZoBJvTaxFqfoLJHKU7dMFTdrMrvGXNRPxAPZdeBOTtnLY034exs+ywitlmsjUj9lVGhmmN8
ENbzPDZMq6gYnAIIZlklrbZ2ChLBkMaWGZuHKQXEKu5kqFjdONOQAzDg24Y5tLrSNBx4imhV00sw
5F2bobQPzZNGp9FZDJPF42At5NPQ9luLFkTacTQR4F697KtplZutrzrVyrBrN2O3U3XlLpHio2Bk
LGRPRwomUekUERol1ZNUggZm822yP5083jddtlKSn32ZPDGVuQMVwbxB2ZUxJ1w+WCdbbx+7Pgyg
29Et3NtVdVfH53R6uDambkExnPSam4pjXjJgttSjKWbX1nvKs4W+aB+Z7akmd29e3rFFdK1SW6ml
5C/2WwqmKFhF4EbwcfOYEfm4rHImxOVblSNbvyI58UPfvqfANeSlU5nlXhN9kn4BrhW5HWutw6h+
1t4niJEqU1/T+Qit+GKT9UkBbQz2xhxoVRrtEGeaV5sE2lylNK0fF0ZQOH7LnVnis7LMldRZG6M+
gTi6Cq8eK/EgsjdxaZHVOrqOlKxNoDd91GnwWRPEAvQ2Gu3puvFstYhY+PrF6F9Cs2WT/VzYOHsk
n2kYnQpp3EQUrTkZBIOSwUBOiaTLP6e6c6GmEz5wvsIiCueY0PtLqm7s5sTQDRUM1mbl76R5d7pw
n8h9oDScO8p8T0SWb+Wf0hIYhbFWw21ua8FE+lW8tIHMV5tq1J+TsTGoHuiNFW3x45nYNSFr28ay
6WsrLy2iTZGP96XzVirDqQKNMgxtNYzU6pF8Wri1HnlrRxRDYr0Wy062XkYoOpH0u5rvgTVm+2J4
mS+SX61qHxxQocw6zZ2zzqipSpGh8n5Tjfci3AmQ9nYj+jLo9HWHFlnKjhmV3Ni9puW2AsTQB9+Q
j2HSE+/VUJ//LDFSTmNzVbOY2kRfL8vnRMGy0F1OmHFr3SFThN8AEKeYKhnIncDXoG0LcsqllxZj
yyErTyn7dJMTnlDk25jcxNxZVkoKHa0+l+PkZUTZVfSly+QVdNpwvw/RaB+sWNuQnMshHa2c6a3o
h70c3tVJghL/ropsT2oGr3fe9U7HNSs5powuZO43kk2e/rjt9exOMhoq48/CHklRHf2xofqrOi8b
R2+MEnJ9QuDKJ9LLNo4d2My4TFJ9EivfF+0zYdeus1BbVcZ+sJHUyCC5/bWPNI5NPO+czkUX4LYW
3HSzcKUcaklXuDM8dSfTD/XEJu60KzPu/KqagJoUxA/CLagKpkYHsYOISuBKM/IBNgq6F5TKVE5t
9bsbymcrulrTp3fRbPkysZaR6XhGE3pFLfirgxenjRur4iBsPpQiO0TziQC3h7SZ7tupRGnPJpZK
a11JgrEKwQHQ9pdik7FVtdabRYZ8A/+FQDb0dJQhJBvGKvuG+dKjy1Ik5dzozrOBqwvoxBMqXRev
92OzOE9ZKbZ6pxx7fTzO4RR0UGllkG1V2hY5tvsAkNe/nuoS1XjpW1O6ykdpy3Gozm1Mj0k5Fo3H
fv45Pdi9tu/7/ocqoKKodKFDKNYRAZ4rszLQA0uXeABiI99wpQCOGLF6L7c21W+7cMDjyWCNyUbM
7Yfs1EFBfGIjI9kr9F2hSH5fGVIgircl1PcGdIPZILok81UyD1FAIf4nMHCufkwdpOhmPqmh4pXj
ocKkY/qhWdMqCx+N6DVqnd1QZ3u87X7ECzu3I4J2mV0jZYGYL/ZI3I3y2YwvDfkcemwRD0qITh/6
cVb7hSruujafVpYZP9CUwA7wxpJG3XmNe3tHhOD7JKDumtVxboytkrU4SshStkqtnpEUcygaIcFG
lKXw4AXf1+wLXXKt5iAp4qC1POP5Es0HW7qbUl7ZpouL2JWjJ9JWK5My3+mJKbDxqlAr09ONljCX
RXab9mzg4TZIaUQRZbhLeHpokuWz1oO6rYlSkUDfOvoMp+3Xgr4/dp7k9sFKq7PUNL6Tqbuym8Gv
m3WHrU+kwYaaLg7latc4u7ZW6c34wuzRwTCoXpnJm+guBcBF6Kg7ubdANsmM71uDmmmpPEk/pdk2
grR9RevWUVttVPWsL6cYLr4thFcR0uBreZNDp34wImQsY/luX5WN2bCOHZUh2LC+/jthMWuNWVXD
P3uGBNd/v2pFw2rxF4pBodirGplan5TXvge3JC5cDAolYo6npH7lY29l7Fq05tBTMHRLfLZIS5SM
GCzV+JzCCnchrGi6wnZNokIX8x45o5cx1sn2ogCEaSmlJ629dJUVTKJdCabO4SSvowH8ybmLiDaV
Ib0McuP283AhyuW9dtAftCSOFm8hI9fp02gfrfBjGTgmJWtNwGrQ6MDBeH2M9S+rfmysXeGMnLmd
34rjFJfrbkh8bbgzbWlt8dfr5TfdsT8a9W7ohqBzdA+zVzQUzooCYN8P5EgdmzYNovmtnLexsS9U
4u7Lg2M+N3Ln10JZRYvsSaAGqezbMlpNRXUT00Ka/97x7ddAvAozNtWhDq8AjGe0FAqsLyUOEql9
TUb1uRZGznIUAdDXQ2HvpHqTWZEv+u1sLO8yZSfhnxhNIYCMtqHYhE2zGSSMPUt5HSegVMOwDhVj
LbMQZh72EP+asvI96QpWWO5JpuCo/WXPk1tN9nOiYTPpWNnFThVXySDTS/DPllQ9YgizjjKF2no3
ij3HxpYPPOhbedsq7APZ+GmyS1VdvVmUx4joEpP7b3j6czIAMYaWN9v6e9+PMOWSsxOZK23kjDZK
3LQqAKRlKTflaBeeJevetJwJClJcB7hvmma/1JIDri1nMmMOossOtrls4kTdhpK8kUubrk4/xEl5
ViBy9X0XhPQEY6Gvm2zc6CPJI4wtlPwYaU8ZsaPph5N+pOI94ghQ8DbJDr32Xgmg9v4uMk7CPI/0
bCVewRFIJICJJOV+tnyk3Yszv2TD54TcqpxP+rgBw4cmKNtrEFQtNnwzQ6ZwvI6vWyVCgnnPQFFp
S65wH6lnG1TGkbdSv5vEOWuPUX3S86MSHxPlKM8fk3r1877wGXpjna0HSTpjClqyNS1y6uYhwuRM
zK8xws7OOo3GXX49AR+bOHuYTRrSpvDzZnR5GL+q6qM11rUGvbHjxCWjPHT8KXHZiWwcXOKLSb1r
AMKXMR6f5PdqtbtATcEgcGfpNGBoZbUdwbjX9nJ27jPprh1Aj8qjFGoPi9YeDI60SGcUuMGWnNFb
0BnIhqn+l3tDbMPiE5NS6BaHQf5QpGijkWddi2Oa+p30PCVP7USk8A6ooMQ1KhNXn5purxpBrTle
Uc072v/cvr7v/WBpJyk5df2doWNdwrSXYVoEerkX2a4cbO1HuqgB6qJ9Xr2pk3PQhge9m/BiLmXc
aJz3oRruDJIGPWd8N+TnPlbWdFrryElIPCTuqvfL/id7/nmJnI0uacerPU4+nO34pRggtg9PUvJc
MC/qL3btpbW90+OdTWm+0a1fkrgYP8p0K7Wd38160MknpbhDys9Yw+0Ce4RuGvlRiGFPpz3OheLm
7McibPhuT1o+npPsZHWxj0F6kKvhDzM+x+wIsoHBDzUiAwMaPztZlVbQbmlnClN3B/sySPlW0uh/
ZH5QTTLTI0xJXx5AJaVLHf0qouLDaSp/GZ2DrEV7U10Oas3ouevIv7Xg9mLAmlOHO4ntG2zfSbM2
GT6ShJKAAlwyWlK9TNeC6Ny2twe/jeEtxZqnjk/kAuIT3DFz3sv9h9qKNbyplQr0kQNkGIXs9Yp0
mepfyK+aDiyj5k/K9GkQ1cUeLor8t5jv/+a/WLceYXocde0gIArmpAqXzO//4j321XVvmEnpVFSc
f1zX7taNc6ytbzHjrVtbMDlJ5MqYuW7KIHPYyN8lTN5QkEoizNTahgE2t5hJ84r+wqT6QuBnOTcE
o6hotKkvJA4lzdymydsojb5iKpyxTGRVPZiyxo1ydV04vwkJv+Rxt6rBXyOn9SIk7+VPM8v+ci9f
vJNbTy9U/kaeXn/HxmA05WXfe9W3tjxjJkw7q3glcnGaGWUxAP8Oh8ayr5ygj/eHpIw6woT/n72Y
zpgUBYohguFTn7juP1/3v6mh1q39TqK1dhaq6Js5bEqjCDT7RNu+CvPlL+Sff0im/5cwZdlXOuC/
7jyRo14aE0ngYgpc17jD0gdRTY3NcHxUtlYqryaJDEJN29Ix7hPD8HX1JZxzytC70mG2MrIPg4wo
YXWS2/GuL/5i+/3lrV0/jn/dWj5mixxHMI4LUG/iYtGqb/AeiOr6kA2/mEFvm2FT9k+wfXTzWGOh
buJiITUWNg7ZKqeHoBMiFfAQFo+q8T35rnVr98PrqAATHGxqCw/MmaTUP7/qrz75K4PqX79tYxdD
18kwXXtGs7P6e/ieL/s1b/p/LiyqtrLahQvrgdSvyPD53v3e7BaWyBRdckwsG1VX1mhDvW9d99bj
x2r1rBFJy+3OqhfBPjSAQb536RtyIIl4arkMKBHLfi/n62T63k5/6+cTEydQRuM875WP5aX69eeb
1f6bT2j9HzefRJUsY7bYjnXYWdA8RuPqRgt8MhEOD/B9lxQaJWB4dqTrzBpjkJb5osgPtf6DEYQk
HfR0l1BN1CmxWKq+ZRKxzkjKbZZf5YitrJhO1+l8IjvBqLzK4fvYPDiqHJjSYxyNEKJ2ymJiP8xi
KpSHP/9a12f9H/uNdbPfWGoaKyqI/z4XlxmvEtGOZDF04odWN+9Jza8Yh9P3PtFbn585Mwozb/iU
rPRuadeW/fzn3+GLpXpryaOV+lAqesJuHx2q9Nor/Pm6X+z21s0WYOpDjdcmz2aUKjZiUhilEGDJ
JgH8bwax/3yT//X8b3aDMZU1uTFYA6kau0t5LquDrD9W41ufO6CMIQPk7agduupg5W9ld8exXpUv
jSRBdMtWoJhA17lbNR/F+OZIl9B6SdQfxKubM4AtiRokoXfXqaWEzU4EtFPl66r5rTEnJQnbVGuO
86ckezYSDy7zymZkkzqBgvmS1cRubx3VIbDEvQyOKP9M0rOhfDjLD9Bnd4zvlOl+Ma9ZbPdF65yk
dj+lp6SCdlA1DBnfavAds2nvo1KDFwmDJ3rAztBuFzJ2q8uky15dPI/hroGf7eyi4S+q7y844ZZ1
sxOaiML6dMCT6OrNQTMI8YlRDd6a8wTQb0J+dFwjUkjcqLyaTlgHfHei+Fv2cyTL/u/23k1OJQmE
XvupOUbhRvyNSv3FR37ruahWkR5L8Af2w6f9WP/lTP9qUzNvCqU5kSp7bKDrl+OLQbwoVFDgMRfX
LT1C+dsBxw3teooUT5nNlSwvJEwzkYgsr+62cbal2xd9YOQzoCEPm6mGZajHqFpe5aS7c/QStoF5
tsvYw1kwUACXp8TcRsumiDQ3LpLDDJ6caYeCbJZE+5uy+6tndV3Q/zq7ez0X5ZIp1AQ7HAjE91xo
rFsbrbFjmt3GXDY5MY1L/uaY8t9KD+vWQ+saNpAVBV9MaDCW+4VwYmO23zwLTe1/H0XSiaFt8J7b
JwseDH6R/qVQ/eqmb/ZGRSpQXNdcN44K1xlBOiCTiO9lJ1q3bk0ycR2FPGBarnwwHf1et3HrrdRJ
atnlE1oR6zV8NH/++Yz44lO79VXKzKiTRmg6V2+SLvW6b3Zct05KpuiqUFyfwPK6nP7m9PHFgWbc
rPZiwKddDwtqOacJWgc+OhwkS4YmYffe957HzdLTUzYUkWvTvnobvPL39y56U6SkuDHLic3H1r42
lg+K873LXt/pv7aJok1ouivqRFiMjLmcH3++7FdP+WbJqUbUSkJVaeG0YWNBAC6i2rU6LdDyvxnw
fvUjblZfpuKtacPExVeeocTv0TynBNU72V+ci74odW+diwY5jTVJ6dk/Z3GYonHl5GJvA2fO6j1i
nu+V6f94cv3r8ae5LswpwzlXLaCZb5w+Wv/5BXyxJm+NiNRGH4e5U9DUP0eP0vc+7FsTIlOvGNjK
jAgMJdwC6qNp//PdfrGT6jeL0gwjrDev3UqSbTJITtRXVVz6f774V4/iZjmqDpHCBWrHK1orxu2s
ffNp3KzIek4NkHEecdet5ytffPXn+/3iy7u1IsLCoFHxD5uJhIMU3GNcn8GZOzdz6of68pcf8sXq
0W8XqJnZUZ/yQ4BFr7wO5gs6rC+t+95Bo9+sTs0gLyTq8HQwmy5ZmbriVdAN//yAvnqhN/1CZNhK
Nti8UCPEDQ7nh79UzV9d96ZotvETL+aZe1YNT3xIafDn2/2nO/6P/ubWE0jvheFkjpj2MpqwGU/A
FE7aFB1S3Fml6dcSjTAe0RV1aDXmxpMmGQnX1oRzKasrk3FWXsHmujNVGwIwMo8mDtJaY+hZBGJ5
0sv5Ounfx7bqQpa8uoNqdfzkFLpvz2ZQLaCyWqCYowdg5upYaITlz6s6QspkqApvC00WaQ4HE8O+
acn3utxD1bx0ULsTk/k5brKF9c6I3lfosiKgPpORS5yXwZJPW7Vv/R5/P7v0pMU85NG8dVL+ePht
MEztnxYlWscok8bivsPPP9QfbBVmQqGiR33CwA52wc8/P2bDur7//3rON1gKUmFFoTYVOHf3aG2f
w+nJgG8kQaCs7Es183zCN5FKgepo29np133W7ubOZIaxs/qZubzYFNaxDHEuh5+q41w+OYzK69Vo
/7qiElm1ay3ERGoVXC1IJs3PoAFE8g6qYBDpCHb403m5a7JfqfqO9AGFw2PJ4LDUNwuz52lYTzo8
liXC3tATTeEl8LwT8VGh+8LCyNW7bpVDFramCR3QRlfSdcZ0Y4GUlDOoN36RGm2KvTb8GHMnKGwR
GDEgCQzt+Wel/kxJKpnENoWXodz1+Vpy4N0ws20Ut623k/oJTO8Kc3jKuvKulvr9nDFUGplUIlLu
tMptoZSFcEwyDQ9Y8Tx3MKXH+xnKfFTwJNKTxUwOgRocKVzQEmz3peGhixs4YPomj3V3mqWHqofz
+a4o82qg2azjap0t2fNE/neePFfL5FftXjPXlcysHj/HQWk9iz8UxfNCFLIwxFlCQd7o/M9qMsKQ
lWRPgzA+zOqKZVCbJ3ywVlO9Met+1XZnAjTcMhl8Tf/Im4MxG15qlq4mlJeya5ApwknnrsZE+2li
407U1CZxcF0X47CWF5Kt0aQUcfcwNfWV/aUZ3cM89p6NkmJQJQ/eRjAl9/CmraL0cwzKLUlxRTJu
R1j4kZW7xEouNbET8bKVEFjpJwL2vBw6umNkBGXYrsItGPzoBibLGEHFug4YfVUPPT1st0rYrUdh
4nTq7BSknk44oakq/NjqNwOztj6J/RyyQtZOQWN+9mO4ThJnU+KtqcbaRxlBnUagFTGgtQvZNxPV
K/PL3GpXixjXlLD2bfNTrv5KrPsZKQMgqQscAjXVIT+vcG1r2Pax4c5X3eESQiZ6zZ36bC94MjFB
MVYSegRJOjppf6wZ/DaTX+ivM/G7S3KwsL8bNjRC9+Bld/YiDorzoMS/pwi1pgIloYbZblTupD/K
QuycLABRYi4aBgZ8C370aorWTOnw4HAdOOjQgpyOCIejUGToYiUkzMYX+fI42AiCGmijsr4qeWN6
+dJOLzJfItSoiSFBOIZuEVZQpYpVF0luO+NBQuzL4lgrTbzge9wlsZtNSEwKmKlLsRbaTobmYPYx
dDamljVs3xwRwHuVacgKt02qrWJLIycRm78CZWN7SOZpjQsU1oN+ml2ywoY48HvU7BUJNUq3k0rE
6eBE08gLH01Xwy9Ikx8MVNcId7APV7HP6oy3rirWMdMMO30s5odOhmAeOS4vA47VXkUx7JTw7R2+
Y8DIPnuRihZnIg0thrrJhX2ODOcyWnvoWwW05zrZCRzN62lttuZxYIO2ulcpRxOYoRVNOk+uMWtO
Ka1w3GJsAns2jzM/718ng/U5QNMhcWTUfuPY6KoyAqxZ92rjvYHd2k/P/VQGcmIxez1nNraZ9gZy
kNJn7hCTHXkVP47ZrlruFI4wJXnpBljx6btj6pu6NqEbthvHkkHnxlWFlDM3xpUks+gQ/NyZxbnK
+IwnY2XD65edzewcQ4u4ts7CMbpyx/7JVmBvwrH3qiz+Laf5LoovBfN11tL1QBQGBCjrRRclW2Tp
L330EjLt6qEFF05xNKM3O4IKzwfXw58T5MOsZkhDNUtUtp9TmB4lETpVttybjfxUwImfC+TFU8m+
nDpvhcSOGE9ZG+ST6Zn95LYG2LPRVj/a0dyO8gFSaoxbDB4PSIdxIDXLtZbs+/Gn0h6T/KjKP2wx
rdOKU3liKNldLXPFXtU59n/NfbPtai3I0ge4hv4clkc6AFfnvZEG02YXo8aTGRlg78Cv7RkehcVG
sZxjqx7H9mfDRD4Sbo95vdnjYxjV/mxvjXZaNdZTb7+BLXlpMnqN+WwUn5p5GdMf5IZ5OlKSiKJj
KH9a6BgWknfUzjq36X3dEZcSXdL2uUjWrKhAhFzNyJNjlM33gkywRNplwoJLxw4MBxdvVZeJC0I8
o1llaYcm2N51peyKAvJA0aX+kD6EVb8fS3QacHFMaN4N3E2TyoRmynScH+H8IGclPFwILFH8GC0X
bsOTIR3J9vhTG8NDK58l/UkkQQ8mjJRqSsQ2l3ZWCCbsHDNGSDUk9qtdSjFbH0PFiTP+rtDmJXO+
Lobp0FtI3RzWb/MaOsp2ipmydjA7JT7WXJbRy4QrgyHdNdJWSiZKYUGh9mAMf3PQ+8LTwrr1eIsJ
TwwRxIi9M5/6TvES9uauRRnefOoiDUpKqx6iS9KWhEAhZ0c/QPqvH5mSK2K0b8nnohYPWcjhFl7a
ovAKI6LOU72K5ZlW4I72th9GSFcI3pPebWNp0w4VrHAHrebFyWGGltXa7CFVQQz+c8mlG1+UzP9g
qv/qX6s+HrI6HkF6R/iKOap3zGuac6wOm05qvITNGKXxRmhBUy8HW/nR2r/gwK7U3PSsalzFC9pL
hFg1LI8pNVBk35EwslqQRYgFAankN/qwh1aYTOe0zv0ay3kzux9KRKupuu+uXMKaApVRX6+jirdq
Ny8fM+XcY3yw9MKzK82Xw9mjV/1VIEJ1smWdRLhSMTSYzwSmryuEnMlWoBNL+nsDFpM2k0EkP41Y
M1qISdLwmMcfUGmNetwJ8yHlnEpF6Uf0kvZgHdMMRhpofkhlhYCNOUOVEZMokE53O5yClFXRJEjK
1y2Se8F0uoUUxHawtG9Ls8fzh0oIubJVvcgS1tdAiVcb2kE6GE300LNxzSgBpm7tNEfHOLWt1ydn
tVo2crqdee8daq4wglUsVRtNjVzIadQFu7AOwnyris41zdhb2M4MCz4nYgtbh5yt1L5u35VsynIz
rNS+YheH8omQSHvXhwdRPMToz0BhqytUnZxriHI4Zjits04yClA7kEx0app8SPLTIr1xZMDIFJ5G
5VSPD3PKnDRay+Fx4fBsm4u92F6kBtK0Eg9Wd2ymZRVeZy3yPlrOavloKfdG1vqEHa90huTJcBys
1w5dZr6d2NZMymVD4Uu+8uLxE8h470vyZmM2kSH77y6heJblcxz9HNt9kr6EaKsTvoWC708zTnX0
02nRUnHh9LFqk2viNbUGG66NdJ+RFvkKYWTfx6hwJgveMkFo/oAQsS3kxyk/V8zVLZIHINr6dqFu
HVVZ22b4QCi3nzl7gjDsrF3XNfR7VT30Vbwt6X5CKOJVbsKc4vU4M+OC5rnq3orw0iVPSuHsEAlh
CKg9htPwKsn1PmdJV9bHYk7nkexPkheIefNKgs868KehetR7dggZIUNc7ULYn1rCA0AtnUjRBYKX
2yETHWUOgflcFSFRZdNqDE8z6Z01TLfmPVQeRrVatQgxHAv/Av3JwKC2SFDLytlBr5/GPBim1zSb
vWrYYVd2DQqlbIWFpbMxKtqxZClq9ZnU4RWLDA08OmaiG1js70r6MFBeyLx95wl9F7kjvXhvw73G
VFi9By6h3PdViMT9cjT0QzJOgW07Hg4gvbyfOT8K/S1F6TA5z7r9WyHSz0wqPxqrB0uPnkrE2gk2
I3ig9NjAe0MINT7mBMroPyO8vQP+o5Jj6jDHQaF8hP3s2xNlAKxwt9U3ehzMokHJvlcYYuYmvW/3
kqUVgugM3tyAqB0bhrF7sqVuL1eExjRxT89shpuF8roautcYg2zTGdBgxYHuYGTAlMhEgzj28DyL
3o9QHXR682gOzhZP/ZNA1W/NsFpzrzCxT1MQ3imOK4jYSa+tuKAUQv0/mPcG4v84PF1VNJinhPa6
nxxmc2zjEWpljAWKJV4jaGroAcS1mCNWz5GmdQzdt4wmz0Y0YXW7RD6o1fMEgKblM0KRxc1CKnK0
HIppP9QLOSHX9+nMQTluunF7PYTUvPlM9HyThpqL5Ny1WwQR+mUGQihAmyQkWUseeQg+sKzYJgM0
aHMzTbsute8svUBYmxw1DZPcHFJh0/txFKSYrthd8RAqetCjhIna4RTq2g7ftGCOoU4Jwt7aabPo
9tYa5H2X8z2yI9kYMQvjh4TsJyzZoLqHCIJ/276Nbbi2CvjNj2T21HN4mEvrkmdio9gwDzHC+ctx
9gV+cAMUolziYaCZ3s8IC9FFx+3vP1/4H7+5/0ImbqBCoYym0NVm2ttD/8Rmdgqx6ZlM6lANYwgy
ombqf7uA9Gn/xq6BGsR0EZftF0m5yyZ7K3fLc2x/pk50csLPP9/U9Wf/1z1dj/R/Hd3t4jTw501s
w3J9lVEEXSnKoq68P1/+H/e3/7r+DcKoZ/Y4NjkjvVrWvH6Rn0S0K1WiisRnIl2iQWEwv1UETON+
JzgThzk95dap+Wv87j+GfP91BzcYJAbllck3yG8IjrKgsFfnAj1I48Mk24XCQXVBymR1N5GjkKB0
7jirCpVTpjz09R6q64Srgq3K38P6tRvYMkYIlmQMxvexFCjiaUn+gi9yun7xKm+AS8ss0W9wXu0R
368aMnZB49AlbqBGXGieEYeUewogojxyt2TqXyYfTY5RveLJS3epOFGWWPcaRGqcBb6OVHpCt5CX
tL/nsf6hRfraMIe1vui7uB79WPqhwxCvNPvOqV5FPbpzlPhF8dwslisy1HD1tusO4fxc9o2Hu5GD
Ilbp79o0dQtMRVqA5ia81+ydzW7KnubW5gHlX9O8ZPIAvIa3Tc89IChjd+8qBEHZ8v9JO7MluY1k
Tb/Ksb7HOYEIrGPn9EXlgipWsUhxEUXdwLgJ+77j6ecDpZmuRKYSkz20NpnUxUrPiPDw8OX333d2
+RmqkNSnm+1V28PILfagQLrMxnmkTV5rP4UYypGOo7HIlkzCzteau4VloOpKvIovSYizmADUhUAj
bekMDZ3XrTU+aAaI/oWp4+CkT6440MRqzLQrVs9h8dBM/s4kRSjJQ4wqu48h4koIC4qWZnr9wSiT
Owjd6FEtpo9xW+zrLnyAMBWmrc+2wm2PHpLqVUmKjVFLUfBlHv/Ii+CxpNGnCsFP08UIQ4tUnjk8
udBVF8w1oET2NM/Rcx1FvMb47byqgx5zV7J9MNIBPtDOGHj+MTB12KZsjprW1/FzbMjXefGHKqr7
1Jn2abd0978qww9RPX9OBpwfi75BSz8Qcu7KiBeHNr0m/9Anr2XyGqAo5E5+fHSnryrTD5OI39nt
Dzf8ZshwXw6Qx2U2iY+YWCu5q6XYjfm9Vr5r7XI/q/KPocnvW20mZvtsG48AyWl3bZ8ypQ7wmRDI
GztYle56K3s700w+0G9U9+NxKHwSSOkTDW8/J4wHYfrZAVgQpsWhK39LSBB3S3slRIr2HJNGsh8z
/TmcX7d4j/UUfDS1T1NcP7r5Dzukq9bM9qOqDhN9Bd3gPhuhetUG6mukyEAA3HDFD61X9B4zVqsx
oa0tGbT+KaZvC3axrjy68GvkmfE2tsVGHeRvijly9aZUSdyjMv6A19GTNXw/BuFec4CQhHTHzVsI
h7+x5WtebthacwmJ0PDYJh8zxgybzZNLW+t1S/43Md6antudc4IUPKnHQtzHAQPzxmkrfrxst+Tq
ibADPTLI7A6PY/O669/zAmx88N9Ut9acuJariiG3yZR30EP0/gwzGCRyDDvOxdbz9jfFhp8I4RfP
p2nnaZPMJgdLJ0eZtMwQtEiXvYqhLInij6HwptzBzkQ713B210/i7455ZefzWRf2tCyrDr8oe/EM
6emDAuD6p//Npq3Jcp0kDLO545wDUzCJ/HGULQ2okNAN368L+Kn0Fx7kNXNu7LcgaU3FC2hNi6V+
iOroOSmNr3pAkp7RvBGWtdW/2f1IeJs+Z/5vTk1IskzCo+EOlqV9V0IcFkz3SUlEK4qvrpU9tPRb
Urw71r1+iOP0Mceb3vjGf3fKKySbsKZA+OVIqZEOQyukrGAVT0P6Pgk/D+VvwdjCshZ8nqHkMiD9
cBM4fWwNSrP2ThtAdZW0djY0IzmFoKT0Jde+xZDAX/9uf3ctV9Wuxo912OUccongDnlEJvKD1z/Z
XO7fpXNajNkL3a6Ig/XOQBPaPH6bmZNXZcHBbYcHaU1eQVuappd3TZHuIa6H5Qc2jrz41aVBSCep
HeT3TjzsYut3PQZJWahXVJvu/BBMarwr7K9BjOVO3lcLUQlpTV3HzWAmqKBDeIALKmig0xJQuvnJ
feO0BxV+TvwviVke6I+7L6fk12Ia7xPgxmn0VlHMzxmz2rm/+76xa1wvj6B+mMevxmi8Y2o0WQK1
sSt/dz1WlnxK3DCooOR/1NOCJEi6GyEMZtgbldy/8Ov/9W38X8GP4u2fW9z887/5729FOdVRELar
//zn6+hbXTTFH+1/L7/2f//a6S/98/lLT+N7sf47J7/CJ/8lef+l/XLyH/SVRe30S/ejnt7Rj562
Pz+e77j8zf/XH/7Hj5+f8mEqf/zPP74VXd4unwaJZv6Pv3708J2Ok4WX+L9efv5fP3z+kvF7D/n3
Iv/RRF/OfufHl6bl1w39P4XuKiUdB0ZUuVin4cfyE9fkB7oggjVMJpHoy+OXF3Ub/s8/zP90hS2l
69LrawmMI3enKbrlR5rO5wlb8UNDwAHrQGL/f77cyQH968D+I++yt0WUt/TPLHbgXzeF5hoYUoRh
SeEI3RBq3dBg1o7hm51rHrOMO7m39AD+FslU0PRxKPUyOzZaKMbngXgnu69CQTOfwyz0eeNh0E8j
gD+/h6GAbEH6LmzWfHpzQ1vQue93xrFXqS29MOEdfBZWn4zQm1Xijymnzw4CtTb9NiuXL2ROUbEX
aRW+f3F6f23Qyw05vSV8EdtUppKGpHLHzjjy9IvQSOo2sCoZR1kV3zQhxbfUTIbPGmPBD50bb7VP
nO0/4mzO0xUWBNiOvbyYLyyWLx2thdfJOIatLemzxwUNJQMfqfiENG+KsQc3kWjzVzvXzXvL8J1f
rq/31Ar/uV5b6bZuGBStzzojGhmmVgW1MJSOqXt00y59ZwRNdpOt/0sK2XfTUYZw9UWfXy7TVnSb
ToPOrlIR/lRYjEYM0jbegG2fuhc/pVjSFJDNSnZTrCGSBcobBAN8ZMXQUIwVDYwOIqXFemy3msjO
t83SDctiLaYppWOv1KRx42kugFYQEKTJo1k3FulbEX24fjjnC2KvHFOXhuU4ulp3EeaDXrp9rfXH
wY7bg1UI+1WrGf2dT4X083VRZwtyFSxDrmsrZfG/NcAWTpxES00y18lEZApXY7YTY7k18OJsQS5H
Y1muVK5hWOj8qR6o2Z1Ms7D9Y7Og12mNrRJieGYs0mEfOfr3W9dk6txgpVuWbRruOgDgwXbc3tL9
Y9wxI3zXV0ExgK9o24+3yzGxxhJZzAZeF5P6sS6sriPXVxK8/OKIFKYuIxGf/v+krPautqmrGGXD
BNyFQqBITMa6VPFW1+X6hHgHmBdqOBbGSJjGel5bFcZK9pCskLcsp9dBn/R0zxg5ZGogca4v6IIo
B1NgotuGzQu0/PyF7YvzIEviuh2Ojc/I1jHQUmZhik78RqNgvnVhf4LVXr50LMwxdFOwLN2k+3O5
AC+kAdKHHFtAWZzPKlLHhlIWjBS26dOi28N4Y1i1gCiWfxiv4iz05aPRlAxU6oa0ziAU6eBec5oZ
Yr3IF1Btxs1cfjJAq0KZEZd592vUFEX1vnHwt+7sNgEiksESN1E8GMr5oOy0pLihMRK6NtyyfWgr
O/qsA2sfPKM1QNt0dVeTWMhmPX+MytL1HzLRLOzXptt5jObTs4fB0tpuuEt6UVf3k0zyX6Xoa3iC
Gdh9l7aKfuPrR7R+DR1h6LxxynT4I9z1wByYbVlUqA3HyU4jkvDjczyV3/1lcHYofr8u61wdEKRA
C1kYOtNcY2m7zpdxkInhmPkAWCpG/O2NKnIor6Zbdd8lDjjVBUTRXCQdfA0Tgae6MGlOmAcSrpek
0mHbbdlmv69mWMdq7a0oneJRM5T77ub14e3xMimpaOtfv4FKweZXQG9wtBJNHCLGX1DENHz93u7K
bKuT9MJmYs5NwR8XieuhUk3Q5CFbPIIKGbvd6A/jw7IPd6qLnf3N65KOKVy5WPXlcT/dzCaROvTf
dBxNmrsAPLPkszWM2T0zPNSGiiwmbnVuyjARwvtE/nr9SAk/6FVfjuNRM2Oi1il1X5WDPd9HeSaf
CqHBOts5gAfkFGs3GyupsIqmw8GDP1s7qHFfpraT5eOxzmD62quCqj6VuGqad+Dphv5w66ZyFZbH
n/WC6lyLqxy3lkXXQ4THvF9iSeuXeoZDIkvy27JjNtdaKYe3GO+PUARjfHp8lhNF1Ard+Sg783vT
Ak1utSnZsCPn6ogQFoK5t5aIY+Uu4fBbrTsV4lhE8DtVtUXLQBcCtROdfaND+3M9L0St7nbRWGUQ
TZk4lr1ukPcNS290detmdWBBeDKWzjE5trUKqvEBMliJGPc9T1lFqb7twKbRiuKHVrGxd2vPjAUZ
YrHDxIhq0cHTAyK9FM96FYkjU0MVJOqkoEqjMjdu8bmlV4ZuuULy6uMArGdawo/figZ7eZRxnDOS
whoUNPmliL7W+tQc1DTDKnyzjhu667q8yVIKbtbpwni5LJFVloD3VH4MtKh9ZMDh79Ju6tsPixAX
j9NedPxPENCLp9/MpgYynk4crTyaPvRT0L3q55a6+gLfvXlNODMC1eDO6gwvOV2ToZhpMM9yOhoB
xAb3QWiX0oOovQajpZQ/3l8Xd0E3iBmlBXWIaTpi3YZDU5hWZIU54xO6MB/XUHsPxdYUqwuqcSJk
FZvHjpCRcmYshB4OtHQUlU7fMPi5bpo/qDrJN/RiNXDop0lCIOllgjjFoa02MW/KuaptOR9rBX0d
NfV0GA4+I4EACOqh1QEHyk1nN6Wd5O6VJkMMIiMEgmzbVfre10XyaEQdJNeCg/J/n4y6/HzrvuOR
WXj7SzRruuuwfVJB5JQ4dscmHiAca8rfLDWqjaTI+eHy6UsWwha2LrE3p7pUM5KTDnZGeRiOqIDf
2P4H/q8t7o0Vsm/ZbWwLvoDOgpin9fPnL26HPhlVAjfIcKwZW9Ufikh22i7J4mKG0rEDStGHWTF4
ZdlkxX0xlSSSx6yvXtei1uTboEiYZ5LZtQuiFg77un8MkgKKUi33oagcqe5SMKpNIzt0wkQ33cwp
x4eYE5zuVT6PVLNoEJRerczyfSKM9g14vFaH0RLM3IekSnAE7sIhzSlRtNGcwxmcRP13CaWk5gCf
qepvBBglIGOsW3+HIxKDfwySrd7t8yfM0HXFLmGyHNNYF8QCoDZFahu4OY4B0Xbgx8y0MdydNMSW
qPODxxcj6Mfc6y7x2Oq1LCuQ+lXEzHMX0L83Tb3cV2Zk3l3X4bOcm4MDJaQBpTbQW4PH5VS/ZMEA
o7JTlKTt+GsG/+l3YHfZ0QpcbRdNc/kUdFPx1LQFKD85yje5yDe/xPmuWjoBmcGO6nwLsdLxwVZd
EkDofkzHiCp37Hafwt6G1NLyo5vQMYuek+YkxWmSdF2WuypCJZZbZVmT93Budd2dKHCEoS2bNozX
hQXxlvEUGzYySN2cbqoBKWYeVyyIaCZnzsQs380z8YyMK3lT0+FfC4KNl1wxL7drLl/lxcWFqLNp
g7JBVNyn74I06iEG7PLPQgM4dV1XLq7KkhILYfG8/bTYL0Q5tj5oZVT2R5riGg9qz+y3UprmsxXo
oMqvyzoPzjgny7Rcx8IxddVyO17IEiNFc9cEsl1RZYn06Nglznu39d/Av1owA9nwNwReWtxi+GzG
hWIj1nPVZtvuJtdaBBZwshLxpodc0PCQE2DdvI/k18gWkmDGrNvr4msVGdWU67KHHZSxU04KNhOC
dNqiy3GLhcplm05jJUeSn8RLJbVic7dOt9Gt7S4sq1EewWBR2hvMGurUEU+1uhNdVWl3vDkFcwjk
FD1P+kwTnnSMeboxJevg21mm4JI7roGbv/oWc2sYmnT4Fqqio46WqHm+c6a2fQjtod/Y3EUx1ism
nW65Nhccl36lONaYBu2QC4jfW1aTKWYhCY2Gkevqea4tjmQtoI5JIWCbl5+/UE9oCFLG5JUSvEn9
we3SGn5wciP4M4F3XdKl9bjGYklIxpncu1NJk9mGJQyl8jjqYGJSi+FoQepEx5ulOBI7RR7boBxk
rMILPVeOZkY1XM3LFIygNKW3ZIpvjspcRaJcKFfXiaB/Vmxf7FpkF2rWBtA/FHqYQSN5/+VdoBVD
sbFp58fjKguPGJWTS91t5ayaWeky3TwIvSYvoldWbdDJwT+YCeZvDaU9N1SIIq6gcGbwiKmVJsCt
pfxJmwNPVbkEqjx1eAdak5K7pHqp/9oNehd5E4MCthZ5rhlL8W95tV1yzqR3TjVDGxPfNSxgVjE+
Www6pIqY51VOxa26QfKPtB8KyJGRuVqtMAl54pI5k8ei0cbDNMOtafuQmd+ogTzIZGSljlUk/jyj
ZpEMErEbMhD5aIFrN4ZxNxBzb4TRZ/aQQi4+u61stZTa1sUhXEoGiedihBgnaWmu1VvImC3Ripye
n7hPHkg4utqPVhq5tStTCc5zNN053IL2nGkN30P99A6UtBVF4dOz68u29vsk5XsY2RNlXlq2Tet1
6upvh5ypVZbbbOFizrSFK4fJEpbhOsbia60kEvG3sNyKoxrpCe0nB3LqUQU3oUPxRixeGUUMSg6B
K2GvpFh5r+eWyC2vyyqxz23GpJXDkG9o5Nn1RgpKwq1jIaYjV+9JVLB/mTvDdttNIU16DsBNWX/P
02KLK+KSJJsQnhwPGR788dNdG2g+znJaWDw7k98tfJJPhd0Uu3gOnA3NXHbm5N1iTdh3ndKzpRNR
rixwpYW1dJtUeSFD6Ri3xxTU0WSIpID74X2mmdajElP1BGzj5mzFT8msjZI3xn/tIzCHOO7HolCe
bKyUwIZhF0ysBW8bt1sUhMsizhZpWzb+3LJEc7XI0ZGz6gSiwkFPXk/uALCRmtLHUKvSV9bcJ99u
NCoEfeQ0dbaUZ8da06C085AbsVnRTKy0lmZwSLvVSEPvdSk/k9urZWGAyTBQO6WKv6YrbIKx9yXt
bPTDaDRSWmViL30s1QIZzbNJ3U1DHuJ9pcz7OYqgMp9nGCY+zZHBECc7y6QDjTmg2Z0OFOBbQWt9
QEMzbRx3o0xM2JfTpt/CHFzQ7MWFwRwS72PbVyGKqfzeoAxLV1MGDqz0U2Y6Mkvl0WwgR7y+P2em
h1NQxF3c1qWovA6aJzdG9edBer7WpaALpvYe7nPxcF3KpQWRPiSHjVEwgLGcXlVbJo3UGStEIgZQ
VkfL/13OVFlIV6P4/t8QtZg3InSpy7WVa4iIs0hnUIHbg0un5Q8SvkgxJcEdbg1X2TquyZIHw4Em
/3O6qLCv69GXmeGlhTW/qozI2CWpnm34ZZe2DgASWQAcQPzmlZQ4yUKsrAZl9URXDw0uCzox9JlR
mmobZu5nPmF9V3DOcc2Ji4W5rt5MTdcMbhMbtH1aNMwMlnto50k/GIEOJbY+MlI8UcUTIyLiD3FR
w5gQ0t9ma5g9pqHOC3DP2F8/zgtWieQ9DzF7jIuzZntxNHcKfNwswIFN9MYwR+tzqlXjPc9MsMtn
rd14JC/Ls9hoS2Juxcpxy2WqV0kAWFtPaGGq5/y5s7V9FzF7O46i79cXd+ny2Ta1W0lGH7DK6gVz
O7fTei0wvZCaGEX2UL1rY9ffWNIlDaJvEE/FMAXmZPXuRwl0fTAmcPnMOnvuZ8b+lGRt77U+0DdE
XViQKyVehq6DowMfd3olAjfvy6lHlJ22lpdpKboDCf5GBHHmoFkOlUxKLhgu10QpTqUYZZya2jIi
J0/sel/YA23VYZQxlCwrHorQKB9jq9iq913wAZY6CG+WiwNMlHQqlG4IRxR1YnmQasVQ5Xdd+bXj
qzQMDRkZqBqnDvNAxkn6X5j+On++rikXzpCQzOXBtMkF22sEdWHSHjFmBr6bbMm0l2H5PrM0wwtt
KFKui1rOaGUEXOCOYGVMTABooNOFjgX9WzRiWB6n6ZiHppoza5fQCSkfC6A6kkZnn4boOpbdWzp+
G7hDyj7ZYhe7uN0O2krEQXyzJi8PGeTbFhPjEJjiA791nPpduk/SOXwt6Hmg09Suunc46eXeHnN1
vL4Fl3ab41QoMJVsMlynWwCIsYo1u7S9vpWN19QlYzA0yzpqao43dvvSjXkpaqXLTd+35Ooa2+vy
2tqJeZSQHRtbrXKXpDiktRTZA9zIdSAcDQx4zinMeLYfT5D/pC5ThCECuL5tF6XgQ/DHXDRntZbI
HfLGSTkzGKKYM63i35a01cbl3xKynN2LPMWgZrueytGCn0gZR9pH3ovZCTZO5ZKFcVyyR5R18YnW
JLeKpsnGWLA9ydA+Yb+Ze5hUT2TFwrtgiOhjZ5zQ7XvnEv7CEamDwlzfOhkz767OCc7AAUefyO0n
TwMVrHzD3buk2S5YZwC0FPDOUuwMg45UHKWIiezxlUUUfVfNvnYMRSE3VnQuitcTdPSS5nGFsdY5
eIlhXRXoXB7hTCyI3n1G3upunrPv1/fuoiT8FYoxuGMklU5VYgzbccwSRhFFcqgOVq5p+0mv7H1b
QWB2XdRi/E6NI4syAAgt0TRgiUVxXmhfqvQ5HnnJ6fi2mo8jd40JQ7q/7zpdHn2rjW52nJGHJAyh
Tq5sjf5Oi9qZeUoxxolo3y0Vwj1A9uG5BxG8ofPnF+tnJUuAEQJiYKzrIjZhZZZmBaoRpyHzYktt
56bFVlfTRSmuJF0Fukuc3Sx7LkXdzCwIirrpvhNZ/7oahnSj8HL+hpHjkAojRNiMh7Dy4uJYqGbJ
2Hr6rBS829AEtUPQe3kcDcd0YNr9MMKY19SDvB90kk23awmlmD+RE2Tglk14oSV2q5GptQdsVAo9
cg6c8E40XcXgRL/ynCnxNxz388fS5ZJJR7cEb4mz7n4q6qwoCIZMz3RqIDwjQyJTUPlB8r2GzU3f
A3dwfgGl5z83VB22bMq5sVykA2IDZmDiq6/8S52OCYcWHq6fywSYh8S16uGBRmgj8/ya0Sb7tnOt
7/bUEIpd3+cLyrSU3W0cI8q9/NvpPidpYymGGpmelLmzd63S34sx2aq/XzAvOvfdxi4vzsg6y2/E
CY0XaWgyp7dg5tgIjkPmhr6TbZtvKM4lUYqSEL0mXA1prgL/PixqkZqMipLxYDO9sEjzB3d25/fh
BN3Z9c27KGtx8chgLgiGlawoyQgE68zyQn8Zz6cl6VM08OSV0bjVPHJRFIBAYDegidHQ03PKtXLB
RpeWV9ViXIb1EchWuFc2+Y0Nlbh0FZRlk+0BsiQNd2WgaxsSHalqPJ3Wnl7LYJB76cOG3g+O8dEw
8vK+yhRN1eWmzbmkjGSL8QbIRxIDrfZzEswk7if85tmAgqEuqsyLLVFtrO+SFLxh4I2ki03knW5l
WtpZNFHp8PR+ZrDq0EBUNsBUc103LkpxSQy55KEALa1eVKKKLqxSk+F+dRy9qQ0je63pvXp/uxST
y0vuhNIWCObTtQwOTECYasMLtIAWDQFjg5WIesM4XlA+i3AUdaB0jFO3MhJ5Vyq3EGbsycQOd0Qw
0c4GeYsKQEl444J40nA/LPwQk6y0WqkAZdSI6nITe26R+nfuEMZHlY9bidqzw0GKYfDA6Tg7mN6V
FFx8yYNmhx5Gqbof7Cneu7OzxU59tm1IWRzRpZQKxmvdZhU0UuS1DeMNjlcPMVrqt9+Giqm6aSSa
mwvDizA65Qg6ebTPsi79kDS0WQHUgvOl+JZ1S5a9D8etys55ggtkBLtGPVDixeHbn2pc4Vu9m7QJ
vI5LVvhj5cQ2/aZTBAPyr5pyg3qfaW1c/VGWgW3e6RMUaDvXbOn7rwprHO/N2RfaMR57K3ozmW5Z
/XZdgZbOxVP/kiwf7iX2g3eGWtBKWcWQtanWoKzVCCdopqAD+6Emu1Z71x57HeaYyuzFx5krtdBC
aVP8fspFpKDzGukK7nUrb8ONR+kc7WcvOAXcJaBnKNdPHpYX7kwVx27mOnHkAZ2Nxn3XVikztgsf
ej0Sho71LnKa/lvtZ6b+KdXivvqtNO3S2AUysqMnIJ2QW2mh7luv6JlllKluF+UW8PzM4+M78s3U
AmIgTbPGDmmV04WFKSIvqNukOER+oPc7x+zLkTG545y/1fPMZPAgub0eaD+7BTXsINz9xgEunuVJ
gEBwTboWMwPMAVz4yqZJWj6qOusTr0iKtt7nEVp95yjfTz/7QTfaH/RRFoO6g4MnhjVE5spMvxSF
qL5WOUhN/XD9+5zFK3wdsrmYAwssDO7LqcInkdBU4hSJJ80JtsvQ1RniNfv6Gz0Kptdt65cbynJu
nCjeLi8vHgWl73WiCtBH55QOb5+rmcGbrNXTb2j6zfmMpURMhxpALm4J1bHVskRI/TlMMxKnUAlI
N8vhaBTtRgS7ovehYkotGpSTsTTekvRbTz8r4tmw21zEHj4gWUUY1+zprur6bIJmI6plcM/IqsHZ
mSlTaB9JhZXpg8FF+dbl5Zy/GTOp5ntGwLjlLqB7n5YkGXbZXraqrw6xpkMdUwyxyAw4Ulu73vIV
zu8E1V72aKkuLwXE1UMx2Z1vmWWdeZEVFO7O1QOIvoLMN8XOd0p6TUii2v1Bk2lQHWgkkswVVSPj
o6/r4PlLQtwKsojKD6k8Cvynh+WSejYm/FqvMxlwNtTNt8oNYqagiq1I5IK2A2b6Wasl103d4FRS
K/o5BuOfeClsMB/p9oReRmTJx0RO1n7ucm1DQS4ouyOpCRP1GKj8OhHNYJmqZOBS4sUiDN+2k2/O
ByvW5/T2W0xuaKna0/pJX9JqXdSfYUeJmYhogiM5TALixbsYLr2nMW7n3/s02cpKnh8ZR2Vyu/Cc
lvB5WfgLi6+1KpdMBCi8CmKn51FN2sFMKRnkbtPerB3UBOkrp5+MAjs1g1NRg3RR0jkuPChHwoM1
LYPp5wKeN6uP81tdQZAJoCvIPiiHRo11J00V1H3gZFHhzQ6ksZPFTOzWpLOxJZDceAgu7eBLUcvd
fLGDmabNk1kn7OCc27tcQpJkD7LkyglzYwfPtZ5V0TfBDcdhd+XKxo8j4UJh1YWXmCkjLc30VaL3
jBhrNQilEmgCr1/nc6VfxEGVQAsKPpS7UkajycjhVGXhxW3MYLUGhD8RarNRXD3HPi9n9ULMymp0
Mz7FCBUEvUF1uG+G2P/ijFO/n40A6nWKcjuFxzbcBVY8vXL7vP19yNLb6HCWBwBPkaWSFCMZLNed
PVOidxo1RxRmjro36QQKftJEf18bkApe39ZLCgOADzYKig6AT9WpwsBeCFDTT5agMX5Lw2vt6TUw
63503A2rdUlfAC1KF0wEntK6t7ISRMUkzVJvrizmtDs+pGUzFOMCSD+UNN9vXxdoayIIytdIXKmL
21JEssos87TehHs5mnSmQ3fZfdvLcGMLL2nmS1ErlUkYnOZbRbi8dx2mfwKGmu37pk+tDTtyaQeB
sZrgbXlurHXqxNZrV2ZOkHn0+gYfSDTUf7TQcxyl1owLa5O1cWKL03jqVBqERyDvgCVTXl3v4Qw7
LC0f7GGZimKvAZN/sHO/ftu4IviBize/UV3fvyqj1txIpF7cUioSADdQP2BWp1o5qigeOw2trN3O
flJjBOHIOCDo3zi6hWWFtlEw19TdT+XMuWaGJswisHgyxNuwfXCobTxt7OOiAOt9xDcnVUrot7QW
nUqpy4IEbGYjBad5rxrT+jBx898x3EMn9dDoj1npdNHd9RtwaQ+BHuGl4gNRt17dbAbWmHQSW6mn
a0AoawqZh5oQ+sN1KZfsBwUJCv3E7Dirq7WliQEvQMLa8rhvvphDOqZfwgCgElMkLcagXpe2fNp6
J4Hukuky6LfBWpzuJDdAVFHopN4As+lHWCnS+8Q166PvF80nmcXSuy7vwg2gNZty/5LkpvS/8hL0
rMu0OohTDzy3yN5X2VSUn7TYjYlp0nqGxrbXZuOh6ec8/NKWcbn1yF44RLA3pNZpySE2XzuxOESk
yqYu9QpG37wScVM+G3mxtcxLUkB9ETsS2KAtq7wbDB/wEsZz5oEs+GLQuQrbjnYznhwIwdIoteDj
gXqvMYUqgVnHLBjxo5WJKnfKd+Qrwiy/2LjTFzQSOUghW0lCY407KeDXlyHgai8RDZxWcpKPSQQJ
ahNVycN19bi4bwYELMQZgCTWjh1BrmYz5CjzAlsBK4Mpj556GFOK4P7fEOSYVMhwIwVtuKd6P055
6Rgxt6wpKv+gBXnwGvaF/pfbpdC6iOeNOwDf0srq4sCmE4BTrC5wml0Lxf8xV/ZWLfPSpi19BfRi
YBTxHE/XQtqgyZXgVYn6LHw2A7DyQPOGodmwfxdsxZJ+1WkUNShkrosaFa0seqyJHK431ewzYVT9
PjKMMtwFY0kkMzH0VN7upAJ4WhCNFJ5Z3GoHjaZyhqTEe2y0hU+0i4YDs6CN4+3nxMcvDhulbjiA
TndwNCN4bQhjPdGT69EkocSQ61v1pwtJQRoNKTgbVO55JPWVmFnBtdUFbe7RMfQ02dm00wwXQNzw
XgbtB61tHrveeFUo836epmRXq9jdOMJLqkJZGAaYJd8s1wXNuBkblcVz7ikFG3k/E2e0oVZuXK5L
BgP3lxwtbeCUoZefv4yZZqcTLrNWvJQFH0sYNp/Liop+YcVbKNFLC+JqUX3AtyesXt1jU44xCYSa
ARcDo2S62oKANgxuLudhaQ1QhBArMDkO4NbpgmoJ7+jUV2h+kzjmLlSMD3sugqnzH7XJvG1+589g
hYgTPxuTizhndZ+nRCTkWnMCM/yzu7KP6qcyV9PGS3zxkP4lZe2pgVwpG90g/KsM5nTPuhyZvAOX
sNWNW2/uBXdNN/BpOCAo34x13zM95CT/jLTwZG/rz9DLwUMJNZV/15Q+85HIo7/nWmwVKy9JBZVO
IZ3pQQoSsdNDSycFBWSi5V6paJ08tGMbN4wMT+dfrTlzf59ItsEg3Qm9+jesPlHZ0uVFRgkn41Qw
YhKNQ+P84rTbRcAkGM1g2u1WV9Ql3Qcno5bkKU1/6xN0w2RuR5uWp7qKIHNOguZAM023YYEvWi3M
hSJo4R2j0Hy6HBDGiWarvvC0ONPfdkaSH/xMLUMCGuuDlgUTw6oH8ZCW2vCZ4dv6XTH3k9c6rb3x
TS4e6IsvsjKfKhQVGGqSWdnU/wb9XHanudq7RKs/tclQQgY+/nr7s0DizHVgG7P5s1o5xqCPUaDC
M8oq3A8NTe9mU20hoy8dIzCapWeTOBTf53R//SisrFJHT8mvw3OeJp9F6m4xv1+67S+FrHTSAlxp
QQNWMFQt8g+DMTU7nTDqvrb16vZQk45QF0IdmubQytUxgduPIkvHsChLcz+S/knulPTjH9fP5kIJ
EBaVF2IWbXnxyARG5Zc6HIde3w1f9Nna5Y5874rod1s0h0oLnuC7fxOO7Z0v2+dUDftc+6OwtuLq
i/u6OENAdnge1k+dpU3S0vQC/2Qa/MfY7YsHvWewUAccdGNfl31bhWo6RXb0kQI47aOrp050halR
IMq8VLV/CNUzJVD0D4w3/jWGS27jrl0URl6EEjg9ESTHT3dXt0am0dchEzztqmFO4Vho1cOg2XO+
6+NI9vdxgl/2b/gN+JfA6Jn2Sjf1ytmz695p63Ja8j4zbP40M++abAqYoyQG77r6XLp0y2tOq54A
XLZuDwjbVJZGT0klG8uGrqG56OodjN1DeLwu6JKCUH5avC2KidTFTzdysmj6Ss0490Z8hl8aY1CM
1SuK3aSmeuPMLq4JOCNIzQVvvTbUfmXLkL6H3Gtbm8lfeaAdzTk1N3JmlxbE28aDTp80mf5VBF+H
btuPssk9uPFyrx/HcBf1XX1oMm1r8vBlUeAJwDaRmzhD/xVTmxZzmQO/q3J4nyvw6rugr6jEytGg
Enb9qC7sH5u2pF4WDj428vSoBFNzQ+V0uWckPjZ/ktPOGYx5I8S9sCgiQljcQMTT/bA2j/ow0/oD
HIdaE8NG78xuKJiF0RVK7kQ9JlsXefnSK6tBMQHwB2likgTr1pSxD80smvvYm5Mg1V6TjHeCuzBI
6nJnVb5Kn4vStdL7KrEZ/aD80Gk2btql9S59uECiQbv8OYr3pZ02aR+NpYo9kU3d25ahmw+RZjv3
Es/r15sPkEDgZ6ZiYaVds4Pm+qhJjaYSrzL1LHyocrP4hO0It1DlF5YExkVJICjEcWoN7hjM5n9z
dmbNbSNLFv5FiMC+vIKkSEqy7JbtvrZfEG77NvatsOPXz1fqmRgRRBDBjvZbh50sVFZVLifPyQ0n
1bJjOzEY41B5P7rCNnYJ1K73J2yYklQgcrqSluilT2baZGdxZmbHUbdYEYpzp9Ib78big+bDHwnw
JM77ak4x1+3SHAVWkqzKd31qWDvgpe3+/u2BwIlBOyqA18RnZjcK2XvFCrDLX8x85TsrDZy/b1tZ
2xymiHlA4LYk1148k0lnd2qrUKUNci/5TGfcNfxMFx1ykFO4EenLr784XARtxIbYoXG87FNPxHPd
MMTZsbea6jkqBDkuGlEahCp9cGg1UkNG3TcZVleWaMuZKWJxT05nLdLR4Q3mA7888trQ6DdJlewK
YwA6YYzDxp6tte9geJA7RlOSxoUMFN4d39ooiqZPgowkQ/tL0dA3mCv7Z1+Ib+6A2stMD+9F25kb
j8zKVSwh0AzTMYLCIMpiE72ujpNuGinPFb3zMNuo6NmGcO6PqCS7pWR+guMdx7xcmwfTrEqHNTvG
zpz66lyiL+ChYDZQQDPy4F+cZYBXoDDp1uE1y6Kw0zk9GF49PaqRW35ychtRqZxS23i4fQLWPh4+
+QasgX5pWXUcQEa5JiOctDjDzgdkWJ4BhtwnKvFWpYDI5/+tLKoUCrw9IUjt7KhWpXFygyB9Mux0
uHcQkSaZrJW9gQpBpy+2CNXtKm+sgqu2IpdOm6lC9bxrNrx87UC9t7J4+Xt75KdrGXdGF0AyHEOe
loxDftDD2bz7QueqoAZCi5iuO5X7S5/rpyJWncw2GM0dqdyHtfNnAVvEr3tdgNSI6FaO/zFPs6S+
qPo2Cqeh0Y9hjgsks9Ec4iTeYnpeuRzo8zE8I7kUwJg4i8UUohvSQYlRtpea28r0yc6Kh6kVLRqU
1THVkw+wc58aOz8C09yI1uTFc3n32gDUJMskeDiShqX/oXAJdJp56kxBJPwhbY30TwPWZxM2B7N4
DPI03OKUuj5YEKojIQAomAYn5Z3LvdPNjvQrxKTbee0pz1N0zueo3QgQFxpt8mRRs+JFZmFAdq98
3vWSsPP0uD56dQI61JNR2S4LuyY9RmFeRHuATJk4jkA6kmPLAKvYG2mHcq01GFniD1WoTL4ajVn7
WGaaoZyiXmpom62eipM5TMRDDAg0nh87KWKoSazWPxEnK//utalCQEwZ+fu5ieq8T/wrJlQOC6Q2
c0oXKQLqeobSbJEIqbtmpL8qC8jvhhTWNdkDxVYQS+wt4QigvcWr0xG6dZTvKPXQrUt2UWmX4Vmp
LQRmULQJw30KMHTY1fMQf2yNCinOYZjnL0EKgSe60LAr7h1tyJJ9YhRpu2/qrjN8SpDo1Qd96cQ7
PTfQG7t96K5vEfmj6RATDTBzukSRmUppxGHgUVGdVKTXIwTRir6PHlStSzdMXXsipnAPIgA5Q7As
/VktAOaiNcqjY9QVOm5ztxN9Ljbex3Ur9CroQtMdXjb+shIqulEo5dHO2upIb6N9iYJqS/B61YqB
nISktqbKvthrr+9J5mK3PGbQSTxPnmXDsZoG99KjSY8yPJtaDZAx9ujy7BpJpXpiZi1FSsWyLAtU
CuZihhSu36Lwu44KMcW0GBc86Q7th0tTmVsXdTeX1TFuM/GhH1XtcyOS7hBaw3QUGiqqcdwUG6Go
/Ecvr0OMShZyELuscNk0qPJ60kFEVMd+GPXPNo/zqWnKEL7Q0PNDVWkeOnSGdp6jWKfbbr9SIJZw
P65guHUQZ1gW2mvPaZSAgbWjHmRZdUqbMkWhPoav9WFo6+abaQXW9zzixJyGXkXubMqCxD6Ms1o7
qOFWpb0RAF0/DfwgZqGAGBDYUR+/3IDWdKKRRlwJ8mpkMDb3AnDuWtF+pVCWPQxVNv64/Qm2DC7C
VVVDxCApcC7VSf/o+sL6GAZD/6pa6fQSBltzI6vWJPQRxgT8bMmLV+mBJUTH8qK0aF+B0Xd/mNBB
fenV7hBkSGDdXtza+YRyAn+Wneyr+TJtNqOiiLjWXBTM/9MAlULBM+5/3baydnkSFElmbE4p3f/L
PVOTyXADlWtGo0t4iMdU+ZyORvNhGpXw221Ta9+PGXqVsBIuTxLSS1NBXJlgKl1MQQjw2xMuKpWR
6iEE6rlHdwzzDQjk2tLo5cFDQlGT10x+4HcplAfB7FSHdXmscjv7UAWorMOiheqlmlgbscPa0iS2
huIpQRkTxJemlDjoFcul9h7R1ejAWM7eCE2Y440++jZO+KiWipdsvNZrDkI9mnBFIrahW7g0GgWK
nrY57b3c6BtEO6Eorp4GVZ2KL/dvHEEGV6oBGevVfLiST8PUpXl1dJUg36V2GH6xIjXbK3DAHBQt
mzcWtvY1YcbmOWdQnCbbYuOSea6DXuegCWqpu5wuESqDml3uc6CIj7AF36lGKUM/XnP8EuJSGATs
JSY3muZxgq0D10RjzA/Q4faZQvwFE/3XjvmgjSjien1sFo1ZnBN+PBjRLjdOIDDbGkMDU92sF8nO
EVBE98jQ/7aU1P06Jor96fYGXp8EDMqGJSgVyE+WJ68KyoovmYij0SjmwWzU5rWpBrGPmOn+etvU
2tqYXZGSN7SdmRe8XJttNCZXslUdK9BRn4NsRJI2CFQTyQpexLODHs6WoM/1OWDEEmybHEgDk7Bk
V6zF7KhxzeZBvBUfrNFM9/M4b4kLrn1D6lrU6sC9UxSU///dbUIkz8ggEm7HkKn5/qigtfozrxGM
3QeGkWxs2NqSZJYPkFPW+pdHu7DyrO/pfh6jInB2QVSOewHr591xJlCvd1YW58yxoeBKlLI+GhBz
7AsTIc9kTLONzPs6LMMKQ5VskW7gFNJj3n240ZxjUY8j3m7UyTmddO0/Heqyh8ES5R+Togl0a4tg
3LhDVr8gE0f0QjUgEEugWTQwH65kRX0M0Syqfa23YNW3Qsbc9rcdfs0v5GjT/xlaXP2lERqp2eb1
MW+D7LFsLOXQQeL4p9ducs1dx5p8STICIiwEUyB8u/ySTpfaltXb1dGaNDSE4aXXdqPWmPtCU+jN
mG7nPnSZmR6dPp83opHVXZS0s7LPJTHAl7btHjSxESY1bCTWOTfU/4aodkDX1B5rkaCfPfy8/VlX
9++dvcXj1nWON8c19uwAXVnTjSc/1YOt0cxVK9QVHIZFXWqEiwCyL6BJKhw2r+9FAdFE3YHgM7SH
22tZcxFQDGwYWCk6u/JXvDsBTjzrRlaZ1bEouvBEt5CrivHKz4Lq2+fbptYW9N7U4pZCnqCcchsX
6fIwsXYGyI1ul9dm8OVf2EGb843rm21a1Ac1SzjgmLr6mJGYfwdgmdo7ZQiiLaGAteeE0ENOOMnW
tLt4KpVu7JPc5IpSy3r6hR5HRu0ODXVftWvnqIjJ2Lqu1jaLiIIuE+O6EP0srqtQs4es13EJgOwR
+g3COpllOD7pjW693v6IK4uT/JTExEiCcYMsFufEgSEljMWxNKuWcWm1b56rDoacPX3m9lddBu39
vVYp7wSVHRoukkFmcYV0apzRIwK3l+ej/bOYUK/wXVMpttS5VkqUhFMg9mTMSCq0TMYdteMmMsfi
qKSd96pVdnwQblwjxlwHz2AN3D/Tpk4ezNF2j8DuvD+tSYnvFWMkrKMUQG5MhYM8apnchIYxgW8F
dmlnQDqjTikfpj6MUEkOnPHubOPC1pLyqgjsxCljjS87GMpu8lKbOLItd7NgqPG236y4qEyh6JxI
1DFg88v7xCjgO0ujpjwiD9aehNU2Zz2Mg69BVCUbq1q5T5j0kG1s7kdC8sUFaZRzl83JxHRhzJya
7gTl64gG5N3dBslt+v9WFo9LzGCrE+edHJdM7NPolOO3QundjeO2uhZ8kVYQqH2G4y4/2zg7qWGm
rMVy+sGv3cA4dE41bAT3a55vQSBCjVymEzj/pRkzZ2sqHadDOfHLZCniD53mLr2HyO/s4bEWw8Og
Mcus2cpuNkS78VCvrBLzYJUI80GmLx8b0eRiamGJPSpZHzeSqMXbm1lX1RvrXLm8iOgYtpA5hQZ0
6HKZQ4tOjtuAbAP/FR09d64PWaO6Pshx4xyI7P4JJ3RNSGGgDuObEu4v7PUUmeExKsBta+nPMfHU
V3Wanf3to7X29d5bWWyeGjBGLuygOEZ9UB26oep3bS7+vt8IE1SaZA4GC7XEhnTZqFhl6BRHvQ70
50Lt7QPOsMXhtbYUOQrGyBtEYZi7/GA1kn1JVnDVayBRnvqsjZ6tbrQ3Ag75YFzWP4Fz0eiSyRfF
5CVjaTDPdkxBEWw9gxJ/pUnSf9P0zPvRt2EtXhFFUASM4qn7RGQ7eMfbH3LNB+HsB+JFx4Ksc+ET
gdk71pDklLA946mYg3BXFeOLrnffyoZI4baxte+JDI2EiNPdo2Z2+T0dq0iA5oFKjfO0espD23ws
Gi3Z4rJfudypXhNaERdQSV02u5ic6quoZ55bK6LpxyAUc1erWbqP1Ni7P0eibCT5UqiSUfRYBAOe
13dpo+Ls5RzmPxj/0c45s6aH299tbUGSPAi4H6sic7n8bkpuZXmSGfhhqyvPwSDQA8h74wVpt3Dj
TlrbIkpGzKUCJ5NUJpem6kqjjGhgyqzLfJ+jNLuf080IUZYwli7P7jDlRSglCzmXVqIA5fYo8AqG
zNxhP3rxrjccH93ij7Yj/ktWjeRNSN8L9c77oQwU+nABqNQ0WTtafEuPCV0tqtixqoF+T2i9/kOB
DXzjTK9+xndWFp8xnJVozgQLzEYrQcwyNuMnM8nDjer96nckPASmKa+npbpTUUPRblWM+EdFNQAv
UCchaeTDhzjqxk+mEkUvKIA0j5nXEzeadudueObK3SXL+VTX+aIGNenLjWztTpuiiAEuOO+8D2Wo
JYdeVdQ/JjHYH4oY1njXKZ0jf9kL/bsPBZgUCtuMs1rEpovQP4oRgmwU4Kmt54gXnaGxb7k2Wj9K
Rq/vv7e4HUEwgwqnt7uEsgnFqutWicGMejaqvJ1evqiJbn+9vaAVn7mwsrhLkJ+MUFIBBDtXIn0K
1Tq0TrZXiS1e41U7XL7cV5Is7k0E+10u7XVx36Q1q8kHq/UNhj6En07RtMXrv3JrkZohqa2yRYC9
FietqtTSHWn0HLu2PGRTZR7cIflPVZf3o4Zo8xJySMQQsJHlhLimzxrOgKE4KrynqKk/BprnbATY
a6tBsRXKDiaBJBz60tNdwoC4mxlZNVSOUlt1H+3ZjvZ5l0y/b/uBDJAWlyMzzcxPyyIwyd/icix7
tPzKRsNS3e+CjmmjnVGqxiHt2rbbZZpboFgLo9T5ttk1t6A2K3GMUrxwWQNGIazjLokl+8No+65W
pXsTioH73xeblJL7Sg7Z0cq6/IzZ7KW54oBet5I82dWGPjzEzmYEsLYWylHgaXUYfyhFLKx0YFOM
us2PLnwMvlN35afBCNONAtvK7Us5hdooc/WoPC3X0tpZVYHpwIqX9c/K1KrWgYTT/RamXbkLo9r9
CgNVurOiUMl9t060jY+54pMUtpGYAGgGznZ5+ypi1sjIAbTPM7MGeccMHLQd49NUIwB/t3dcmFrE
iaXlJUYSMQDK7J+zd4Xz0+AF/1dGwCjpPGfyvr3cti43q6ylWwSLclaDZW9+9mpon/7FShzKUiCV
kLRYBgCV1uj5gPzosVAjgEoDr4VGlH+4bWVtaxAGknS0Usp92cQxcgN2joTv1WQhUsle3Cq73sra
Z1TUhq+3ba14u9Q7oPMsBSOu0pTYqM1m0EiX27amr+jJ8TI1rD7/Cys00aHsBsALWuNyc2plEhVg
DJxtQLDF18w6O6aTOv9128zKoQL4R/YNBJDhneVYrNqaY5XEPbFu0k6f5imyu9oX6cDAqgnFUOPn
atRNe69rkCpMo6h76rtgiMeNo7X2TbkJ6XogeA6yfHGDVMgLR+UQ5Md5DP+aklh7cbU43+gera2V
jinXIBOboOUWnzRvVPCNBg+X1xmRDyGgC0lb/6dltX9EuvFsJP2HvoVdLtXmDZTymnvyknHQWB+o
m0WsMTBE3Wt5znGuLGdPOqYewrYEA16nW8xhq4t8A3zTcwEXvVgkA/5zpdnMYwVW+7vOIN9tHPHg
eMG32ZkflHiEOcb4npvZxqlYCU3fehI0DMhvKUVf+mvbBWGdpgydBUVT57vaCufvRq03n12hCOdz
1KqJ/RAzpCMOFBOmeeNxWP3CPKOgoKm3XJGKQQaixFHq5bDpuzYqhobS71Qt6w8WCBTdv31oVrJ4
qfDNxCK9LYKTxcWJUFRaOwaxsBar1h6FNUMwc9QbfmiS2jupZW1Vp9fOhzwesnAgNeUXuzoFpj5n
A647lpKuYVKsfp8HqtFurGzVDskabMryQV9yszGC1imT4ubHXvMKBEf6eeeCVby/RuuAASMDIsuG
MX+xGrOrDJYD2LeMGd9TrKp6DpNxiwlzbS3yzBEM814TrV56pDk3Uam3uESpqCkktlV4dM3Ueb3t
C2uO996K/BXvwvvUbmiz9wb0l42X/C4ryCc8Lwx/ZMGg3p8XQbZO+QjYr4bU5MKUlStdRR2Xzeka
bz/UVbifAew+3F7Q6mcjisOvyWavprjVwM3KwuKz0dFNf0PkFfh26Rr/vW1l7QjRyWDSnz9U4xab
Q9UjQuSX6wLgzA8GLF+1vvF2mVB6Pxm3kBArIT58jZTCLBlUXbF2MBGguhl8Fsepb14itwo+KLk9
/cGDaH9mUgCQh7ElCLDmFtQ94D5BdYAK/sLF86FyFEjLiyMdrXoHjZDlV5E27yTieOPMrq2OigRo
OHSKiLAWZdNIS/s6VHQel7jrPseaKDK/1a3w0ARz8J8WxbkDbCJ3ny5ckHEfj9QCy8z7XPr9nPRj
NDhNcXLcpvpopLmzQ4tdHG67yZUzYoWsGa5I6pcSI3tphZKSUNFwzU+da4zZi14N7fzJsYNsSzXw
ar8wBKiKY0UGwzzY4iMqPRjwJs6yE0N0gjlVM0Iw1iv9JG22Xo+VNUnoBcMQYGGJdhau38SKPiS2
m52SoPNcdCLU5EGMhn7vCaNI+jZtDoMzNHzLgRi6SeDd6yg94TrRYzFYwXfIQ5tdaCHEt0s1u9rf
3qvrT0hlSpJty2yPe2jxCaOuGa2xq5OTFUXi1VPU4VdQD92Z6QdvA6N9jSSm+QysSZKrEbOStl/6
RWFNbR8lIjlpI5O+qEgOTz2y2R/7Se2+i9JwD6rSeU9ePzRPBdpWp7Ip4k8hMKWNRV9vJlelpDGH
KYe9XPYs+txqAivPWTRE3o8qTNQPcZJoG1aujrgkBmfKl6cEYm7Uuy+XCzG61beVG5+EqitQhIzu
6+D10y6M5+4vMarTp3KY1btrt9IqfVSw4hQMr5QHXKhIqB1M8UntJvG5M9TxVVBl/nTbbda+IHbQ
OAOBfV1/UeD5dDPLjE81ZGi7tG47v6ZosfEFr94b1iLjJ6jkOOBM2V9+QdfOKy0crPiEnmL+SRgR
Ck+FF5kZkPd6+K9lAhG9va438auLwhImJYUjhFtwYeKolybjvO9gwK2S06ynWvynp4i0921NGMZH
hcrxfHLnysh3BjS/865zevfnaNoi2NNPUYODWqWifdLp+ytHgy02dyJvu9Sfg37M/I5bUe8o2Cdl
/lHt3ATZiUGfCuVzYHpt8KIhfjk8ZZDz2Y9amyrxIQniXpxvL/H6xBPB0SKR35NS4PImIx0Xs2pE
ylGxkYXcwS6T/vTqIgRy6yTN99vGrhIMGfdwwGQujELXMsWPBqMKSW0SmEiq6sGZ2+ppLlzx0S2b
/tnMAvX3BBCMmrHXH29bvvZQC+gJAtUYB5e9xAPag4bon63GJ03J3IPdFABAUPm+9xmnUcKTCpUG
X1KOs166i5W6ta01Nmc89Ob2iSRRTx+YbmpqH3A/ilPgKrr0VNsZSLo7F0jORFuDM8j5k2f+0nRu
hPzbgRKePMUOVD/tFX2fwV28hTS48hdI8sHYygiM8W4m1y7txKMS25aY45PRp+4nykWonbWxqz+0
fQuG6Pairk78GyM/4/28EhQNl85ZSza/yujikzJqv5ANZaxr0l4GT/k4K2LDN9cWhmw4uQwBhIG1
y4UJb+5KpbSjU6kH4tBmgX3iaq6fAtCPG+H51VNA6RNgEJQCNPKk4sClqaCENhzJCC6yKdGSD80Q
W9brkOruz8Lpo2gnOiWc/aJ18o3e68oaqV8we0VqCGB4aRjEsp6PqG6e+qbXdrbgnu5bN92N7rhF
RXF14FijVKFh38DvM+hxuUYxDhGtB46Cm0B9h4qU8ANtCDa8fm1B+D0ZPG1eWQG7tALbnOlC5Z6c
mE2NDlmosBZDTQ5zWm7JkFwviI/GnDq5G4EfjdhLU4Myz6U3meGpysf+ME+u9pp5YgvieL0gon8H
6ATXFHXJZQcot+twFm6kH7M2Tf/KXPJ2z6iSr6Gg43v7cF17IaagTpB0HbSU38Yy32W9BXFepUKk
ztNkfclF+Fh18WtRaD/qqXhpRHX3+TIloEve/lyPV5N/akx1l6kG7VhFrXsKOvSqEkuvHjPIZzeu
jZWPiEMAzCFQwM1tuZXvViYA/kXA/7WjWjhfENmZz2DNU19T2mjjWVmxxLwBbRmZBXAtLpyiYzKL
uWRNO2ZTbqAwXnU7u7LVIyoHW4IM13chCQceCJcuW8Yo2OWiCjFlg+1CXluGfbvrGILRsvSXmyh7
QRdgwzdWnJ3rVo43EBNrTOVfGrONUFcbAGXHRnWMj2rcJ8+timD0bQ9ctUKCzsivVC9cAqE1cLQV
Mz3asW3s6SWGI+egRslWlru6RyCgCR0lK80ScAI3NKLizBcdvYL5IZ+ZXUp9tRfEv+rabrY6q+vW
JCEaECvek8WXi9yQ4a/K0WBaHJydNmjiYUZz6CGr7ueSIwUlZiOwgdiWSvHCzRvDLJQYWMrRjYT1
FNdFciomcTe7sbQiEyMIUxlYWhJMNLHnpl5i8fl6bTg3hdk9BHMtNjKI68sINwMfzFArYAGyz0uH
i4J6dMMo1ZlOkiSHaq7mzcPsWPmzHoyF5vc5U2d+gEjztOHq1xtmSWVVyuwUw+BvXtT14UBS4kSY
kBgmofeUQ9Lgt6PnPkZzdTf5H28UkBOJ4wL9wQN5uUhlHAOnM0fmggX9fc1trZ3mTlua19enSsJb
cAhmeCgmLVEeQD5V6tjedMzDbPCduK38LJ+2WNnXrNAGkVulowi6tFJF+QxDejQzxhMNOxJ8fV+1
7lbt6CphYAAcuAWEr5qUiFriPZVKcb0mG0dGJUzjyQ0K+2+zQ8WhcMv4u5hnd99EXvEtK9utGYBr
t+DGYE4dqCnxEvnR5V6piHpFBnMvxyYcxSnvw5mwzKkPeZXcjQiSlxNvFTcUPCFkSJemskA4Q8Qo
/LFxGYllNtdyffrj2XlqmnqHhoXzIH9MvmvHRPt27xUMQo4onWCU//hzadvUyxnut9jmAdOC3zFz
UwiAtfXvu61IogvJjw5/B+Qrl1YcNXH6oOgsKKciG0YyN++/tkllbrU+VjYNcBPAKllaAq22iOEz
L0+iOg+NY9FE6oHp134vpinfx2B7DnctiddRovFAWsvbQ74sl0tSunIKVTOCJ9GJgtmfjD4Md4U6
bRWhF+fsHztIBiIwIs/CskabCq7eEjDV2ZhcZadFkXmImKLYuAQX1+8/VjxmXigzIoV4RSFTzvMY
JVgRRdL9Yq7LQR4pCHuxV3N9+rvP3dQ4x5Nr5RuGV5f3zvDiSgx5XsAE2dW5gs3tc0Yp5EtLE3kj
L1+zgvgii5Mqo0z3Xm5W2TJ9PSLDdC4ckrmizb1TJJTp5/0u8d7KYi2Kg75Ok+f12TK7+UNUut6n
BAqNLYGwRSD4tldgxKihAODiglqY0YegnFuUzc9J1D/b7fC5YGU7q+tmf6zg+7t/UbyMtKGJcIHM
LKy5YRbMSZu3ZyYezXEPHq1CAG+a1a2B2jUXJLrlJsQWVYzF2QW/1RpOmbaQnDYAqQoF3gjafuU4
/RF1dV98UIMorA5oXJnT6fYaV76oBYQLUAHtF+BPiwu4NPvUpArXnZsWeNKuV4GGPDhjDr2yaAPD
+ivNswGE122rKwvGGZmZgF2INvSSyb+0tXq2eFLOWRImfmrZwdEhQoh9IkW03rQ6eXIVs7lTflm6
DxAsxIrp3UpJhEViPo8iTIdsxqyuDKholV78lEez/np7dStHjkIb3kl7iS1VF2Y8xPRSL47E2Qqa
oPPnhpjkaxRP4RYXyqohQKQU8KGsptxwebYhfirMPrY5270T+2MINZ7Sj3fKLsivRquM9hK3Prek
IX/F+5RyqtDygUjzbOjl86g43cnS5uB4+5stoh2MMJ4vbxBOAeX65clOO0cP6qmpz6PVpk9O1fzV
1TX1ZuTPntxMn6tPQRhY0T4r9HKLW//6DADKI0GnssGMCO/05QJLT29aqk7VOamG5rWqMrTWFG2Y
oPxzHPQJrLAp7+x6vq1X4jUl5IPobpmnW3auOoPBes2SQGRXU8x/rXJGXw5VNkxn0+nbPb3P9q/b
n3ltqWhcEiIDZmN4eRHaCaWNGSnRxVmjcS2O6jiBHM1NwjAIH7JY97uiNKeN83B92gG0kOLw/MiS
y3KtDI5qbgj393lKRvFSeV2n/VFATJB9UDz4rXymxJT4VJWzJ/5ze7nXB0SWbME6SvelcrU4IOBR
7LHp8/IctkH+FKBIRQejunNSSu4lg6tghmhjk30sJbwZDxT2NAzluavH9Kjodf1paOutVt3K1snx
WJ4HhEq5XxZbB87YLZIsK88qfGFPdl54f6MM2O9JKwt00LT8TmXUf5YFvEGlFkc6v6yYumYGLl/X
y7MIhxRutA493RjF4dtbtIhb/9cKmQ41WY7eMgdlMMUy2xQ68dKeyl0Z2p2vB0D2jDLYKiOtegPj
KhJhzi2zvJeFGmgGgzF8wcHqHtxuKM5GNm5FDasLolXDnDGI4itv50GNNMAT5TlIiIfCWMz73uyH
10HEzcPtb7fqEuyPHHOnFLcsVdWJ5TSMxJRnPRrmwc8DoT8gIAzxgjZZzrMWVPp9VfR/douqNoVM
iBfB6l9elXpYEqcixnQejdT5YUHC7ZeqE7/mnrOl2LW2W9yP+AUjdTxwi6AIlQeEq9QJx9C1/gDT
lb2PAHT5tz/h2m4xDcAIP9GXVEC4XFAjh0VGM6zOTP92X5NM2K996DWPYa1uTZ+vmQIXz4HiqALh
XJTHeqW1a5FhKiLl3oVN2h2mtrD2U1dEG1Hd2rd7b0r+/3dPNrnZXNPyK8+ekdTlnkq3newrAsGN
52TNDggQjhQvKMWQxR5phTZroxaWZzs3xoc0suyjMGF7vX+PQEsANaKnIouZl6spa4DMdZ2gOFBU
VfDMTHFh7jQGHIKnoUDV8F+4BISDEkmDkztvtJXvPl6iDq1bODOON3XV3gy96JTode5PepptHOC1
70eM+M/0oewtXq6MyQ3IPBrudL7avC+NfPZF1db7u7+f7IryDMqyDlzNl1basvWwU3NoW2WwUDHp
2j8h79X7D1R0tHDD2sprDwSJAJvaKVw6S83CJLHCQi887tbAUU9JDv1mqE/+FLp+ilT8LjXDdMPd
r+5BGrJMX0sQmZx6XFZyYoWJCYjhirOTK+onO3mpql2lzu1+gCj9cPtjrtqiPcU7QqOKUublx+xN
vVKEi8u7c0TUpGSdqB7KQrBrTZgYn4TiDBuX7pWXkESQGBKe0i6QeIVLk1VmRWZAA+esTvH0IaMy
vMsQ/fjj9sKuricCBdnOoZ1IIQQ7l1aUYDQzt82wUlrhThet+VKWU3FKvHrauDbWTMlRduaqwJgw
XXFpKh5KtXALmOvHMSx9it/ioZJXe5vE4X3Q9TeqSAkKQKSI88wbeWlKLXq9QCw2PNd5Zp0CRfVe
9M7JnkVrq/cGm7KAz6svezq0fZcf0KjUqHQmKzyHiYOYq1L/WaTTlhbilftJJQ9CWaD4oFup3V2u
JyuywImb3jnp1vySa9pjHAyuj3TJl14J7uwPcKfTHKJBRa6M6gudkEtjAXiPwkDF45wQ3h/sNogy
3w2SYF/z1+6cGXozRklAxtD/4I4ujZlaG0ptmeKcWIm+L6LZ82ej2AJKvhXn38GapBneK5JZgACy
/Lt4TJhjHkoPfOvZ1dug97Oia6pd1MW5ecostykfW/hLxicAvtleVLxufjHE0Usdaa21gSO/2kuZ
7HJhIZ4MVpjL63LF1iz1aFyXzzsVHkLYgaeewP1Z391EjB8aiGOmjaft2iKXMlVbGTFKJtPFS1Cp
TtAWdZud49YW3xpHC56Z/83TR7dLnXwPfCbWNkxeXV6QFTHXKcuPHnRxy2lYr21dS1RmdhZMUPt5
nGs7dzS3BgWvbhTok5lBB80F3hak08JTowYnHgOrPw8T3Rgilc6HlEPsytnaoiR+e00uPYicHV4p
sjCZFi1X5GachrCp23PUheMHU5vQ8amjJsSimjx7GQKArmZ1voGa6LHSi+KZvM35OYSW48eBGd85
XIFHU0uDQRuiK/CVVxO6DHMAIK1zcS6KVnwHR6j7wmvTDWe93kdyaMAZb2GEDgDq0lnVRgvm0Qub
c9ebXXQYbUNB/Ak6g3uDPZlGk5tJQlv678uQcg5ihFGjpj27itZ+zEsre5iMJv2OaK6+v/3iXS+J
Fh74KqqBLIxu8uWSGAsYskHpi3OZQJbs27NivTa6On65bebaN4lcwRPQQnYQUVkCi6esNgj0Zsy0
trkjgoGjviPDjWfIgW+bujrflAZYiSRkBl9M4n65oml2a+Ygy/lch0PtR1Uf+mlipHualQLN+fL7
bXNXKwMtBpqXd4/OCUi1RSzUmDUgLs/ozumMrnFWtRoMl9Du8LhvQYhXTBHgMdIhb20IwRfuV3eh
6k7W1J/LLpz2Dit96XKtfiqr4O6ikURD0z+mEk8aQLJ7+RGjprAhw0v0c5fDSAC9W8UUlp1vBCby
B1/cIvS1GISih2aDXLyCZsx25VW1lulkg234EA2BgxhqGv/sTaTHrKLSn/OaG3XjdMkdubJKIY6m
sqRlWuY2xmh4yuSN+lntjeAgIiEOc+vGD16dDS/a3PZPTmHmL8LOgt/wemwVLK5OHAUekHGSnZyO
nrps95pllTB04U1nRdjqHkL/EZLB5u4EDivkH/DKgoPCZxY5PYhMN0s1TkFTjMV+6u2/rabW94Ot
bdXklushPCJRlDT4UJJLkO2lqwQM9mfp2KiPTOYoHwfO+WNlmFstvKWrvFmhsgitkGQWWj44I2Ft
7sXu/BiobiXhrV+EOfyhA2/w28j6AYr54fa5Xl4j0iDROcVagmbe08VhQ5IhmRyo9x+z3B790Ins
/TRGjm8a2Z9NEX2+bW3lI8qhC538DQWvK8pBUVuV7aT1+Ngx2r83hRLs2ritN65GuRXvPZ9wB3of
GvEUaLmMl/1xRUbUwO+GxzAtyt9WqZn7cpz741gH2SmoG+NbliTFQ1tuhuxrlhHQopIkWxx4/6WT
tEZQ55aTDI+mltT7sZmbvV43zZ6fMz24uVN+akb4bIJaeF9vf9nlpSnXTFxE4wauKDlYfmlZZGM1
G8PQP6ZtoR6A4is7hBtUvwjme+9nNLVoqyF5xftFurqMLMcYGIreFe1jV832F6gOmPyutehL5Yxb
E35v/9blVlJyogAuKfhlArm4oL02U6O417rH0bATFT3UOY8eE6Wx+688jlm8j8whT764gwjD09Qb
0ez/D2fntSO5sXTrJyJAb25Zht3scZJmRuaGkPaW6MmkN09/vmz9wJkiC0XUBgYDAQN1dCYjM8Os
taKby8z9pI1eop08FZRQSFAVK5elUOf4bJnMKDq4afd7b1Bllgg1Hq09xWcyzWnS53kI4VGB+2B0
oPg8Zm599YbiCCp0zxZ5ITAJnJg+7mZDrLFOs46JuGFa2vVpoJT2YSqnhLMk5m+PXWp/WHFkIOmM
k+ft30lo5nGiVTDOcalcdL94bq9/W4rsyTlttIuArzJeBHUWSUDZghbUqKw7N7a7cBy86JQWdnGK
bbM/+ES7XPDdDAgnkj6sUJe9PR96pUcAjBkfs5pG/afKPNN/5hgJzb7P+ksu7OUtYSLIlX60eml6
N3m1ksl9ebyhd74dNLd3pSBaY7D7b3+HMrLWOXPVLswztfpkRSL72Or9TCmrnA8EBO6YIqAhXIOP
yNW+rSOldpkJt168sBjXPNQzoDSNpQyB3T+NbYEjgetLlQmKPGywdKMfaqj6WvbdGJVuqBZC8+O2
y65xLKKDd2obzUgrPO/ccLJBzSW3seKYAIMI48PEGeIrc5pdIElZ/YKodnTtujH/ZhLwhF5Zplex
2Hnw+NPtL3ZKqhDbZC5Inr7ta65lNTL6LnLCBjzgx2WwPzRE3K/kNuuVaKG5rqOmfTbgOZwfG96/
z3w8Se+VMlOQczc+o0d9Z1lr5oamU/yWNGiko2GbI25ZLH4Xq0fxx/7Mc9iRl+cWk+3/7dOJwE+b
k306oZLmSHjGwxR2PDiXx4t6n3V3e61THcBrpDIeJYNtVZDafgOQR9FD3WA6HWjDxBpD4lR1ODug
mLm4vTn5u7ONWkP6uHHrz5XbG+1rWbZ1CkqSl4eWea9rn/OyddJXEOrRr1Pa2Lq/uPOgvHRtHX1c
ixotaB+WhBX7BbiA2Ifw0h0JXe99A9QwsQwy7DxV5LS3rklFciELsrSQjg8skyXqVYOBXXMxfdao
uEzXSuksAAaNQsnJtRehHXBM9z5Cjk7zAv9kYA457u0vMEVrj9x1rIeFxphqnxGsvfstrtzlV3d2
nPWUsC/DwQWzcxRsyblQMMFsiebc3KcKgQGs1j4L27WYg9xL0msHCOLlsaPcs0J2KzGVpLg7wcbF
jGqLDlAemkJJolczagZxQiphKQ7ehzuGYATDrcH5Wc4WgQsBrNfydcrDwhWw59SqvzRxm3x9ejlS
+AcQFN4iWf63H6pN216Zk7QIwWVAibWW5pSl6Bw+trK7+6n5QUaiZMyPAXci1/rDhSza1DLnKUrD
ekKRyc6E/rHWkccw9OLJUYbEINIUhTGJ74KYtGlqdUXOFHI7y0LQROtZaeboxBAa58m64rsViesA
b0FhcSvj1lVtUtOlSUOMNaQmWlE3p3xO6qPbb5d9sRxeaIngpcrBd7rducodi8orqzQcp9b9qc9X
81JkjRXMphp/nBylCWiNak9WB+TqaEsD7ZJivyQst0apgDdzxtC3MGHG65/QOJY/C3dMPiTOmP3S
GPb0JbMR23zsI9IHbi5g0i9ZPeKjScjHtoiqWuNiarmZhaWulNeoSVVQvdyez1uB/gcBEAQgGCTj
dmne6lKUNdM8dLLUuJgxWpeRZh6Ba+/4O35OGAm+mz7u9olMkiQfltLJw0afpixgRJi5Xo28S+JT
6ZWH8LV75qjuUVtnoA1v1+Z4OciBuIYyibBp4yicZp58t9OSK2Cj6uCS3b0slHm5ZPlKQGBJzjeX
bL2Mousb0YSRZ0zi7AHEKD5DiLDLE9hlnVG1qSd0wq11GIPYEAgAPv6A+7UyWATgGjUrGeVtG7yj
0K3BhQcTGqO1ntnp/6o83adkXI/O+P7oYYkNfRefpHOxuRrjuK3QL+ybEHGV6KNQFJNh7I7zE7G4
cc5ny3uxnDV9TrpRplBoafBuQ61EDWJbIktGkMxW2tckbuscQHjsTs0MFnBs8urgwN3ZSZDDKBzD
4KRjZm5OeZSrkadFdh02GsPDqbHoa3aa9KnrLlqvRspBvHpnO+m4EipDjOLcbZ0UhADT6zziDdtI
pqsW9csHADbLFwfW4xd7LbQvzHw6mne2i9HJSLnN5GQCAnUaQLfHndG5Y15FXRY6pASfUGszLs44
169Q7LTYr0QyZL+sZePFn0ShWF3Ql6VzsM37e40kkpkjcLZlI3P7KyxQ3o1pdJVXNNNShpc7rs/j
cdRZvGOFJ4+r2pPz7inW3S60WXSaLmkbva5NnHyBXfcdHmv2y+Ozd8+I7DzJWjiPrLoxkutrbzVW
Eb1WaVlcq6XoT0aOOOtjK3u/NGBCABGViAMSm803y7lSEt2s4nDR0LRYUa0M6xJWZ2IpR9pGe1Nc
mpSNZLpPwriFvnuwYirLmOqwhBI2n2zmFiHkbClWih7PhAz345XtvZEUBtdnnBRK7eBhbj+SUjTj
YrduEYq80M9lYRhhka9A6+N5/pgyOO6qOYlzFl08XaZ4elKam4NAtsoTAfubC5lKyq35spDvrjKs
IfOyCuVcmwawEZNqx+gzeGI5EtPbewvmKNbAj5QjK7f5cQG/Pe2deg3LYjFfEuG5Z0aPpJfHe7r/
hFCAaAMBFaUmRBB7u6iemGEqlmQN48imX9IaTud7fUkfKELj66j6d9caw7LlDlLz2hX3+5mJ34qz
hJradIFlj0z5afDSjhlN3x8vbL99vHHMN2MAMrgYOvW3C/PSakJIfx4pgxtNTB08y+AHmSDCH9vZ
L0m+paZH2Mxzg07Uxk4FRo9MbQyNaFR9hijWLwX6BNd+UI+mSt1bEikamel7fX+rxON1zHhawY+E
jjKUL6pXDddYQfT28YLkxtwGkvLnkwCacorJ7l0TszIbsFe00FEB06McZlQM6UqYzI22+TSPV4J1
9Un2MWdLgqKJlUF2kExtO4ROlWhz5AotzEFqnDOGZZ/iNnVOg5c/Odv83RQ9XSkgLfGhW/ZxW5ar
upapFhozfdxlLMprwljug3O1/1byPiR0fV8TEPNbt7B0saAFbKjhSKX00sYaml5iORqndtcKEET0
sGUwty3uJKmGVE/sqqGTR8N1aazVN/r2SItpX9yRWyU1diROg77jZjHLuqIBM85quDptPF/xbzP9
Zy5KvXqrZr03AoeKjPmlV5axObWthUbOqCD5c+HqSabPhTo0yYuoxOC+xLkFLjOxokRRfLVsOgve
Zlm437WlysuLiuw6/8NYMask6xIiU6sT3tHUqnvbJmnTGqO40FPeiupks962hIYLJfds/q7Ds3+T
+Pyjk7S/GmAQUX0DiMWjQfX21gdigtSiX4YldCKluqqVJ9tGuXsy4uZJkVecWpKVCFwAQUPS3mZ/
fJYoZRgnF6tZgyUXE+QzVKd8o2m7L4/vhzubRx0aX5NtHPC8m4vVFHrqlF22hCpB4GlZGt13Rjc+
P7ZyZ+9AC1BPZF4r/L3t+UmLJUbrZZnDvm6bl6VFsCQVZXKql/5ogMPeFCoB7B/dRSKnnbS2ZSre
UGdRE3I16J+KQtX+yLzZeINroxzgcO6ZotRM/IKCzp2AaUlnz5mNNuwI21+YxlKf+tFClVq4B4DQ
fbqA3AvsR2zR7iGEuPU9Rl8keja0TajrQKv8PC4V21faUWl8UIh1eR1nLamvQI4z7+kXUU78JDei
kQi2fKsJWfe1aw0c+bCpF+0VfGJ/6RTNuZYp7aDHXrJ/q5gxCt5IViKg6m05gTHD2MxE2G3YVkr5
0jmF99JrVXUqh3I8jYNqH6Tve9+nz8R7T/RHVZau6e2uUum1pqE2yzCZvPIV7Ld5iZXx6+NF7Z0E
I3wzeou0SnmFb41MeVmaTbWWYbWoye9ePDnnBabKK/WE6fK8KRIS2bpHfnIHsAX/nKrkVmVI02o4
JUVj+UUbxeeqTpL/wRQYb9iOZLFU/DaryqWO3BRNZTjY1t/G2uovsMricyx68yAB2jsFwRggb1rZ
9M534lveotcF84ibcKIT+lfpmFUdMsJjWK6q1mUJHQoqhQfX1T2bODy5o0RcgPC9/WYA30yRMVMh
jNdk+IrSWnfOSiO9xplI/2Aas3dg746PyMwAt6c/gAjNpkwbW7WqrkolwtkzC8UvdeGsvtmoTU7m
pYp/HrvJndWh0U7ZiD/0xLcx7jhPdMtpDoRk+ahcm3rhN672PZqV13mdxfWxtTtrA50vby8WtsfB
2elkCgNRM/pUjMq6iqHS2gvjAtr4BRhmfzRv9M6ZBkJIO45smUrDtrHqDt3qiSIFW+IW81c1JoWd
RFv98nhRd7aQhjjiJu/zK3fpyLSYyLT00UC3s/aump0mBEHCCnowzK8580effqUB40jRKrCYTAvY
dnPMKqU6NMRjCLjA9WPDWkJLxN3Be3Zn76RELvApiBvAFzdu70xVbeiQNMM5G8HBlV73mtGsenm8
d/u3DKoBP50LSsZRWwxORqNAT5V8DBVQrN/VdRnP5prbQR859Zlh7t1HZTG0Z696fEJSmtlGrhA0
pW5PdKWmmZ0i7xhOrWb8kupG8qVtnN8fr2y3fxiB+i2HshGH8r1ujcSLm/ZVooxhvIBNWLKsPFV5
ciSOe88KeTDxLpUEosRNE6TUjcVTiM1DN6+Lc1+ao29661EJbXds5SFCJ41ePjqStNxu14KajjPU
qIrRsV+cz8wNZQyA02Sfp6qMn/821ENAGFMOla//xlSWKENT5u0UKpPS6aHqlf18Tphr9CytgeuH
fIfyLt+fYsy2LNibysSXr6aQY2b+4ihj4xtM2f32tBe8U3eIlsgVKMXc7hyMBkbct7iaNcdLT8F6
GF5727bSg8x+5wdyxiZtV3DMtMKQPr+1MwzR2POUzGGKb59JHucPZSLaZ69vrHDLvaOYabu6m9XA
ZfZGOvtqqC1FelqnLvHr0Ssuoj+UNty5nDTFISVoB9PPAbpdUBYbw7JohRrayIeVfulGI0EuH4iA
N6EIc3n8nXb1RwsuDe0o/ia8pe55a25emX5tpawMlGN2VbtB+WOcBvNrX6bJNSEoAdapzWfDiP5u
kcJ9fWz9zmKJL6iDy4l9JJPy6/7YBJ6VagaXooZpoplvdu14DA6r0lNqpM3B47G7cFmoRfdSilOA
5doy7zPbygYHdkCoUhk8LdXweXLNi6Ln08Vxyg9rWR9JJO9dU5INOdCSxws0bZMqp0ZdGgtoiLBt
h7nxbUX7DzQ971lwsRwf6gFJM6TmIUTHrW8uRpZxDNRQMQRIw9HhZNfqeNGE0x08WvvPhTSVJOoA
1pItzE0ClqGUkDPVWQvVqor+nvp5ulTCqU+GGNSDfvMdUyTJUpGc3ZMYgVvP8KpxVUq3jcJortPG
T9XZuqgQ1v0o9pZnZVjYQpmR04iR6BhqdrfGGObI9e9lEYm5kv5jV0YZGnrz5Bg+ur+895xpoEvg
xKir3lppCwiNZZQ7YZ5O1WUQuhSfbuuDTGHv59AEAFRIDB9evp1e7oI6TSI1t0OlSetrnsZ579tT
7l5glKSv0TDNJwoGT5dxmSVAgx4uBOEm/73x9SqO+5xnxwkNYUw+3lMHiimWg7XtAk7eEbpA0gA1
VTb0dgdHUwMvHelGaDSGfrGNJvkpS+idxIbifHBjo372TZaVdkDaEgxJsrCVs0lkH5KooHszGgaX
w52sESWJil+fvAR5HyVSGdQ8bwwErttVRVE1KUzZxEoeR3/0i1n5XtlOH+ZhnQ428PZK4jxx9YFQ
IseSarM74Bztxgg9JW24CncuMQOSzvBnbVKOWKG3x/dfQ4TQ73MNJSdn86WmKiI7WKfx2npadY3n
ESzA2KQfGFh01Ey9b4oshFaFROtvDq8RZwm9jGW8Tr1xmQ2j+1xr/fjzsB4BqO9tHi8kCG8Jo6Y1
cvud4g6OR965rKmnij95We+Xi3EkciLf9//fqvh350gN4GESC/Isb5aTMMqHsUtY6Xozfotn07oq
qdGdAIXZpwLYwU92rcxvvTocZHO3kcC7YfJhHircA3jg1g0bZgdlOjNIrrFmKAGI6oTAsBdqoNpz
e86yRn0BM6hdGUDrne3CPBpidOc7ygBYdtB40HbdhYbBntm6Yr+vlMpXpzw/dWm1hGUlsoOwYwPY
/7+10nWl9Smb1lsdVaGYrZEWYrouFQolUaR7gVK1Y2CYcXe20Yv3B21d3uSMcTms0rmkGhMUFrd3
fEub65ehRDqlWnPn6+Or4I6LwRmlwCj73DIvvHWxJG+hR4wZe9BX2mWN3dofxyo6P7by3kLZ+Bhm
KH1Q2kHcavuptSS3c7capqvZggaqgH18MuGKM6a7i875ZOR+XHR2MFtdf1I6JozFnp5dMqftf378
m9xe6P9+B24HKlpAWyQa4na9c670XVxW09WJEtsvPFd5a2BKgdGL+usolOf44//asxF0J1dA3dbe
YvRidAbziYL11U4zkEoxjbhBqwUtuepIlmHvzpJaRvBHCd4FhLE5x926agjlGyzNmtbPRpF738q6
yC8Z4l7DQRJ03xaNRrguVMa3TVREKZcsmd3pmpkNuVaH4oMPCoMpYE4/fnv8yTZsY7mHLEzOEkb6
lEr8tlcy0QTW4gKmkN2tkXgrxjYePi3Qcadrkji98euSu/YXdY281LcmoMZWpVnNKVa8VZyMJEYu
zdfzmjjlYBf2hwcwGYEBAvQur/UWuWGCCBHG4kzXyCryn9yCYXWJ5z2nffHv8kGAgS8Ak0gTfvNd
C7NU2t7DylqVQ2jYle4L1esPjujdtVAEkK8AsN6tHmHuxKMNoH6+rov3DzLPxckz5+wgGnhH8t7e
A7yZSBxIXqLkSW2OX8ubIhStWa7elA0CxcooaU4mume9Pxudp5yQvYNvV3eTKy6mGuVlUAgjboMI
TbHuTVsWvTwPapKbX4hFm+WUM2a6fe1sSvD+oo3dUW3pjqMj7SNZBu/kvG2YOa6rnrQCZZ9ydn9d
VnTXzWT6Hdjm0WSNO/tP0IJMG+RGQsBtv8KYwAmYbjQTutSKL8ouP5XRfGRlf/3JiVKUvBGmgSu1
RU5OWjPbXd4u10mek3YF4qeWb0aMhq3VGwf4exmebD424R/wTAJaCXXdFBZihk2IBQrRtVSK8uQM
rl75nWusF8tasrecAWfXvBvT3x9fF+959a1Z8iryEaQjaF3ALr694sfMy/uBLv616evonwhycReY
ZjZmfu01mvc7j8/0HcGcwnmr02mIfeSJc+3qdVrqXVI7Nv+rAEM3T0OxVHJ2RWFEn7LWcTMmUpld
f9G61Y59TU4S/tsd9PUDDabie782eR+adRajF21VzLpo1NJ900smrvuiVYw6SCPd/r5mkdL58zQl
+udSiLWjvb/CEpBjiMSLPiw2UxsjMdnhMIsl1i7GnJd/q8inRUFUGkJwOqx0aQ9O5t79XBBhlCre
G6oEVLeblunraEOJNGDtrNVLAhzxRDL8HLxaXmUkAjCFGHdD0mtve/mJmWezoy/OVSvV/FMNdyis
VXHEjtgHtATNkK50un5Aiky51h9qPH3TaoXTO861VkT5xSxn5Top8fIpYWj7uW3H5PcIFs/ZhC9z
ULW7YxlOO2VIsm2ZV20qIzUiF7U72u7V1MYXezZTfxHGXwwYe0Ww69Mc2cKPoicrksiswnCRQHI5
lYfa/nY2hFa5+lzZrXWdilY/r9O8XNNGUw8eu+1NiBVJeJT0Oep3EPZvdzXm6orpc1pXraUcosSp
+1c/lB4NaSt5Kgt+XxDTQmwTa/Ive5P3LKKts5H6y1XNGamBQOH425K56x+PL4rtXciCKPZQYieE
QXlmGy/FA0NfJQfhmnWtZZ+GdW2/RvWUT37Tzd6friXUIznvO3soR/8gIkKthKLW5mqaCtiei13Y
BAyIFQ5pm10nrpkLAJcj6NQ9U9DVII9S2AUNtqmPjHbVas6CqdExBj9b9fGUqTC9kmw9QpTe20jp
ekgiSoL+NqZmTjDonbW3r8k8Fyc3zvU/YtExSMGeoy/TWjunpz8cPXBuEDkSlqqM/H1+ON9rVVhC
k1iI3JziU9wgJG9r+RIg59qdDbLF/8EegRdNacJqipAbezpchiICOnZtstT5gJXqupSrCGxnWC6l
plRfH6/vzqcjHUeWRQqLSPDq7frMzCZkl/bIW6tf66ZAmlqrlt9bl1F0j03t8lIOgVT5kEq4oIKZ
hn5rS0OSc+ybIro689j+xkSlqK7Q/B3K/rfBFYX7c2+6rYXkVVTrL4nWIQYl4M9Or5YWL281T8aI
zlyRqGe9ysxW1k3b+uCX3L5N1MHIUPEhGmMeVeDNfW5SOBKNqTjX1FqLszks/bmcur8f78Q9I7Sn
ID4QIJFGbR5ANPVokSG4eTUz5gbAkFT8xe6Pai3yp/wYm8ilyFoLDRdZMN1aWWJRZOi9etdimbrX
qeiYl5gM6mW2hvHLUkfxq7k66sUZ9PgXZ9S6y7OL5E2kNvU+GUni22+/dp4JMRZDFgfZRA6ax4Z2
tUX+12Mjd3wK75QvL80P7p/t+yvWwq1rb46DlEnUxDqQkOCZ0u1Mz+2wen9qUauawTj1nvZzZK5q
lJEOW/1yhgSO7nRcuwr1iCnz+g9zow9/O4MxPTegTD4xDFSQGGpwmFBBtncWo8ajbDDjJOjmyQ6M
rLSCoS3FU7KF/2eFnYDCxlmlLHm7301k1ka6FkmQ9GlzUrsioRSe1E9/VdYCfYaIA7Im5eFbKzTw
F2ep6yQw3Nrw7TmrThN1w4NbcH9AQBQTzkuxKPTMtuDiEoC7QAomCUoK4vzVuKfZ6KuDLszOCrUS
mDk2VEO+y06+aZy9KDbrFiual1468L+njNk/z66FnwyelOHOYMRkG+t2x1wjSkSWKUmgFHaE8pun
/NH0S/3n44OwmR/K5383Q6uMSjtZl7p5OFbFsOehY5CBOpb2P6s3W+s33UmE5RNwxF+ayCvaUBmV
Vf2QCdP9W13yzp6IRBg77Rd9OqXnfgZJ+ddYMwzxGnta/ovITGhuY+mMH+N4XvvQSKop81drtZJg
BIOdnhaRxZ2vGhVKdqoaDz917gAL+vHido8Ua0MNTXJ2oXfvhJdlZdKOSJlYW4NAoGnWb3mVraFS
50d0yXumaLnLgcTMqgZmd/u11DxjpBt0mMAqbOYjlIw0Smmj+JmXHvEQtimrVFtjXIF8eqXuz/ap
qTLHnqbOg0vflC+9nFZjjdZfXMc/L5X9ZWAYxNO7+F57laL7jIfaJkQKmorCNbsssDK78VdmYyN6
GDEAiLbt9bGpOyeLgFMCf4g9iUI3u5h5aIxmeZMFIteLwFPb6WzlxnPzGN5dXkad9BEYACmFk26/
VWuaZMR6nwUKNNoTuvDV2dG66MD57q6FfIcyBpw2am+3Voy5X0YlozyVkv1dpkmbTpmNjurjHdtm
cziDbE0QiZGxUhbbxEYWkoJNmmpZMDpcQ41ZmW9tUWpQe0yl633d6sa/F80qXk3k739/bPveCrFL
5YlaDQKLm6ujLqc4d1psk/00Z2/Sl7OCCvRTyLN/vxYZEAkJmR3G5A78EEnXzVQ3quIwaQXh6nOd
wA1cV6ZO/Q9rkcqUoG1oMmzTuaIw4nUs1SzIS0s9OasDZ2FVvWdfQaJY2kgQQSgWE2Rt7vS8HfpR
S4o80FclefHKgQy8K749Xorc9pv4DUoPzXT+gNungbAxMqWmsYxrUwR9M6ABu1KN6Q2rXHxQQenV
Ea3238cG93cfVRmknZkXR++EbtXtF3LKMYIQQvHISvrx8zosxlkoWfNfOy8OrqLd0giCKJgAoqPV
CGJLeuQPvjChLjSprZ4H2qx06ps5DVrmVzGi8y+mTr/4w1yN8EweL++eURoIxEe0ZJCu3iwvHlQY
eQmXktvE83lRpylwGQcJvRkqpN/zFf7z2OBuP1klaEQ5oxk9A1LW21UadeFEEYTboJh14V2ixAF5
VCeOG/RmZRxNjb23POJf/JG3iwtkszwC2Th11AVrCJ35iPj330QXuX9xRRsfI8V+ckIGB5rlvXeK
uXyJbbe9gt6GvRIjshaU7dx8VCJN+0kBhv6naEnKtbg8Gil8b4HQIsjCaRpIpa/b7eypIOcreKCg
WpasgbuqjMa57+PspZyc6Ke5mYrXZz8gpSFyCyJRDgRowluLcVQUioauUhBVK11hxHzD3E3Tz8qy
1NfHpvaLw5QHURWBFUrl28Z4F0PjKmajChw+FBQMVXy3nJS2RT7GUfWiLUI8W4aFFiGZiXS7KH3B
+tiujspTapY9oM9hiamdeN+Ay3UHWcn+DFCWBw3kyueTdcl//+Gk526rzyl9pGDWSKh9RUTpl5HH
7utqxus/j/dw946xIDA68I+4NPdDfiAFNcWSlnVAY8c8tTmX97ltPOVIR+BdtPrmZpaGJEwbnDbe
uN05U0lGHe8TQewV2S+TnXbdKVrddH4hHEYMbpm83K/dtOnCyk27+BNXXfxNOKm7AH5pms+DnRvD
X6OdUZ+Nithi2rgKlcmvC8uKPousgqdVJO38HVSOVZ8gccZrCCVvNcIFZLeNxv/YWpeh0bQ/ancY
ksqnADB7wnfMqX62ki4dhaSPubnEdHI44O039Kp1XYrOLQNlpms25pH2UWTp+u3x19tFQBsr8oT8
4ClAnXS9yo2Sr+dlSM5a7qkuByaslGV+cbO+YF8T8bVqRBE8tiwvju3n5KIGNQRLTpYRbi0LoBRd
XEj0M1NuX+CIz5dIH5qTNgv7Z3RFlpdGi9OvLpzhj/Go4cb/g30IcwSATJLcCR8JM54UtGkrOUuy
RGurzP5IlHw+lUIpPolOT04WU+M+9srofU959p9NgylQwKvh4YC0Tml683AMIEjstco5olHuvtrG
uH4ecsKMx4vcUFLlcwEAR9LwARdJZPvm+3ZeQQOOcUBMrPZE/6quRW/5abp0xiuNVrH4dq4r43+S
wVBiX62dtXwlK220UOidrfq1NrkwTBU7Eag25UrGZAt9Lk+iggjrd44zoytfNGp6mgoT5nPnVYv9
it5elb0NRt7aB+4qnf7WaeQry7vO7UZev+2hskOMVABlQyV4rP2lKJxToQxfkaVZL493bv80yGK3
vM+4cHQkv27ds82n1kTUvQ7QKrY030sX5UNdmVXQiEj4xqAVz03pef9UlBFAcnIWqIFuwzMEBtx1
RiYhWOq4uKxZ+tVrFe/k6ckR3mJ/ZRPi8sJSe4YObTibRHGGMjWQvNVBDCn/Mk6melXFeIRV3l8t
FJGIjQCAuXjftp2kr8Jdh8QQQe9Fv/PSjydz1C7co+oJYSv9pNfKl6UxD6KHO99NujpSEJDoqCRv
vlvexUJMaMIGq7mkgZkhN9Y2Y30y1zK+jKshvj/2kzt7eWNvc40xJTkBPDyJIHc69XU1RmZZk9ee
Hlu54/fIgRMTQUcgiN564+ASAGXTImUgGi89d23hLIx2VI0zeg3Owc18Zwvp4HIpIbso1UnlL/PD
m1AnVd0bZS2CujZArc3TP7MRf0+r6u+1j/56vLA728flT/OKqxC63zZ+RhVUifKKKKsSanuKmQd6
Lk3vKHbYW4EoR21EwuBcvHuT5zO4xnSZPzEEhed0Uie3V/zIHutn4ULsl5xYAmAU2BTRyibbHrMy
dx2BnVHvNL+xV+3Fjgvj/HjP9s5AReQd2CtF23YKhF0S2QxvWvsg1Rc9PkUzz+ZltPTMDOy1dI/I
AHt3oPErq1f4Hu2qLaKkH9ps6Mx5CJwEjpLvtm5XvRAzFOknht/m9RfRae1zjFt5GcrmPi0w1onM
4raPoahOYXeaypBzza7Obpsqp2I1NGrfw9Ebud9Oie2S2p90oilAbjIc+mdCbTRFDaJ+nE5JlKZn
Ubrdaw8h60B2a+eHBHNUvMngTPSAdmzzHGevZqriQdw287mPm+YqMZMHj/47ZOnmleTHk86AkHgX
kNxqurRaNORMSWB2+1S1v2o2F3ygVXHanZJ8is3LUJntb0tk6n16irJ2Wj7UWt0tL0YOfjU++G32
a6YxQnxD0kPjYjee0iybSTGG2Ay8AdH/qHfUYHIZ1/D4TLyTv27XDOgM58RHTa79rfaGsyS1rQLf
CsbSytdL1ztx+ykz17Q606NSXD+1k6L3hymblTfwoJ5JOC+0/ENH0W0l45u1Qfumpm1lq8G6OM0I
N6RflF/7QYUu71K0NX+pbEAKF8RlJu8tETUEmaIBXy+auptJBuq4X8+5ozf6H166Ot9b0KJF6rdD
IZxTsmrl8kYBHQHkkikm30s3gyA82pMQvqjszrkIIRrtpVFBMr4Naqbll3EU9vCp9ATI+qYesxgx
YzMfz2uT6OK/ddn1342iMzt/jK2kDZqs00bfbRQY40JoYAJOHo3AkJFafXeOKd9VMJNM4b64zhIV
P61x0tuE+dFiXyKtjfpvA8o8zplMKp0+diAPvCuEGiZErJbTt5eqKjLvPDuTslLKmZfpZTR1NHai
ItG/Gd66qpwaKdffMB3yH1ED6f6tVJGC/TMyokL9ULhtVlzaaKii/z7+/nsvk9w2onkCDXBhW/T1
LLS5y2gDBp3XibPda/GJITXi5bEV+U5snQzpIjwZii2tpU3Q3g5NlHBT2MEyJeJvhMirD1lrC2R/
RPFhTQztkldNdnlsdHc/gfwhjpJC4SaB/FazJPOSRRG1SQ8TRcKXya61oISgehqX6kj18O4uEl4T
OsFo21WLE9McYQhwiNDhGT9UQNvQP1TV/2FBsi0HbAV8DpIit/HFIoqkSfPIDrwxlgIbdnEpQepf
q24Zf368d/cWJKlDsAGl7Oe2/D3nfaeJyrUDhwmEnxq0JMPI8sSz17pL+EI9lRYWxVVji6xt1LYY
lHpSgrEodKgVSnQG6qc9u20g96BYw7GR6M5dXSxxV1gck+YEvVs7v9LSjM5pY3nX2WyOBlXvXA5T
uAFSRkRm9CdkSPBDBKiOHQ+lV7u8U1P0lx6VS4ZCnpYyYwEJh4MHYm8MThlLo1FPyQ9s8q0xV6wl
87wVL6igiwSjrbj/QZu1PiU9syIPbO38AWQEZTxZbafgR857a6u1Y8XuUtsL8H4BIrmjklQ33hEK
+r4ZoEu8RrDJt3pTQrgZ4FPDC8pygm9rZzWS5ZH7tEOwGK5fMJ2SZLjlKaeKx32sRV4wmb0KIkDq
dGVjP5xF3rRHs7zvLIl7lTop7g3cYXuSYCalKoVtlpQ0wgdlPCBHnR8943etAHSgYYD6664RnBg5
ikB1HAVjbUb5Oa6r+D/UZtejqQh7n+PTyHSKyg8etw0vi9luUM7N7CDKUtPPdDgqldn3L7OamwcY
6TumiNaBX1F/we+2+qfMBpgQPzS9oGuz6UKcvZy0NLKZ0DG0T3u3zaYxPwcIEAT1rSloukhBxZ0X
iK73fHU0vVOsHYLzdoU7wjlYz4DYpX4MmLnbM9Q47oDCQxUF7v/j7EqW5MTZ7RMRgcS8Zcih5snl
YUPYZRtJgACBEOjp78F305VZ4Qz/m452d3QrEUL6dL4zjHFVfhFjF7v3ve9VLqiv6Cml3M59m4O2
X/9kztZFsxF1LjVezqcV9GKok7EhbszOU3u6YO0cj4glQbw7ttueaz9D8nWSaXFRqX++KHEdBli3
yRtxrTt1n5CBFLWD2/metKM7FczUbots6M67dPx+8EywJsNAuHtDIXp60ypVUKnI7cp9oNsxa2Kg
TW3foh8Yrkv+94Pxg6Gwt+OegGYqMOZTHvOIjd3XvuvsEdoG37CBfjUuCJ0tOFn/PtIGPeJ6vzU3
oW55v1zqplZI+hqqw6gRM0KSPipgMhztjHD++dKIbQl6YXzRGC9GJMf7oeZyHqQmtDrU/vi1jsHz
XcbVKbb/6gJE8sGS2DAtXBgxHNQjJ2cWcyRo33ytDpWvxkwFVmd+Yqri7y/p7OaNX4biBTxCFJ0g
R54cw2LhuI4ZUh36rts5IOKlCQt/dtOMS4v8N/cT3LjRLAKlfps+aFGxMN5PXuDJCVIOzQ6s1HEK
3i1QeL0kF2DvP2v4XQmN2hl7E/oZaCriunbyjhzKxsDplLP3Hc9vTTonC6/vVxemzA+WIgI41ULN
IQB5K4a0Q/bRk1CJlmk9wjx3I9DIZt+xEOnH7oRssu+6kREBfZbF5YXi8ewbwQGBigRl98aGg7fN
+xkhpoJzVFW1BxiKfe6lwA1Ktl8l4sIuoHtnqwkTjz0V+AOUo8B2Tt5z2c3Qf9W9PCxJzfKoG8Mi
mbzuwod4tpq2UaCoRzsJKxctz/ePo1ZiZRdA++EZqpYM1g7dlNoZ5vspDIPm5sriR15yET2fQ5RA
OGlBiMfZBEO494PqsG/QnuAxbkzwCcrCxACzhB34Ynfcn6pLpipnMlQ0zLCruZu9OYzNAAO/Hy9Z
SMJkaCPogVp7y9ululIlaX+7KwxGCwjtuIZv75wg8rmTLDokCe9M5jkOG3feAHHPhRvj2WGJwwlX
Nux8KANh3HFScLYlR7QCiCb7lZffp9XuqXSugqr6Wi31DVfhZ2+IblrvUpf5HALCuNgzUMRDibO1
tt/PQzx6MumqKsE89ISkpJJeGvMyzvTokkOrWXJNkpFfNx1dHol26JfSb4OXv+9fZ9fl7UegvQUu
GohWoGO+/xGsm30fWVMJKoWeuzvgIrEqEFTkBYe2gW9yGrNufKhZCy3U30c+/6IANQEIgi/71r85
daxAwM4AFdKa7Gsy9G0a9NGKnq8N5v9lHGyWuDDDrAK+LKdPGHawj5wSaNtV9KOqrX50vbG9UEJ+
9DSoCQAZoq5DX/Rkz0R/lJMRa2vf9VF0g0Y8gtkbvub/PmcAGfDpoErFrncyCgrVJqYV7kYWNZtX
GFkTk3dkMZc6r+d7Am56UEsDncRFAnmP7ydtCSo0FxYU+bg18wwcuf46ifSQi2a45EX+0cxtyTZw
XgNgg6rq/VB+UjuaN3WJ7oziX0JoLvdB3dHdv88cxD5bDiGMQAG7vh9FjqpEXhwr995crwX3hHvQ
jggvnBLn+zem7T+jnExbD77PiAtRuTcRl/fSBt1Vz3y6m7hDb9Fnj4q/P9VHX+/m+4y6Y5O2n6aw
I/ApWYAGocImoT6GNv5eD/OSga0CLf16JTrwZP4+4gdva3N82bQLf2CUk00LGgD4UJC23FdsHfex
q0TOlsQ+/n2UD5Yf1CYYKER3ATjeyZpohhJ2MKIv9045Vnvsf8nBtMwtsDouhZ9/OBQaQgBrNift
U+MtMxmUDZ4u91EdfFrlAmQ5Ego1j2wunDMfTl0AXvPGXITI52QJ+k6Nzga8wfcIalWppo5XuL4O
/n2hw+JhKw8hpMH+enKaNyoM10pIZ580egizMqzKG9/bFEL//Io2V0sUidhZt5TW9x8UjngjE8mq
AygY7b0jWnMtnD7JVj3Kb38f6oOvCk0SiL9QzINQcCoT8ZreYkIndtCSutdTucZH6TjjU9yE07cg
UuoSVrh9pu8KYIQtowb+83wbgH6yyBXOSViS1uyAXOSlT83gxSynivkQy4eOekM1W8a7zgRMfvLq
KVIpjBBG9VNHWskCnW13EGlfju09tCCeedAw/YATGJQDQSpVZ2Qmo2iqUhv3sw+2ky6/l8jemgoc
tgvwNVjn9fkoaCVSt7Zh/CMconJTQROX3ZWGYoMh/ainfTU1zlsCa4IYB5uS3Y6ME0sKUY8uFP0V
xDXQvc6+m9bGOHXmTQt+gfHMqLPKVOKLhHk4kokTlzf72GlA4/77m/tgyYNrDA4NhJabEGn79/8B
KRWouT68hsAENqx7ggWq2EGm8z+ciltpDpIQbokomk+Wop6jDky9Fb7sHQsKoCttNlhAHf/Ds/xn
lJO9HfKp0MPVlR1KIr77Wi95Dxwj//sgH+xGADJgZwR6BBAGf/sU/jNhsJtUDOA+lno9m02U3qOd
2pKCdfZf3UMARm40XLRusZkDJzoZCpFGq982DQLlkEFyEAHuGHMvyH5r3F2YuvOnQg8cld72F6Bn
pxdKCZZLw0PKD4JVvIhg/1KUS7LsPAte879OINq2YB5ubYs/HhfvJ7CB+DuMG/i2wizWy5YhCoqk
ioLHyff5hR3wfHFjKDRxNx4L+Ptnav2yGb0hAMuWoXuY4oQeUqKTS4z6j+Zu09hCtw/QBN3v9w80
TGKWHofmtJQcHUOR6Iyu/DOMki7p5s9H2rAMWMVullpotZ8culCm1rASdLvDEBkiMrBB4ODJJDFz
7raJe+lGfToc3s92vkNug64+CsCT7wlN7lqGTVLu23iF80hMG1ofeNVUiMl0NbMX4KDTUmkbDvo/
XHHRNoES7GRPD3o6uJECmgZHCLCbWt5fk9lr8rHjeq9iyE1Ht3Ev1DGnJ9efQfEx/5lXkNVOvjEH
WB2cUuGrNa6EPTvRPBZroPxjDwHDLarcS/4x20P89+DCeH+EJBtI5ONRT3bCEuYKFkJwB81BDg+p
fvwlKXltRvVg4gaOFqTftcIc/ba+cMn64GXi7rOBlBvx78zuoxxAVag6Wx0Y9ZoEqQ1V+7SCsD0W
xob9pa34g2ndeE+o5hG9g2L0pMYZtF8qMnnVgVTI1DOxREXPR4RDVfWyM3OyLhc2sNNPfZtXEJ+w
bsALOXcNDyPGHCUxYDXES5rECkGfTXspTvfjUf5YUQJKxE3i/acex4NsYYJeHfwV8YBIMlM5sh3/
Ve2BZ/lDa8XjQDEAEOb9KMTDvS6QjB9CZD5Dv+dLdY0YsuqGhUEbpkg1Cf599uC6hXoUMuSN+3Hy
utwVMamDP2LEaWrvkWWq4YVJLpmofbAEt5YH0H8ougHRn8xew5MlXuFRf3CauitcVgV3q0Ppnur6
Euj7wV6CBiWuktgr0d04FSg6CpTbunZxng398MQYyBo9NsjCY6ps0hWhyHsdDMEFxcD5x403B6cF
tEW3Qvj04w5Wm9DOteKwxm437/k00/narwLCdwbO4eOVCXXzNpUcOWI1UTrKlwnK2n889RCkDf7V
htmAyQM09GT5GO6EZGJtfZgC3j0bFq/PWk/9078d4xhlm1c0nWPcAIHev1+kA5zgAk58fnCHUV9D
W2szeCLQO17K6ELFcP7VYSj0GGEKuDl1nNaoI5T/U0cjfljk8rPr3CHvAA/t//48Hw2CDRno06bA
wLH3/nncYBKOQsToAXY+8sGJHNiHhdJ+//so5/siGorYhredeJMDn3wCAFgGHygqdD99wB/cpope
nWCLN6wYQXwJreyFJfnRgABP0eBGZgnAtZOSwVdhvXhmrVEyBOKGNhW5Gpjwr5C8Me1ktA7Hvz/g
B9OI7RE2fpt7AySuJ8uiWsFHrJypOQS9VDtqNDtSTsyFafxwFDQ/NjEcGm+nbRbhLsRrEa926OO5
z7hoBUtdo+ovFx7mDAnHKkfHEnQo7PXu1tt5vyo0XTx/8ACm1IuU6s4GzVzuEof380uPmOdfDmAz
53oaOnFcSkWTw4DntkdhIVnGbXuqvMKZIDi5MaMfDY+tXmmjUpSs8JXgYajCgtUVS/bbMH2xCm4a
FN5z8jZjnc8Zlb0ZUoiD4mFPR6X8zJ0t0hy6uhrkF7ecqJ9XMKQKn8vA4NyDzGOI8smC2HysPDqr
G2IZLK5LbRl7grtXWP+oZNmLtNI+cdp0bh06XlPPRgxeXyUoMfDdiNe9GGNneoaih3h5MLg9rHHK
YXK/lbRa10JRs44Fa3nUgI0G56ishu7ncU4Ih8KYOhrmq+C14WIuys6PGBpOi6ZQAvcVWVPWKMMP
souG+Jeoem/OF0YUuYEVhg2ysQ9nmZvWY+PtqsPV3ddN17qPLEaqSy6TxTXXTLpJs6+xx0b5LDvY
2SRO0HovdZh0SRpiffsZOkEVS82EWCedjgKhF3eb3ZZ7E0C+ATOWhCKdDy5G8gcM/Vt9X899TFOz
uF2QTVL1v5YIjZ4rYp21fVRxDA8bNBGRXuP0iJbJE7FAedmGULzkS73YqJhiwbHn+uUobwenjfTO
cUKHHnCPMu3zWqFvdCxVGTZHZevA5GYzx3le4I5Ab0BEbBB1NtY1+QqTv8hAvw9y13qHUeBC50LC
oN4c9BzD7zAvL1F6zJWUBSyEuEwRAd01xQqHeMbSZMFmXYE9T7S5iwO0+IoeTi6IGW2SCnFMCoct
A/MkCMUDmVbPhSFlOMHMZlxXiLUb8IOn3IxkjG7FCoI8hFpVT3PALbV5aIKuSn5BOFwlj8PQk/4x
8ea5Sd1o9uowta0ztoc6dPzobWThNBRL7E3qp3KCzlvTsmWLIFnvEad7nqIpwQuI+8ksV92kvfGq
EdNKbhTkPN2+cRJeFWWvRcmONSpX+gqdMaU/zeKJ6C4cK9dDyBuh+tNCgU/vlCPgzsOahZgvKwiS
07FB75rjW3P1IorN7qU/wsN/YZmFVZCg6VQxfEzpzESHZhpV3fIbMJqh+YA6aXzunDL2dugVSPbo
bMj4rh1B9CwY2AUiqxLj4ZpnViJ23TLNr6onqiumRLMww5qZVYrEXuxKpe3xVuaxG+tdPWhPfgPT
HEnZvb9EzpE6zfRoQwkD/NRvbFyalMbjnNzbbpTxk9Qw/3twB0OhMU6kcblNlY1DgJ+Q1qBo57MM
7twZ7d9DFzJDX9ugMWtOkYGQpDCn3P5PE+xQcsIFm64WBI3wXe9PgZtO0TrG+9njUVIAICzlc49y
k6bj6PFvfacnD3F4epy8HcxG2Q8gB4gDtWSsy4MlVvfF3FeL+eIEExNF7DZ+AHab0v6UtWw2bUE0
HSP4J5i63zFwq8S9TwfHYynajdWQw8Q4FKnXxJP5YRDttRxpCwvBzI+kAg4gZ6pIzjnvSGFKyEhh
alS36nXWCWm+x6vLl2y2LIEhI9gK0S/SKqRwpUsbG76XfCLZ7I3HgBrwkuJhjQsvGIcHT6DKyOQU
DlXeheGc5KJm1ZjBe3YcHgWi26+BA5q6oHAbmpGFGgp+U67K8tQ6US1ADEv09Bhb6LxT08rZgbKt
rL5tQC7jaaiMshkOxnL8LRxRvmii+HJlpS4bDapSPMsmj3jL/Azg5hyrtELHfIK30bqgxk/1zKe2
TrGXCfeW8MZfj8RvkKMTrpS7n1TZL1gAZdvMNg9l7cCNOYHIfZYp8Ws3fMDMUnvsEujgn+GMEZgf
y6DDKZdzDGp1Oo1s0Cl892S4V0kbepnUk5HQm4XWixoofGCGm3sdH8WNsOXSw3+gV9v2TWUI0Rro
ufUDbxRnaTTI5gc84OaqhvZdTSrn0QQ3aBv0+G3j3PawkRyXISTXQ+kwfbR+E2IW+1FJV2DZllOc
RvCPjK9cSztyldRt95KA3DVfMbKOMuWJZVftsLjOQWBWg12/6CFMjcAweS098mVM/FpnC6Ka0Iz2
mea5RZpDeFvj0HXueIUVsaSDC93nbeyrgF4NwzRXexmJOPoh6lLYO8RozyNOrIGq8bCINe5huj6j
2H0sw6RU99Bc0aekqwEeSetPn+PZJ28lbJkRR42TqcwQ4mRuxkq3X1BDsId+1n6bqh49uIPD3fAL
ZIXz6yDlsmRA6a1/g9SiKLhC93DmKV+W+bcYbPCrNAtKQl/ooT5IpLZjW+rZ6AIgSAKYB93Vkb+s
r4rMUCmBXFfFu7i1Fb4ij9kwwjSFpX5qgtXj1/FEOCLIB5zHLdJw+iW8BeNwrn82cCXwPVjGeqp9
JdBPtCDzqzXqENcnQzqn+OJsu+9B7myfmMviKa2n0vp7DR85ah+G7Q+vTSdqOLA4Te9rhnWLYn2X
SKXnzIV5zpsMywCBeDNo9KkYxeTcOoM3PZARKP2VE/Gh2sqhoE7FUFGNykJKN/esDn44y8RhaiW4
CN58RAbWGWJcWP/klEHfpEEIvuStLhkfaR4gUOY3MYK84Htyylc5q5YXK6Fc/K5xAVsyCbr3v/Zb
UQkm6IZvhEBA2ZCCvq8EUUG4OBBXeaA4FfM+cMIMnSSQ5hovzC+UnfhfvceI3g91UkMTj5MVAKA8
tJi824U18psbm0vI//kVGTdwGDOD+oc7HHDS9w+E1F3RL+vcHjjENsc20GiIEBs8rbEcXnk4ublY
av/xXx8NvddNsI9L1iaGOrn/9NpVcySkPCiyCJaPVJdbyede0qqdQw0wakHPdcMTQYI9hRqGmbu0
7Xx2WFq/+TY3lRrhBr3Ebr5a1/kfrsIQ1MLgGn54oOidvC8K2bVn15IdYtiQOPisvOqlQ029Zj3o
V5fY12ePttFSQVcOAdPAMeCUOSptj7KX9N1hibAVVk7c/MBX6cEms7XPf39bZ5dHrA5gd9AVwldl
Y0e/XyJ1D8tp4E7TQZc4JX3HrTOemFdY9MMq2PtnjQZ8C6ERhpQ2BH6CpNwTFCrsuVpMQjEc0tcz
tthxs1SB/XwAPuzfn+xsEgFdYFkAXgNWCP/Ik3udu44CaQoBKAb1GhW4nYQviWn4Vbc2069/Hgrl
IVh6HmB7uJqeLPkEiqNIWww1JVgRtY55qpua7zvRX7Kt/uCpNswQFHM41KAtf/JUztLNmg0TORC/
RD4CwXHON9HTHPBLNlnx6R7lobuA3BxQkzbHz1P1MyFLVEk0BA569Yk6gkdMv0t3jPqUVpV49Rgt
H1mFBy0a2/G2+Pucnt3/t9HRJAAnAHQUGDu8X5gtqSbuMYxe4fa7wxU8wpEUXqKdfTQK6MqALDEG
MnS2OfhPqw93kD7AlZEe3AbNABh26tyFK8iFLfH0IwMeCqQEPtxgjQIvOSURY0vsN41rfJgliY+d
N9hj4+tfGrL8na/lpak7XSMQpWxtFixGDAb7tpOHmuCgFi2yLQ+gwXS7zsZr7npK7VnCLrnEnc4f
hgJF9U9r2QMaeuowzhcNvtAK6BW1QZA1YKQetVLsAtx5Pn+bhQG2+c0xGFXU9sD/eUsJTJATZwnj
w8LCrxMjN2Mbdimujo8mtNWFwc4eCfHn286LjQq7Iv7wfjAu4bdcUusdwCzoTT6tCjVoxxvx/e8L
/Owt+Wj7QjSL6cOl/qzaYHiWpAyJOKpVwaRQiK7NNs7DC5tZcGGXPx8LUCT2JnxSoPmBOPT+mYJY
t2Hb+80RInzvasTBdQfzCufagDh9Yfq27/K/lQ2g4o0KjP0WWAvAyBNouqarqWXiNMcBMXakmGtO
wx98KIFoWFpGD6qHLOCezmUtbmbWNU/u1M/z4V/nFk0OkNmgKoLgDHyV989rN35ZReDR4Y09g5M9
069kAjsmFQG7FDZyvl4QuwXfJ7xM9BZx034/Fq5oIJqzSh57i8zSZQyDPFp4uPv7E525+mBeUcCB
A4xgiI1kdjJMiZ8Q0pa2x87goopEZezM+dq6s8gAtMQvU4J4rCMgCyS2dUYt600Mrau9L5tV+EAe
Kuse7BqHn4hhExweasR15BPEXTwvaSkQjK7GeHgtHWFcSLGqOqnzhEWIsJVRHw1FMCxrd+gXd1rg
jqQH8wK/xmC+SSxykQpfdZfyJv4feX2/lNAS2Lr6f2QlMLl6P7N0anARSeLq2FCJ0meHu59xxdEN
Wr5BUesQz58Dv9f2ZRzs4n9ZeioJT/FPuHcHtkMd5GEAQe0db0CPuYWali1ZUC54V4jcseShZaKp
DxowEXCsBAl7RSeQAJ4aMD/l29yA2JNBAOCO95A7s+XYMTRuCxKJgWczHViZA2BizstE+xhJq/3a
1cVaes5cdLhoiDBNGtf81uic+HnX0BbX7HqIg8NsEIGcdZVHDOw39Chu7dJIftP1AwzEuiBBbRTX
1mNZv4IRB7Fs3Vd3UQWDzCLQpVEpb1xvvQ4aSH/gM87Rqb+Pxihu79nYeuEDPrQBuYqVKtuMmLWC
HiDGzf+atXJwntYg4f4V9tSou/aFqNrUet76Hbf33i3YHMnljiDJIT6CBwDyVUoUNNyHAAYU6ndt
F8AYgER9JETIqFRZWdd1u2PQyovc4lpGikpuMUasiaPf+Ebx1AY2x/roinbQO9uuTZIhWKn8wZoG
ppgeQyBQusZO0KRmDREmxjU18X4sKfmOI0G2WOxcqoNrA93n+N6ROT+MzeQ+mW4NXxwzr83D1JSB
U/Cy7r5DVej+5hOtnlbhKhgSwqoXyLSzZV0G9WJGuNJM/BMHlprkURgOTyKyy4PqHA0hZ7A4N9M6
BWYnkaLK4AGE8i6l8zr0WdRKKMuboIpY1tK5SW7qJgre3BYId4EGRUM+A6Xx15uqT8ofMBcVZU46
n09ZUifMMpgIRTbO6jkYX2TYw9AA4RdKZa5qkyEnxBjgupBk8nmPPJgEvuouc/sX5iarvIbJrEG+
ebW2894MULhes9L3vhnl2+ZHWLG4PQCW651D4K9e8zQnOPgRK+NSJx2HKHlQoZ09m83EYeQTxNH0
pW1XX+waGEnJKu1QNpTf4n6IxS+gse0nwZnQe7erTXC/Vmil5q7fg7UhrcArWS3c7J+kEmOVtU6A
AKuZL8TiZuR28EJxegftV9pM8a1kstZ3nXDcb60Fs+pAWReLOYMXZqQfkkVF/ZtJpHj1kYxV3c+L
HJ5NvBLyLOHKoNDor1fAVGKx4TFWQw+BvxuZ5jVI6jXI1zEhCKoEhvt7QUt6TleqEbNYwX3PTRPX
cZebzh/b4aaOZv4C+yOXg/iBlZ96Yi3Dl8W0yfSb0xK86mVtXJaquZSvxuf9dFdNMwl3oatddx8P
dRhcdQP42Deg3kr/UXSluvX8PoA1aQi9/m1XspHnZIQ6E2DSAOzOQwfCPvTQBdcvaA7ga2yATJMU
y4tFqJRwJbsNqri/R3IAGiMBnDVUxrySJCmBR3ZbNE4NpwME+sE2DVB2dzQVoooLWgLJLSIXqtaM
+7L10slzxZADfwfCzyIev7lOYOtrgHos2K0oPlk2tQl9hEtZE+SWtVMDoxA6IZsgjieAUaYaVeaZ
jUcJyCa+X/wG3Y8wWsMZwYtrD22E9ro543REb8nXzjinwdQCY+qrUHl5DFI8QouiuBZHQ4c23iRI
sJEcwnA6RHHJm4wzB7k3uuYBvI4iKlim0DL5SQ1SSlIFQwW0zIHWiSwQlX3mqO1Y4XnKva8IGoGF
R/hwB2k/ZneuJ3VEgtnwFo7g2ha+x/0H+Cd0NVz3bdtk6+Lat8EyNOoD+CsdqQejxIJNSQzoCYVB
6qzIlCki0fcFrPvt50pXDb32Vlp6+wh496/aUS2MduZuDrAXe2WYO2yJPi/g+Q/ZimOJpE1XT7e4
BrVfdU+RSsWomAHh0uGRoJX2E3kC9sckZ/aFTugNZCphg5eN0RRi5kjdtLmhOB4A0kQAV7kbvNWK
V19FHZskmyZI9ZHpRGeTOhY65Ryt65hdG5znv7B5en0KVpchaecvBN036Dp1zme3/xxoGyeIE7IW
ehnJPseRU7Y5X+BJUwgdC7BfZ8TTw4KsRXua+cOjP7TJd+OpjmZL0LfXI7qNFioYNlzxhGqSLw2C
EZA+Qu2YkqQ0vEiEoj9g7YWUC4AEmE+WOBVJa5EkaxoogKYg7IJosjfoDpS4MEaeKajicZKhRLFg
uNBw7vMGEorrEokmb62xM2AqLuYUswp114p8558Nd1v/WIdE19kUdmDrdrhi3Ac1BAaF10CKmXEe
xT8j2tNPkb+6TlphCaMJR4F1aduOCpy2ecYGPHAHfNukDIKcl2Ye0wkJ48h1xub9rdRR5AFydutf
yWTo19Iglqloxkl/nmeFBuzcR8mnplqj50jqBuHMs21uSqtBBowHrVUGuwGUUGzs0BVywGL6ihw4
ir81MHDP7YjotXyoyHILQfXU5Brl6cHpEswMFJ44f+NI4TfCbUbyXFcBDgxAWCPBedYtcYoV4j4O
ftj/HCuc3WAHCdpmpcThUwyxsz7izZnP0ygDJyVC9c8UCUxDqiJguKlSlXcrqiVaimQYhcxdkLZ0
2oE7jjgqaDE/d0henFNhoEHetla0dNF0GbAxzKJvCjBJ2Z0yE0xpLVPsyfXFxPa4NwRHisPdg0g7
GoJ0NGXIdmGr5XPTqwi+7GuDzsFMke8L/7kJG80igJc9qbZtCxBmyiZvYhk8DxE6iimKT6/JFrMG
T3x0DKyyYT4e76zjdxEchRvvi2PxheDRdc+zeHS712YNJ1gvwtn1Z7d2scogyp/R/CgtRDlEo4N7
rca1/e7gphPgYyEJvtsy5m6xRqOHGXaW9bvXuqRMWdh1ZQGOdO3u0caEXciyUPT0as5UnSJvD8fy
0PuthnVNaOuMDLK/QpdhrVNlGga3nhkIbgaTxvEJ5vkrmtugq9/C0lzXALaDIU6R0+TW+WiHmGe9
joJxbzXmrKitL1SW+Ai5zBZnWn/DPj74pOC5+KVF+/hB+sk8olc2qylVSWi7VHbzitN2rodfgHX1
Lxf4WYI9e/Re+wHkgivXlS7ds3nub7zRgr4O/SBOTat8tJHCMuToAfeyfUbh1X9qazl+DUoK2ZtH
mvkRibiD3AHNip6bwZDPMcIHonQ2gAlTCGtQ5op2dZ4j0A2eZgSIwwJc1bDwIIvLkC3IvMUpgJ96
N5b70Zi3gYUlfzdbOaGfZTFJSg1oXpRBWC5bP3S4qlEf63tOZFIhUKWpn4Q7xXBkX1pKDrZrTJvP
xlkGfB44+zJvDulPumILzHtlzdcwUeUL7I2TDns6aqp0shRZwT7cCOeUjGSge9xQjMOycAnW9iC8
eOJ77Uh8jeBmc33o56A2bxpuP+stCnDfyYXHZvJSrgvMkPG0qjwMQ63tDrPUtPulrUK8UGRLgt6v
fVV+Bb2DrfcoHET32Q8c5RQyXnyV6USJ5aYHX258hPY5HPLQnXFLG6jf+F2KwFNs3qnuxBQXnUt5
mzE1surz0osBzXScJ29hmdjyFVp7g5aNLB1ZTK5roPeZazVBJIlj5Ba0Pn/IK6qi+LXcTOl2Xk8n
WbTxNNRXugpx5zWw1bC7sKxpfOOjwTd9D6Z4dAo3rmmyQ8rgGL5BUKcxBcRZQVaSvW6QW62mYykg
l/gaSETy3SVV5dijXVdDjwgVXT8rrB/1yY8s6au0htSpv20hng3vwArxXwBDUafAJImQpdVSSp05
CrF0R5iEJ+N1OA646cDRXeqjMkTW18YhTQy/TCPjGxUgGTSLZhGEO16jxYvjukO5CfVHJTJX6H45
oIiIDADKvpc5wdXK/Ahp4HivsOxaQZ7AxTa+iVCAfho66FS2LqfEYdkR3D6E30lc2hwkTX9BjnFT
vWhny03KHFxfuqzturF7DaCiJhkaLAPOuAopvTO8cCdtin6Zne772mpIUpG41CfXPm6r3h2SL51m
36+ULejK+dK5g3kVUh2xFH2KJc9it0qKhXdLc5TYLuc7srQo/TxnMPE1EsNNYvO4BQn8k0He3ZoP
yOJrUloGXXANPg1XO9EmgT1AThTAkxUYlfzZUo44boTDa5tWwVySDFIXv91JkNZFHhtcYZ8bvx9X
+NKsUXhX132kc7tMyG4Ek8Guv/6Ps/NYchtJ2/UVIQLebAGaAqskVZX8bBCSWoL3CSCBq/8f6GxE
kEFGnZnoWbRilMxEms+8pmklSD9fVjOyeLKvzGQPAtJ1T9Uos3Zfx2r32vVKbRzpRjZkMm7eF+qp
SYAivqf0rPFDl6rzDooxZ8nkY/PhNSe7qr36Tn3pSimLGxMoPgUXjZbrthZoQOpDB6cM06Ea9lUc
RQEH9zOF0D68XXK5NpIDsYCCGZQwqmfn5QcjddWBemQZTlqdvMO3/fvipBQ8uvnr2wdCqgjiDNVu
ZEA3AL7UdGtN5YoOaZ9OQRSpGMZTzwgSaFV3ykjbjiBFQBXErAX6kRGpJp3PScqcKLkq6tCrPOsd
dBMvyIv+C5K3MuRGMfaAPP7cnt1lfQw8OstIH8GkX3GBuiSgqklUyxDRE2c3GPHAzTEab/5Y5Er0
HQl66RfQozufWK4qSIFkThViSZBi/DKJ4pRQKZt3BtIEd/bg5SquhXzYfWvxB8mJzR6MLbgmcUU2
ttYy3Z1i1yhBdNrQP8RLH5P2dZZWIADkzW+161kdlJA15R+wv+zJTXHa7JhYLoc6dLjPMr/sKEz7
onV1ub/91S42/9rp5IyhabWetAtKumbaiwpCJpyjefbNCBiHG3lVoFC4vTPURXWfuimMsdWCAPjv
RcHdmgGwOmgShrOs9T9SlnZQDrWN65rWciM241u7MatICFc2RXf4cOzM860yojKoqcOSh0vS6p90
TtoXMAfNT1cZso+YVKd3ztzlAQAloK4SyTQVPHih5+M1UdsZEXjZcOoVI7Abx/3YVFX15nYCoxDF
wlmgVUf0fj6KXUX1ApSmCFMwo0SaMx66viGaBAgjIvP3ZIUuJ0XrfVVfhqPkIF+wWUTZSg/4XJGG
RrRgFpt4Q/c/F03Vt+pi0JJGOgms+6ocwOW4qeSbDVVe4CwZeomou8dJz3um03Isu/welexiH64N
GYxf0RBcr6vt3dhEkRAaZmuhUtbtLje94ZOmtf1utFPjS+S590D8F0dsHY9SE3OjDw1B6fyLCXs2
xRIPWWh3BBTFMk0VYruV+iTKSvl++zhffC7OFtRPmDqofRDWbnZHbHRIXyjDEg5mOu1Vr1J2jlma
d+7Fa6No8N15ylBf0LaCyAk5YKqpBIgjioi/miifv6FUMzh3OvsX1y8itDAwABIgxoPk7ua9tGSV
6lNtqWE0wZXJhNeGQwHH1S+rfPEzivqxP6Xx8vuta7jKV/DM0NkCnmFt7l4vJ4/DTKELZ+F1h9X9
NmiaIr1zO12u4fpMsoKg0oHPbNeQb2gMBXg4bifk23tJ4atX8nvgiCujED6xgNzsYIO2L1iVknfm
btWHpqkMu3kQTgCgoN/dXrHLD7U+HQwD5pKy9famLYs2p7TX9qHaSSfIOiRNp/wxjvNHF3BtUHTm
vZf54gyvtKO1paqtroZsk/MzZacm1X9JKKhkw/xadq04erHsDrUTGaHI6+lO2HG5jg4dP8gQ67bn
/t3EU5DchLao2hhmvRcHDt7WPlDC4c3ryCXBWwVQgXeSqPd8ViyegeaCI0LUK+I/TmrQyUS5JW6D
YcT4+YFWifeiVbV5TyF5/YvPOnBrfLNeFwRWUI62UvtjHw31KAvIiks9/1GNsdmLpFoe1VkrH2Ya
oujs5pn1RSMNON7eO5cruw6NBiU7HprT337oPz1/UZdZtvTpFKoeYWNRDXOoZ1Q9b49ycQevE/T+
ur7yltEtO1/ZJE86XZTjFKadRksRfbYno6UL5vXLvRfz2lBo08BvAgOFeeRma2ouLhL03KdQbwzT
V6Xs9rObOkEXufeaxd6Vz0Y0wIbkgWGDrqfkn7VDuKMmzs8AXGtF9h0uYdzQnrIVGaAzhdtN1C7R
B80ZrB9jIsciUGNR39EvuzyItP5BRAEgYnmBiZz/BNHhVTghpxxOCZyAgz4iqP2jUKnHOaUl5g8T
nZn2Dv/12pZx/99VA0sbltf5mIZIdTFQ6Q9dk7qHOkB2xGDDefORB4iCvjt0YkTXLwKtmZJGNBSM
ooCO39d1R0+yEB9v78sL+TeCblCNZDLrS2BC8Tufi0N/r0K3YgwTJ4GYXSk9t1hkzdPyniqUOfil
IbRn5FlmjYtVLSJ/tm207gonVvqDRoG7O0ZFBz0hqZtJ+EJ2Sb4HK61l94Q6+CXbOwIze0IYDIfQ
+Nvs60VJWxNY/xiykafXRLP730U9pndW/cqW5pRyGYBWJGjaJj5Y8eV2gksfgk5WZX9gS8d2kKuy
THcoZtvpQ2su869JRxfigB1Jrwa15Ub3SgJXdhhoMKoPKIcCFLY2kYeWtdIRtFLIZSv3kNtq+4hs
abe//fEvn83V4RkxIVJ1YsQtIy3GzRN7k1SGxBtlz4dVUy2QXaF7ftKi5vEuiRQle0c3Op/fHMGh
hGYwR0Jgcq4tQT+PQD7NUS5Dx+vEI9XFFy8ru7efU6IbAm1zLauQFZ3v7crQ42nKmF/Rzwj7J1q5
bxVu3tureHnfoiLL48wVuGZeF4AZSRc8rmeYeoJgcAfxxsl8B81/a+9gPf9WpVwEusA9AwNa4eMr
ePd8UiZe1jLHhiLUqrFCsa0gT05n3TxFkAPv6ZxdvMsMBuGTRJYtgoDIZgXzKsL2NjacMGvd5k9K
Pbk6DqJ3lQd15LLfQUlSnFdRa/kXA9E8I0hQyS+CEieFhkaUlX9P4KSS5MxxUn7gOXCa53nMm8+K
bnYiaMs8ecXLyZP+TKe7hUIlxkY86iLPqyClhvN9XKbU3VFrLf+jz1eUYeEVxVcjsWg5TTgoKDtE
sUD+W8Y81WGH1IpF11rN008UyE0cMWjyVIfOll78bYH489tcRKH/wgmwLMKhmuPxRa9c3vsWoveA
46eSmq8Lrpnt40CWAVREJ3zdD0vUi8DUqJX6o3TGe34yF0eRhTaJx1cT77XauInvymGYkiw1rFAR
6md0OE2u0/Go5A20rwJbV6fp7lx0F9uWEblJKTfyeVcW/fk+slLLXUbR2iGdw1k79E6OkHgMayYN
jCUe3xxmgTInREREGmSqwbE8Hy41p66YAW6EheUi4NDQphdl9Ov2UbwIBhiEKBKjlzXf5dU8H4SH
QSQjntmhgr9kMFRan9JP08WTmSfts1rm9p2zf3FPM6C5LiO5Gmdxqx2FfoPXuMlIhuhhI2FGNNTR
5NbvfKqro8Dwhuq9FpTMzaeaktyDjOapoTvm47ME8/V5nuJ7rJRro6A1gFw10CaLsuP54tHBS2oD
1miYGHr7kKnV4tOgv1f8uNx2UOJ5cPB7XoPtrf6o7sUT+y2xQri2+l6hjRQUWkXD0zTuPW+XE4L7
8reASiETmPJmyzm0XDn8uhV2cm18SKhQGcK9d16yywlRDaY9QCJI6nlRXVnFPmNdLG5oRjItPqle
ju2apWVN/h/COubr7R1+OScuf4sza/EA8NpstsIIvneSXeuGq1j6V8CK6Zcin+9JrlwdhYzaMAyH
f7bKk9XQ9k0TTW44aO7wpR2T4VFTUvnl9lz+nvmziI6iAGhSrmQUfbFW3Fx6WNyqJsxkL6TVAdUK
HrJIDzMKBG0AVcswTo4xu7+F1PL/RUo7ZsckVsXPKkVf4QCaYdGAXRaRdrj9s658UIgAqyDmKjHM
P+fnYCqL2G2jEg/AXEvsZwlgpH8orTJfPs8gQ37fHu3KUoM8RVuKa5ESyQUvpo/Hpp0ko9mpFXBe
rIONzs3u9ijX5gQLBis7mkyIHax//k+iNiRDreZR74UTTrxAvjI1lDC+AfINwr891OVLhuEGNSno
Bzh5k4aeD7XGC7Tb+aiWmZVHlwDMX9BLOaWdWvlKbKm/jfTuIbyyiiZFJupL4LFXgsD5oHVT1Cpc
sygcgNIFjVqUgTpM98RLL58XLLBW0zfACAg4bHHCCRgroRlRFCbQO9/XaZr/Qp4dgewRPcSW+s+d
5+zKUhJOrvrfGq00aG7ns2omGZkWUgqhiAfPV1So+WpsZ59Uao47T+v0x3oau3u2h9fWEt1FzK9x
sYAbuPmAqtWPSTRlUVgVvNSuO6lHT1/ukX6ujgKLGAUpB5T5VnN2RjPBNOc+Co2l+IWmzLRPWvfN
KTSezPii8NjQy6IJuf6If7Z9qXZOTmyuhKN09d1i6sqhKOz8TpR85XARQaELT0kACpi7WbCkhR3I
o6aE0tTToNOt8lDaC7IlS/XzzWfrbKTNi6ZaCCjEESN5DWJmDmz/x1i1OMJD7ZaAaXr8SotI6fe3
h706QXY8OqPUIyh4ni+jXuE2m2gsYzGm0U+KBVofTEPXLoE9td2PNw8G5QyXlrXtDqdiE4YQBWNt
Rzk+NAlBng180Hytmsvd0KvWndrRlT1Ib5PIgloZt/2WubekxgIywonCVHYRkhktfHNpv1XHn3eU
wjdVFh5TmILbikLqYYPVS1MJEa8HE6hmIGztQT68edk8ZoKiO+HVWs48/0ZCyWs7ntP4FBl9sTrl
evuy7oynmobF8+2hLq9BOn/csSQQMJnZ9+dDDUM6AhJc5nCQyf9MGf32MuN1UWvMTYr8eHusy63H
WHg6rHqw6soqOh9Lb3H3isdpDmHwGQAw0IxHG95FEsabdreHutwNDLUqYJNWIwe0bWzOqZ26uaVT
SSzsKejAOu3SRbxVHfNv10qluoTSFQXaLawkbmoiq3kyw1LRxK52kl9i8WzwXbK+8xBfzoeqDiVR
h/9QLbvQLZtqQPkauQlSHcszxnv5Kfd6eafGcvmBeOfpwJGaUEFCxOv8A+VOlCb4oelhJBLz0PT4
x3qLW/mFttxzkr0yIXzXoPPygWicOuuf/3ObA+aonLKTRoic2Crr4QKQlLnz5ngeDuDK5GXpiCac
TQ5Z2OOIp6Vth1iu0pMd3B9JYb9bMnO8c6teTofYlzQILjSsIPAP59NB7mYxaidzwj7R/ggrTh/M
XJp3gtnLEIJB1mnAMiSU3/aponhCaaPpnRDlkWr0jUaB4JHby1fSZAUQKzIRyCuAYXurDOAqvY71
KvARqFVkRZvYZRKKlncd8BvZ9e1D4gyv6tBEd2Z3uYTgjIjQKfJRU4APeL6EkVug3NUIQpWGnKGT
MvKVVh3u3EFXRiFhXUV6we46lNbOR+FmSkrKS1Fozla1G626CuIeiPjt64cyBX/PeTq0krq5wgGR
UknUN0dJhfDQJk0ahYWQjrdTstHRHvpRS36iriC+xK00/6vMWlUORiJW7jeq/a27Opl5M/AqC/Rt
4OSjXrzTUwpHr13RKOOntVmvHKIsGox3Oh3fap87RRW9kKy69n5SI00cYoRyFJgVqjG8AyvQWAeX
HlgCQ6ykqKbpNQDyuMr76RFOzjQfkf8Y4FZ5pZfvlyZ2zJ0qOgv8bVoP/QmtzkJ7smZL2IWf1U2f
76FHDfNxQLpjebBHrYj2OFSa5mdTUaYv6dSVFnQk5LVeGsS0zIfKUJJp53QRyFd1NspC7gY52stD
sWiFFRqSoktg9WVHa2tO2v51xkzagJXS9n+6Uvbdu7rO6BnqnYg/Twoq2btRjZb4g5gMHA5KiHXd
buEmXoBkg47cOW1nfeLcN/GDbSg6ZX+knIKcmNLcVw5I6Q/S0auXXmfG7+JJN/KDjUR0+zA45jLt
vbSQyK3ohemFo4kIVLZDN7+Y/bpSEM3Rshn9FacUw+cxHef/ZY1AQ0dZhsIKxkyzildp0OTBUNSY
4AVJ2457vwBnhqsV0q4SU0+Dh4iXC9CIky6YM0J3GVsIN+hYlS8QsRLvXQKdr6QboSnyPaXLxPlv
bhW1+NE3UiaPmkAJ9GjiXKV+050FbovArk45zbrttL6KxAblvymysuQwTekkH+j4tqeW+uhXq6/7
7FS1FoJrkKmUEsyKKd3dIiZtOGQV3iW7CYEvedTMASx+2dI6OWUWTrMnpwamubPQjmmDepBCeTBT
VBt2CQii6pgVBHsnRdckL6DJZ3ki9Z5/D7M16O8dqUH6UUC1/OhUq3OpD1h297A0XSX2TtXHSPjo
WTOinWIsL2kU2W4A0DdJ35sjBYcna+m14URMPmRHO0NBaJeAhEEraMIo1YJ+JZEzmBuzQvhtVmSD
Nlib94+ylHkUzKUp0I2o9aUMuiFSYn/ojUzupJ1ZUDosRYz+0vZI1jQ2PrardtBQnPpIGaWfNrnR
PRgd6Kldjqxyv+dNKWb2SqO2AUG7AB+v4B07vjqe5PPG4O9kMKeuKx+9zp6Nw6AusYlq2jCJ/ZSM
8XisYwv+hF95vT4+ezSEMCeaIlXZI/zdON8izE77J2/M3W+JyNSPyLB5XpBGTVI9xSP6Cr5aoFfq
CwMWVJAvHftp1ZQrA9celchfYogIwVgnWhsoZG0RRWBbZkFKNWQO7AIaAMGKmUofDrmHUSNFmQ/V
rGQfda1RPupIvmTPMWZi2uduWkr5rLFfEJfGhH0+2W0uHb/K2778Dte2H3YjUDVlZ04FsN3Wjt1h
gD1pFXMXSOyeaz8tdfytE2Nyv1lONNXHVJqtAemEjvdPkWDvCW4aSlZH3XAyXwuRFP8brEZrjmNn
zAVIaXX8Auw4y19nBwzcBwdOwPTQU/ToPiGAxPdPe6/+0ipjrO3gBXnAxrUJP+IWl4MPmcA59+Ah
qfajt+YieqfhHpnsM86x/DmP2oQxW8VxfxzRjIW3CvGvfxrEPADhBqNaB+D6i/G4upTae9Fb2uRz
SlhCuDiJ951rOMqPMM6GzherYeTD7ESmeIgSx+sPXoG3fNA6GJX/obPRuIGYhlhHu3BBMFKZPA2J
OgqBy5MjMPR9SVsbilc9T53+YitTvByHeFSng5Hr/dclcsT0IYZM0+5TtSma3cinxHK9nbVuX47N
It+neRxBLewU3KlRcBK9ip/IoJi7YVIqVPusrjafeGoj6ColbclDYk25PGGlYDaPhezFFJYIcCkf
vKHJTb9LJkd/yocJGktveLIP3SXS5yeCbsv4FemW/FJIYzRerbb1nM954yrV14iapvpRK5IhD4tB
TXs/WaS1HEu96t9nC1Tsg51BhP2M0VtvtYFoZ0vZ2dE4T7z5MoKLzDZB8w/1SBeSEUozzU6FFFTC
SHA7ZZW0GuJD1aBMfCjbKJ8C2StCf4+xybIc3Klp6kA08czGWuAoHt1msPG7LObe/saNJeqfC+q0
ihPUalHBLmqiajzQFROfHGU252Bo3Mg59QrtAq6HeElCDrj2Yi92re4H2Qn9weswYf4BV6joDklG
DfJAV6HQDH/KlTh5Tmc0dgG0N1ZBo8lUloO0yLSRmyPpR4QsXr4nFnTo3tfnSMl3Vse9CVegqtsP
Hv3b/gSc3fgAr6Spfqqyi6MdbCMS25Q44jftK9ImkbtL/QAgrMVvTKSgiaHWVdZ/ZhrTfEN/o+52
BXczLVOY61bPOi9G8ZvXpx3feYqreP7clRhKKGWmpQGCnEJ57LMMGp8301/ZWzXSdz6SpCLy6f9Z
FEUwpSTEtJTFCbx61j81Vtmh/dbXkLmWxXXex2pvZ+HsLFm2XwpTQZy9VPtmr/J2qkfbm4lrslrF
VDvmK00hNEXDCvg/ucWzgsztfHAlJc2d3SYexnVL0nCSpDYczWxSvnQpxhjPzpxrqj+ni/FNxLFI
XzLFbTmWC8Is3GZIi/U/WgXdr8Rnj1Tjx2VUHO+jh7gDbCG6h8beLTqaFcjIo7eG5KVdHxdYnV8x
gzKhT/EjI577xDHwbIwVjMTnWVk9vqpCfkYHDwAO9+/yhPiXqYZzk6XKTsAS6/9Lp7TGHLsbqx9w
oCLUZ4Fh/ZQQnH5O8FOW/ZKtIKHJGXTu4xj2D3Q/vcsPKXLh/+Evmsq9Dokme7USL62eyrhsdYLD
sdFrv5hgYuzW5A9viWqu0y+ZzPLuS4V8JrRYfUSWQaJLA/15MqZneo34gVezXJSPs63DqvAT3rHP
FiD09lWS8Le7kh5tBjWum9/nTiKK/ZDPff1uGsd4eOco6igfoC2qTzAacG9LHJEVLLPSvfbqYNIh
zqD9HOu+j5zABVmgBnBzIYMQXfKLIIlXLzFii/WLio2yfXRNaf1CwpzdNvRJlXyIklri2KYgQ/ZE
KWxcHomOl+6hifRUvi/crKsCdLNn5xipgzb8dFCvey6XVacSuyR7OtaLlo7PxijKP27v9lrYmUL7
ooyeOfzyoqjV9xX2LvNHl3/V+lOXxfPXuVSg9uNfnh5bgtNQQ8XBClAlsSZit4y7shmaQR5EuSBS
0es1RRK/FU2H90/jopJ5MhD1BFzRQmsJQEtHPLZGVKf7XlWMT7FLffEgcWoHOrC0JiY3iDK6jl8q
JgzOwXQzrmxPqUVguLFIvhvJ5Bof3cQSzZdesBlC5ORwM7L498ou7ldNBx+My1g+2V1RNggLZiW1
STar9RKbg6O9r9lw7Sc3bvRh30aVYh4rbntgGPZsHcgKDSQFcmgvj1UJKRUPGzMdH3Ozy90nqEJj
/bDyiZrfhd1Gxb4XrmKznwuYkqNTomNcIKspjpDvgF7i/CALvx90vTqAH3b0D7rSKtG+SpMItUDk
FdXhqUHiTc19qcYlYhUyTpU/hRvl4lAKudAcUqBIHjIIECZSu+nC6YnVVd2QFhMKWC1XWh3ITEbv
h6Y1P8ZtD+PN6lLZv8P3trLDWMH1N4hVpfyK4h4brui8Wj1EEZRIf4TrUR+nJhrkhyKJnRJtTCp6
6LiMZl+8WI6EF+cLW66K7xV0hSevzLvlZbZswXZTpD5+LdUKVckMXmMSRHG2eD5Eu1z169rBmCvh
KbRX39D4RzNNURUQtwEfjhYv2U0G15A/a4Kwi8fNvmeZs9ZnzxNLj4I+6Su5JfnytvceVWVmlZHn
UYE04mPqIaMqhW28mw2kN9A+eKnbBLEKpZx7pGbNt9rc0CoBu09NhWLKynDaFDpiIca6MbooBDJS
+rWrpO9hl2CZh1v6+9tJ9N/a42aq6LfQMKHDjGLUVqxPcbPJaRUvCjuUbDNfulL8jKFhfKwh5Dq+
0Jv8R50ny+SXvDGvXh6rXrDkSvrr9g+5suTUxDRqSLa1Ntw2c0bTUq0BBiohUrO1L528PfDRxQFt
m+4AXXoIvaTE+yHtkx2Mz9fbo69/+2YVQCdTgkEtDoe6LZkB2eOWh7WIT5ywpT2IbnFgWhLSfF3Q
FUXIp4SWda9+sR2TdAZM9MriAaFwgclXlUma3LtRCHecjM+J2sPiCvO9OSPmIFRtvlOVWWs7Z3Nk
PCrrgJJwLFTBXvDn/1YDSf857eyqKqUzoVmN+UsUXKiZlP0O27roHQH6+D2zxT0hpouS5zqyq9HZ
XyUGqYCfj5xhwdVTMKFOk9V5kCfK/AHyOkLOSLt9v/0hL8p361D0KGij0gikIXc+VE/PeKomOoAg
Mudv8PDLw9jZ7aFEKOWYCNI3AGLof9we9drS8gVppFJ2p5mw2bwdoZJwJW2mWMu/Fh79pSyRj9ow
/DJqklnIsX5uI4Fxe9Qrywrthoo4fk6IUW7LbP2gFgqZlRK2jtD2ImqIAwtH+hEuAP8/Q9FDoi66
ailu28VTBmu3sSYldJrI3aNCI/wZUjX1hPieeuhFUc8BTUo52VNBbHD9boqHtuKYhaIM6HO3I+rV
I9rvxqJWdw7DtVEoJlMZh9ZGHWizT5RaLSuOCV+MksiuggQWgEW611G4shtXI0jQafgir/4457sR
RaNM6i4OvmmlZJ8F2gyvkpU0Tp2Jd6wyTS4lGRR89YfbO+PKflxpKjRNXHA8XGrn42pLswDii7OT
ivkbPNK2OGWDREXFMhHArES2j6U2veaJaO+cv8s9SW15xfVgZEOJedshBLdgdzN1kBOi1jLo8kR+
Hsi9AwpG90Bel2gYzjgdIaT6gHeuV9v5LCNlRshO5tXJaD1sUbEwzeWPWPZx+j5XO0HVVQjNOiXg
3K0HjVrxp5mEpz+0biRQ6bANVCLYiKr4cnv1r6yB7nAw2VWcTAAx57/LNtZOFaLSp07F7IOu1hj7
Pa1I8lzCxsPtwS63GBcdaAc6Vivu4eK49JOh0k/PT8tkIPzSj53nD2iZPEoIiYiuGGpSvm+yMprv
7LHLE6RT6YQgSocW1N52byeky12HbeKpalpl1ewgLyBqefPFwygeJUudhjAc1HX6/zxaRp4hoeJm
xQlpBOVzXqXR3piXAceF6N7Fc3loVhwfh95kNVdw//lQPebBEJIpSlp1o56yKjOPDUoz3BBLi95P
ihxfASubEsab7yIGpkSIIRldJ3byZuBC72GWl8VJz5Rhj0rV5DfFHL217+gwCqpuwEkJO/AXPx/F
GS2kOhAYOiERYf9nlIhausbSfovcQbwV5Pl3KAiiK+GLCFY/H0olb+HgMlTkdTpBDZ0G183/u73x
11U5D2e4WBECdeEL40Kzhdy5KEh1nbvwufLCfUZFWF92ABcoC+c5kNzGra17lNdrW55kAHAMuBUu
1vXP/9mMfa/Z/TwVxamUS/l9Gorl0cmQxHn7xMBxrD1IWvjeNlqioaW1dZUWp2ZUnQNWJKQ+88z/
9ETe5pirbx+PPQEakyoW4KLtQZ47t3HLNClPaYqL4bIUX3p6nb7Ix9DTsj+3J3flkAE4U9nrPIqr
1/T5ElqDPQhE89ga7q50ZH2szeKjnpDmNIYe7Ue3mamqtXdukSsfDtA2ygC0n6ADGJuXYvZiUeVo
Jp1ypXS/NSOXIbtS3gsDLy/+NWeDGwQbBqTHNsJutT7LV5Wzk5HDgR2p5R+Sysgfe2e5S+hdH5HN
9idGJqZwVwyLuyVRLAtlHXWOmlOLSM7il4jWCl+1kI2nwu/gUjLRZvikdkX/DAaz+zG1zShDNYpx
bODmzvodFJD5Y5UjGuanU+wZD/PgGcVjl/eG/uBai4K3DFGnssOAohz2TiryaTcstBVOvKPNKhLO
ETvkJNCO66voKC9HXqPVynschPiZuJ7IEJvlgwQ5WJF5T10B0crcaOv4VFcidgLagyUWhamWzHuk
KMizUTJGApBqepQ/KCBPtMCC2euC8VwIKJCK6upHiMD1nTz4yg7xuB1UEm5UeFFzPd+Xkdub7JGs
Oln0ab6h/CdfsKu551b6N5vefDX6+/TdV8QRGhXr8fjnBtHYeW4xiOqECpXRPKLZ4HpfsSuhO5sv
lNp9VUd09ERDkDadSNpJPOmpEZc7+O5zuqvt0fiNJmU3Hd2oa1rqs7NM9kvclD8VmLRW2GZA+r+L
UU1EMFCAjcPb5/fKFofuD3tnfUUAuG3Ob4kGaUTtrTopSq58K9iDI5g2VdvPtmK9WeoCEh9pFegU
/sEdcfNkYWZlzxrZ6gkDxuFByCzep47RHOiIKXfmdfn9uY7QCiZ3I20ERXf+YZweLR+DQhw3xGIb
ezR8BwM5onJKDrcX8PLZorJEdYfBSFAvYB5O5mWam3IVLcTFImiKAluE1DD8PMKqidonDYzbI15+
Mq534nECm79P5SYcrZEI7PLZLk415yxAoanm2NFIwy5cC24PdXm7r9Bs4GcAP8DubVcRcdiyi8y5
PGlt2e30+V3VVAFmOxQH13IyVqTlKgMa3bner62pt/LiVEBOxKTrCvxzqgrcWmKcQMpTnOaZn4zu
LrULM9Ba8+vIPX/nvbyyVXTg90iROySQ4MvPR6tWRHGVuuWJUCHZlb2RPJpJ8WbaB8VH216HIMqG
oLM5aAtiXBr6Y80J8Rz8p3SqrcBbUE7lc975alcmtMpkrxB0eHlk3+cTGsYYCWRlaE5jKeVz6njx
Q5RjsXJ7b1z5SOAf+duBo+FxvQVWuch+Qy8rm1PfHIQ2smhVNvmmpK1jKHc2xJUZ8cqrzopzWmF2
m6xBJoRqNTJ7p5hq0KEFb3FI5mL+eHtGl6nXSp0i5WLZCKC2bIzJ4F2NMpt1m8lwCe1zWllaAffN
qnE6k+rUBDl+RcudlbxyoCH+8w4CH4TRssXB9U47VOjGNqeu6NSDBBbsW6Xi7TAVeDPonKcK2hFo
ljW7BOF+vjWMTI0Ht4/qU5JNy66xWrHL2vFeMHNlQpxbAl6SSYqw2+rrkgC3WDq9OS0CDFIZt+7H
EgD90Rgy+81ZEA+vBrqPxBw+0NZrfUSAF++Rpj0hat3viWi8oGwzM5g1rBVvb48rmxCVe4oAiOSg
HLKtma0Y6iEb6/ZkIGlognD3FG8/G+1wr8p0bSAex1VeC1cONFDOP5KU6ZghWN6ecIDMkLqYoIkp
yr1M/NooHihm3i0Y8EBxz0cpitkcPYF2HEqw6odEWXQXXUcgbXeW7fKegB8IyRJ84nonbfk9dV8i
3Cr14eRFWew8GHJG6TlVRTztZ8VDWS+dnfZeWHM5OYI+XhBcH5AyIu06nxz2nXRX53o49b1XnEZi
BRo9dZ3md8KMy52+OrNi6EMGDrR9e3Q7V3R9KdXhhCB2e6BIP/hwyvoA8vi96vC1KREf247Hf8FF
rD/ln0ex1+2BSrg9AHJIssNo6BKtFeUe9+XqhOz1vYcswkO1WTjYaA7wx3g8FdpUvlMckAYozloG
TgQK3O7bJ+rywiWHs1brJdwjUOLZ3EajYWV9B5joNNp9le+mePKcg9ErJA+WUwzpifK77h3nooyf
3z4ymQHMe7qBPJLrpv1nMRfTxoamXZSHvDUqO6jQn62OZu2BY5lnsE5PncAHbqfbcqwOt4e+jKnW
MgobjuYCSi9bFQfNFInrpnkXIjzR+U5lLJ+1xEJId1Hjh4UG/XNnG10A3i+6s9yXO4iXE1lCDoYJ
DW7LYumMtm9lmffhoLTmMWt6XjY9vYd7vjzvrCk31/qkrTn65l6RUmsEyM4+zNX045iV+NaWzTc3
qX/bVh893F7My+0Ko2QFoa4+9dSONoNpqQmcSbVRBepSpLeXeD7k5BWoeGj3cP5/yWbnud461oqL
p54IY2uzZ+JUryLTTJDoaePe2bUJmJAdqtCDupNNauYr1BPMwArpWXYYMapPNCDG4ePq/4f9JxBC
TfhmIo0I70wpBALaQOsOqTLRIB1jY/XOnNoRXFbmxD9ur9PfC2/748EPUFAmRaGWvTnXU6xnk9Y2
TdgX2ZKANe1K49k0EFDYF0XlNqlPub1IgknWhXOKYH5mQdEbY79LW5kDq85GAu+lmfvxgA91HO9z
QdWk8GVcau5jo3aG2byUKE/rX80EpMNR6dzsp8XXWfw84fbE6YQMfJcViab5IJ0y6z1ACGwcJ6rZ
xYuO0cS4i+H2IikG3i3D+CMumm+31+HafiHIt/iQKj22rYtSP1Yq4BIzh6kGzEWd/4+z89iNG2nX
8BURYA5bdhJbyZYty+MN4TBmMbOYyas/D3U202xBhH54MQYMTHUVK3zhDdkL0YLlO1X18RjIWepv
2HcT9VOkWj3iaObGxgDAOeiX4k07mP0Jg+EBS8xoPrw/qetz7aBegFwaYpzMbV1Tl43n8baFRVDy
EN+DDsr3me5kH749COmWlj7CduRLa+I1yUpTOS6+y92oZnu0RsMbvcq1jdr5Gx8ICitde8qXpC9r
UbZcAVxliU4G0hLZ91rT52SPhnt6svSyzDYC7zcWjo7k0mVZGhKoi12+Av2sFcakCYmUqft9gVAG
Pa/8xte5vg9hPC1vDCkFvd11nR4UeWmBOqkDbJSGG4Rt5xmZ7qaNAzVKzT+hrXRyg9Z3vYgIU/K4
EBUTGV8R7mBIIgRd8cSILBFfx9ocEKhUvA4jbyLLYeOTvTHB5VVBswOpQDLC1U43BimJHRclOFAl
vZ9atqzBDaKgfowmU5hgzyda2e/v+bem6NIiB+RBUHRFstaVyZMt1jRBVVTVJ4gb/VNWuvIuwb9j
I1a43iWQ6nhj4L1Q4ebauNwlmZlXeHvMbWBilK35dZ66UOTqekqP78/peiBcFCFWA6xAjeoKJqRo
mLzleLfCeWg1fzRS0KeR8WEON/xtgjuKR0Qh1D1WL4GbRxSYLbMNsIv5GVnypOXjw1C18G069eOF
+iUuJgin4kHour40JHa5qiWUFi5Zm33vwFYfwAYPG4n79WZgFJrUNOSRcaTGePmF0HcCkqrKLhiK
sbhFD83x3cgeF0jiVq7+xjeiUMqciMM5zesulaNi/EOdYAiGKlV2wDMw+V7A+B/eCXTBudABTlCP
WIOnRqWg92FS30fvDNsUvEIfFW2eN4Knq7ks7bzlckLqZPlEq2VLoDI5vQC8XuIJ8NCqi5d9U7ob
l9HV9QAxlUMDTIg2xUIwvfw4ZhZ7sd4NQ5AaDvWTTlMPeIzhYKJk8WnAjN5/f+3eHA/dBVIKOmDG
Or5WVUS9DNRiAuzHvCcq7MOhHMbqT6+L9KRoIayZ9we8CuiZINZpC2FtCRCd1f1XKxkOBZ4xBJac
zEMciZtxjr+Pg3YiBX3UQv1uzs2t8OLtQTlZOltxGfxyVdGbl2o123w7Vf3uOfOOBmPtNxWmMELE
he+0zeOQDxthpLbM5SKMXOZK0YDsAfQQkcDlsJimJY1el2NQR4D3e03dzz3YzibX09uwVZQnTFH6
r2NRxCA789p8sqVp/hlD6/n9Nb/KHPkdZI3/X+FfpJ4vf0eWTBJstj0GUWHaCOx2Mv+s0F6Odm2o
FQvFqVA+Q8sl+3h/4Ld2F+Ier8R8ioTO6sxoY0d5SPfGoOv6CScu+5cEfFvjLum3ZfTj/cGu7jVm
6RE7UnPi/iRxu5wlNXd76GKkHQVl+McOZwlw/Yr9PQytPx8eiVwUABWMVe6dtX7sELZ4Hs4of474
Npzx0oHK1mlZMPa6fXh/qOtbh5FQSOHtQSiZ+tPlpGbkYrMqhTzvAWx/cTon/ZnW0tq4Qd9YOrqo
lOS4ohcF4dXSCU3H2KNI1AC71ORTUWXObZ4r4Se9b/KN+OB6KJ3ME6wtFFn6aOtqJ4lnZhSNOgZu
4gyHJKyH/ajDMBJx+WHGNMXbVwEb8gke8HUWR3lac0b4Q0HZy/6Lk4X9C6FevBHQXR8uHlO+EbUZ
dAkpuF9+oWpQ41im0RRos5x2unST5yheZN96QzlqXQyKGwjUxmP01iqC9eQiBctKIXcVlsDnc6fR
zKcgjgA/ejCRvvWsuq+U0fz80R1IRxDhxaWjD95pXfyJ0qluNDhwQUwL/CZrwcwiED7u3x/lzQm5
BAuLljoSGKtV1LpXsR5tCpB//joh/3cA1QbpFaeQjZGuTxSIR1RSgacRZ3MzX36vWM8cR0zGFKRj
PeO85YW+0cIKe38+1zcfnwZ0Hu6oxPhXoN8ZB9nR9oo5oOX9pWyroKXz6ReT/FuhZfi/DMbRXVC/
TGvNa68zrXRDiGmB17kTYhfO7Hw1gQDDd4IrevYI9vSNTsKb8+MpXWKVV/f5y1Vc2JR20Q9zMLpQ
/HaVXY87qUJ1kZ7eAOUqpo05Xm8QU6OZBWScj8Y+WX02RPDdaQLtEbhhUQcaOuHHzvMwHau9aQPA
9eZQYMQAVqFmSbH/cm5Dg/+qO09WsND4T2QufzESHA/cUPXGpK73IpNC7cVZOA9LE+NypKacwtCV
yDjqjhIf46Iz0W6iwvr+XnxjPgt8YKkT0KpD2+hylHgqeq0zS5cEF9ejPq+Vn2YO7wijS+vl/aGu
twWLRvYH3sila7bWNkqzrrHyAnW7yrTAonU5xPHMMKKDhmsUzpSe8vz+gG+sIKIRi78xgmi0nFcR
Rm3MHjYNph3MSuLcRzMYhnY2h43d/tYoLpcGt7vz+r0uV9CqoRZiIuUERusW3LJeUfxQ0zTbuNXf
GIZi6bLplrWjr3o5TFy7KdGo6QZTFkcHpcswPKYX/fFNt1y0i+gaFSPQEZejJIXX4mCZhoEWY16f
5tI7dIRwG5vujblwvy7eOhTQGWf1YcpCE4snnkvqN4k/Vj67j2oapRtH9e1R2Nw69x7PxuoAyUTU
WmulLhbIU3vvZKW3j9DB3vj8bxygJYQAP0LiTJlt9dpGY9I6cDLdQEVADTk8qd0jSIq56ZhuCbu+
PnSXOQPlNZ5Byg4qweVaVsgukkqJcoQhNDKhqLlD/NJvpQOEBLx252rfMgdSdO6reOP2SblnXXbo
PWDRkSDAOX0RuNsp07fJ/apOzS4X960C/8POvwrlJZTJjeNhXCeN8Uet/Hn/KF6ffQLH5dKkgkD6
un6FOidKOpwVQr4FSEojq+LzUOnRzqhMtMDDfstT4frbMx5767WaxvFfhQykqUo/JTCISsMdsTwq
yj2dqS1Qz7JPL78HIHsKg9QVqKBRMr48Ldi8tNB3ZqQCm6oPiMjoOMTw2n2Yzt4nsGfp2WhreYch
XvFCljVsqMW9saqMzGGl9Lqws1Y7HNhraWMFEJ3pLogAfQ2MirFe3BOvxTxJyZbO7zUljqq1xf6D
sbE0btaC0WoT6w6acNE5dcU0/tVc7IjvogJU7M7CaLE7pQti4WbmpVH2E0zNP5aVL8AWYWbu4cNb
Clj4Ugcme+TtX00+7hI41mUmzrihqvveHPSzliiwRlCaxQfR278/3LJjVt+aK5FOI/13Gs9rKEGN
Qh6dG1EHcO7jQ6vVZjCOg37ryUTeAAxNblx7Hr69P+j1B0bPHOodyQoNEMrClxsMk0EnaW2vDXAg
rTn2MWLEEBGd2Amw1ULJLi3nZqtxzU18NVdyMGPhyCyItSujpFAs2sh0UYOo6VxlFyOW3e/quhma
wysZ4a7vy/nZ1Qzp7PJBlcn32Ws7+2DDE3xse+rWqEGpeIcWAqOFlPtIhGnODQTMheJVBfc4jVGp
3kG1y63neK7C0u8iAp4HTe+N2rc7eEOBbDoz/VxPWal8LxRaF/SyR6tb/LdLXNkwNq/3gxV35e9s
7CKHZoBoIjK6qsvLvQhh1X6ZdHy+cUlVqMc6WdPnB3VwRYetLErcRwv21LMytG793YpFmh5wInC8
gy071T3Z46LkgZxA/aeGvhsfZQRh8TYN+z7hZzowydTec6B7haOOG6OhvUAHwS4RxZvuKU6HrsOo
sGxwze2TTEt34Hvm8qTHrar+o5jaoNxo1Tw3SJoqVf9NN8kUUz+MMk89VE2Yai/J4Lnjg5DkEX+w
dE6RD8ijaUz/DkZYizu9QSnmNpo7ZFEzLauHnR7byHTEfRZ9S9JEaKc0n3OxczMJPIlKjp2qt0It
XTqmYzIlI2OnKDg5h9HNYuPopI5TBV3vjOJLqpZRJDBKdVM8C7BFrSGTEzz5YO+04dHzMp2j4I2p
3I19DIOwppqrn7ykcpwbpp12O6NV4+pTOLepvsiMFs1LJzPFQ4pCn6sb/ILCf6XSzvkLlP3oXxtN
EnGIUXCP7qtKc8NqZxQhXO+hySD2Z12JlkVDoQppqK5spN/HnaUeQprBmFKXrWGiiNKo6nNDkNt+
BU4SaV8masvxE2jhtg8Ma2oQVkLsGv/xrkQCRiS50x1isKHyU5+l/Y/ZQEP6njes93YCVaBon6iZ
N9PQHdC6wi43rPddhhjHobGKJD5htNmNtxPaBBa6D8VUHfnU7DFD5+67Meaytvd1OtrinDpJOhxV
1t7B7VvJnR+0sr3oXzlqXbLXBsuT0FuyGg5ooeblo2xiUe5nd5D5jaycJr1Thar/g729nT7UOt7M
QdmOEvZII3Di7gTiyA9SSHj7yMVk7a4MFe2pNye3vosTlEd22aD31oPOZ6cN2KLGcOfoiX2PPhSu
0xITz+YuovepHZEQ7J2nCRqeeI6xf88eYw+Qyx5skGy/y2jKH1BgR6wkZ6HaU+lokXIWfQLXG1UV
W/tWuLX7I0VuBE3lHImzB0UFJnEUNEamU1rbE5oquhvqql8kRj4cDJPXUws6jEWN57qrRfx1sJRJ
e7TCChHSFBYgHqwVQn2x4uOJNOl4kWJFcxw9HNN9ylIyPI8OolG7OUYr+75UBvkSU6MKDT808uS+
SrXmbhzKHoHwHI/ek1O3hqX4LlS/77Tyw7GEQ5J5feYjWcaVt0dfSURPJGBRjAdwnFbe3owUpzk2
uKs25eJYqjBrJUrDowHKTH2YMm5nPwzzLgwmauMvoOXdGFkqz/pGoI3KP4DHAd0h0ev2Dp6xQp1T
SNfbj9Qr5X5UkNJCCyWvJ45j2o3YonglimzOhEuYhu8thtCuhdl2KwcncLHp9W4HVVT/GoJtfpui
Plb+lJTw3EAxcGP9bk1p8kcXZpx8h/cT1reNNva/YcS5+CYjHOX5g1qp7k5xo97cz1Y0uaeeR185
xyM2Rg+qN0ZGICTf9snq8Ts4KYnh5H6hRVK8RKNFZQ7Pz3rc12hiSIRyjNYM1BS3e6B2TpHfqzyY
E14ggzVDYmljNFFF2Q67oYqqee90o2s+ijkefoOh7F/6oW3Uhz53UxcpNiQa/SIupv7v+0/qGzEM
6vdLaZlNC2hoDT6UCdtclLMBaz5RD/Cxxr0ym8U93kAiMFBXPaEhZeIv1Nf3vSmRfnGRaHv/R7wi
oS+jCegUFph6LhdqQetIHhRdLUthGkHaRnhHjnOU5gfiGbhTQ4+/8MTntG9l10D/GXIyqK+GJp3q
m5Yr0ycuo0Lui3jukPgw5hpLeBzFU9y4pe4UiThgF50Zjs/BLLqz6zYdMhIgYZo/espZHcbC7Y5h
0/TKASTNiBE35C3zyA7wvk3SqHnUnQQwlz92TVvuqg7ptmMNq0EvULaij1b7+mji9O3bUe/8zgct
nB9NWvPDR0O8RY8RjiOA71cfwFWIpyCaF899EZ8LJMeNncLzX/ucX+GeprZC+ayzx0wN3v82V6kD
gy4EPSDZJMK0Zy5jrgh43YwKU3xuIq0/zAoezmXJzfU/jAJqDo4edG6qxJejyGoq5tkx4rOTieHO
rSllplZjbczlKmgFjUG2uPQGgFqRKlyOMvSYDZpOaRLI6RYRABwYrKL17M5KlOZM0OoF7PUt36Pr
FVxGXQCBWAjQdF2lxL1HXQKtLjOQCMGVqAfhteJDtBg3yghvzQ6GI2VuWpR0QJZ//w/0MDUoGeHJ
YgUAQbr+wHvaxU89zsfGTq/KCXyNkbX9bS8Npd3IBq4Cc4QUUI9kiuRdHL/VFC2JShm7ESmYOf7d
5cNdXfe/vNT5K0S45Xv49lhLWQaGFxIgy7//Z5qymKyqo/kc1PDWEFEKw+YUz6qHA4WBAgCV6u8f
3ZtMDgG1hVtB63cNuEIUbrJ0hckNeVvtvMXvHOlBuXEHmm9sk4VTgW0Ud+FCMLuc11DHTlgWuheU
NszeA4QvU/cLHWDZzrIQq9tN6DLWtxZqm9neLZuZNz2boORhqqXcyjjWxU0TW5G5F5mwYuhzHo7k
B2uWY78PnbqYbk1bxkhcJU7vBtbigWbv9DBHUE3JGjf+1nI07aOOVOUz4m8DtF81auYd0YrRPGvI
arXPXjxG4amiRdxhKt9HTWCVadwib2g76T4HW0rETOKHDg0OOEgj1pGr7oBc5S2/J1Omc6XNkG6z
USrVjRXGyXxAOy98qWwl632v88b4ozU88F4LUASwAAAYkEuX65oIYWINryIfiuhRvLPRh4PNj+Tm
Bhzh+vsxDrWHpVwIOHWN5olGTe+kjrq6ZjdJ4LVWdoviWrm1Tfi1Fy/lMhvAAJQ9iYNQjb+cjUEK
AAEBwSEkWsebTLjxzjS6rfO8vCRXoyAxvNRxKbCtrYFlXQtyfvYiiKTiRSLSezDjsP1cGp7YuJOv
l22JOxZuKtXcBUh6OaGRNWtRbxPnyiiyZ13v5Xh0YlR4Nx7P5TNfTgkKqo56ETooKuiu5Xf859qY
zKHTy0FJzjNdGvwSNcgWe8JGaMRNbc6TX8N1wyXLUTrbz9K83eCNLh/mcvxXyv4CQGRz0Ca8HN+w
cPsuakp+uAKOO5Rz0Tt24hvX6J7drN96T68/IO7HVEhUoioqJevyOKTQpugKJHxCKX9qajYcC1hC
/myBRv/o7bi4RBKS0HZfxKhWL7cdYRFMJ5coP4spteX5v1YxfBi2xP8Zxi3FfvoTANlW74tjl7Fe
x4pCUS8mrelHAmjZf5jexiiv1WRcVmwKaaubokscVzrZFJ2jYsx+AScoz6OVbWkcXW94iv0UgxwP
HWpKIKtREnAWJOxOdFbTjDp1UYZeIBp7y0nzjR2w6JNzHdFeIqReDRNNddekUy7OSiHMz9ZsGAFm
W+PZ7WN9//4WeGsolLiovFINXIARl1s7abNuLhpXnJEXHXYqLfYjQrbJA5Iz1cZue924l8fIXZjz
5nKQIUa94oj+c4xro0HHUYMVOySl2e87z6x6vy4qrtzM6ihuA1eus591oSWa7Wsaioz+mLUQBy0x
oeY7W67I7lpQB9mtnKNYO9pzAde8wANGD4wh7cVGVfqN783P5TSiPs41t85tABqXbVtpybkzqSHe
aNSljZturkk73/8M1wMtUQoABx2YDS/R6ovbZj7XdRpl59ptSnKEPP1kefGWgdX1PbYsPx030hAa
L+t8IE1NXDfQYjh3mRo9IBi5+CU3PcK2GsxaNExDuXFzvzUv0IRIaYCTpVmyOvwmJqoJFqqQdrsZ
WS4keONDHCbmxy8ZD+zlgjNmE4N2X61fneA9a8QOzH7q82eqfwG0ArnxDFyfFfoi0FeWkFJHuGr1
fteedLTS7MqzPpJc72p3TJD86vTuswp+dsunbTl5l6dlUVXhjiF0dWhv6ZcnM3XmqYtbuMFuOZkP
FWyEmUp5p+SohdQILmqgqbNfYsiLEXTfSCmK+xxtgw9vzCXhIkfATnqBNF3+CkcJG3IGCvZOY0e+
NWfKHRqbytcPj8JLBDoAvNQSRS8r/5+bYSxjmYe2FQYySrV7SCetj7NAvvH9lij8vyu69BqRpIG4
zoMEHGG1oqFbqXk4wCBH2KKTJw9e1XQT5Wqf+ijOzsONcJFF9UsrxKv3/Qkuy7Qaetk5FGrIDqAy
rLaOakcOtmkOFFsncZGJHTVq7po+tKjxO6L2BY+V5g9xpxJk02/dGH59DJm5BRkbiiClAAh8q/xk
dId+yvO8PLd5qexafRh3ujpFG13qN9aXG0xdLpZXHN/yK/7zFUmOI6xU5vKcTVr1DwrJRbEr2qY/
jBZpDPrO2m5KYvufjy4tqOcFO0hsxlWzFqsYJ4SmNa2oz1DN/03qqXrS8nw8qEsXOJyd5AQ4aNi1
je1+eX/g60VFQxIUIVsKjQ96W5fTHVQMHVDPqM+x4eH6A3HwQbalvrFp13f2Mi2adJgbLmUIcubL
USplnJ3CrJozTm5tIFwac12rDcdEz4bdZBrJ6aOzMmiXecTzIEAQ8FnNqsuQLwMZXpwblfK61fYg
5inHbszq+jxAwIULtYSfzGwNzkCj2nWF6spz1LRh6+sWRdydtO2x3DuZtuvVm3ie6jqoO3XLSev1
lbs8iwv/nGYgKSXQqbWoTlVZSYcASH0Ou1mP7vjbLyfKoqO5CMrvNXDZiIA1cinu1oXe+HbqTdVN
0kajfU7mqk13JMaa7gPFwJeCGZIAJR4Ev4MyuXNy9Oypy+7npQod+fA3e3HMO1RuHrS4mv7O7WT+
JvrvSwr4boLObxSOSVAbmeXsVEuhkIsAbN0camxHM6jkWhyewlF2WDdErfrcUiOnuF7laCuB1WxH
H9HqctgpqhtG/og1sbMbwtywb6cw88L7eWjt4siNOlm7xhqmzOeSSpqbLmktDRX4QkfZGd53/XVE
jdt78ELMd/y40+nstXX81zBGR/xbGnM7fzMUUyQ34MYqSbMOL0oU00T/pcqNujiPCqLw+zyqPPN2
KEc13BsyGsNANXsMBFy8pvs7WhHG8xh6rFuZU6HYI71g0MlQMpRglcq2voN0LZrz2BT9d7Mxqj+6
VGNrXyNfne/SZpqmW5G5YLkTizT3XACl+6isIi8Qfk2Epzj0APFav0V22XiRFkqqzZk3ndMUS167
abVnObdqgNdA+UnWQCh8St5bxj3rAIMazWJ5yZjLwQDTe3nWU6fk+u6m+kxYm7isWT391Cu7kjwN
3tTPW0Sc67uFSAmROCq3NOaJCy/Ha106u3Yom7NEi8w+VYNi1XfGnNvpLpbS/iKKtGs3Kp1vzBFh
AcQEeQQXe8/VHCOwUjjZzZDjNZ4iZBtrXzHI1lJj/qjGGsvJ7EAcalxpEIFWj64elhMPOuT4zOJ9
WPph8kYipfRSVl6FC4OXdsf3L883FhSVZQu4DsKQC3L+ckFz6K3zTK39LFSAiCBFodztLFEXxiGM
zMbj6S2tLQ2AN1b0VamG9UQcB0La5aATjVRdNE5/Tlxs3P1YU8OD2rZIKKWQ7DYyousZ2q+PEdtl
cSpeC7xYhXBJ48bhTNybfSYNxpAc5sMJLtzwqUuTrcjljfEWrSaIn4i4srar+DNMR0TQdH0+96Yu
Iz/OMfLxOxXOuj+LvKdp1OThFl71ekXxxYTXxx9iUlhdlytKF1HB+adXz4Nllw/ZWGSnwo7Ez5pb
eiPxe2sokjK0mwDjwLpaPe96o7cm5gz6GT35+EepNCOC6jTwz7VVdBsBy/VYzsKeXVRK6BaCdb+c
lpBa31GjMc6zMXQBYY12K3qsnAYHqbGPHgTCFYIfCj5ERyi+XA5lygmFkVjYyKJkIWlDN90VtZ4+
zXorDsjYtR8eDyQpN9kiYLBoNq7yzHIS6Jibin3G1iTxFYHQRp7qx0rXn8CxNBt32Ku25WUIscQO
5EQU6RYS2yqT6KxBaAoQlXPSo723Q1egz3ZZWGXKU9hn4QgmKGxU6tUphfFRi9CJHk2zjE6Kiove
NzGq5Xik9uv8en/Zl2Vd/S4dZR3oCxSraVetNi4luFTrClQHxhZbghyHmqOuONFGtZx2zfU4lOVp
ilGfhIm0FnhEYaHhrWoFu1aAbioXMcIbGxsE40snk4bWZt3aOHcUOIC3pykEdLVvoNpNdDlsWf0c
HCObD2lVdc4e8QRD/dy2LkaJonCHr+Wcufpz6qaZsWdvSdxfVG20joOdubR56VAoO/pHdnVbdUUI
pWGMC/mjHRq1us8MEUZH7qi03Ed6637CEzjxDuFilPRs04m+oyvM3aGjVq7i24A4+R39lRKrNgT6
htvUM2V2S4BSnkugXPSTCfyVHX5U7nPuDOMvkjOwNFNFO3+f6u5g+jRFY3sHNiMyfMxIcPGoR8P6
02ShdG9AzuZgp4p5wBkiqqGf1m6mzHuBXWf2JzMxmPiTRv3cBb0w0nBPY9wwz3kIGPA4d4I7XO2S
fP63rPAzeoTBCLRYINeYHw2wFPJXk4k8PnVqnvPOhFzOaNuHmHO1FORjnjzIOX2QwfWOcHnXq2SI
fATJsvaGpN6s9omWm49OmXTt4xB79ovhFPV0xGucRn6KKIFytEYP4RUBlsNFqqAK6UHaThjuayMX
n7HBK7xb0Du48sgaDWycjaKR/Gt2vlGByqpdRqjTHEg+nTxwwrQxcSIcSnkIu0FT79pMDa0D/Gag
ZwIFCpgdjsyxyXQaw0ErUoo2PBae2jxg44f8INA1RTv2sLV+o3GqDDtJRKve0XG3IqijHu5dRTPh
lKO6yjwfFEGfbL84g/yyBqnJk6pn8tuE3Y53zqlDfvdEakpy/0QXJyP3Mu1gY0FVP88jtKONQ/Oa
0qzOJvD9pcpqg5Pg2FxeiZE2lro2k/IksYGiTK7H5c9YW9zHLeSP/4wuCsuHCOeP37pI+lsj5vNK
XFrs/RTR7dkZVlq6x75TvSczNaKExjBh8c7MTO2b0ymUo6sQPZTALQYOC1I1bXjyGm36qOQDNSCw
BISMqKJRcFsXEZ2pnSPLKsuzEec5YKWifrQxodpIEN+4YWimWgtNgJoFWPHL1dKasE/tOqrOrQkK
2J5rcQgrWZ+MYpNW9NZQTGhJ4pfayDrDznJHQNWdqrM1DQXWVM74aU417Y+n2O5GheSN+9l51bsi
QFxKe6v7WSY18YbtyXPtDeY9miTasRlK5+ajrwDtCUT40MWDjMtDe7l23GM9ZoCZPJtOWNyNbpmf
YmLVD0cuyyh8HuLdpaa2LOt/qz2KaTWTkchzNcbTYxTVCrDKDAwhWrH7j0/IoLK01LC4l4zVsuVR
q1i6EPW56rT84OZ2syck3ArFrj8OHUxSPgOCGbXOtWevp6AUlGqjPM9j6fBq02vpQ1NsxA7XAS2j
uC6RmIHoObCZy2VTKECadRNTNaJxeYdi8XSaNIiTU633t4Ka7unja8c5peZPV4H/rsYLLVAVQOjq
c2Lju5WVkXGo1L7emNVba2ciVGxY6kJCXW/sdsqKDtTA8oXi5CC7HJRn5WxhgK5P6mI4gEY8204l
GVh+xX+2HE8J0PU8qXmbO3uvOp13U3hav+vmMtyY0HWBiqGomHItUDzlDrocymgNop944DOB19rl
vXhx++Q0D5rhq7M6EpIUBvZr2tP7X+utGSLBSH1qofCjIXc5bJvZaRHaek1dLEl2iJyqOFTizUpY
u7UR3xqKxhbpKsMtxN7LoZRu7vERwM3UUiwc0RBxpj20d/Jx2L8/p7d2/HKvLhkVLHhrdVHYnlDM
ccjrM97X9w5aVoDx4g4RzTznxgi30uGrNiPJIk8HGr/w1hdV4dX1l7eJEjcq4w1RmtxpcZs9Rq7T
3SgeHsHmVHj7rCPMVMiaXwZg+Q+DKPHbxKH2exi1+bED17CLDAhwnkw73wojZeOCfvUsvowFaFch
TrnE6SCG1mC2sRn1TEnwJgzztpyPnpUSk3qp6sU70sQCsLpaJ+HRkqDZfVfWQtnXteU9i2aYfrpz
ag++UJza8pPBLIcD5W979J3I42KMdQuxrIKJ2H6jzcPoj1DiW9/GN/Jz3JLB7p0hsRJUf9pSbHzq
Zc+s5+Ut5X9ggBSP117NhIdhqwKmPUv0nHauGLpDm2PK+OENtYCtUDFC3pM9taoJxMJVnNIqm/MU
6u3eKET8JJHiwbShLv9B5pQU+uMDcuG4jIljBIWdy6MCmHe2mtFtzhEODsCLMZ5MqtH8rOPm/a+W
hOFGrHh1NLVXgyFox9yl3NqrO1uSVQJJmvqz5UJ89w294uqea+wod3bvGF/en92rqOfFV2OUpf6H
Nt8rA2t1QMuyCW2JUy4K3FqtPkjazwNcApl74LvMotJ8MUy6u4vhkzuH1pZW/gvrxxKN9nCytYBH
dXRup9ZNtIMUSWp/70tE3PyplDlaxo1d44okNSec92Ub9t55FiHGdKQCdqyDogDJL2/7Jhvh6rbo
Zt9rtTKQz0SDhmliJzrvVOW51gXExa3YN1PkUVmfgAmrn8axCpvfQiFl/FNgKuk9F0ZJMmSq6BDf
6cJOu89D3Tp/LC0qflCSX/pfwORRm4uztPsn4d3Ez14aqednWO2Gh8TOnIcRhEr2xYjN5BcUAPer
uZCCPnnTbFl33dxm4101Unb86O0P1wbsCg1X4NSco+V4/ed9G+GvgPvptbMEK3DwvLb3sxgsH3r8
Wxyw6y3GUGj+IpjyqrO52tKQplwMhm3tnCdZ8lUWSrOnhAfLoDOSbCPqvXoAllI6ESJqT/AXyX4u
pxWNE+bURaudldG0/npDK6B4tq75BY1DcSq0ytza0etriPtnAaQjfbdo867FNxSzVUDXzcY55vqQ
h3Gam/gwz03yqRG59lEBe247QhFohCR1dOrXtaciZmvIsrHOaRype9RCXb9We+Eb6vjr/ZMKtu56
Ziwk/jUuLxwqwKurzxWj5yEIPZ+JIBXxU29Hr/9sq9MwHyiKwckIp94Qu0ZrZfOlhm7zMiPw2Z/z
GH7QbmCDw3+gqoVRaRd7d01h9lQLCrep6gcdpJbn+o1S9PMnDT7L7EdIghSfMbeMy10xSvtOUr9P
QeOjPbiftSGxfcXRJgibcwpVIh1aDIKiGNkEvzKjaoSWkkXJEeDLlO4bFqU4csVM+tM8lcLZu9rk
up87U1aoN6StZcBXyF1g+n2GMWzLCWvu+FuRHUfFHsfP3PnhvOs7C26QKusm/EcYrviBMiHtq0jM
VnIMvX5QTzoC6vaPXI09AzCIVypP+B661kHB7DU6WtYMdBUrytTbSTr2eAfP+MnflZlr/8z7Lg93
wzB6qZ/MI7QEi0T7r9rS1uOeKFr7hEtQMey92Iq1QDOivgVKMCXEEDkUAG2fOHmW4JzWLmDVuNKV
8F9IDprpx6U12vumQOPqmBtJHGN/PYmvGKNjpgy/zfsrh1mZ77Oyyh4qVEWfiGLwA87nKROHrFOc
Hz3VP+h/IXIl/mD1ZCddu3SoYhG7v9NZnaiddMkc+/OkVvqxYetj3Rsq4je6WGHuS7BHuFmXcaz9
EylDXx50kXX2Kam72d15bayKXelmGWRsbEdgW4+2+kL40XqPmY7o5/0wdWl5dLOkSwIXfaDsqAp0
3rGMJ1EcfL3XGvvRErpoD6ZSeHg2x6RUMD2nBFrI+8dhjZBZDh4NPv4AKKNftq4RQDCvoCDaJB2V
N/OQuC0Gw4ZwVTAAWWHT6CH3mXCtaPX4NBq4MOx6OdVb2MPX/PPyAaVZTiEQ5TSKI7zalxcczDe6
SlAqz5rVGe5nTNWFd5POxBI7szPU6qSA/9Bu3aqPS4LPGgtOKihWj8B2FCWHNinG/hHndTc/ZVYR
5iepqJgqL5I09Z4mnCX8/v84O5MduXGmXV+RAM3DVjmWylWeXbY3Qrfd1ixRouarP4/qAD+cykQK
9QFGu1dmkiKDwYh30IVAUssrlR9FKCaDomefeUeB6Wu/y922eEm6vn/hcsb1zOlkYe770svGndor
qv6xrkStf2yLzPjHjlA3PipTXFq7KhdDe+bUGsmTKbh+MLKf5KT6bVl2oK4rrU43cpvrj0ZTVdVp
QEBI4e/VxeMWPSpFTY5XcZU5mT9ZZeZ89mg6hg8j5IoZWx063vukUJUM0/QGQRm/6wqr/X5/81yl
qlyvsL4BOoC3g9ixyrEEPL0oMVsvGHEs2LXUuejomltyLsu/crkzyO5fudbo6UHFWV19o4crXSUV
L+izXp+OwEdxipxVLG5daWXvDLM0ikPUh9LZSFmvl5knJAkrad3C815Tw0qa/2NTqtljU/c9Xfnk
2GqOhFzbPjDojLm6LPeVmpws0b7cX9nXFu7lpJexqZmRobsLeOzyOHjx6HaAC7NHtQt7Kr56X/9S
XDX7ZKcREg9RosqvaaUkL+AJRH8e3TgWO0VBawLrosp6N9E1/QG9wCuBC5eDvneB88oDQpvj8BR3
apsc7//i671AE2PRwFmgUYBuV3sS8HOOQXGcP6KS22GwXo+njPr8Rri63gu8Vzxa7cjLAnJbw1+p
WZhzpNTF4yyVcAw8eIxfNWpOydFOVMymq4M3jtOH+1O7zr2oOfPEB/AC9Z424+W3sEWrikEvs0e8
ApxDNdr6d8coFeJgnX4zbVG9VQsTKx/67gaEwIWWaFwh3TLLSAboyY8aUjXCN4nQOLQqW3y6G5/s
VT9kEU1faGGrVJmHcFxO7pA9CguRtakDz1dF4xZY4fqTUeWmgkAdAXUGktfL1fPyyY1mMApLNX46
ayKa3vfSER8m2cmPWZ70/1pqO3596ydjAWkGU3cCLIgo++WgNALMTg+j4tHNs+aUiEh7cdG9+uUp
tbaveqFtpOfXS4lIHYLU2oIJhm+wPBX+enW0ZE+yo5n+COJL+MlM8ZM0s9jdn9Xyr1wGhctRlo36
1yiZZtIbAoT4qCZm/N4G4440Or7oEszX+/tDXVFSgR9i+sp/EI6jxrquAMVD2mazPeWPQyGbP3ba
eVypcSss+mtzl50b7OLDoy3oUB3m1Izrg23LRPlMYSlzd2Gps5HKxBvxa8oLoOhF5PRfLVuIn0nr
5f8R0g3kIybagYY0ZXMo1a6eALEhGfBM/WwAStNrSrOb8rqL/FaaRb4ryjByALfRW9pXmiKNAx7b
1T+K6Gb5seuHNPoV4aAe+qGSd18xQhvTZ4r2my55V9+BwqK1SPhRR0d3+kprRBtMIGRxHDSkJHsr
RvdCdo1+EMJO3/rJX4d6dTiEzULP6/KT0/st8FuL4kDaiYPKqkn+Gcb/FOTPp/tf/OpZtIzEZQ5q
ilYY1eHLkbLESk2vgjAhcTjywfLGL7YTWWcz1bX9WE8dZJBheHQnr9mIr1eH53VkyviIjJBF2Ks5
FmjWu4NgOUerdc+cMPXUgvPduM1vjULDABErnCmW9uHl/LDMg3I6F8qDG9Xts3DH/imsUuet1yBz
obiOAPByG/LncpQZ/KMC+lh5QG86ea6rUTzmrbWFyroxF4sOAXFmuQUBvF2OAoWK9DjrUPrBNsA5
JVUtPujgeezz/T1xFbsB5sKJp0Wl0VKD43Q5DtoZA4ocaRQottr/RHrf/YGzQYunQTdOzuehKmR/
mq0s3Lrnb5wwUDaMCeOSv9b4Ul6kC6knVCDgNQvMLIkFNvNFQ0mg8bxkI9jdWk6doiS5JYeZx+pq
mhnv2BGUaSBbx+uPtMr0am9VNiHn/nreGojiBnJtKBSpRJDLgUSYxUUehgzkYaaN8Ik802pOv759
FIrHrxyVpZyymg50TxSDiyEKOkf5z6v19JDp4RYT6Ua4oGf5f4O4q+NEfIeBBzqXcGFPPwpPUmiz
wq4/Q3uO/6mT1tjVmp0RIk1e8m+f4AKyIqGAPHnVbVbpTPSdWwEZFtI7OtyIfo07+MYr69bmJ2BA
p0DFCFbMKiBGSHv0ddzEgeZM8lj1VbevxSerfka33jzmJMIb07qx6W0UCBfKKUYvMFYudwftJQwv
LTUJ9NA0//GMBt/VcbRn/UCDY9oyhLjxAclnKVsvOHXq8cte/SuZaMYIYpbnJsGUUPkaZqQ/8MEU
+z736N+oqXYOKdt+S9M4jTYmeuMYELTQicXrBfT/FTevVGqpZWh1QXIYzqg48HSxqmjjVN9YTuyc
SDjpecNeWLfwa2QY2zSBeAaxUjup1vjLADh2EE3ivn0+QPWQiIUQQyllDbSoY60buslJg9Hr6udM
lOpP8EjpRjB+/cEX6R8+zgvtb2l+A9pa35NjS6ycqjSFzeQo+EHANxvig7SWzsboOiglEcNpfM2R
oVjRrm+VaSRzAvZO73NURjzO60HuO92m9DbHA7KbRupSWNLRFVP3jSk87bEScdvuw66lA6SC+/lW
uV75pyvqHsqNl5hfZ8BR5lPaKInpz9gQz80u6lPL/gyXnSywyHpLP9qe1bRnuzDy+kOZzcZLHKnA
+u+Hgat3GRcsHAQg0DQYsAxYpcPA+rmJowGLVfxI0cqR017iM+hPivqcdMUWv/B6P5F6YL5E8kA9
Am745YERMR2TFFmVQJZwBdQUXRpMDXMfzv4WLuT6gDAUamt0FXFg4s15ORRExrBuBCyrHq3WY2Pl
0UlU5e/7y3cd32heeCg6gHNk764FWBuzssNcQQV1KtzkYHqD/DHobv6uKiptjw7s8JzF/Zby46uZ
0+UmZv9S3luQAVyEa5Jxa2ZTTV0DroPMctv2s0GJ5LO+wFMelKSUaexn5uB5z9qox8UHFLKECdTQ
kigolKoaxl9wKu3Vb0qqZ/OPsuqVpyabS90f2b3JjnJ388U0++ldNcIthCzlotgVybKU/iBCHWUj
s4Ttp1Yy+55VyNz6EkXi/hRHSrH19L0OsdD6FxkBqmMgidaFA9EMJIl20wRW7wjLj92qfZz0WP3Y
Re30Te1Fd2rbdB4ei3iSxka4uAbYkolyNDCco2ahETsuN5GmZ1NupD0tXhMxtv3gmJJ2kTEr9ieR
el32tUtyId/VWe1Wn1j6KXrQuqz8D0B3bLzYtZz0nZpQgv10f99db+7F6QuKOfkP1ct1euKRsXqt
K4ugM6jX6JOc32voOvy5P8r1aYVV5oGcpuFM52xtXZI4fQJ+Cy6nMwHh9wWQ0WQ3Rjxqz9BP5y2v
iutYtGAz0JqGo7sw91aLjd6LbswhhwnrYFEeTFeh3WMBnxW7ObbHFyszrF/3Z3hzSD6rzeYiKq0x
d67Im9FDAzpocPXatYNqH2rp9seqFO6hTrMt86Ob4y0SRWCHuFTXJEEbq4QCOTCC0jiE4pgOcfhN
z8riI41frpikoY2ycbHeGJLaDd7tMOs5QOsks2pUjXdOIgIQ0vKsxE2z040mPmOn3uwzRHc28vMb
mwaGOpo65A2gX9daKQiZCVm7sQjMKWuOmpZPT0PWOI8SIbut47m8BC8D4UJmJbhzFEgu177FdObM
UbU7EIZ6BMIk7azJgVXg2l8nxFO7IJXC/dCaQ/UBWD49j6xg2+6stjWLY2IYaCxajmwnjO/kUB7u
b63rq4E1oDME4ohyADS/y9BRSJlllFrLwK2LDlle4yCLtP6PAlexGxuKMftukGIj3761+H8PusSN
vxJSlGHl3Iaw4FS8rY4yL7y9VkYob6pa9T98Z5JP91VJlRLh8lP+GmpCWN+AKwPV3Sy1Y8l9Eehq
0e2xT9/SPXktSa+/Mzk9xVzqKtAd1tOi2QW6RSuDEHX1xHdUBdnIyAiHZ84vi9tguVP5eueFf6a+
csd3+jxFP6hfmo0f5nn6Vi1kb1HEoNNHArO0bNbJqhIPXq2F0PwFWpG+0lJFm9vkrX7IjAJKaBG0
gykOVnOVwbSKMcTIhZfBLDOMRi1TAtZ06tP9fXpjy5BCqMvyksAQBS+/oz2YszIoNTjqSCpndK5n
Al85B11I3L0/1I1ba6lIkFKSs6iknZdD0RWe+9i0oX/T1gemILDkFrn1RqmAZdlg81LXQeduQTBe
jgI5SkpULBAsGGpE+BVhPHdzJvf35wKLjn9ntSkpjtPSArlCu3tdHy+83gmBBA8B5lT5/CMB4j7/
NKA7yHdGEZV5tZsVru/vucyUgo5vImp5cPtZ73flhCXoZ3XWMFDD1GbsD3YSNwqdVowmH5pBmfQ/
RSaMb4AAqvREtQ2HeT3NVG1ndFYd7eY0Nr6oZs6rRYIkcZ94zKeoudpjrbmHxqoBE7V4KtjnuBy1
5rGxeNv7FExKiSIX6cp7W2nmKvGtVEucyJc1cM/Ul2WqxKfJ0SNtn09oq+4rtzcriCxlPvtObzU5
OEDZtv1Pteon59xZbVEGiZKryU5HMVucTGvoCbFh33aQ8eK62E19BAYizIGsil7X4k99WTjVoSWR
9HxDk1b0rHE3dbsyTaf8UxQB0Sr9fkz0xE9VfeyPaMvaPd4hoVmeyzp37F+l0KcO1pg7iQcUNEvz
U4HYGGhpGr3Or9RSIztw0kotDvAwkvA3s22snSHd0AYvEhoqFfiyR2g76Twkw2akco+Cr/VkTpGM
vru1LX6EwywpSmc1IqQNZfP6hG3q8HOitCv2ltfZpj8ODf7kTmIq9Tk2lS756EwouSLpiB9k4xtY
8uUn5CD1l6gfYVn7diLSqdsjnNvqv6ERE7XQZUOSVfa586XrZs9Cc7cBw1I26KNkSYkfnVt0Dl4Y
sS1xYMf+LS+e5pY3+ylUw0L3tWoe66MRqrWyz7owcb6NA3e7P9iGnD+C/awdVgoBpx1ozkn7URtU
cf3etJKfs5GUOuSg3hQHJHhc52XSy+5Truboy7RZI+cnT41lfmrR/hgPuK9yU/pO18Cd9se6TduH
NKqU9jxqokfa2fGIVNA92XS+AE5Q+Aa53HDE6k7/PRj2HH27fwpvRJRFjICy6tKiuurim2zboswU
wcWQotAv5x6l56iqvY0k6kaQZBywpAvam7r+KqZ4KOmW2FPWQT5mMKKR70YieeogC/nUSMQWsvTG
tOha8kKG1QeoZP3ogXAy6Pgg1gFUtXqvxnX4VYeRs8GhvfLdJVJSlaOsQ4KIw94aLW+K0B5jG9lK
4Bpe+BF8TPsDeLn2KQfY1v4T0ZGb35PJFvN5EiWOj1Xq1WzZvuxc60EYqZU9TZOb1jtP0FAOGm7D
dqe0jv6CjJ8un9tpmNJd1OCVu7cTs6h5DIXhf0nU56iT14qRfrHaWY3fs+ON9imdZ7t7aBIAm/5o
9RBRVaVFExWhADfZV3AUiof7+2cp465i+GIFvewg5B+uRCe1VvMa25wAn5tCX5TCkYBKI5eWoAUQ
XclUxGALG/yRGhvQ2CzF/n3/B7x+yvUvoH4AK4JXD9jX1c6yIEZMi+tAgKyDbe3H2RPvQ6mkhZ83
Ia7LXZx56m7ShfXOtZV0fuzKWTR7o590za+yguag4yqNweM7KtOdrbRhdyjMVNo7VOrq+NSFTfKz
q8f5fQHcfEsd6MYlaBvo7nKrI4wIoObyss1VnLGGnmx/BHPk11W/r5AU20WyeUe2a23kKjdyapo1
bFsIKxrjrnKVDHVeDbFllKmcufEtdvVeoGE/07ox5/mRg7TRVluenOuvQ4YH9hmIF0WrZfp/Jbm8
DuIq6TLiSzapT7rRlXAVZYvMfV6fcRtTgymbXZBxrb2xM2+EAGx9kFzBIIH28bptpPR2hFhdLpgq
9cYcNcV9HbZbfJmbcQ2yDK02WrHXiLHSGFESD0VgVGW/UyQekXPZKHtXTceNEHprQnhdUJjHrIjC
/GopZWdG1P8ZKnLDofaNNNROZWb2G1/sxobkLYhwCUpDBgW5VeNmhIqLYpslgi4OnyBolN870/3P
QNPswRyzaH//+F5PCnIMxQOdb8QTe12ycFORosDnSN7zTf6Qg1V9GnU5beTN13NaugyUx0Ex0WBb
M1fqyASYh+pKUI5Z+O8iUw6Exs7FsxaaobozQq/7eX9e13FxOV0cM7iPlL7Wdc1eQyV8yMYuUPui
Hg+dWXfDuWz6wjz0WR5FPngBpz5XjkOItKRrdLtM6cLwy/2fcX3eKdMzZ54lwKKstUNvo+qTGqlN
G/RliptorprPoIv1HbW4V3W65Ecc2tPGybu12ovAGtc8hWP0Hi7PfOTpfRh1Wgt5ZEinoE7VDpya
lyqRj1/rEJ1BkIot4+PXDOIy0ixs+YUyj+cViPFVuaAGxtRlkGgCbtJY+eQlXaN8RZCi6z5AJOqj
L5U3xxMQtJIaFYxk3O1nrVPUFnoLmMxdrpndTJWhED8BPnvp90RvACw3uLtGH4autd0Tz0nzpxq2
UQJrh6Lw18TsFW9vDSIfn5VwSpqN+syN0wH6DjlszhnpzFqGJKwVb+7xrQhcC2sLe8jnDyXVi40z
eB2jl1IT6HrAUeyU12r5XzG6haKNY1DXBTVPr31JxlDvQhKf3lelkbxYxZgfI4SeHrvYyd7eRmVw
HoG4vVFdQ4rhcrP09tB2oyK7YAYIfyop+vi2g4bU/XNwYyHpngKJAL7Cm3N9Dc2JQqsoZhQ7V8zA
GLXiRRWduZEPXl8GSyl9UbZF5WthV1/OxR29qCpji4Us0+mbYffjE69D/WxU+EP8DxOyOV6vcBke
7JdDxcSKQZdmF/TwTZE1gHBWG7l+/B9GoQS5lD7h0a5LkRJFu7gw4j4gDe33kTAG1GurrUrAzY8D
lhIcL9hv6jWXc9HZfHoaiz5Afts7ptokT3gNzD/uz+XWx1madC43GwCjK9hDozVp3Lp9MBeN/Nj2
esKd7VSgxyxlo4ByPRTlJhht9APB/8HKvJxQ2FWOnNOB4N9p5UNhutmvUOpQJmjfbdzWN4cCHYzX
1NJpXCv/wi6Nek+Ci+JZ8NuhBezHVk1toFe2HEKvvxKcT0pprzsOiO3qKwGcmtrKTBbBIJQ5JqXK
fQ+NksP9r3R9d/x/5BeAchLiK1GCSB/DFA+VIeg6vZv3BY2VEzyLSv2YRHxa3km1me7vj3l9SZJR
w6heOrgL1Hl1X4G3h3SQM6Yrpf1hsvvJ78p6MU7Rs8A27OSouNXW0boxUVBTKAahIk5Gt+6j4+KB
mgcM/0A1WuCMMaK9Oa4eH2PXrt+Flb7lb3hjo/AcRpd2Ec1Eing1SduZIHT07hAoHQyWzsZbyQur
6Jg2vffmW4uXNy9jHvyU74mIl9s/Q3UEolUxBtLVqzMchvEBBukW9ufWAkLVsOm6oxWkrquUltnD
f8jiMair1q7wC8lwz6k6PZmCRHe6r8Wc62/HWCzcNyqZ0O1IJtfd97Kn3WunNQLOGQjbEDYlojVZ
bmYb19WtjwX4hmONzhOTW32s0axS9OvbMQiNqgmyyNZPpYGWPYpB9cbmv7GMZE2UScxFtIqG0+XH
sicaHqHw1EAKzTrHU5/tY+mKXUJwPPZG2W2Md2Nq1IEIjeDLQXyvG3idVal2g9BnoOKz8GfCBQsJ
wdAqH3kAWBv38a25IZFlmQuviNL88lv+SmxkJaOaXaEFY10pB7fEu7sw8+J9NaOgX4ebIsnXgYQG
ABUuEGGw+vQ12CeP87ZWCtpmeuZazyo1z71GvvG9zIrqIQR0+imf0A+6H72u4/LSDMVdgbeuuciz
X06yGsG+YQc1BCTd6kFLVcWP8LA4vnkUHvAL7JU8mlxxBcKE/pLOWYFRrVnPzXSmO4T0BIIhdf/m
Vy5oEBTAGANACMXYy+m0Ns4aRcOxbowODphmhx9mRWneqkoDSopVo/FPY1Gl2Xo5Cr5cZlpglBYI
l5yGF7y5DxFq9qvKfKswO3cKEHbKhOCKITCucyhqUloMz3gMWuDrPqzIEt8ZLd85diz+h7UD4+ES
fhel7nU3N6+oQI+tOgYz7HK/C5UMLQhn67q8PsFLDZdBSNxJqNcIwVKq2iwnVOzZ7gr+loPmK0k/
nmwcJA73d92toWDrQ2cn96BAvdp1g2vlpiPqORCOS9eXzCPufMgbQ3bqwT/+fvNoJlANtIAXOUuo
IpebwtOxD2O5VGpVHlJjk13s5TC4R+wa3yqnzqYAVoVCPOECfMiaIC5FVsshG9SgaSJvr2MbuUPd
qnr78gFc5gxxT/KyWoNvWsSiR4EtDxDHUuzos6ONW4TzyciULXnHqyhEL5f3wVLJ4bWgr5naugEp
BO8yJ3ApU/87jkm7F0OSfbr/ha5HgQVCaAVVzIXPtX/5haLBzGLRoJDZjLI5Ufefn9xWwD68P8zV
tjNwpCOUQmdewN/rpHrocjcflIxSwoJnKRIPb1CjxiTHmrY2wtUVxVFyeHnTCOf/QEldzqgzirHp
La8PulSGX+w+6/ZtPmunSc3bo5TVFpj+emocXeRFab6De0Iz5nI8uP3IT+TaENBgVs7GpKf+0In4
OGpy4zTdmhnvEZ4li6425+pypKmGBphZ6hCkmFEfaGnRJkzG6ii0SryYcbX1In6tFFwUgJaoRLK0
SM/Tjl9PzenUOXIo9gZhG0e7GDb4o1MgVNdVYfXOBev1I+sm6xFNOw9Wte6d6IQOpxnIXJDqeAhO
Rmm+M9Rp6xReZQWsMk4ZKFpqfGvLWRWm4sTpqs5QxiB3qsmfTWPej1VbPceiGHYNimufnazdYude
U6eohHGDGuCHcAWhN3O5/KOw6hoymB501Oa9T2HaTcWX3ICa+7mqoED9iNzZzI8gq039ibrFhMJL
W7vycYjRfz7IsLVCLHgakmqvMbX3HmJ05g68lTnTzS7wlB10EYW/Wsqtrk+VM1f+s5XIyjMsRUcV
Kn2RFs0uHmTindskc+tDh0dw+a7DmMV7mcJKpHty4Er6PPdy5V+BdHXsJzWnbY/CTxz5OE5MRr+v
qU6Fu4oiafPWkgCrA14DfN5yEq4oVNTYi550xghcJEBVwAM676EE6+DRKFO5EVSutwGDgQSHsMVr
nWfL5QcJc0ca2ewsWtee/Y/RunX0qW4Gs9zrkWWUp8a0wjygazltEXWu6ntMk3cSSA4yEMpfqxS/
tkovSifsNNLGNX3Dy+QZp1ygbF3XPMkODcydVQt5qDI7/HQ/kl4HbCYKzpanNZwupn45aYSAi9E1
hRFUSIbsYM32D4VdTRvEx+tQwyioReGGAs6e0S5H0cU85nqYmEEc6VPqe5WdNV+oeAqP0eCpI11T
DONGCnnje+KBBOgXcw+KFeuSoqWgRzoNDMpTcOp2s43mF81GpTR3Qh+VdpcjZhOB2iP+PNxf1ev5
Er0xO6e09OrlsfqgAjDLbA2mGYDXso19U6XVRIcTX4FDXMZF6JtNVDf7+4Ne3xxAghbGIUXixf1n
9Sk9twOYAQ0cXJPnPsjIZBg4/Q9p4W4pU15v2KWrznuGl7YJSn91SRnWmDQ13QwUNnE9NvTwfZ2L
r8OMhr/Zx1+lgpNz1Zsbu+h6r1JmX9QfSAB5xq3d1BcJjyE1wL1MNlCPFI+jfd8l8q0AQwoi4AUW
TcxFJGjN58fTTIW1hsTE4LhyNwojOrVmZPkCqdKNL3bN3+cVRRqDLdRrUruGuUtTB/0mGjco1Kio
/7QT74NdBuQKyAq9bucE+DkMj0VUJM4+bCJDQ+OcdgSaLFZhncY06sSTbYQ6XuQdVZZzaYRkqkRx
WeVIqwgswFqrKbMt6sGyly6v8qWyQ7ykggSMed09G1Mvzou69AJwXnIMMnWw4FbADs32+WBryWPp
Cq3Z4ZiLl42rYDx1kF0Zfb2/4683BBETYVQUiBa+5vpTDQgcOVC6wiBVq+5blAk0/GCkfLk/yjVE
fkEmAoKkh8yW57K+jF6aO4QLRDsMkJXlUAEdw3LbsnKciYqecugZ/wgEcTNrgX8MJb6VH9zOQL1n
AuHVPyhd0z/oTaZsVYZuTN+l3IsdkwU4D67E5e+qCnw/ZuQdgmKKQCTwZvaEP9TF8GawzsLBWKQN
QCIv5fLVcW+nKokEtrqPSMJmO22U3UmpEXq5v85XQZMzAG9pQVpQmqHCcDmdaMgrrEoEhQVawe+9
OpZnAYH5WXOK9hG3+3bLlOEqijEg2iQgq+gE8Z5YTYs8V5lLhXKkOXTeU9zi6XNCtUpU/pS0qF1X
Tpn9MZt5QgeIzbURZ66+Hi11IOvc+Hy/hdF3OV0UhbNQqcBXYPZO+l3SlUWjxcvKjbTmxrJyE5HX
LlIwCNWu7t6qLDK6qzn1vDaelWOum6H09bSvntCbi42jZcTj1v1wDWdGohShLlrsr928dR0WvVAs
uyd0/cchHftdU6Z1dij72PvoaqOj+a7bRX9yPPeA6YG52wOLFK6PBXX6EtOPD/f3t9aNtV6YXzj+
uvSvsJm7XOtMitgpyDQDw5ZwEKw+fghjS5zvj7Lsl4ugyKTRZF2QxsRg7OUuRxmVHh6mLLVAhjI7
twLxjyYJvUBj+21snhtbl6L6wloBlcsdsjr6YTnLgk69Fgyj2u8TO3UQU7GQpFbGYmeWjrEPNXV6
39jRFkH+1iRBCcIGhd3B0KssI7UHI/KaBok5ZJWegP1O7xcW2q/SHvq33vcQongsks4AdlkUYy7X
s2gnCcJX04IGDOsZ/IBz1vMy3yCA3tgbdNbpElF+Xojsq6KSgmRKzTOG85EKcUoa/V9LhsbGBrzx
vdh1xJml/kKDbvW9Ehk5VaLw2IvsXj9EUhePIFvBvhmtLf0p053POY5BhzKS40ZYvTk0KfCiAbAY
Faz2PrYzhRIakb4AvPIPokDS3c4K7evc2f2LijsS5kZeCHLY3lI+vBF58H9aNGNAXlEBX52HsLHa
ZAhnLShDs3+KEhkf+7ZNfiBAjbfrXL/VNZDbmWc8SAuq4FAV135CgMA0bdGtR5nf0T4WSt3t1blO
cV7swQreP+u3ds1SBWfH0JFELuJyb9ZtpFJ6xU0kwrRknxZZfKxisp/7o7wqwqxCCvU6g/oq/EBu
+dUVJafQBsps6oEdVo8jIiq5UB6MWHmnqtHXQrEOau/8Vxvmhy72/tEa18cg49BZBvTWUnd2sb2F
T7w1b3Bg1BHpVPKqWv8gbcQdrUx1OjZtubPbMHssoPKe78/7RpDhWlwKI7zEKfOtUgFFpHE3ixpZ
ybQoPndZlAVRmliHuZm34C23NulCxQM1z0JfubCpat3VqcNQKiz+f6lQ9YERz/bXMA7Thyz02rc+
DenkAeMhmSR+EnJWxzEPFdWc3cwMZNEV7ynQZ3sPBcJdpajhUbVr5+1BdCluUdZCZxT6+Spea2mj
RVjb6QHOzTPur4a+T1TzzQI0zAqACCglGoa8fVcfrLG7OYHzQKHGUSTKplq6n3V0kdF02hK5vrED
EacHp67yZznvlydP6EYIzQxvnViW9afBiaKzcIdqI2pqy+WyOnk0NUB0ETN5n111Nvp6MPNINYJo
br0T/YgQ8mQZvp+KqS994IJtg/yNEftKBX8j67vwMOj4cNw/CDd2JweAfIIbl+i1VrWbG2qmVYW2
Zj7yFKJSKsNAgcUBzGfwcCY10y059lvLiyKuScxBs/yqGzZORqNVSIyCCgynvZW6+q4U7Xy8P68l
uV2vLliVpcjN2+1Kfb13GpEaemQGljX8toXypZ6sJ3oSH7nuP7vJ9PH+cK/v0dV4rygOHjKAnXnM
XW4apyh0Y4qEBRYBucoTglN98sD7aR72LcWMeJ/PKVrzzpiJB15ukXoaInz7dtnciPKXFaeF/aC4
XfNRRL1lfgZwl7j7cOwTZacJxXBPjjI471s4T0sWm4y4TZR2rgetoub6zz5PESoiWe6SJzklmYfn
ouF9sex5EjsR52ROEufX9iGcdTU7TbG0oAcovVuc4f33rQ91Pem/G/Vk4n8je0UhzodztY9HaX4X
Q567h1FXW3dvNIoJbBJGE2xYxMfdvd7wNPBTBZVY33RiHY2t0Qm/8eXbX1qRj9E+q4s0Phhhijoj
iS1qWoOgbnXMQdzk/hRmxWfXCfXfEzXoYdfr5lTsRwxqeDqoofLdFtBT31uqiPSnKi5koEeOKHdd
bTbf4ikMxc6I1c710ew18nPNO+WHUFQqEnZbmLE/ESfhP2lK9jtX+z47Dcmo/+pDOGM7GEONR+Aa
UF8tCi/7GeUeLM9aLwp1jwVb52wctxub3wbjT7Ky6Bpf1bXo2WJtUyBn3PYgS0vhAPwZ7Hl/fzfe
GmXhpLDG1ESvksGqpLrvDWz+SNEtX52gRSvmtKUTc2sUbmoyL97sPExWIbkHPuHMQImCRnbx3uhH
5zCG/Za3wa1RwB3yqCK7XERULg/WwM3iuUrIXCy1/zKr2fC96LPocH/FXrVK1+d3YY9gM8hnuYoX
I+XFBo8hapulibzytDTHnipeKRSuETLR93ieAYyRdkwqO3eoWO5TvA5/Y6Apjb2WOrn86gi9+61S
o0m3ft2NuwJ+JFFz6eOqgHQuFyGeKiBVIbhVG23al9JqtE9TqjgOaiOWgZ9pKlV/ESr6d2qG7EhP
bgpoNWw99G99CiTgwNEvumJXFOLWLshlELsN9KbQniHfxz/RGrA2ygk3UjN6kyjaoRVB4WKN4p5d
U6FkQgJI2Pk1pWF06jn7u7zru41lvTEfBFSoOMENWVBxq8wF0gEAkzrUg3gcIKRZpbsrFEdu3ES3
RnE5iZwTyD0clstv11tWVhJw9SDpNHCEBdy3oSJc3d/AN+47YK3/N8o1uG9A+bcZ9KCohv5JZIX9
GYaZ7hdDMj9qtRRf8r7aenTenJoJ9Yp8ySODWL1Ruiibi1gWTK1yO1+R3niuS8faWMAbGwIgKFCx
JWOg6LGKM5ESt6ZejUaQhpa+HyLvu6pOxj6psnhjEZdjtAoCqE1SEHBsXursvstPhUtbajcA12CL
A8ZU6tyeDu3kZvLYyzJ7b9fK5zKem8e0Cc2X+9/vxlIyNLNjx7NH1rvEcHnM5nQBg4YH9CEnhB+w
S9gqSF5T5ZbiAJNDqIMMjJrk5QxrZUrHysvNII+aD6Gl/ekLV4Em1x1dxfrXS5J9qrw4tfJMMPw8
0w5FyUb/6IIW8Umy9jRgKz/qhk+JnD62jT3vtHnr/N9aCS5I0BAoFSysvsufaNAKcfSJlaCdhTfx
NLvHKMVP7f563yogUs/nn7IWwSxmcTkMOSPtJ68zgxA6PWABs6rRL+5n830yYAx9RNYz6t4V9lDm
T/qcUTvVdIRsjia9Ro1kKHO2Hm63Js7zCSIEkR6I+pKq/4VVBFuPTDIszqDoMH7GxaM4qKm7JQZ0
c5RFfpIqIv6Aa7jJSCWqZX5mUFtje6z03jwmfd38D9uZQj5gSEQuefcu4eqvuSTzMMWoRpiUZ/P+
UKt2ebIxd984r9eRATLHgrAHqsN81k/doa/pIVXCDMxOjY69C6/WS7T2KKr27cu2DAW0hFIorYo1
o2lCJj83ZMUNrEYWpPomGb478SYX5taMQOeA1aK6vZA0L9et7/MuUQxinWGZKSodKRWZKLM88tew
2niz3BoLIiEtgv/H2XksyW2k7fqKEAFvtijXXWCT3TQSqQ1CpDTw3uPq/yf7LA6BQhSipFFoFlQo
KxNpPvMaMDMKtZ/lWJBMwZ+b7DeUvIMPY6U1B32wpetUF87Oabt9nYgTid9sOpE6ZfLVYes6VPtH
yTCuxYD/uhHoxadcb/MLACX7ZwSK2q36Vt7Zg++Vh+V1zqjQMFBDomZAJ3k5wShrc8VqZIPQkczs
00yJ/t84cvLSPBZhiQt5ReIQkp+p5ZuKSMN88tO6+T4AE+4PU6P2tSvjnPPmow4Rg/IeBhQBMHeA
pdgLRjNJVFeejbLoXn0nLP6Oa6QjDp2up/MhgSU0u1rmBG91UURvRmgo3yii1rWrNrH/tezw9nRV
qY+ly87NJhZzPW18FPiu8EFEK3s1baQpIqNxzCu8b9+lj6s91dz7h8TnRtFbhYQsNj83faw9pT52
PnhWYI0xRlH2AeO84nj/59zeN/wKIgTxuAEbXodzEt6XZpePJu40dXDEn9SCWTbZO3nV1gYjZoRy
QONccdZlTLXDMSSpVfOqR9L4YxzU5oAzRvbkN1F0naEWu31fOjsMz42p0V2jMQwlAPjHulPRK2qn
GV2EXFIT/FCwAXmr+9z8fn/9Np5sLmuIxeAdRZC6hiIaTa/bc9P71zwIjPqHbEkqNHsH+fnYTS1s
AeaxR8AuCCJbvfBk68G1TjG8dRHFTZvmUGVqErlOQI/5KzbqxatdVGrybMV+OkDKN434GkVzHlzj
Lk8tF/nFTNvZkhs3DU8AVRF4qDw5axTCOA45fwUWkoVDcUR6Dk+SFo5SgY7G408CyyWstkQ77qYl
MM/5nHAKLaLt1DxXvtMcpayQLknZtTtDbXx+cOpMCuA999Ta/qLq0x4rhIlZgfpCfaamuVtYeyHb
1ihUlER9jvkQFixPcyv3jhqMuX2VZgMkjIbnS6/O/s4FvTEKlSteSxIielXvxcrf3ms1a9KyDQV+
ikbVuTWj8QJua48VtzUKXRMVAjudIhqZy7lMpaNHcQRqKbc7fG2RKX0qi3HPAuI2ihdwS15qPgvP
6NrvcdITirscXMrsGYVUOfmmh9OTpc2QycLoGPnmiT71/+4fU3Gpri5dkFH0acARInSwhsSXlomc
vJMYV4ubneMphW8JZ/m7XecKuhIhn+3+gBtrSXwAtgfeDjSJNWWy7zPwSXEvXVFLjw6lrsXHqDGz
nZN7OwqStQI9AHUezMRa2QpCCYjubrauGhIlZyfoMqizFM4enQv0CIPqBlEIzYv1F6uNxmoJrp1r
QPH0zS9G9RxBmnh8FOiYBE6CcQc9bfUu9nU/qpNPvc8S9ckO/OPfZkJz9OG5wJPlywC4AOy7BgVG
MZpmDQiUK3CA4G3srPGczkny7T+Mgi28AFWKGa1uhaE2JvSeYv/aNl35NNvYCoUkqg+3dui6cLNR
OCYhI5RfnlcigqBERtu/zlCr3XEGtzwE+Z7NyO3RAWMAbRoQCSw0eCvLUcypbZ2qsxyIlpEeXeWh
1l7LINBeJtA1ylmfHOfLw6sHqkEk+FSZyINXWTCSGVipUYm9gluzn3056Y9mpe3t6ttXD4AKrTGY
BKBE5TV6Couoro/SzL+GcyERMk7xuZ/K5Dqo8Z7L5MYxJcoiBYJBLViD6+6Do1WFrSf+1cfe7R/a
jdHHsqjsHbzr5ig0iaGpsbNJ7pYfyvGdYh6sykeksGpxvgirJxm5oq/3P87mslErE3VrWtzrTl9s
h7iCloyCk51/ktUgPBvRnL4Mov76+FAACEDfiaPEtbCcUKg6WaG1rc8nqZqDovb2IfctrJXbdA+q
sLV2XAskju9FwHVpyWiboS1lmms5nvUf7XmIzrMa7WmpbK0dPS9K5Zwk/rnaB0mltOEgESuGvlU+
BYXD2xOaGJUNefd8f+22JsTdAECBUAtd29Vm6A1VgiQ7+dcEcT4A7JFxttK+e/zOxqyH51rQzXFg
WN1AcoAlox1p9CTDOfkjycdvoJvVnRB76wJCvkq8Piwb2cpyG/SSnkVpFfnXqtSkC3265KNShJEb
9XL2xZLn/OnxpaPwwgvG/qZfKJb2t2ArRHSwbADnXVszLr70Vqi9cE3sufRsfSD4PSBL4ZgLYOly
FBMsbx/jgnqlnDGeZhx7rro+O5/vz2Vrx1n0ZmiWoxYJYGs5Ch7e9CWbwb9qvRIdAxyuXwIdEcwK
49nz/aE2J4QMimgavzesl0PpdYESrsNQAMPVv4uinrwIXNPeum3O6LdhVpdCjU1VnLUzl0LRqi9y
ZHySCie8lBJW0vcntLXvOECiEUhcwh5fTihQfGSPGtW/dk37rdes+BJI4+DWRd+eEGNN3fvDbU0M
yVAOEU1BVDBWG2Ka8FAxMp3XPNGtr02XVH8WcHzSo48j1s7UxCItw2Fho4rCK9kEqoJrJlaL4Bo0
sz7wZsuoTxMVzV+N0fk/s3jMdTFDEtOxt5DhvD/HjT2CMBaESq504ChrRF8/zNCP+h7lStQGTzmX
12s7Wtqvh0ehis6bAbIWyvUa8WpIbZYqIKKvYTjji0ZB4hS1hfr4XESxDKqt0Aem9rjcHkNV+1Rm
mIuCTpW4jIaXoJKjHaDnxooBPrFADWLlQ2lTW45ijUFpN1j2XP057rE9HeWTWVvt42cX+xwQitwR
6CesxR+NqaySgtrAFSXE0bND7DB8lE13VFe25kKXCJgl1Ar+t1qxaI6DqFUq65rNeu8Wg+2fWmMX
1X17jhB7I4/gwLJg8joncpB7NBWssUHrz/gx5oXzQn/WPqVhKz/8yPLfh2MNOohIle+0/Dg4vKSp
JJfYolqjdpQbJDt4/YudZduaEExZblYULXgFV+FwU6pG6miMgsuu7YaooRycHufQArPqnT19ey8w
FRHUcXDeBQ+XE5JGaVDVkD09dfafXSJd+7D6J7C6l2ziJGVTs1Oi25yaED+jQ0mdZr27pRYjknlk
amEuq4fRHvovdqUaH1KttY73L4W9ocTm/O1VLxV0xZJEHCRJnr6O6oDxembnlyYNo51Z3T4cbG7s
V6BMALi7QfYrVTVnWWKZqPwbb4ZV/4Pu9PegsRsXMNE/96d1e6bEWCA8BAuaR351P2Rmajm1qN1F
klO5IIrqU9fMe/f2xuLRJxJRBGgcgtfVFuy60ZEcfbSuBST4+YBesHHoh7FQj1Qx7Z1TtTUYdzJR
AhElflurmAVBYTtuAtO6BsGYuhLgJjdN5184VWsPX3v0kdnwfCf2O7WN5Z5AT9mph1C1rxMl6YOc
Wv25pne9c6g2PhEoYbFyFKDI0le3RF1hXVSFs30Fte8cJrTcjlJd/PvwPqAhxWMkBB9Ialf7gMd+
iFKVWoBSt5LbFm32lBbqnvPBOyd8GTiQ9QlFcLo2VHHXAf+Ac7k0YE52xSV6rq/50MefayDsXwdM
8ky3UieUcByriz9KCSfrmMzpGB5KBPShCWuVqXLoMv4VJcXY+7s+zKV6qC1/blxzaFXryg4s3xSn
m+e/A+5d/1eK2J3UunKkSYXv4t0YRt/DolaaA8hy5Kbur6LYWvemt4rBkEQSQl42KTSxeHYd+6Y4
RdrYPw+TOb8lmf8Ngt1IWT5KPjVNlP68P/zGzoeSRCFZVEbBJK/uKD23/U43GhybHeh7dVXG5xBB
bi9IzV+PjyQab+DcIO+R8y53fm/72hSKxE3Wccm0e1k6UbW2qIxC674/1Mb2JxCjsYjUADCUdZzk
23Gry1EuXaUgC04+5mEX1uBhmVfKESDk0TEQ6we2bjkhv1Znqcwj6aqV9XS2uxKeWhX80Ft5T4xx
az68VVRbTTrbRLLLkXoty9JsMqUr1Vb72KOhYYAYgny/s25bm4EPI9RQIR5S4F2OQ0cmLNsiDDzL
KorjnDX5H5YdFE/zbA2X+59oA23BlqMnSbJLwEzpfzmWVkkzNdkasRgUEbl7P9da8W0qVcxUU/ja
phXKrpnnn6W8vaCo+S0cp73ayPZvYJ40ojgApJHL30DEUdUK2JarlprN/wy/rX50kzwfbZRhz6lv
Oq7iN/4lyWrrONhq/WZ3rXKIucF38v/3nufqFqBZKTgrFBvEs7r8JVZrxDJS9pU3I/yRHnQ0AZxv
0Dfj8DyNcqz/Laej/7PUJ2l+bpsAbZCSCAfrSSXOJf9IUIhwFZbCKiqdU59KX5tokpCVDWHgHGeo
I8oVcKb0DVqM037CubaKvgxmJ3VHs9WhiCeVXFSHtM2sxnCtyao6AMC1fC2BG6gfodhzl8p+VJ8M
J3LS74Nejt/iWqvjQ2tjpOAq7ehXR82P8IY2SWO1szTK740p05qf5a4epa+wXakDuJVU1fMHDFXD
7GuUlXn/Wg5z8Jb3bWBclcw3w8OU5c7XME5H5eCrQeJ4Gr5b5R/pNMn5ASiTNLipFjpl5jYknck3
AzZTfumJGYojiUuIX4qflO3BL0IHHKoyDt25sNtcetEGK00vdtmYyXWyjHZ0RyNTFNeQVLIC3e5w
zEVsQZvcgd6J9QSZog1slxpg/U8sK5lzpnXYOoRVyujz60ZljPNDYWd0S1M5b6ZXa0qT6k2tizz/
QxrrUUPQobWmX4keB+kpVdRa+TRCfLLcGCR9qRyn2PLzExCPsHDtILLGS2NkeFMezTIwdA/9rSx9
sSMnKo+BOhsksrOZKnta/BtXDDbpFPYJTCjuryOgIM8wnfAV/ypsjT2MZwKgCkG3E/287+PVPgdr
Cj2LCh6Cm2vBAIitUho2pQQ+UFU8NdXbb3GoDIfIFxBv0BL9MzKVyls0zc6nuZS7r5hBJq/3756t
ueL4DYRQPHposy4PWzlqFaaBjn+1kGQ7KJTFT7FaDTuX6dYoZOtgkRHDFyrTy1F0pTKV2eFlNePQ
/hJkfkibtip2GjIbV7aAIFEPAN5BiVxdjqKpOSLKahJ4me9DLHAK9Yvobr+ESiDv8ZY2ZgRqgx4J
PWcLuNjquszbOptnX5KuvswVfVD9/is+DfWeneF7DLzaJACuke0gnwYispaoiq02mWyNcaJ+fkGX
5iCZQezGefiB2/G5GZ2nWLaPZDwfxiH6OGnBc2NjKNl0wafUTI81MJZWmS4I+p7zLPurTaszpmOn
JIMEEUjFYZLHo9FMhRtp+s6ztpHNAtcUrCdADazQ6qVGpjYZEdQOPOCa3zuufJcqsnTUmvol0/j/
wnycFciBFY16qnjUjtf4zQxmF37ideBpRti6eqZMz0Ra/U5BYOupZADxUBsicV43/pwqMkd/zANP
tnGr8bP4EqYp5DGwgob50fT7AVsZ+2fd5Dgbmq9DZ+08kVubjzXlgaQsATp7tbJpGWhZFE6BB8dE
+SdSkk5xqxoo18N3AxhY0cSgHArmbnVqqY9jtTbzAUM0ao5xUiv4QQR7Wp6bk+EYkdigS3XTKpl6
aVDmwg+8dNAD6lIFtBNXxe/2eH82t9uRCg5/ISorqH9rqFWBoLzZy3rkyVVvpifqLzlGqHOCEmCg
dlb8mg5O+FnLETfZWcfbewk1E8j/aOxTGaO+s7yXAJSmEOOLxFMN7ZkQIbkg8WkRu+7Jv91WPgSL
WkCIgOfe1nNwCmhlG2CXF/H694dSVurM1SsrerWUccKas4dmtHPKt8Zkl3DQweQSLq82yezLjTFX
Qe6VfMa3KVXq6NDpLbJVVdoZn0Sm+Xb/Q95uGL7gu3gXQoQU/1ZXrxXbGvDiHDkMXel++GYlPydK
nu7pOd9+NcoF5PO0wjll6EMtvxqxndL2kZkjiDY4WC/3JmmzM14KuXy8EALTEY6xsMjhqK1j7zxO
NGUqGQqTHL94npTIHy9Dm2Q7R2BjSkAuUOalkCmLztdySnFeJ4AWVB6tYJJczSijU6GkHZgzdQ+2
cPuRaEOBYQKzT2kRHdvlULArJGVGUtzr4cj9pOriXGwQGXtyCDcVA8pGoLq4OYCw0qReHa0SfVyw
qtPgKdKMNaCFbJj2UoXqkLi5ERQ/IO6F8ctcZVl/6YbaxwiozOs9b4WbyQr8JrETpR/hG7O2nYsN
7N9mmAleipW1AleuVZB8g5n/MH5PgKsZghNuinb5quFr4aZQBjysnpyUw7Eb4+lL082VF86q9Of9
U3ZzrkEkCys92kSIE4LSWH5A3ZkrtUu13tMzM/izTp0+cMEhYUHdGR21IxTxHzZwESBoUA3wuFC7
uYmpsFQo2rxSe69W4/Ijpra5m8jl+KjgBEYnJpcx6pj0zfkIy4n5NmZmZq33Xk8XsXyS0zn7HKEW
tqc7vLGAFphe7if65oJuuBynwhBGkWdt8HStoQci9a1+Ceu0C9y4tdsJ+bM9yqH4JItYkZnxsajx
YEaA4MPqKh7KrJTqToxYOd2/qdLkT32vjJfUCJDq0pTwR04ed4jUqY9O93fLzc0ihib1teig8oav
8XaVVeAOzJvtGXhyPOlqHf1RY5x0Mepqj4y4PRQ3P3cy99g6bZJnqzWnsB+8zjfxpC/lQstOc5rK
H5Ro3ivUbZxs9O6BXhGaAI9bY2CCKOBoV83gJYWp/a3mre51BPzHx1cPMgi+owLlBehhuVUosZiU
MSQspjM1xocvVHPyaX2wyg+FhHjQ98eHQ3WQYg+MMQfFgOVwqTqW4aj7FDYDwSW22upc+sP3YW73
lBW3zgBy35SsBUnVWOuUwThGOi1ORk+ex/knaLDy7z6YlOEJLd80OqtlnCs7O3FzSECMQmYcbMxa
r53Wej/kRjp6AWX6p1STa9PNndj4qy2nLMVALCA8/w/r+e6ULlSOrHXLM1UiOTatePTMvM9+mso0
nanFoAU2BM3eC3D74FGKBHBKMk2tlZbG8tsxilURUo1eq3bxIZa4o12pzsOnjnz3bcyt/mPa5vXB
jrXiUpTlXqt6646h3UX4LPBAN/UCxZizvqXc6gVD1WPl5WeXNiuS53r6qXc0L93GptkLuFCdd1b5
tl4imLV8UoQRRJV0PfVyyFAEm9i2Y1WN7RXj+LA6FBoKFIe8D/z/BXLQR64e1Plr0DT9myLpbknB
IT88/LnJLfkNRDZALJ3VyzhVwrcTXx4e4bg8V/2M3aYU/eoNv3u6P9LGYovwEyc6ldAaKObyY0eh
Cg3GikYPl5npWYp07UdYNcU5q0flY+73HdwdST0R6+2hxDfuPQTZhfE7UQBZ/GqbFU4sa1RhRzKJ
sj+NWhufu8Svd/wHNq5yolDUUbiFRB9kNT/82LOSR3/0qrItT7lS5J9aqxtOxHTRzqu/sXuEzqoN
ikMUiPR1p1aKMTmT8gB4RW2O42c1bQrLBe8Wv4xZIg2Hxg/r3NXCCf6iNuKDdpA0KFLnNKCzu7OD
br8rt68g01PUAYi//i0lVgGKHQbsZLn+mTvdH51tPjfD+GcNA8CluOz6evft/l66/aLLMcWf/9aA
x5c3c6jA9Z7Uc0BLcImIQVTRzo69/aLk1lQ66OuC775hV9lNEOEoLB5nK7P+KKtG+0tP4ipyfdsf
/70/o82xQIwKG3iV/bPao0pQE9egE+NhazYcZH0YT1SupcMQOo/f8II1Q2dLoyXEK72KGbXISvNA
ZVqp30pPUxSnT6ac5efRtvf2xsZ3orMqChQIk1J4WZ0J4vppzMKBjCYKk3NDnfGapkWwg2sSa7MM
FZkQWiz0V7hYbrjp9jQ1WiqPg9daMBfSHGpo+KmU5cQdi7BAwm5XS2t7XrxdHEL8zNbeH6ZUtarc
soTtwMsUISDxoeireAeEvbkngGFQc6Q2xyFb7nI2Al4ByMp4dYdeVS8FIxz/EuCylj9MMUGBT0jw
0lul2Ew9YjlU4Mt2qFMb8Nqu7pCOBBpW0Sk+3d/kt+EM1Qdk2+HQsWxkEstRMtKzMi+Uwav0HuyM
0bqYjieHBs9rN+vIkP7DcNSbbWAtAi4hfs5vt4SSD1pnQuv2oiG2X+jwDa/NqFr/62VFeqK8NO2M
t7Ur0FfjjSMM5Z/qcjyrMJEYS/rR8yva+26J+EviRnbXPL6M/Peh0NA25vJfxw7aVAPhKqXJ0xBS
tT7YDYTFY2pXQ8NowxyhZqUkxfP9xdyYnEiLgEKi8Q91XWzW3xaTBjXFlaSXPQrhYIz96nuEiMP5
/iAbO564yEbPjEIIL8qqJFD5zUT1spY9vVTwFjZD800l/XrWK7vc8324DT6hUwmWsqj2ke6t7qY5
mulABnUPsthMz6MZM0JiR/MJVxhTWMhGA3rHQ3eIIyn6MdXGnvnN1mR//wGr05DmneLnYdd7TQUz
34ql2NV6aXyVlGL8Dx/v96FWH6/oMzBQSdt7RJ10vJ1Qc7UEL9L7X28jEhAwYKJpdNLpAq5XdLKt
Qamn3ktsezyU7Bh3CHA/zZopPeSh8nfcxY7btObOrtnamr+Pu1pI2vuzXw9D7ylGTJtRq5IXrJ/3
oPwbr4wAhABuYH+iGb5aQ03i1ddDCjo6RtxHgtzw6JuKD3+pCP6V5N53u7qyj48vKe/n+w6lWLYu
poZIe029TeHKydr0+5R2uafHffsa000/88g3h8hsgleadw8jRQX+BRIy1sNIdBCTLM+7bOM+XKdM
V6Ja/BwE/Xe7L+uniH7oTgD5rnaxer9RtxfQQwSz+JCrfTOYWZzrEfWWWM/Gixq1I/CHOkVhN3Ps
YxbMyqHPNcwqUr25REXunHU7dC5xQHlBG5v2pASOfQLcJRN2t9bZn+s9au57FHvzG6Fmg7klxqBX
tVyOcooh1+jhgHh0W7q2kmUvpU6pwU6qo9NqAVazkXFEP6o8pwUJO2Zx6hXTDRXttVY6zWZSfr2/
NbauD6iHVAWoyQGDXkUHSpMZSt3JvReXRnCR7Dj8ps6oQc21s8eT2Nz6onvG1U8VfC3RP2WynaHv
PHjWTAnzHI1ZVoByCNLatY1We5FNyR8O8RjuqbBunWyeOHI3evqCgbRcdTjjsW5NCdnpYDbVyaix
HXKN0Zj1na7W5kAUWkSBGMjSumhlSo08q3Y2eLaNIESMU59bUynbuYY34h/yfaE8Rq5NkLDaRC0c
22hy9MErIhPJrlGfieiatohc7k1sp8xabvZoVVvbRPiB8NlYxRuNLaMGYmOLot80KM63Xu4njlk0
fVAIjHbu4c3p2exEwZMA87S6IeM8U/Iu9Xsvd3L5oxYPiLRkqpm5ch9iBz+Gey2gza8GsFewYoVF
o3jif4tJyt6UlLSIRfFijvxLP81p4vZdUuxpyG7NDJwqTWrIpPhFrT4cnDEksIeWHBfkiuoaiUIs
3mnT+B3pSb08F1JT7pQTNockLiHwJ1e74XSlM25eUkTq5IRKeKmHLv8aVbLtoXuufW7oB+2cgM3x
BJECrCgF4nf14N/Wsu7rpAhHMoCs1o9yFU/nEiOJZ8nMzYNuD1/uX17bo0FgBXAg0Emr10UtDScw
Q+CoWoaOO17G87eqkRpoPCZ+g80s74y3tVNolIgkCiAU5a7lTgnmXDEj2+EDIv2vuOWQU6OYYv0/
DcOzSWUPnv7ayjPv8nh2Ijp4ddMmnxOlGT+hsDn+l08FTocrBAgSEPrlZKbQ7OdyoDWiSG3wlxSa
8cm0rehHOgzF9yFJ9prHm4sn4KlkumCx1wBfxa/1oece8ZphSuKz5Le4VTSD3Pxxf1NsXVXi8hB5
PBrD675LohbOEKbh6PF22iczT8ozwrTtFWMr43B/qM399/+HWue7Yaoas5FTfkUXMDrQ7SndQOk+
yL7+XLW7isZb7yfrR9ZEIs/mWF0fs4OpSlmx+5CWM5+GvOxOToMraY9KxmmC5RS4DSXy0+NzJIei
X82YnGltuU3UvIM5EnPGbIy6TkPTBsdmqNUPcwiuwkVIcs82dCuj4oQJQSsa/4iYLAcsjcKX+pnv
B4RHxcIl5/C7Ra+kf7Z+lX4Z4P2c0mSS3gQ3sXZLKbf//Q9TFgpQ9Ld4gtYkqtA2pLFMaV7Ycojp
Rp85snSwBkoAA7hUyy1qYZt6f8ytXQs6gNtFGIwif7SctZQbUgfJZPS6IVCng58k5hsBUvyxSHkm
d/bt1lGE5gsazMEph/doOVjiZ87oy3QsZFw4vtacEekgS9awF/FtjiPMlrk4iC7XrwFtSQryZk0x
O1UAtOa4VXZhX+9cZFsJI+RN+ruE1GAfVq9AXIdaVfaMYgVT/2rPU3HuKoxuMJ6J56PSasXzMOfE
l5np75TQN74a9EQ0XPDmpB261vcvE9maCeLpRgCE4HA4xgHLncCdpSZ7fINAmGYRAcfyuK6BKlId
pJpFl8djGYI/LS2bMjeVMusU52p7eXgz0k8TigrAfYD7r24aY2rx3VEiYjx/DhCVC4akOEupPIdX
VenrvaLQxsUGGhI2OD5zwj5oFYAFgz0BjIKd7eu1Yh98IqifBAuK6nay3v0j/KXmi2mnlr5TGt3Y
nxxvEKs8RxhBrpsOstyXthJw0NEMTp4qdPZegrxId+L1zVEoDvHU4jiHusfytNFUqqW5ZZOArcie
k1YNDlMe7emXb2xFwckF8gN/RsVAczlKbmVzntfd6BW1Yf45qXnz0oBB+FNqcga8vz823j1SRmqh
NB25qtd0hERvgloyHbZ9Z6FIHrW6cXB8A53vIYpr9WhXhvL4IWc8IQlG5Zd+52qP2M4YYYNJ2kGf
vvHxfEzN+YOqpVV26ICN/OjJfSI3z8owO1APa/e0u7aWVzC4UbURAvzvTqK/BbYK9JpKqicUBNIy
+zwU6IMewwob1IPZtGO1c69snAhq6O8wYUrqCFosPyblh9iewPx7Se30CDqGjdQdsAKdi5OSqFP1
XBZx+cmKSiU43/+0G5tVZELc2NTxkWxeHf1MeBea9iTD8dGyYytb8SerMY1HYenotHLWeYLeCwHr
FzbGE5TmvCGDV6xLL5P19myEQnFQ7u2doW6hyYyFuzpXGV+O8tBqLXu9qTHRbBUvMijwuXNIhRQc
SYCPKlikD6g0TOMpG+JMP1AAQgo+93NJ0ATb0I17pdlTVdhaYS5WEddjCwP9cvlt42kyQypSslcj
Beh2sdyfVKnd87u6HQXtLcFgBs2FbeUaaV7XxpilcSd7A1p6HzuptZ8UC5X++7vl9iIAu0uIJop7
5BDr7+iEFbhzKrTe5IAsGB0l+1UV0/hXaUotZvZ69M/98TZmBWdV1B+QNMfUWfz5b6ewqHDrpAet
e9NUTP9De3eajpOjhXuB/W1IwbNHdYXyMyz6G0hH1KiYaqh57kVFpL30Zhd8MHMpfE7joHqLU984
xaGhXrTaKB8+fwAnVSGdxVcT4I7lDPvOUqpcz2svi/34ZBkzHXhEWJyvjy6kwGeiY06widPMGp+T
aMYEAxanys6s4jOQ0eFl1qy9VExs5WW5E0InnkSC4ALsaM0+Ucy6duShqzxDMttjllqpW0/GF4BY
OtWP/GShsOY2Vf7GZ/h1f4Ib4AbGFgL9hBQ0xOVVrm7Usd6Vk1x5tjSA8w4FUSSzrfoIy7Rz86Lt
zlpaWEfq8M7RSJXiq4b21uNfE1wq8SH9DB7lNWJUGygEzaXU8CjP0ejWkdwlB3Nu4j2jt9uDKKIn
EbKRW1P9Xh2MyAI91mRSS19Ntf6EYtZORzOYbAe7UH3qjnGgVvPr/SW+fRLJsImfqLlTQ7hxsy0T
fZT0qoQORrPkFaxVYf1dT3FSHseM1u/OPX47GuEvHGRSJII12FnLg0FXKM+4Fd47F8VFa2f1teOq
Rk0l363Tb4wl6iKIz2KzLkSvl2MZVeDoQZQUnj3E4ZNpxrBO8yx9kmZV2Xnpb280Im3oOeijkXEi
PbwcKuI6G1jhwivkqjka5dh+nbu0+Xz/U91uD0ZB2hdugKDWOavtIatV7gdwOL3EUupjXpjSh8Cw
e8+eI+lzVjfKDpZiYzzSZi4WXh4sDtfmckk4+1OnRqWn1a2O0H+kpZMr9QHu3oAEkvgQGDA7zw9P
ksHIH4APiUBxdeIhj1eZlpglj4OF4G07d9cWeMXJL7vmQ1Ka/s7+v/1079IxzFG45UJWWH66NAk7
SsV01TBe+x5rrXQOpmo83Z/U7UtEK0yIjIGaNhGcW+0PM0cXpNVApchxoxxCFAY+l2itXPJg+mEp
YRq4pZXbJzrOf9wf+PYMEDmQ0ZLpUceFy76cXR7oqo/4CjCELO/njw6J0be4Uqb+E1hZ7eFTwAXN
qwcnSGA41wdutIaogHJOza4KEk+bovBQUSrfSWtvP9j/E88SuS04zbUwcloloLTscPbyYQzGI5Qc
Oz4gaD46D+9EyLIgHEDUA7whsVyuXeQPCV5InerF45h9yOywPzRWWL0mWJAee97KnXzs9luBdgBP
T1MZeRKqg8vxJCOITSyINC8zJdXBSlXLy8Po15XzpBe6+fbozsBrgWMGJIZiBJIoy9GMGhB2zLn2
rLpRDzOSAOfAGMOPbSpLOwu58YoTChEqg/XkUN8oZtdDq6bOFLZe3vvpkx2rkKiSsP3VqvDVUSmM
+mPRWtJRgNE+JV0Z5VBNtEk73Z/yxs4BYYwKsSBSUoVZHQbJiUOJP+lAPiTFsW3TRHox0cGqd66U
2w+J1BXoUgIyITWzzjIj1Y/zykh6D7UhnSaUShsRFLz0HLaDsvMm3M4J/BTFAmpJ0GfIx5afEUiF
knUoRXvaHDhHVS6HU0J44t5fudtMFuU4wQmllyGIaavNgvFSrPbY0HrVWEh/DaE9Tp9ayoGXpBmC
b0DeYgmRZWPas+sQv34ZesJRox4CtZBMAW7ccnaaWSlWXZSjNw+VcmnKbrjADk5OTZEknyS0FB8+
ggi7cXHBXgfnydu3HK+1krohxOMGC6cMOYa4PedNox8jeDQ7oe3Nh0O4B1Q9BAJOBYnt6p3r89EY
YPFoLCky4r0yWOemj5JHt7wYhfwDHhlhF4/4ckKhkZk1mCXNI0/6n2JXtqv25cOvG4MIzKBAkXJ1
rUu31FMq1DojE6JrEVbfysyqs+AQW2EWXZSpMP/NusIZPwZJm+RPSaml9k6gsrGWSPoBA6Y0IFLY
1c1ZFXGd9Gkiew49w3MrS/ZBU0Nlp854sxmFRLpw+aPioZFzrb5YwNGAZujIXk976CXSR7hwitQ0
L3pdRafJHILh0e3IVECzEr1SeKc/ujrckd+XOGjoiod7Q/gDDx/7LZMT+2NWqMlf90/4xhKSI4tP
yIYxbyTnWoNEoPRtxetq7Bn9qQX5CVFn5+3eWEK8vWhiwYXDSGytcRPpmU+MYBle0pjj1zCSlcNY
FNIRR8DsZA1aer4/q5ubmEYMeT9hgklQTjK+3P5+G07OMDWGhyi36ZwSrVSoutklqH9ltvr4+f5w
t4vI8w2gg6IQqSLFjeVwjlxpbRsrhucQMeCiWKuYj8NWqn78h3G4D+n5gsJE4WI5jhyNqGrCuPI6
Je4/ZVFNFFkWzc4zdvuxKLQBOaBRSa7B9bEcxa9gupZlanocvOdaztqjZJRepdjSMY6r7/entPGl
eGFMgmPeZUGDWQ4m+3YV2UVvCPvq6Kg5UoqvpZoj21/tMY02hsKFhbIs9y9PyxrNFvit7fTmZHmp
BKDoV6ZZOf4XpYzidNRRltoJtDaWkUYgUB8qJ7QF17C9rg+txEAe3jOpZ19pflm1qzhtejEDGXh6
W0t7rYqNCbKIRHXcGPy9TmlKhwjKNEvbM4tuOLdS3J39FDezoa8fRhSJbpagKCDDBUVsDfNszdQo
5Wn4P9LOrMltmwnXv4hV3JdbUhrNjOTxEsd2csOys3AnuIHbrz8P5lyciFINa76TykWqnAQCCDQa
3e/CUNmAxwcKbdZ4RNMGG04hSn0nzt+bGLA7BUuhfM2415sEaYh6XKQbnM0YBR2ptb9lXlY+9qa5
c5DvDMTElCQdVybc/00ekBld4ubjGJ8rKArnOfNH5zh0fffNHhJtz07v7mAgHfkLgCWox+tZwS0r
qxS/QtQo3MYOs9iXf2p9CZoD/Pavdx8zMHSqSsElxqNwM7EpTfSUdDw+56YzH2bRiMfOAyKrde7h
7ZFuUkaeMJTMLEWlU25rm+gBmL9tvNaIz24n8h+U9Z0LuuvGsW7n5dDnw3pqkiB9fHtQtVRX+aIa
VGkVIrxPmWTbpFvr0sVul0ErzTIfCo/+bZb7e/rxtyea+KG8RHSFjQIXu/lgGdFpHB1usbX6U0zr
d+DUCKiKzguXrP3r7Snd7g4G81V9nko2RILNns8Tv9VkRhROjDY+Gq1TP1EQbh6tNU93YGa3q6eG
UugQkI/UldW8/1OXd8ZgkMukOdCss1U/xvzLOZQxlXC/Pad7A4G2R+eRxVMth+uBmsROu1iWHgxy
e3ksU8d5JMDsmZjc7kD6qBTKVGWOV8s2znc0p+bZrzxViShDbDAR4W9+zab+5AzBJ0hj39+e1at3
4PXug+cBGRhYIDBV2FTX06q01s2ydvLOmTG+yLw75M2Cgj3Et/ES6PIhs3v0iShPizV48eopiVrP
2iO6qP1w8yPIU18NVQj+mxMORYyQBU317KJ5h3tH2ZaRSXXysepS5DAFQsyHIm2WMPZG+eXtFbiz
V8GIq3xBmX7xgrpegLzQbGeIhaf2aheCgdEeodWj5tYVe3Zn94bioyrVCIXtuTmDoktxwl29cw4a
/tk3C5cSGi3AeoqNnUh2Z7dyol5ZjSDebmJm3tQepjGsqOiK7u8Kvs+/nde+W/6RdI5owo0DXIrF
26wdj6PBFZh5nYs5LT4Jb0pfulxqO8nI7VwYA0tDEgNOHrqZ11+ojJu1dIolvyDta8G2YkZ6ZKdi
2pNdvDMQCbeKk2xEIMebIw76tx2nzs4vQGp0JCG08oAAoBm+d8NRmYZwyiDg6bBBuZ5Opi1k4YmT
X4a5n49oKqyRHG3jREej+x+GUs8IQPYAR284EFYqFpTsRHFJS88onmfXi8eIpsJqPdZtXO2Rwm/v
GEIIZrRkBIqvtlXplBXitdzKxQVlC+GGa281kdY51kvSlyD2KtKgdwdlNaISWSLXIIjp12uJU0Fa
FO1UXFjmDpv5YDnmPKB2bujbc3s9yqaoGhcm9BhjKC4gIAJ0fd3sAFtyCJs2K3cmtDfUJhwLrRVd
hn/IRXea4eKvnfnRamX/afEW+d7KNw0LDLLxk3UUtGvr31l7DY8wi6HmBMWyJJ+8sAePuxOI7u4J
rhWVbLPhtyBOjSJrLga9uIy5roVYWp7mwUMcxP0gu6F5d+2BKfFsoW+hWsvbSIHFnZP3jVVcJnLs
KKjG5RjHMnv282nvQ92dl6uAFCQet6A4MYu5ImQVl8xaX8oyP0BTf5ap4UTdGO/RkG/vR4reqvhg
wjpVEITrbS7HpfJqyocXsTrpd6/vVys0cTIxwtzoJysca6WmEcyjnA9r6e0KH97blQjZqLkS7YE2
X4/f6BAGrKosLl2rWex7d+iiApzcEI1UeXaOwJ0orNpoZCW400GIVn/+n4xuwHGj7HLO9ICC6gsJ
tzhRXI9Pb0fhu6MAZaZrjXszuNfrUdzUd2eJ29klm+YAg247e5yHca/KeGfhUEcms4d04VER3lxd
1qKb1FYMArBA2SuLvRWR6dhH6c7bZaHdG0shRhSGgcqmvtkkqbCrMimX8jK2S2AejapJfnlx3K/h
MgZijmQjuDdrz4V/1iK/+28NG8mIjMrT6dIjCfpBaM76r+zq4EXkfqCF3O26/e58HSg3YmeEAqIO
farrdV+lbkitjItLQYnrJ6Dm9jhNmvz19te9czrBOVF/pPIJdnJbXM1nrc1QfSwui+b+XljZow+e
87DieZgU5t5HvreVqAHR/AUbAB5ps/Btmlar6Orykpq+eGilULIRC2CPndv87jhqs5KrKibn5nXq
slGNwm/LS6vF5SFFTjlMvcw+vL1097YRek5q2cA8APi9/kBtOjXZIJvykjXWy2xrGk4/3RqOS/L+
FxWPejAOqnUO6mzLJhNO0GnTaJcXbS2mQxV4y8NSpfPD2/O5t2rKp1zptqgsYTOfsm7SgfpneamD
vjpUSzkizmrZP/+HUbheCI6qO7I96NygVopuSHkBKCkeJr/ojrYE9/P/NcpWLY3ir96YiVZeYHhn
0TT2ZKnDsqevcW/FVFNXecZwh25rO17CFNOGUQYkYiMxFiaRAN3tt+dyZ5/xvAVcwN+0rrZNwMmp
NVuKYnleqqTD9g3ng/GDXljV12VOrD1957ujqaCj2lM6iJTrXe2lWWa7qLQ+9xN859CvbTeKjcI6
9Jmt//H+mbkKCEJBk6feVp8kdco4pwuyPJutP5xADRdlaLKefxhlOu5cY+p3X7+cVR+V9wjoa1UA
2cSeRp+Wemyc9TnNgXoDKRiK4TL6k94cCzfO7GOhla0e+fi97iUlt9tE+ay4gUKg0BnZhr21XIUN
it18tnFK/+5MaCDmDoyHtxfzdhRYTsioslcCQMHbYm3RzR3ricmGmbjrgxkv4kk3xua9EC9AxyoX
wGNFSXtsc2HNqLs1sSVGjmhefBJYrj9JrTEeUEnfu6dvv5h6KysBu9dn4Ja5leCnuMyecvArKy+y
Grf6ZWqt/VHaiX8wFs34yx2td4P0mB82fnQaafBQX9pkOyZk62UumB99zGwNXRnIg7nw+aIxA0Hv
jeOY7pzvu/OE/UkplYlS37w+cX4TQ9hVXuBWNulhMnsphEzMGzoMMx+o6S5h7rpf371ZyC3Qv0VN
x7JvmrqVjB2zm7CjyGZ3umjTID9yEb/bhowyPlQ4wI6qzA7S5npmAX05r6p0Rkk18NtuZj5asd6e
3p7La5i4Ptqoq+EZwAWp6BVb/ELgZ7WeaAiol73dT78VqVXWiHaLrv9aAaHLnlQ7bwqrTAxjGENv
lFO05jaqb06rI0tOZl7FUW8s6j/r6TS/BBnY27Oett4UWkHdlUfbKocuBNcfOKgOZpWMAPYXe9fW
bfBlJmwE1eqGVb29gleEqITtMZO+tTBuw7jA/hcfZXxM+2IVuyrtd0KGeikBQleKSuiXbr5PLOsg
der0vDqzqx8lombtY6AnrX9y494wLuOEcvZ5NGwZfEM5r06e+IUVFZg1o7qPMm5dg0l2tDayFgx4
q9CJlzVBIFGbvprSk1rkL1Zcf8hkZw4vQxFPedT1+qz/mblVFT+5dismpAUQ+f82DSIY391SUoJ/
vI8oXBq02DdB31m6tdV7vTgXTcU7eliyhzpIypeeMtrx7V14m0hzaUJUouANkprE5not8TlB0iXv
yvMQ2DOsr7U8dp2vgyFg98Rifbd1Dah9iBmg/6jnQNzbnC2/CQo9NtfyPMZdVx1WJy79w4B1xRfT
zB19J596NVS4PmOwPRGNByCNJzEy8tfTi2k40qFguAoTjKEOV9la8ocPSM87yIJCdx2ibR14EG5s
JMDCPu+dJJoc3W8+YdkOyiE3ZPbT6lzEa+nU9+5DkSeGdUnnFvUY7DKC+luQ5eZ8aBLP/Acf2riC
Uu3UcO4TS0uP7kCt9vfS5DH2oFkrvIw55Wn/4tRj8A/1pjYPTX5PcF7lovenEgXncecb35wXdBXo
eSloIhctvNfrRYBkWueLqPPzOA92uHhafiiCcg8peAuoA+nFfqUso9i89F+vh+mbYS0sG8pbhz/K
cekMhJOd2nnIu7gKxyQ1Q8xu8EOqHQR46C6e+mXNduAwt1OF2osf9CsUhhLD5jekvahJb4HmI8Zg
PhlT3P9mpGn/29uH5ibeUVZDYkohFHnfQCe+nqkMkHVArKJDFjRuDou/NFFexebJ0dO9zsmdCcHM
5GYHqaicWTevGyGsHusLtzs3pflzcAobCRc8Yt6ej/qfXJ0S5sOrk1I0TGxVYLueT1GljZ+sa3fm
KBT2sVk5oofYzhzroLX95DzpVA7c40Sp429afMUS9r2l7d0i6ttsfwXaJgwPP42ZbqIeglp967nI
bVetEC9ONuanOa+mE7aMDqBd6SWnevbLf4rJ1XeARjdRkFeq0uWDagCoiUbE9QIs1FDtDmO2c5zK
72Nhy4+x7L85rW8963la7kQldd42E1Ue39yYvMKU3fz1aOiZxraWZcNZE537GOsWtPMmF2jqZ6KK
+2iZ6pH3cueve/Hwdp7QOFWfHS09MMRbiSi08xwsjBBAqToUOp8mr2C6rWmkD2M7NuVzF4u23Yk+
t5+VMVU7hIxY4eC2h6XC2W3I4/ncryNZS1lPmv6h7vC4yg693vr9hzEeFvGxadLimxD9ujy8vbtv
Tyt5Ai928jZEsSieXS+3UuwwptlVOkSG870oA/3J1ldoV7jb7Vzct6cVKXVCLdrLZKm0ea+HIjKa
TRIjB1Sa2fTVlvnycQE6tPOYubOiqtgBKBTKL5S1zYToYWmdXhJF3aVwtAiRL30INQ8Wy7EW49Kd
sY7y4s8dj8Qx1Km0VjtR9nYbkXiBJGYHQwRE2OZ6mlIadl8KGKtwSTVVCCncPhKJW2UfIBAh0tlB
GtrjYNx+RvXI4GmDqCxaFdskM0A5ELxtv56TYhSHRE5BGOjAAuF7fHvvhiH6UASH9YQV0I1zfbLO
EhUWAwpp5riPiEL0R6s1kpPRzPbO6/c2FOCVSeuODcqJ5LV9vZLg3Oy6WFrj7JVOjE6XNHvILIv5
hdQw+2IZY/0yaUa6cyTvLCXnEGlVKPhgKrboLwcNpGUdAI0GU+8/Iv4RL+Gctd3nVKCf+PZi3m5W
0Eosp7JrJdRtQ46nRNDK1jHPa0UhHZ8II+WZn6JB/NAqd/EoSQspP7pGNf2RTMLY6yDemSsvE8WR
/7/QxM2R9GKzgLyrJ2dbWXzZC514PITmpxpDyJ1zCbiXz3Ud2V/rDMpskpcxOcb15zTGYanXZK7O
UJDG+qPQxlyGSe+kqxG6Awpsz0k3rvkhMYy+fyJc6l5k9qmt/V7WWZ58bSUU1LMNeuDr2CNI2EST
u+pomU12nfeHwY/X7OgFSqs2C/Kx/ObGLn3XsQz7mgdqyi76xrOyi1SyG61zYnuhtLXiAX2M6rng
cvcfirntfwMFoUWFi1RwNSZ/+nY6hkWG8APW3l5pIOGOIkRoj62MROmUQ9gXXSWianK9Q+8uf7eF
Iz7QyvSKT4adGRamU2P+Ug/e/Bg4pf3UD06cH+JGf/C0YO2P2OTlsMzXoQ+A4CGHG7pdTLVWbywj
b/nxnf+pK5uxi6qgTaY0tEDg+lGvBd6zg3knlJ1huVSWOS2RlIv2bzeM5OkJ5OSfyps8jubMCF5q
f3jIJlBJSMG3oS+N8rdusHjf+eu4WpHHhRoma5ueLGQmZcR71ndD5M1+1rFhhYOJIG/sTs7RJ2Wc
w7Wp9QU4Gs4bS2ytIJyc5pB5CcfER8kojGN3jiZcQWQ0CPfBWkq0I+1aP/hco1oECQ6oeZ3jU/uX
5D/4aS8tRp19txR2KAOzqCMrT9P8WHSyl88+OlZThIBi04RjsQbeY2kOkMrdKnaGU5asVXewCuRI
jrh2JMYjVab4h63PaXfg40hOcC3lzE9N17UK0x5FiKi3dW14kkZSLw/6Uq39TvS6OVtALOEEUQJF
dRAi7OYiWqUzN5g9wkzo/ZTWE7iD38y8z+1w8vT+69uB5OZu5T6FZAVG1kbNhlhyfbaCtDHMyZb2
WaNqeXRy+b2sqz0l9ptMGGoMBD9qyLRh0Cba5KCJu+Q638QnHmfoNlqUZpJotdeeKa2l/1lffBFH
vj12fOtGK+pPWt3o6U6CeHO/ql+B2So/AIjYDY9f+MLSaF7659n26XAnOj2/oOs/OE2OW3mAy+Tb
S3v7HUlwUY00cEOisnZjZTLJAQlZiXab0aMQ6iVz9ldax0FzoNDefn57sNvvCMhZVQHoNyvBmU1A
1tuh1VMqOOfRrIvIg152mGuxh6e+GQW4u1J4VQ4t4Ju35EZqyU6SEDDOvchxvLTbpE8B88d1sPOt
btYOEQRegnB5PUbknXC9LS1RjnFcCeesYcblRqVdJN/G0er+GZw52wG/3xkLPDMXmYJioTyh/vw/
nfPFEWM6Zr6FZU/frhGCaL37tOSlaRxw8tzVYnn9FFfXGRApSh1o+5HNki5sToM2qbpRJSkpJs0o
KSmOQRzqRSWnj0GcYnm65FXwBYhJlj2arUnN21n9anx2KmccDh2eFe4HkZCzPa9YQ2Y7K3+TO/Hr
6PdhNKBerSzM9Wr4XVJ0XPzwKCgGH3FqSj90nT6D7NMEBZ/Zaz5UHWytncfyzeFU7342sMIjgbDZ
aqXN9M4SHLzc8zKn3qnqgnL6kcxt6Z1kE4/iyFt+fW9PHUoF7zYKgsCubjdzW2Rxn8tEEGfHIn4o
bA9TsX71p504cJOrgauhk8rOQpsC4tJmRaVdp/4Y58u5qo34mMG9D/Np/DtoiuCrZy2IGYjY/pzU
016v8Pa0Kt1WSsfsbX7Ba2npPxvbyosCnm6jncfBds/9MOXPAFffXXukUgNtFjQxwkIg9DbZmXQy
vzPiHKQ+fi/sY2f45sk2flmDXSue272JgSOW2ZACFPtmiwQNKtkPtdcGPASL8ouUnn9K68F/aP2p
P3iDHv/jFnu6FLcb89Xdgg9HL01phl2fBzkMWbPQIQLAnFovvJZKzNEmwysPfr9oyynVuip4746h
ukpTHKyHetyzc67HrGlW1LYzBWfHMJrvwzp7j1bWVRHwG7yZ3aQsH9uiLH419WDsJB939gxD0wZS
OvOICG42a9VOFGJHOzjHRWwe8Ya2jkExW//LKHTUqPaxohCvrycIISvr9d4JzhWF63DSYjvs0aXZ
WcbbwI6dHrcVvSZVFfc3vbRZH4cCFebgPJuxiBCc8g9dM3UXV1Ajf+f1yxdjAJ4nVEf5x80u8Zo5
GFcXSG9f5cYvaovNh7qu0n/fHuUmkjAKSq2EZlCpoJNVnvWfA+2lQgxroPY/NfD1p4eTx0dr7evp
Z7mkfh9pHvnvg42uCJqHmlH9fHv4e3uDOMsxUJkUoeV6+KURUhcyCbgo4yzqK8xK9FXOOxfQTbLI
JAkpcDsYAxqy+hX/mWS5NOuETol/LtHHsA9u6vVg54o1laEs9SAPM1yxflnN0K70KmE6ghIopj2U
zZ1fASrFJnWj6o4Sx+YIkoNDVuSZde7l6DtHU871R6mvix6m9hRcrF6mQVjm5roeUAhPze92lWJF
/O4FV9K8NEspCeGtuemzGJogOsg+OAdLVh/tOEZZLKiHnVHuRDhCG1kWRS8oads6tRZ7U2N2PofR
H+sQD/M/RGxkoWGJP4zFe/9FTw8O+DshU7UZt4nqksVmvqAmCkdu1F+gcySPgHSHF6vDTM2z4z2i
5p0goEr95Kqq+Qy58Xo7NUWSUnbL4/OI8R1SBJCT8ikLQq9z150C3utKXWd2gIJJjGGG4DkJvPV6
rGTWURXBrfPSz/7aHwruTCV3gx9qmBS19Xn2irh8cBG2/XcUyBF8dIPUz0KtRyu1TM1xjFILXf/D
aEzN+F3URd9+09eCTDtFIbcK68ZfvIOeBInzsWF554+GwKn+tNre/JO0zqlO1VjL/DAi/qFfZDX4
4lAsMS26GU9xeZAuphOP1diiY21NPaYQ5shZDse2G16mQUvsyPDW3AiLQCb5J1vWHrgYp3OzU0M7
Y44MmBjDYQQz6R/KKrbs49TP9V+lh4b/aU06a+SQ2qOIAs1wfoy4TNfhFAx2e9BhooC800TePi6W
u4qwDdxEoiSvgrNRrPPyPNUesrxeQ2a2s8dvIyevTwBM6n2kKAqb2urY6RIoOtQqP9EvkzeakduX
FkUeA+X1HL2ZTwqY84Em9p6h+52c5ZU4SdzkdQH04XpPkOwCEm04XVCulyPaG1NNa1IvPkiZyWPh
W+snIy78ZCefvhOrwTHQdIE2o2pmm21fTIhjTumgnfUuyLpvOo4mbMLJ1KqdLPp2ZYFsETh41zuq
IbxZWah/U2p0Y3JJ/bj9UrVjnB2caVjKx6GL/SINTXqWQ+jUfut9Hn3Igjul0Dsz5dkLDQlZcdpb
WyoWrpPe6LUJ7EMp829i0e2jJUZ3pwp5bxQYm0q6XAWTLd9pLlz8VjnK52mxk2OWzllk2/27mypo
b/B2px5D7kUXYpOxBEHLg6WH1NiPXT2Fpleuj+jszEmktfWendztzuQKZz6InEIhA3N3vTNxYLSn
VlTJpU9meRmxaTqMM3uyrKz0iQKU+IG71p6j7O06whVDk5K2OXnSjSxAt85BKUY/uRi8J6Ng6BIS
s/bdaFzFv0ZGkcqW0vTZYn4LOgzdmLrJJesS48mu/P73gN5GmJoTZde3L+k7y0hGRjMZgjnFiq1w
I4XnBKSRlVzsYo2EO/yFNgr+LGJ4cqliHXxt58DdXmjMjaYN4E8lXbLV6Mv80kjjuEgvweTrSZiU
WRnRJbS/BS1p9Ntzu00NuMroGitrJioW212fFEJbW+xvL87g0UJZ5x8oSv0du/oYwsLac0Z6hZNe
359UvrBWA0bNu5zWxvWOnD1kkZou1s6T3xp5JNWz+ew6Y6JzWWSa/kdcjERONL7TIkqAKyEZDahM
nEYkofSwT0vDPhmF4wzHgZ7LH8gT05gYJlOg4iQGX4tcexHN328v0p0PokSc+L10nXj/bkKti9q6
Z/Wti6g8yvJ02P/OAU89Z2a5k3/fhloqRnAViOZoVFGcuV6eJeB6HIPCPQ9AFiBB0lf6QpIwT1Gq
+dZHrBzkea5a91Nrp/1fb0/yzrlFzhesBJLPr4Wr67F9uyrceUJogLdv9pAPrh5S9Qt29tudpUQw
hA1HqwdUzRZYtNLfHFsY0ucs89wP1aLTtICBPf2AbhJ/f/+MWEWIizxmFN7yekbtXJokBa5HxWmp
j0ld98+N5e9F9HvrhtAFQsgMQRVms6XbfK7bek79cyPp1TSAEEg37L305s45pSRLIx5fOKXgt5lL
b4H96lG6x2Fm+lNr189zo4QWeTuEVouY5vtXjn1IYCDM8k7bXPlp3uTOmoz+GeNe/1GK3Do2mrOH
cLi3FxAJgT1F3x+dlc0ozWhWaGO2NA0cb/59oUvk8+ANJ2Qh/n17PrcYKxBWKEGBYn7lVGxdOINq
Slyhmf7ZxuOiCRH/qctD4MvhqXY8mRysrph+iJF3ZkjinwtAaEOfRbqLPNbx7d9yb7/wM3D3U+9f
MLnXu3ISfj2UcvXPqaYZvPaSJbJd4T++Pcq9teXepxtD9TNAPuF6lL5LPfg2LhMe8zHU3Gk4lXEt
Q2+d9t5f97Ym0HDesEptgM7/9VB5bM1NY9GYABPZ/V75+nA2R1t+R9jSDH1hBp/fntqd61i5qfJs
sMluOHPX40lzmZyybALcRIZ1UhSM9lGsBkiKVAy/0ZytolQ27xbgV3INvJ2VCgEdki1CLusNYcyz
Ekfxc+SNYql9mEQljr7bJv9D3FJNcFoVPGjQHr6e4AQzM05jTt860i5NjMGL+rXZc6C7tw/pwQCY
xUdElT6vR2mzJJ2cjn1ozP30rNVFeoSGv5cN3tscStROnTt4U9tWSILubdJUM9FxZLdPdTZ+ylJR
f5g9vX5Mkrr55+3NcW/f8y5WohcBdbqt6FtjtgFvXw56TnL1uCSG83XREUZ0U9t6eHuo1++wSWao
HoFofO0BMsXrFUx9JJTiVQ/OljNjFMfPKT/JYLCMcF0ne4gqz5PVS9cJIw19zUIn0WzbVQsToeWf
UPezvg2jWxvPS1GUXwMnL78ltrP8aJBg+VHHYvkEayX5I7eHXI9Er32nFGo+VHEO6KAPpuY0xa0z
P9pDU1bHBi9odPeLcvWOnAXjh136g37o/XzAcSerqK0ZRWXv4P9eSW/bJVBYH3oeSDESX6+XwEtg
bsqY54xZpn7QhmU56zLMOwvAL2IZDlUmWpZz8tM3S9f6M8UG3T9YwrEhUWaAHc46mrA1dxhAjS9T
OblthJFZ8ggvo8H8qKvX5iHu+zx+qvWhTz/ZpVb++/ZnvN0xikUDTRFoFun9Vtumg6vc9jSJLo3l
Zl+nzI5Dv1jXC35Lw05QvpPeoTwBs0vV35X4wPVqmalXg4ImKM9mtQJmMBMDQclpfuzEIoqwySb/
Sc7LeDRMEb+/XmBRWCZAg2mm5LhlX+noY60NVeyzL2C6BDnCAyTY789TyE9o3wCOIo0FaXc9xaJw
ICbNMM3nYl6pwVFrBothyqE65HXWkLjK8v2tZHIIBLKQeAKPetM08ryqW+s5gcnYU1xy+zo75aLV
wrnB4uztzXIbzkBoE8YAOoDa1rfkHR1v9krHvfmS0ywC7L/0RzCa8skXs3UQRTnvHLDbIA3gFWC2
zqiYF26BUUkS20G/qOUs5/GYUlY9YOe2l5LcmRW9BgTo6ApT59l+NGEserGItLw4Rbbg0GmflpIC
3VzFD5o/ezvJ5b3RgNEpAVLCBtJE11tkIk8WgSnAZhiFPLR6lz+YtYEAvNH+6VZO9/D2J3uly17H
KNSgoZRA2VXVgq2iZTHz2GqzqbpY1mDmJ0oTIKs0CHz9Y2z7VX4peyGa59mGtxDOK/SDw7Q4gR2l
em7/xIPZ94+TLvry6K4dyCKvW7qXCR4G6OMin34J3RIdddMq86iEVnP1ayFR6A7+JPufdkO1GDUC
6X11DG6mQzWLIPs9BRSzfiKJWboDnJhCP5oFcl5HoSXyi+xcow3baTG7sJqJTpHVzuvfCRt9DNdx
8D+5oFZxmDTb8au0bfjODk+3/OQKeMKHneXja2xWj1carw4ydWXkurnkZi01Vxu37QsdjDQyrHU8
VKJaj2+Pci8IK2Cu6i5TF9hKmRlAWxrptPUl0Rznq6nN/rd4isWPwc7ezUqnQ0DTlb+p85GTqCP3
n+6TGcwEpVbWFz0xnRB9g/zoDPqe5MvdCZES0F+lJ3Ej25d5MiiBadaXBZn8B6Q6s2MNovChkrsP
intDQXBVJASkc3hVXE9I09wM9aeuvqRZvJ40PEUQiG2LUwMJY+cz3QlHPEJVv0ph04HTXA+V1kGl
pZpVXxBplQ+d68cPNkXgnS13d0L/GWXTBKXeLHJRzfVFQ+/8l5yA0PSjZ5xmc8l34uu9oajrKYAt
1Z0bt5Q+q3sd9W82Qz98wTcS/74hSaN5HvcMmu4t3X/TjE1SX8zFBMSQNCNJzOIMDiGLykALnt8+
R3dHYV/Dv+Tpd0NUSKxUbzU84i8WRtkhb009crXMP71/FAYA/EYbDGGjTR7TjmPujqYlLmXpxkcN
f6JjN9R77pR3vg2MFqZBrkLxf9u1pGSQZm1t1JeKVlNIQ3x6rPzuSxtr5bsbDEjIAFoFt0iHnyfR
Zlsb1IcG6XNY63nMaJAayVNSSH/n49yf0P8bZrMF4tQffKfX68voln8buWc+8giYQrS79hwi740E
HoKqFyxPC3HZ6wmhdSi6RWr1JZeZ/wBFqRmi3EqcT0AMc3/nPr8zGARIHnlEOnb41uYM2FeWl53b
XEy/HE9ZhoyKaNryj6b19iTCVGqwuYzo2CNqpS4jdp/a/v+J3V6fBHnQpu1FSXGgNjwbH4dhcc/t
UhiRWWXOpfQ7ey+BuDOo0vZW2qgmZfZNviJE6yX+OLQXbIG18WFwk1ge0j4Yf3v7VN0CEvBRo1Kj
4NOvJbHryZW8isxucWteHvOnuW8R29R/Fo2ASpk/58LKwmRZfsOy+9vb496JGao6ptBIaCVA9rke
1++1Zc7jXlyoWlXf20Vmn/DdqY87o6igcP3tyCPAzyAjpzByW6hD5q5TmXKiL9mSDeYXs17dJGps
Aj21xbrpTr4e5/Lz1Fip/UE6wAPDwR6TIQq4a+YLHsZ5+mKuNDGeh8qcgw/1mIzd58SUmfiwxkiR
heu8pj3q/HL8Bhyw/SsI8jx5FvaaVGeXIq13siQe8tiHOg1pTMInPwYtAEzgelCgzjpIbCPSp55n
0ST1+M90sis31P0l+ccbZ7ySjGYU7W+T16yfTacqx4e1tLUvJaUqzGb7PPs3aJt0PLhxbv4wmmFK
D503uXLnHXl74lhKMEgYGCks5baLoiHPS2e4FJelhDbuSXeIpAO3oShssXO4bzfH9VCbE5eWazdk
diYuqeUVR4zOh2MLvffdR4xRKGorNBe38LaS0s4zgolByxs8TrSTkVtW1OAO8z+MQlWbmwtOM56W
7vVGl7ZMM4zeWoLEsnqPo5XODcoSi5vvLJr6H223OmFPXSo8SHkNXw80s9Vip2Orx0VrRJ0/94d2
nnCDt7VOPuFOvBo7p+vejiACK+YupWWaBNcj9n6ZjQOP3oudDv7fjpe33ywxCD10aEXsLONrv/Nm
eqBNcdkhFbxhfXpBWlja0LXoBbQO9n1O0TefZ79JlweeT90PacSy+eovKE1RkXKN+tAP9jKfnNjP
vrdZ1eghPGS9Pvh1mwcQBNwV+eK1S/8ooV8Ekd9y90aQM0yL5mrgjFExrOX01bXH0guHcXD8h3SF
VxDKoV6CLwTuYjnZyLWaUSKTAUIxNbEltP3MsU9D4nYyFARRecChedWipDG8JcTqzxSHGgOyxA99
KhTySffmtTiYdZoX7776IVDCOkRoCcwbbYjr78MiKMeile+TZc2RIqV2LIK8CLno9kQQ7mw+uv4K
CMNjl0b8JkcXcHDcobHbS7fg8VH2I6rQvTXSmVr101om7wfXo7iAtDzKW8rydysp5iVmSu9wbi9O
Xhe/VoTFZNgkTUfjWsu0PSzynXjE1JQyNEJMqoN4vZAZykFukzGarq99BHEsj7w0NnbKPLd5BnPy
AMeCLVXYiU0VK6DQ0hWk0peZZs0XNqn4Vsh2OhClinCykvVDlwblP2/fkHfOsHpnewA1Xosjm3vY
mtbCyDIGdcrZDEe9lJwB/2+7mtbD/zAS25B8hk2CXMv1ItZBO8dC+u0lGRbgeOhYtM7HrMIg6Whn
XC07m//eNyPB4Huhh06xfJNAUa/Kcx0tn8uqT/HRwgTpoxGsewaR974ZDSjl1K34Z9tOQ5DbeexU
TXcJWn11/nKgpk1h2Wf/h7Pz2HEcSdv1FRGgN1uKkjJTUpbJ8huiqg29CQZd8OrPw5rF6aSEFOof
YKYa040OBcN95jW4heat3wRnrL5tf68Rgd0DUVxHbgAMiZ/Y/ZCByMJff8/CWHCcnbzuPJpj/aPg
fZ6TUINnqIVa0hhFmNayR9goz4sltBJP68KssFL3zrNzawNBdCAioD21ihK8/hmdaTTpKMvu7BiN
fWg7u/kQT7Z45yxZ9/j2Drq1pDRYSP2ob6xuQq+H6jPE5rGB6c6iCMb4mDip6R7mGAWC/dsD3brN
MGpckQkrrXjbx+wGA3Fxx2FVIW8+JaXWgwsRo3gKTLV8cYFb3gHf3BgQHTTas+vpXxv6r2fmassC
OUaKc+6NgHys7FeQ1kXoJ0UGRvke6OzGknFJU0mmyc78tvVkJ04mIBe8C41miQ9pIYZ9JqX/YbDn
e0HjjSVb3wOafavoJgjJ1xNrc0y4zInrBeQgwOZCL8O5Hu0/Xy/EEXl+QF0QZG37b1WZGRN9RV4f
XvEXah0LHaCsMZ+daXY/I8t2j95+3VOh9vX/B9x2nxcwESg2ueLcN0ZJLJJ+aMryZQHMDaL6Anbr
XxE4dzrQtz4lqQyZDF0HgvDNaz5kNZ/Q85jkohndTqklqHZIKxl/XgLhMlmBbiCCqIRsb07DirO6
J/85dwG01LjttTAWRr2blLhX571xfTIUGEH4WfAptuZSWqa0Lp6r7jy0Fr10X5/UOYiL7LFqVfGk
crPfV3p8DwJya1QyT2oVwGeghm02pRc7XpzPqTzXyksehkIah8Se+sNg2sPZHqV4cKfqXsRye1A6
OPT9UPTclnumqkgCu4y7c02H47ETyxiaQ2yvynZdlNW8u2Vzt3N0bXrNd0XXHEANtyZVks0jYSgr
B2LWyPO4CNEdYq1oH30+9Qf0xkHuuo2sEaAo66jTrQJMte8WZwhJeLFlDnzzt6/VG/cO4AkDlgf8
xBWm+foyyBO4IzzZ/JjaBagh5qgHZLxLsIy9A6u98bHR9EPsApYaXOft2xiPS9lNCN6dJzmVPzNL
T35gxdg+wdLP3weW1hGENMnx7endOKD0zeiwIs7M2dlK4thiJNKwm/6s2UvxvNS19wSfvL4zyu88
+3UiRBkBydm1YoNq73ZuZjBhxGnzFV3RdvtqNkrE8TsXsQacR/FizWGtl0tUFln/RINSRVVfqsgs
6+HQVwNqYYiwVn+2shDL8U9YG8xrK5ty5ib8l4s7uXnvDSfdp7JixW39mC9BenKm5Q/Zh+tQAM/J
1lenYf7YDJW1GQDVLptPyEJqoRkYScg/7R7+aC1/j7Ky5QkB+M7Iur3eqiU21pY3i/mkW6W+Sx29
OxD6qDsR/xbJwDCrMB6sFS4impPb0iIUhaLvsmw5WZIq8LkM2rQ7Tp3yuAtpE4ByN6RsHlq7tqq9
i13pz0yT7ogZzjigVUEL72+3zJf6Q22lS1qFfda73wv4vNbesmvvjGOr0ewLSBrdXia694fWMuvv
Zwawx+iDY1myLaHQT/WNVjnqVM8ulX+4GAm/YQCVVVnlnY3/23rnPxt/HYwzDXSPZ4mdv1XCDaiE
2nqfW6fWNeCLUSHrkA9W6JCwD+jzu+jGyTJ/yCmamWFpUB8+YAmmi51h5s0Q4SLk/C15jPrPU9W6
2btEL8YiskWdIpuqJcsxUGr0wsLQhi+9OYmCtKt0OzOs+ta39jLru+LLaCyaiGxn6I2DlSJXwtgq
b+5MdnNV0ubS0c/BgmjV+gK1v2kOtLFLiRl7qvM4+khJDEMf9t78XS7mcCd2ujHS2lVBbo8KDi2P
9e//p7pd9VDv/cqUZ0pHghdY/2GLjlZRokVvHymPf9Fm+eDCrxUHam5wDTdPkQujN2/Lwj5ZAeIu
8HnyPlo0PdmVZux8GK2s+qtxuj90eVk3DZLWK4zaYnpkgq+nNw1opGitaZ3IwAw3tEFHHhdYf1Vo
y7uknM0L8HswOgQQ7WFyUCRdP8F/vqVjSRkU+WKfkAyzuJXTJYJI3d1pHG2SBUZZPTZ4ATh3ZELb
KcHXN4WXefZJIY35aI9p8mKVtn9xMmN5wP53usM/uzUegM6VzMcRZzO+nlVWBjMqH4gmZFnshsCW
mifDzfJHa0jAG9TdPcG+TXD9e34+DRccRKhZQeh7PV7cB7JBJ8o58YvS7yi9TYeWdtVjA1ExbFDn
eaY/vxwkyvV3nrFtuPS/obFn+U07Anq5WUDZmD4kVzwEhZZ1IccyPfbx/I9EqetxytLq3BlOFrWk
ZMciDmpcLgP8HhTf/e2zcnUoV6mwtd8dkHziPr/ZtX0NDbujhghdunQPFB7mXQzvJNLa5l6LeFNG
+D3lVekN0adVrGubVI8y0JtFJM6pI2ILq7LRo6xq6qiaGv3B7IbTMDCw6ivc/9ImuVOlubHWtD/h
7ICVgQGwtdes4L2UTm/iQ9ks7k5k5njkCPFhnbxHCKhN9/DYkV0qBnXn3tuis9eJvxp6s82GtpOu
JlL31Akx7XtDITlS6M4722y9wwLCfhez7E/jVA87KYbkaCd/CLT6/RO441fNLXjPV0RcG7Zv0fq5
e8ryyj0Iwxh2qRR3tT7Xx+L1zUvzC7I6rwliCXT7NgeKgL5B41Q/CcOdvcPYxRQZeoEN4n7MUr0J
PQQ+29CUmfHOlmKco7Gnc7brAq/qd4uL0dmdXPZ62SFQ0RNBQZxs1twyWksT6c++tPSTTNvTwtM6
P1nSuxA/49vtOc85ehl3Yq3ru5lCBPt8/c4AL7bPDxhrhTinzUeonHKv6akRYmQ437lBrk8TVyQB
6gq3pEexrUsvRSlo7cXWSQ3OtBvaYXyUYHmjuoyTQwMgGp37pf2JThUF+XS8p1B3Y5Lr+7rimSzC
ym0+LdRC6Sqr7FNjNA6aR0F29gA03Dk6N0ehEc69Qwrtb/GBteFUXalN9om4W3/iqxef8qTw7jgi
/cb1bLYtDToiIN45StTbymKLmzCSeq130pugHE8iK4wECTQBrA1PxlbWz6bWSueCcGOfXFTuBnNo
p3Xyj794efxetu2gc3PldgE5z5NoHKQ7NLiaf2qFo9iDBo1Qd8Kqi71PKRhgtUMIOPuW6T6ad8Jx
BBhSrah0770wSjmFmaLwtEMpI/9Lt9LRfLS9oUewQGvc+Q+FZLkYuPe5oPh+v9ODzd3kpMDr5iS3
T7Pw62eBvjlcaq/4/vYrcx2R8YLRsaGRguIHB/H1vUAp1W6RHbBPdRLPL1Wx9C+J30OXH4W1p/E8
HjqtGqO3B71x9PF8WPGlZFZc75tBbTPxpLngndsafftgupWGmaFlPRBX2PjIBdm+C/x8l/aiuCcB
cWPf0hnlQaUjRk1y+7qbZZNhyoPjH9ZkY4RymBMVQ3VPMPb2KLxnCDhT3N9eNHrPPgWL7p3mUZV7
OlP2E/5r90rUvzlrm9NBMYnYlrL7yjTbZAiZ0WGJkMIAy5EYxBVGA485GbgzzZ08CDcvvi+Fbr2f
Jz17CVjan7x1aTR2cvyJhLZ6//aq3thKa6pMbZ7iPHXlbb4sSqzfpIZxJZDVJ7oiF1ngJeRDIk2H
eH4ONCs/vD3kdYxEPWtldcK6gNK0DVySJGkdKNrooNVafOmHwN5nky0fanvW79zq10vKapIesZpU
RFFcen1QssFJBLGgdipBPLihGrzWjCrPzc07of31nFhOFzwM1CYeyKtynR/PNMekdtK6ef5ekesX
oSc683M8Bfd0Ra8P4rp1eCjWzhWFpM1BpEen18HiM1ac195OL0e7DqvCb0QEECqVoW53mdwh2qMs
BPVz8w/Np7jkHLBvJIL8CXp/GwQEzbLIxKiTM3bTfthSUY/mWXz7013CIGi1kkTTLaMQ+nrp0qzq
exuJybMnWzesbK//BB102dVD6t5p4txaPMAXv8GJXN5bWophsGYN3gXnpqnMhw6rh4PoK+epSRPj
znG7ORRuvkRPGDmQBr6elQWBkZSoh+4+1B+6zG4fKCV/XrxS3CmkXu985GpARq+uIQCTtk9EG/R5
msggOfdS1y69PlY/jdSuo7cX6fr24K0DfobW0W+Rns0iDXE2F+iJVmev8leb2aH+1vVS/GoDRz7P
MunfCxQC7yzX9dTWV5brapWkQmFs026vFC5hhZsBV/TBMsEY4i9h2Xm/3p7bjWGgXHK8iPCZ5LYD
NsNz4OXuW0znJH2N0s6eB57k45+PAlqQ94BzRJy/fuH/VB5SQpw8FqBj4nLody1QzF1ZGfdIFFfb
juCZoAgc+6qGDmzz9ShoyK6EHk2ezWKMd6XL25kYZYEwx58il3+bQICOXotfK3d/ezmAg+vaAkDe
qR/7/sVanPbH2Fp/COz4PQrhuk2szg64olGT+46KjB8VtiSbXuoFZdglc/s7kezVFgA8AjILHw0U
rggL1s/6n8WRBDTcQ2i19LPRRGObJlGw3FVAul4cEmnqTvyH3hZ41dej1AiiBEpAtUI2yjL22eIW
x6AKrCkyW9xC3t5vtwajc0YvByHAFcL8ejDXxlNBWnFwyqYldR9r35yppNaVikMTZu6dS/yqArU6
ba6vBEUh3ovt+9tqS9sowAwnxxZu6JayCBsn3Wtz9S1V9T1hxVujYbhHBsWZpdu6OUvzqCG5nSzx
CSSL+WNuZ8w8i1Z77MnsktBJnD9sX7MLV249tW3qH7Q0tomOPgx6oAHhPFsgmiJRdv1+cGol0WPu
2/pIPPmHcnzriKt/F0AtWAhU0zcVgaxMnH7CZxu/zdH5B9UP7X1HHfjl7U1yve/XMwVvmXsWMtTv
att/9n0J29agFSXOKDqZn4I2Fl+hF4mH/8sohGbcFCudYjOXGhISmldADALY9ntcqSnQiemeZtrV
E0V9mMVZ6yer4Oa2Ioc9GF4Ibj+cg3rx3hV6JvYjPgZPVo7RU+FOal+2xh8CLFkmskCa40QvKErA
fHh9ykq7czR0ooczYnXVwWiKPNK7AcFomAPR219xjfZepROboTZX++DQ8uroCZ/Nyl9eLDe3I5Wu
6G/DyqKsnIv3gUrLx0Irpv3bI19nMhyytadDSkhuRg3y9SyR+nPQ7jaH8zzK9LFIQdfZbtlEg1/g
7hOj/T3KJWxk7B2F1EYEz+EDSfi+YCbD0pfVnR90fbcRMNLNottkQGfYymTyEdqlm4fpbPi4qYDd
1N55mV/vZySs78T7N3YVOD8gyGs/d+2Mv546IqrC6u10Po8yL49wJd2w7McpNOauxOeqUftRpNad
A3NzUNzbV6Y6Bu5bagG9hanUEN05Y45ZPyXAxA5Fa49nCv3ivYd0+a/cz+/1Ya4KYyawB+SQeTOo
+10BgUhkkqprivHspnqVv8tF7YSIlv0TryZfC5rnuxI973AAMGQcR8e7K/J6Y1UJLlfnBmS21rr6
60/tNNko2z6Z0J2Lh8PsqSwSY0KWMyTz450dvZ7LzWGiqLmqUXkrJXlLIhoDaguzsiaMpxJZh3XS
eU6YDFn5wShWdRsrn+OfNbNcwsEwUy0qexs5/2UUVJjiLk+cO6f71uTXjgJrANeIdt/rybcDTW4k
R3Dhq7D/85wx2PWTdgz0qjvemfsaNm/nzlZG0JOomj83p9ldjUzcIZvPsWhnhw5J+yEvv5ul70C2
bfP5m8cHhy+RYTYcjhiXhA52XndaVsatCVvoIBKeYD+CKPbrCetwbJtq5GCZowRDVwTBsG/dNLg4
ZuWcs8T40VomSlNZM2ff8kI8prr/yU3stAgLXx4Cs7J3bYLKwTET6BreiZ5uHAYYLywD4l6chW1S
Oij4+E6hzzyMg+k8OZSJnZ2gHu6FpaMWM8yc7pMpYjONbGSKspD6fKLutF5u/QjeTAKcVYCAus3r
T5RhxBeMWj+feYW6OXJ95BwrV8SPRk4rxg+KYScS/d/O68ofk9+jmfr2TrkOs4iGbRqZ3PjcRNuU
BYHlTugl11A2tHQxy/nZxIhzVxGtPohW3JntjfeNfcBeINmjsbY1o69azB68PFfnrkrloy7iltxF
QM0IbZU8+3rVhgjDy3NL7HcvbdoKkK3vOCoPcBYxQaTouYULxlmexl1aqzN10eog0Sugq+Jj45Jr
7XstRgDT6h0sNISwhY9AQte8BLrECSQPBmlGDQ6GZ2uZ5DEph2lvdu7PulmanVW39yKO9VxsTu//
sDxEOr+Z8q83ha9N0sTxAxQea3MYkNQI+9y271wSN7beKjnM6nM+acxv4hqrHY22STN1xugufdZM
E6BGnRhYCyz2fpgKhc6aIz6OQ9H9Kr1s+Pr2zvtta341S6T1HBx1oDRtw9/KQx695c0BPDLMx2Xy
k72ppxrCEWjydk08vFhJUHxKuFJ3vgM0z0+0NkzLzD5ks+ZFnvKsUCWOscsLOe99iqp3DseNNxqy
OEACE7VG1BQ3F7bMkMvH9ked8f9cTvWklpc5QKMnTK2uoxVpxvJbWRp3EtUttuz3RuVOWnWVgNhQ
hny9/J3o634clTpPWtDunKErwjGd5nf8zo/sXcwf26bee00cRLa3+l23+vhJtM78NFJnBHHu3dO+
uHFu4Qli5w6eTgfRt4lL5VRoKs7S5UyzgpawPo1kgIE2IN3Q53NxFJ0nD1ZJg2TyteLz2xvl1ipQ
UKGv47JJrihvlEiHzkSX5Sx1Y/xHWYhSexbxvgSIG7ZlkF7Ksgj+L4tALQxVDASroRRsTgc6a6WF
D5g6+96gn5VvcNQHKXT9WNSmjoKyw+sRmmmm4wRXzulnDQ5n/VigoOcg+l90MiTp8r80mMd/e/uD
3LiziZwQ0eDHgYozN6uBZl7sIVChzmBZEe3IcyjroZF69DmWLrnM1tzLO2/lrRuJzgIhG5gIiyb2
6y2Js6teaw6GQovES0ObS/fjMizVnTrnNfKDKxq4/3o5r+2pbdDfZ8ytjoU6NyYV+Cj2/WBvqIRY
XJsamT8GnjA/1KK1/3XBDPyrIXSWHDqoRuA/BtO454hy8yQClnV5qSDmomrzetqzY6OPrHXLubNy
d95nre7aYTuhqbqTqC4d9IIV9nGA/Cuwq7xH4sHUf0zeXF3coUuQBMTa5NeUeZ2696VuhFbE8RCh
yI/4322dqQ8mS4vTfjnHk2V/adCX0IFVOct+rG3iCMdQ1TkYAnRK0H/6VdjtcUGF6zELEkpeA9zF
rwtSAiEqYF4oERS4k1L97lu8vtwhUKEpg8kLKu3EN6+/XKfPZWDUlX42qbMOT0MQay8j9b/kwRY2
tRx69MVzzT1qhJkWZC/OXNd/N6XmXISLkWzXq+kTPszBvF8pyvzzsoc43xn2ydNQGAUiM8TDnejk
epO//s3r3/9PpQSVf9ftmpTfrFB8kWVg7RBBDB7fPr3XK8coHuEWfdcb/U8lkxVHGutnC5xFfi54
Hqe9X7dW+U5fWivfvT3cdWLP444QwIrUBc6IBtTrWcHQC/LEYw9riweW0uo7q+XZzPCcWfzi0Pfd
Zezl9F7zVEMwREVxxaFr00uJrkyDg9iMhvjbv2kd8tXmIIYmJ6HGBo2PW2WzOWa7XPLYtJYzYJCp
Cce6LvcTSBhszSgqnDSvGb1dZ9WFHgETyYZPhp22P9/+DdfJyfojaD/zoKxQs23xtJtdbmw0Gc5N
ix5pOOV4doWJVR2K1JkpbdraeNYcsyRH8+ddgZjVI8JW/t5LKYHmvUZ9RFPl51llbZTOKKS//fuu
NiM/D88ciLboHPp06TbLlqPvGY+9fi45t1VopXnphIi9WHP09kBXb/s60G9RMuiHVKw3+8PXtWLJ
ENQ9N1NZEmhUfyXz/FXrtH+E00QAmw+uXh/eHvMa9kUTi2GpqwEfJB7fPGFuXGInDRf6rAxg6rt+
0IbPTtPFIEXGWGDQOQ/dO2JerQL0llt5uFSWW4UK7qV+Z/7Xjw6/xeY7c5XS8QXr8fpLKyutadIo
/dzZfSDeaSkB1JPBK/os8joJDhV5Xx4Nrj3HezBkrYPqP/geQsEB3CG6wPbXt7/OjaUnIiZXoeG3
9nk28V/SDGYLU8Q4S6sXpzjQhw+5o4J72fl6yjankMIT8Te7i622VYE0BjnMDXHoWU2T+7fb18Dr
01ob26guEqfaaakS2ZOOt4ERCbLyeLfgjPEj7QMVhPOgaHCEeW22mHZIqEr32Ay/uTivfh9lV+o3
kCvJgtgkm3WhBqYRBYzFJa+M0tm3k6G09yZaW7GNreOED7lhjrN6X/P/ISoY5BiyHWKPUPTUgC0u
9rqnKbEvgfZDwi8KvXsQKZ6PXweRqDmq2qqcvmRWbk8H05k07aWM/VH846tmkZcgzjynD3MzE81f
wsppFYXI0jiOjBK8iKoFGt1k1VFSS5zuXbUU8y8XfEXyLPC6GM51X1TanWvz+irnxad0RCjMs4oM
ymZjZK07m2JOsotfKBMIIZI/f9uFa32fl3wCnzmawgBR7QQgnm0tt76pXMFw76wkryKzN9LqBWqM
sO5cVetCvF6otcQGenJterGdNlcVjMo477ISLzEvnd5Jp+9/0GXgLBuuNgXvUm/WLexrsCN8ePug
XF1d1LcQZyFhAloJUmOzQ3RFbSmpzfQypPCYH8TUJv6xRIYNSzFblCAZg/4ChSoROMijpXpnPa7O
KYVUwNj8l54EJM7NM1ZODYGT66YXUQaTCDEaHT+ZXnOPG3D9edn9hMM84qt++hZp7jU8M7Oj15ca
kXJ/Zw3B1H3QC6Rb/1J+Wv8bk6n8xG0KO4a3P+9VpMITTSsAdg+3AyjCdf7/iYdWYR+zyZBYaefM
f+y0QDs22A0fbafR7gRF159yjQao9EMcBRe2VS0KxqnyabI0FyVc9WDigHpM0QeP3p7Q9SjOqnW/
DkPBi07w6wlpaWk2YpDNRe9KBz7R7EWN1bV3Yt+r9AxW4zoHZDI4Fld1pn5c4qAw++Yy2EFzREVx
OE5+bX/yxjHYm4ZG2P32tK7CqZVGSSHHAL0NoneLITIDvxlKaxAXYn0TT1GyVAzMLDCVB+VkbvyO
QDRrPibQDuc9Gkbe9EMGXdrdI1Jd7xdgKlBiyZOgooO9ff15xyWwBBJ77YXKbvOgC1PFBxjVrREO
nnGXJnDjM6+dk1VWA3ohRmCvR3PMeqJMm4qLxpba113VPdS+Ch7GxDLz0ABpatzZPjfmt3KbqZhR
vASGs9k+edHYCqiruCRz7uKZkwOMD3JPfnM8bf737TW9sVWJR1b4F6gYgJKbsQZ/1jOl6+JiZJbo
d7aVYPqpmwOV+rcHuvUZ6QwDS1+77FfVldzAIBHskcApNdN3FjZkZ0pT4tkcejoDxTSrOwPe/IpI
qf5PD4IC5Ot10+Xo+5maxKWZSNjBFutPaFcuT65PqPn23G4OBfLMXi9GgujN++DhWz8sjhCXKQ7c
arco3WqjzgmS4DHtvenb26NRNOenv3oIwScSRvorpG9lUm8OAETCcqqxRbogiIzrcbATltG8Qwe3
OmNs30QWQs9ffVc7a/r0M4dEv6+WoD4oQVlfEWXu/KUYn+cBoEOIO+n4y16E+8+k6p2aC2+XJqXx
mELZCmtLTHKHIQaJgZkVmKQ1RmgNZXoUVYkmaF8H2dfUUGfRW95zMLgGSb6mhU29+vQWQXmhpD2f
Zmn777os7fZEuyMuSeN5bHu6ulpcqosqBrHXU9dH38pD8W9R6ddMGaKhcyaHfZKk2OQMQ8S/ajyY
g/a9kvmzG9fzQ6sj0TZl8VCGmfCqNPQS2V0AkhtJlFt+9bG2nO6E6ElxKuZYP9ZOp7gp9DhEMvNd
Hfvlnl81X3xMqQ/tUKh2SB9pXs7J15wq/gsygPMvQ1RxEbUqKM5yVfLZtekk3WcPWn720YtB3jy1
7sLHClDNDj47eMbkEXhAlmftzn2a6tEYw7IpzfYhUF7zq5unNA07vcU/q8HksjioyqVEHaaVWbIi
S01kx/e2a3GB5m0swVOWaF6NLZHw/vLtKc8e/Hlc1RX6apy69NLzNKtPrg7V/QGzFTv+Cskvk+5u
yFGWcHb6YPTTg+MV7b/j7ADV9dM5tQ+omM3NsTdWRTM9K9LssIDuJ3aDi0RGzNHq9rGGc0BkKTll
B7TGxLKHKTufNChCP82hazHrbAj3xqVzk0NqTOa8670ejeSpV7MZ6bnuNzunA6YbBmg246miT1JH
N3ksxUNfyrQ+zQHeTg9On5lzRIZQ1Z8m2IL9kf7xiHZhXFIJR63CJUDA9UI/g+ByjGNZ5xVeYG3e
mtAsfC2RX/sy77RPVlxM//Z2Zzmfa64jWe1sOm7Fzmh0GRzSoPDGI5B7IuvRLCGWKsuXgmIbb+wB
54Kx3htT0SBENg3+d9Ou0GAAqTQUYde6LW5DVMCK/eiI4GNbC73YZZ2KK+zX4qwJ7SCZymM7Fe3w
2YaIvXzPUqmyj6Icmh8jZkLqQYhM5VHdSumGXuO01YdYehW0nCz3IKi4aUcxzVY5CYCDlkvShXkx
5OYOq3AzJSOUZfnDatNahPQGRmsIx4mOApLm+fCCgJJvPw1FUn6Z5jIBzgvBS75vQe1ZJUAKw+wZ
ZlXOsmSloMSiOhc/JRJTsYsjW89dT1Ds90+9g0vqZbEbKqKy9/AkyjJ3mg5oDqvyOc7jdPis+Y3+
L2F6l0apQ9bGAcKfbu8bQhWYXehj92G2VNe/yKBv+1Vds9SnCxY8wgrxHrLHsCKbWZ68Jtfb3dI4
FL5d4a9KWtilBzIOUfQZi0d/mdlIPko3bktFcbEoP/eVq50K1L/8D800W6mCwJCUXkRANjZ/28BW
gs9p3rdpJBa3dXdaryudUvowoMk3exMMZiyoj6pw/Onv2Kia8lnLGRSHEDMRh2nCnt60Y58HHp5s
Tos4T/P8SwIwujrYuT2OIbb3uAvFSCp8TVUiutDxsnR4h/2wqkNdFdNwQiCuLo4asbYWkSE4Cs70
YHsfXIVw2g51R9sLda+3xV6xbn0YLF2XP9mFVw1RaVZts75aBYG3UzbJvnTtcTkq0ZfVOUaBLAjj
3DLF49A55nRRmYmCw+BUuDkZqFdBdanzLoZBuVYysqXVzfeOy6bYZXGV4Pps47h21HXVVo9U3HEi
GxZKD6ELj/oLmoBUHFwthdatlbo9vMf8yNLhp09msAtkIKszggeW9rHRzaz7wA+R2rdphL1+8Yx4
Tvc1G9x98NrSWiJqKb0ZsdS+FS5dsXx1EoT3GpY3tVNuC0rfO0/aytl5yJ5PnIE4Np0dVsbSiarK
QL+aTT8Ne2/KlX9s1dyXkaaLNnsfu4ZWc4nmgwp90OzTUdjQzcKOJLQP614u4r0ybNhRxozsX1gL
yV0n+Zc1D2oVHXysjdypTqzdXD4sXUUFeAra6ksyE8pyqASbtWi77suQ50EVNXotnBAkvfwhEAv6
lvherO+9HjUklBEh3p9aGjI4FCYmd342A/RDXq5Nq2OqoGGE5EASynlTw1HSytFVj8jHpSOHu2kw
aWiaTA97UJjfddHZcicc6JIPupxnO5q4JvWPTdzSryjmRqVhVq5eyX6NHGY4V1m57Gflds6Hwu9V
/iiLoYepNIyaNdNbVRrKdXaaD+nO7ceg+JXbgy0vrRbgycWlFYsQdT2/PzhWY52bDmrEEuaqVm3o
z/WA6OocL9pBtpW9/DJyv2gP7hx738fGaWSEhxjFXlMXwxyK3o5rpKnwkT2iE5GaoSH0GqqKwts2
lOZsf1zqpa4ODr/wZYHdL7+3i4GYAeQqSCw7ro6yOejwd75m+lI13EDLUr9Pelw+qNJB4onoUsrk
CDqsALgxZard53yF9QQViQq1ue2CHaZJtPnV2M/fO5Ay86HxEDnZjY2xYJFZT4H5AlFhqD6MqHq1
HRjTKit2dZMNWpTAjvbPENStb8vk2KjWC089V0h9AtAsLWv8grfJLJ/6ZSyGb72rUjtckkGTj0Ci
vDrMjBl0R+c7qdyD4i3KI7JIeRYtrYDjQftxWB7jUi7ZN1XrXneQtFazHSpUw3KZ7HGYDrovOz+a
7CRQz47VBp89O6+7h7g1TPkyU8F0d2brxN1D562mzm0TI+MClNUfP2C6kpeHQvMX7cRjIr6hBo0N
fdAUGb6hFEn+ooyUp5HkY9POdtBSfCiSRTTPZu7V3nfSP0IEq/esae+OrTZcMLwz62Pi40e3WyS+
B/vZacqCK8lqkgsohgo/CU6n9wAPUi93zZzY5gFFNkJBuh3jsl+IVNbuMj2tnV+1ThrK2bKXo92a
SfnOtHqUK8c6GeVjIDtlPAVL6mHTVBsgzxVbn66CEoU8pLpTu5FuFO14LPuF8EXkZvJl9tkWT+x+
IHV6SmVtj5taqU646o3dYTaggoZD0aTFx9iysktfeUa7c+Mx59qILVXi6GkMDR9nEjE06LXvxqtn
pZFZNTGz9b36/ZSh8XrI7MWsjrZBEHZIhqAZnlpBdLsvk1RoL/iaWX5kS5lqRYgYxUighzVLEC+7
yUxL9TMJZB5kYV9qeDJpY9GIXV4KdDTggDfioHUtLdXOxz115/UimaLZiDXti73Eya8k703zRUtF
99WIDbT8I91Rs3xwoW3g8p1mjXrKpsz41mk2uK94oFoXBtKN5wNBeKveBZWNQUxX193H3myC4DHB
/K4OCfBkuwee79YHxFFTlOMspwx4uNrhi0Pd78nIYzd/hJrfw9fjixTHuWTnIyA4dVNU1k71lzHp
tRPNeT/bD82waJ91AjAvZOs6czQshl/vZje3tIs261V2sETTPzVW/v8oO6/mupEsz3+VjnpHL7yZ
mO4HuGvoLilTlF4QFEUBSJiES7hPv79b07vTYk2UdiuiKkIlkuAFEpnnnL+rs7TWNWsjCKJwWrT2
WjuR8DKwDdS7TcxS7uhrkxRsx8EZe5SO3T5rVHtyWfdTuBvDiuWNVTUXzdxcnwKM8vdusYzeimu6
vS10qyV3+K9cXZilExDLNhaBd86Z1NuhptXmB7IALHG0u6r1Qm1j97np9s0NQrvDoZHXhEL4wJNS
WcxYZzZuZJPZ2820j0RDrb6Fu0Tm9CvrzNtLlgzeh+xE49o3Z9f0Onmi4JhkJIheJvkim5a3aje9
5WDsdpGnGaD6Hrrr5A5p1TellSz4/xaPvAtiPvSqAACqSDjyacaaXd62Rr7Wh+bqYhMSUYnTVIQf
6fxolUYlvmU4TanYGDVRrFHT9f1F5lX/dSuEjUegW2Zdz0ZgTf6NhBabhwxRNaJ+6SVFlqKnuzaH
ctz1gnN8m8v7Sg8U8PMCNnreTJquA7OQIHsIKKisNFj1II+rttjHNYQ6lg13a2lJai94JCLRN4TX
x0mSJgiLA1NCK3bMci/uZjn2fSyaydsjV8CajPjfzXh/jUyzDpRwCICpGf3yjMiAOFbXnEBuhbfb
H+yqX9o7Vyz9mpiCEuUZsXtvb2ADmhu8CZC06c4qCwcx8KLqEkKV3uRowOFZausQwqDoFOhjE4x+
iLHFXL3CDNz7xz969P/1uv5H/iYv/9WMj//8T/78KrttIMlqevfHfz50b+2HaXh7m+5euv+8fuv/
/dKfv/Gfd+XrIEf5Y3r/VT99Ez//X9ePX6aXn/6QtByP26N6G7ant1HV0x8X4De9fuX/61/+7e2P
n/Jx697+8durVO10/Wl5Kdvf/vVXp+//+A2N9r+NK64//19/ef/S8H3nl+7lz1//9jJOfKtj/R06
MKZov/1tefvj/5jm3+Fem8yDUHwAEf32t1YOU/GP32zn70RoXK05GPjDWbyyxkaprn9l6n+3QZGg
1qGFZTrGvPj/fNyfHsx/P6i/taq5SHzsxn/8hjDwp2nKFVCAKgiHgNn+lQb1B5/v38bPSC8oj+aq
vUAXMW98TdJ5VKSguqVO0bAae+StsCXVtHzyg+VelGG2HYYvOFbHteOeykXeKv3FrXuKefXWwSUP
g6IOR/dcsdNh373fr1b7dZz4xvIxMLPjsnnodCgLon0FeezGZo1z3UFkVXoFzETSnT1HvBD6DEtt
18pkyQcsbGzdCLumcYhqq0s4mwWbZJTlZf3MyGSPW2F+x769oRseXNwkH5DS4TUhX6d90NNmYzK6
W16e5N0HKrUxUoU9R1AfrDhYzN99ub3aEGGPNMiw9OoCZoKc699H0TZ31miooximQ3URF4iexwmR
ILSc3MYTptJPwX4zV/mTVu/+gTO0C9vBqEnrXrVkz/PnXjf2cOpWP2xeA0mTuZzpLDzztNm0E1Yq
ij4iycnf7FdVtV3KWWCH+riszIsYSjlAcFnGIOi0tBpVjieccKHbRgoSU4xErvkqqPfmyIV42mLR
Do6LxpBw8FEax9ZgZh16k/Wj04bhId+VH2eaZT8DPb80FnBj41V2Yo+6EdEZiUNgNd/FSP855pmZ
QGOQ4Ya/+8HUVyOys3mIWqqiFCvbVwYofkziRpD0pRjP49bX8er2fTjYzhJ3xNnQLOjlXYMzXQKM
08aBMTCumMf+41QP4kH5Iw5Fq73GlTYXt+VM0WdMNBbM3WJPq7/Ntd6ElaAgxhi9AHoTKt2zuX4G
UzF4843mXo4sW9X1X+sZQVa7tSI2eihU1rJ6SZPJb9dZYqQ270vLTIDbeJ3I9IGZCKuF4japIjVr
5wMPr2Smn+fniUDHyOvd9Qiv5HFzxhbqX50lvS11bBM2+SGrvPywVky7LL1K7YbjDTt6A9Z7a8f+
soznnbHcRZ8yPx2LDc8Be8m/WIvjJVOLEzeZG8YUMSEFQGxU+YLpjJds83WRKzyjvL6ljqtrP7Ra
XSQq3+RZjK13Gpus5h4w2dJ6usmxb/JILZt9m4nGD7OVAQrIRBeWneLxMYYJpcaIR8u9GROJqwph
GPr5RxaU813jWnCtp90zk4ocoMQY9SUkSKc00nRelpkwu50T31yLB40HmZQVkw5f03KOXb+Iql2K
2Aw0L0UIz/tq2BDxPLeNxqwpUiYn1rHO8DXBlrwKjaHqn+vC6MOAcV6k9Gk8kMs93BjjOiSugHaK
44QyY/bGJZJyqFLugx62DBYTwEeiNZyaq5e1OhWmybhOK1ew8SxPplxaJ3rDlnKyM6INyk+05ZYd
VrPIYy+fP7VkZ0blbH0GJS3CyQi2s+2zi8FM+b2aTEJvpOFFpVf+8Ox8jFGkMFR1+Dia2h7aodMg
oORlEgyNfV94vMl2S2Ga0zRG/R6IBMAUclXp+odNaj6mA7K/Y9xpnYZAbLGjVt5GgyLOnDMjgbIN
rTWry3MrmWEN3tKEQ57vydYsVah63t+26meIQ1seuk35smhOEFaVJ885HzesNEa4PoXC0czq+dSo
/QukC/JwGb3F+rwXMad8xRMdcqApRyZDN+LDTzRgSqfwK+TyZ2D4v46OK2sTJRoMSd95x2khU4Jy
xBraC0YCN02gYoc3QSdHM9CaT5lLsoQ0sl9AmO/QeS7qMH3hmgClVxDz/UWrpat04gyMiy3hq/QM
oaaaLeL7tHBnjCVsxg+6Rdv5iMQLPo/7C3TqZ8Toevmr2+UVMwKBuDqS/YyrVJ3e0TFm+kW0hESG
goX4bwXDv07ofz+R/3QeY6SD4hjoFMohqsx3gNsGgs+q86zLUImvWimee8umZJt+RSf4GUXhg7iI
FXkv0dGCd8P2/vmDIPITnt7XzqUdDhS78XJC/IlRyPGvP86f7hcIMKaS4OmA61zy3RrJDHI2e68P
LvMVdwhe9eIXFOL/4X79+wW8d2jQ1gTS7PH7v4zWnRjvhf0ompe//gw/UwP+uFWQ+ljoEKlMrDHe
3aoFTE9jXOZfFPSPYr6xr52P/ajbP7ri9a8v9T/cLsxirhpw72qO/V51zu2qdVkawaW3zkuLNucX
qPmff76Be+m1DL2ywpD8/vzUTXTz4Ee9diHwqd1jCo2//v3/fKtg50AUIeoGI0I8Un/++d1VK6Xt
lXyEzdRMaVCkenGwumj5lXjjz48dyxAkvddca5DA9/im4P3ZVT6LRz+Y0lkbPwTl9mVY/G9//Xn+
/JZck1chMnCU4zbwnnziBaosG6soH83pydo/5/kUGuq16H9lgvT+vtlXSg8EYx4JICpMwZ/vW25R
T13RhUvRwbN/mFVK/OCWRaP2CyeI9/eNC11JDBhBeBjpQK35+UKbo43G5pNRgQ9aZNYvWvmh+pUz
1zveoedzkStt+rqG0X5h2P/zRWZ7yDPWYH5pxYzoUIUb+2XwWBIgqs/nBpWr74hIZJ//+mG9X9xX
YgYbMxsorw5qs3eXZarZrZVri0sfqeyt1X513lk/c/mun4u6EtiSD3fVd/5xNv1br1T6AidyoJAL
VsNriHpE3g1WZVBLeF1k6plKmq21QxJB9GTBTySaMRX7aio28EmTz6a+WKGcHRmZvXAem7aZT5vu
vq25U15KicW5F0zeoYVKmhiz00W+Rgkx4gJJS9YveeiXFMi7i1Klq64mrYGTPfgzs/7ZHvfUbTLn
KCHZ/YLC+Oclc/3UGEnhaAr/yntHwKqyTfM7XDgvmCQG5ALIe6O6/H8/OS7BO+vDccMf/d0OW8tg
sFC2i0t769DRzNFf//j3bzHPDQIszCcMB1gY78nZXY83BIEEfAJxV1g/NPVjWr1om36VnvbnBejR
suNli7UqbKH3jnhjg9M6HDV1WeQe+h/hlP1ie/3VBd5t37ZvarVxvQC2T8MWdlP81zeKze26Afw3
u+K6xjkV4LHxjwFt/D1hW7iW0HOt9x68ysSnvW3JffOq8kiy63qUazfGNTX9sylG0CvOmMMyCgNw
jDEvy3fxSJnNqzva6nzu52QVc4bWNyjTrixendFyL0EWqHNRiyxL3cX8ooMMRGql2GIOV9onMj2z
WwI8BkYLi3mvl5hTjqrZSHla+jgfHf8GWzoPExsoZubJ0eslabkp97Ocmo94qnUHRuYgfYWV/1j7
tTnsSHGXswdsnAzOTIsv/DUdFqVH62JVca4Nn/YV3gK0+DFvw5la3o1wbFrO1W7XKWAx/oVzMSEb
7b50a+Ac5s4EdOAMjFZzDe4RJzUxttMlo3+3AOdikw0rPCd+ZzpKOApWJQdCYoq7se4ZrFizfPBX
rX/CghMTh3b0v7qVGrfI67KCFNi9/2T3a38HSu+eMSceEoWJG4PGpU5Ls7C/lTzVs++0KnaXuTo4
te99H5msRuvo6XHeLXqyMjKJkFPliQXV9eT7NCRabi3p4G+vID0iHNv5CzQkO7YBopKgNt2ohud1
GEoMqsy8eNLN7hnBPFqGcXVT0bUiWnyx3uQjdslTP1dOjP3JnMq+5k5ldneHjLOF+Tb30epfXTdz
6cLRQIgsa3u/78u5TSenF6FqBn7NYYNLmnfdQZXeRH9qdyGDHnWUc1UkRmctwFRTrsJek4yUJt27
63E3PPWAMXHg1/4jRuNcQKymOO7t9NmY9CHqNVGlo1X2IXF1fZiTZnQyGgACo1b2rYFg+3ZwFyes
amc/U9IFZGbB/HDnGhB+1X1680ATqTZ2vv0mlHNHa4lYvdFFWOuVfCIZxmbJKPvNo2G1k8If1Bte
m8+tX2en1R+W8waJ9XbPRuJH52B/klbQ36imXX7kyv82N8RZ6NXgpsQeN5FVdGvKjdauKYv7Y7U4
FfpLtzgabVAlPpnXD/jhGjxTz3pgvOKeIMJZaSFdWg+vp0fMGfW3Dt8WNPlncuDndMM0PZLTWqS4
DTU/sPgww86BPt0ob0mKbHVvaJ/8E+hBfa5AoaO82bpTKwsesECQ7U62k47A/KeW5fu0KuDVqLBH
63GYZxc6jb9HhgZ1HQgpixhCdEm9OxR7nq/B1wbiHTdHRTA2XgbbaJPWmkoGAd14VPpGjnOumXSI
ojkw6bvG/tW4D0urCB0fXwCvAmjYy/7F3yY/aR39Ubp7i9Qvn05FruS9ts79qQI2Tvx8c44VgvgT
XShi592gy+0M62S4bc4Xw+IxMMKMIeeUobupRYT2vtVxa3mEicAkugmuvpeboURq5IMeSowoFtkx
v+hkEwm3ucJQW3kG4nJjlW3nTGPM+NK4n5iY3NMS5FEG7+XWpaC6rSySBiq7lWnOEwx9MUai/Yir
Rhw0bgKX8drfL2UyW9V3yqMPk+VOGjumtL+a+TrE3jh/WtxNhm2bGSe7kHVajL54AFTJjiU+YaEx
buPZqTwtcRdRnAbmtkfgqO5QQ4u4U1u3R/ViyXipfV8PNRPDB22q58ehU69bY5TxkpFszQSIIZU9
2HEHyBnDk7LuNm3F4vqaZmdbShxVrQXJUucy1JFARthez3ENYbMI13LtEqfZnKdVVhoUFnW35bp7
GiZ2MmPS9BfNdcabnUC+pGObPQzF1EdUt14kio33FLuIk3T7JqnrpkvNJgfqZsIG+l7JiwEqnYAB
1cfWbd27eXb2tOj777vogttAaNrZKjH70lECgivK4Kxk9qyc4OtW618WHK0it+zANeqyTJ2ZsIR2
bV/NWVfRbtpgkJPPZoki7tu6NeMRgFw+Gv0yvwH4VAWMb9uMdFfNH+euFzdsi/1pGrPq3uuM7iEn
PBQCiygPW1A+GbgiJt1e45u8aR/wopyPbZ57qVROeWJepEfjdXQLYT44FLtCXgeyniprE/c7Qspw
0bivqteCL+XWDokUeXPagq072u6afzHWyUtcWcH+MpW4LK7mI4rM+ohUACPEHU7db8vcRGt3Fab2
mGqQuCf6sNU67+PSkfpZy2w8QjbgGMzY7yKIPozXtWZ6NmD94LmA+J3tnvMh3Kb11XK5Y7U+uEdd
WdWHQAofS5Z6KxkHZvp571f9fqovklGUYJrrLa9j4+kfq52ZzyB6+8DQ96nHWzu1zG1Occ3bUcou
b60kIQwJSXAeRCOBQA39zlZAdDklWeS7HhN4Ubx1gWCJu7uPDUyLWW3R4jiJG2vEQVpeVs/6Jssx
/27OixZbYzY++J6Q3/BNdkRYkL4ca+ba3XvCMtm+HeBBCyQd4YwR4dwlblZf59Yp6gglxata7cZK
htGwoNe4Y/VY+O7GvVtEfqhmiEQhJzkkYFh8h8YU+WWDqTSHxFjvqaTGuJeUConXWnUEnkqKfDB4
BwLuRao3xSuzPGIR1948C83+fRmkcSdl/k3nQ8SQyphmb0yzWxKQh0aFQQsNbsos+cG2GW/3Zc0Z
3nbA4g6hCI+tp2BKTo5+b5QTKL2eFwlc7c0Px70JQphJkL6xrbbPWuHl8bh62kVmCLhY8+PjWqsh
zHEmuR9bznXfr8a4sPUcM3mdwHsraxC3z+UzWnJxIgGa1TsU/GjH/KpjMnyju1eXBiCHpMykkRr0
PiEkvgUrGTUk4LM/wHSHl8Ix3pbrv4szxCyc6VyMU6CiQfODOye/MnCBhNBNK/yLzPq4Dn39BrgF
k3b0eVkt/dUWxQsMK+1lpktOFfyQRKt08+PmZn50dQdj79P24V5UGjhPNgO6g6ceZ8TAIBv+EuGr
o8OE7YgT8zcNybopE2LHoecPLeXGOG8XVesvuZRigZ00fDOs/c12Wu3EMG+YQltbt0jHTesG36My
cRtQjsWdv1k1rCVgfjaPqdDolyfFkanNy72Lq1hobRy+G+qo9mpW7x9Qtj4s+XZvgSNNOpHd9uch
f/bzICkNf0Zc7eXhMtvrg70xl4SI+ENr9rdB0yamuyMhHzDII17n5YbKQ6ZNAKSvK/SSm1zUlbBC
xqQLYQmW4BzZwdQn5JBqd4KWJ+63vj1SF1d3kp3nHjitDdeNeey8OwgOpZ7JSNvc/guYgk5p5RjD
AfH0cpjRYMU0BHnciGxLVWDmJ8KTjQjTlq+tUdVHQttB2Uu3P1uVpQ5a1wTnfkJfsRnQOIApzdAq
Nz9FPgOlZc+qcK2LOS1r99USUJTxXi05D5V7I7PFORhOj4w/YHzaWRTwFdyVU3V1X9UBwkJ3D4Lb
QvPuh6DeI9nu2ue83nDKAMb5XBo1OGMLntlz1DI7F60ozgp/QOCKzeVXW9dz3hh9hLuI/7T5jPFN
S1sZqax5JO3ptZ3H7HZRsCTgj724BuVX2Rgr9LkrPasccnks/VohpVgkfCW7iydFLC8cMOeYN+70
bVvb7H41iXYstm6J4CkaT4NNUUtMi8OhW5zEKh9ZcXYM4dZ/EP5cXeqROtZd5ae1GFg2IzEri9CG
UztYv3f+ZCdZQZTQkLXfN4qlxA1KlimjpwMyEGMIh7FQsWzs7aHG7DjyICqEelfOSbFk28mQxHsR
wNGbn5GY7ynmdPQyYDwD0yOZ3RRIllbeM4X1lTUP8YIn/sWt5+VuzjEaZaPbjnNfa0dyCIbU7mdC
mAcQN3iUivWLzI5dP0Ph1ZM4io7HPVVQ6YPQ0CFBhjZizqdxtJzXpq1E0nR2QafSqY/Nptucmv18
aLzO/yhZK7BjZ04k24GDgIuic5KjbkcaLdN5Yp54GEdew96wpzOSlO+tmbtJ3wL4Sri/HDFYOq+z
ladUCU7Srg5RbcieI9sugxgjoSPB0zVMXWkn4BDdHd7xvLGuSuZtvK/NKdoyuIboFMp07bdvFZMc
TB267ZjL/M3BCe4uGFn7kyzQLZROcb9BFg9pWprQG6glLXvW0qJp93CtzDwyO8gVQFxFDhPVxLKk
LPuHLJtBufYtWOJZ2fpR9UH+au3rlFrW1B36vQDP7TJxrDdj/la21n7n6rBbzUpXx75utwuEmu0z
AT/mGS7LhiXSlcWUb+hvMs05DZvd33TbHDzXbi8+aZoxl2yB6xIXmlYdTJqvA7A7nvGB9eQUm8wB
ZNcl3DOnerKM7jhQondMrOAL6tjB6/JA6Vac0XU0n4XeU+KNbfY8A4Wl7J/tgZiXJW7HzMKAp2TG
tWgbNEPVh1OB7KjT9w+0Y+RxDdvV4qzYoPFR4h23DKRyL43lpR1bN1FWPj7srZxCy4CcWSKRhMWW
v+Z98AF0F5qc34xhtlTuETsQ5272evHkspZObtbjADNyflGoinvbsdEL746dGtb6pRwBDluqy6RQ
5nYI3KFLdnKMkxmz8KhZQHpprEmKcmr3vJRqjEuXwlTfPOtumIwfroD+u/AaHwilhG5YYlg0sGfG
NOuPpZEvpwIzUwhZy3Dj6hhRzCOepuxt5q0HHSCiEy7uCbIbHluzts5G2zrJ5qo2MqVrxPVYt8eh
4/mRrzHZYVHOO5Cm2kGtPNQkuwy+dEX5pkFSD2XnYAas+RkQX/B1avr5qjv53YW2cOy31gj1Khhv
TKg9NJ/BZ9ot8P2ZSmqeCuRu42zzWHojzuZWRntm2Ym5U7VDmnZOwtS6yDYVm4RvsROU3JfWLo1Y
Ih6CKWHowD4u1IT9o1bCcPZxTwvzYV/uRDAzhETpeibQ3f1EdC3igdxyDmWww6ft5XLMlNtdnYGC
wxrAF4clC5lOac6nlQz5uIU1GMEn/w7loIo6rG9uIRl/2wjvPs3VNkfWnq0PUP3Wg14tb8pTwf2G
UWAsABnYI+V6ypsWxvzAZg8XrL2RlhccG3NYkpz3ORo3rzv4UPI/TIXtn2fl2c/LZnnxWprOFzNQ
/mmrsuaJG5dzy9fqtV+167Jovtoz/M+ms+55T9xbBCowvTR9SszJcaDrw+hVsMRI0qI/LTppR6o1
m1jJkfBEn0auhxRAX1pOyTxVWZTP6HA0xRZjLjTR66SBHHtEKK+ZmkN3nt4yOTAm6pQbjzrrwfZz
PxlVoG6yReVHfDymWOWuOMt8qVK/FNe0rlCTxtXCqzWPvBgRpu8nOALOg1VVzUc4rm7UTd3nKhiy
xG4hUnbZDtmsKEXamy2fwKgZwDtySXAytk+dMJ5h3TExoIRLA71ywr2r5hTemxutFQKFjskmJ5X5
XA2DluiCJBy088uBKb+ZMr9mpu5Jcz0wDoMhiKMVN5Vu+bTo1XWD1dqDZVQEXk1wR2YCASOjvlaq
hY23e0PBYu3ww2FLOvflOLGBS1NnPNhS+Zu5dkLV+8ManREHAlXFQ+2NyWjsOjZ1jRtXs109SUEN
5fVjeyiI6DxpyzYeRrm0xwaPmqPbz3462wFRgcE83fER2qTHB+POLhbjdsVw/kUI4wtMgSny10kk
jt1ucb40egohnKqh8OyD6Gta9yzfjkyx6N7LAgQf8uttQIDLR5kL+QA2/EMis4LbjXOcO8N3mhb4
LAQStkd+zyBqcC0PW0aoybzI4d7sVItEIhgv5TBWN4utvl1l3mxvV29ptGUP9DEbzBo/vy/RhVAQ
aZt9Qk4v0xZ197HqRnmTk8kWLhNMqiLjdtdjL86e2XjPQa6bL9NubQm27AoXlw2qeW95x07wYoqi
w41m8noN5USGgmt1mKqxMYd2N3/yDeQ1xMTP8ThM5jEft+aEeZzxAFjBe+CL4aCL3niEkAhTZh91
CsysvHLbZaIRWJDmmQrSefLH0MalIWLE2R3ErtTRzUnVIJTuS2+b06FlLnbpt3JNrhqYdDVZuyvs
mwfhlPNBZqtxyI3rUUVvl3rlYCTQKQK6XWQZlD3P8zDIown/JmzoXaKm3WCJ2oY8WfBT7mDYjHFm
Lf1pX00Xqshcpz4h0QezgPaQdWUF4xxxn4C7H6sNJWCel+4xt8FxZKM6VE9MFtqpMVIy/va09bvh
+5L1xQfNG9oYwQZE/pZRdgYH2KEdXJZIG6x0LxhxLIdC62IOszIaR44P1VjhMiqowFZt3lZovaLW
MxgCdHlGNZe37U2DuBEGtfFcFb0e5SLzQ4Y4KsRiWoaMVrKwKBQzbDNoQxe+xy166/XsFVZzyGiF
ks6T3a3pT2MY1HZ7gFFahbhQyLsdmVE8eW4VwbU3LgV0p+MC0znctfZtz6vmxEarUkmCZro3aiO/
omKmS7gL4qepPvAgM8S9117RGYO42x3t2apnP248jaLUctczBCd5hnBqfsToAVGLlkOC8gs9XZrx
G8NzpEb1roW5Bw17a7o9D3dTOKnPbCxSWmUclF0J/F48SDhm3TEYHj7rCNrijX4qgWubhRog9ikn
ye9p2YZwNOwl3DTUcBUVVGjY3RZhMb5FtJETMz7ad3i5/u/Nbq63naV9dD3GgyPiFHwtF53zAW5R
rnsNdcbIYGrvX+2a2QGwsZcsOm4OrdiHy3XGj7zH55g2ve1tKaaG8ZMOhGnJTUQlyrJj1ag6xrlQ
+x1zCvfWHJhNlpDXY8prPbRW3U6RSKsnUV309qbCWuUbKaFVqNljgNqy4t4anXvPIPNKjefh2pa2
3RVGVaXa7IvDGCjvtDae+ugUGdTEUlc3a6nbh9HKJ9jS7UxkfT/wyYnqXDHuCC0fZ5zAMnv43R6r
Az/Sm0V6Wjw3Vh5itzM8lxUctKE2hg+qb/2GhhgeOPGE6k46phabVYVxhCbNz8Aw6HY8CsGwlX0O
vACrHeJ1meAXec4DGVZTXV9Wbfx9mK8owLL3UVXImSe8DLdewOCk9Zfhe9UF80NmiP7BxJntxmvM
5eDv5WexZ9MNTD70JnWLoI1ptGRKj/gv9hjiJq1JqWOrXH6y7db8YWe6P7FSgjxcMw1els/YbXKk
ft+uwQtRdC4CiMVgMIWjZq8PiAbXzb8xln3HiMPrD8IUc7rQ2EeMXfVw1LYqtfy2ul2F+Vq4iPKY
d1gbOpkCEUe514hS3SDvHohlyL+gmdDulUOVNa07IsNswJq5dbKLRctIp1wbj6NwuyIaPOZlDBHy
OC9mGfn26tyQKrbcQ5saU8jP++9ExOwPk453AE2i70NP7H7v0XzEvjF0H23APBtiAQIXF7yCw8Zy
yvrFRwN4MjLsPlwKrhBt53zMil2LnbE0vvpBo/+gTfziVNlyD/6mfw0QPXwWrlQaR9YcnF1UK6FJ
tOBTzyzuoC36R9so87C36BE6JJ9GMFr3LLzP1ij9JTYW1XzUVdcRLtXVh1Hte0NtujeHugdjjeVW
d36ydx0yI8VaaYRkrI3j7wNd5nc2RPWQQcWP2nV6AkMsjgS2Koa7lA2zCTI+y6smwZpwlHSEGwfT
oIUDCTr0xA32NzuJzPVofteXsr6hvQTd6bP5YdBLetIeC5xiZIyYFXYWYnv+DfqJmxROUxyUZcwd
LoWGhtnV5sQ+dNt4ZKVcxMIYYR6dmV6aGYBhI/nQxGDdNviavBg753Jl5843z8100IdmXh/KwdWS
ziIolVxcBhy1BjVWY2Y9MhgdoqZg3ze2QP+xI3iJisCsn8yqFh/Kvug/ubYDA79q9gNVxYwWIZi+
TGD1plcm9VfNWPejJqYZD97easJlXcerJrXgdCrVt8mo7RMz5uVS46uBOmexgjM7Uh1V3lD8HpRV
d7Z2Nd0snI9RL3YZi8LX7uQGIjwiIzbdvYx98K6EZmxgOKUJEToSx2nZkQvazd14IISP1AwL8wrp
Vd6haQeBhsLEqyeol+2TMnyBQ1fPgBajme4EdRz2sj8ZByjmPmpDiyhTOfhvGuKy1MUekzOansu8
/qctJU7LpeTzWuBmXdV9zazJOBJK+x39834GIXxGz/TZF/I7FnOMqlXhWypa+1rCjBwc+clXwQcp
V31CZ1SiwPzfpJ3ZcttItkW/CBFAYn4lwFkTNVnSC8KWbMxAYh6+/i5U3Rtl0Q4zHPetq7taIMFE
4uQ5e6+toEwexrYZPZV2wXOlaMZHUgmY1m0onCuA/jrlA/2rMrZyXvppeNVkpX6asjlnvlXZB2xR
09Bdx46QW1XOyjWfaV5VY4IMW+RV6im2g0opRS7dzMHAmYj1guYiCXVMNuk4bQkcoQMRhP1rBCbr
aoLZe5M2jGgKDRlnnFuZrzMjvKHLMct1avUhVmCmkH7qljkzO1f5UlqK7dFwNjz6cZUnwrLexIyQ
N71WMEeM1Nk3gpYMSMhYxwAR4EGNwnAXBXRQus6pONHYqVcOGmOXImVFMg85GXPU72Q1cZAx8vSe
Axmi18roN6NrYXnXqKKNQLhrsLb2Jm+XXL68nxnNswd02Sx9QDPM5mAx7fJeDxAvC6r+0Mi8PnRS
DxOYjnMssPx+oLM04hX37I8gPyXKa1/JiTd5RO9NrxKO2279A8bgLFcJ9jc63EJlZr/Ua3oRZit+
ja+E7aofNLnVlr831Q99XTjrDkS2l5ZZu4nSduDkAN50JK0QW3/GAGoahK+AodrYjW0e7dEePcNq
BfUfXfKxiT84awt/mBNUr0uR1rg5EfMhrQudGY2nSqZOajt9dbSIY3Y+j1Qd7PCxs0pRroJEm74N
mApRRqsWzZ7wgfee8RwsRgL6r+kX7rr27lZ5S7ekQrGQ6jHntSRloEkDiq39PbPs9E5nykQ+eWZ5
qatl91Pnmi9pm4/PCh6jyu9HerBumAm/6Ru5wrrf4BSlhWyn1ovZlADO4GutXCvEsw1g6jgXWOiy
GPcTajGGkRyIeho9NlV6shBEVAY6X5UJq9QmKfGa+i0EMR9y3tsQ8ICv5qRsMRNafU6pmuo4ZMf0
ptMhmKYUDlJodBA1PFfCGdqdEsyEBmJz3eWkRx2Q1hueVdjiZcoIKlklGJVXpWsPtx34W1/H73m0
Ql19UzKDislsgnJjFqPwWHO6P+qi29ucXx5tjk/QNHJnCYhEceBo5Re3ZiWDWZv8yTLQwAdqgG2d
aXaHZeqQq1IweER6PzOu9VpFtzetQcALXNJ2y6cZt5PSORtYD+qXuoAfrUI/PySTIR9I5zYewxzL
YZCQIG2RmcZxuf0WjE2HG6XIvUW76yNT7o+RbIpNorU56vo4OmCa4/dIBEWTzeQaGEFXm61vyyl7
hAqVfDAZdL5FAXHzKoa1H1LGGJ5lN2xJpE8fkilwd5paxd/GNKWLX3OeoeE2cIjM2/UcyPTRZlJ6
z5CRkWqvYCRYuaUmwK/36m0n4CcMao8aX5/j6UQ/nFGt2nRiRVZUzIl+4FjQ15hfOjunSsQEbpqy
2ridrq4deh/dWsNDeKQ1OPt9ZDO064xpY+rZjY5I+XZUpInRRf/I7UKlUqR/PehFe9TnPNlDiMSt
R22A+EYx39UOMMQobZW2oPltShXs3dEw1xhv1O+AP8rVMCmhp4vS3th4k2e1WEX94PWxaa36XESc
VkdMPK1C86cMg+QhYuHcp9mQfNCZ67qNKef4jqEiMn0el23fQcNEhhziV6xxZwPGnVbQoqKbjKEe
bfhZ3WOI1L9oZebuuNsNYNpe5CunE3exqjOglNZtT9lzMjm4VShwsn4bwBXZzAKhCEWwCu9ar/Zl
mtVrrd4JxTwSgMRrf5h4UKJcTr6lq816ztqc5qitVdhWmFlcxYVgx66i/KB3AVwFmzb6OCn60SqF
9Rr1Y4LVIGsoO5bqjSJlwyCAgZ0dqmsGxO6h1VrD7xk1RRbhktS1U+XJmu1EgjupkjAimS34Dt0k
pZWii1tmE+I159hl+vVM8d6MNFCYcyAdyMzYqD3LGaZniUl2J2B1ZpwM42CbRzot+1pTbtK4Q4hl
A5pR2sZkgoXPpgQuHmxw+bZbs26zH71mBC8BqZSnJImtZzcN6FphDqTvKJk8ZPb9AKsPm3LCdnlB
XLZIsc+kZYvNzOSJNRhcnAsJK9UIVSLYq7vYFtc2U+FujNdmB4Cgmm4NvXhqw+BNRYVQyn7952v/
KpxbJM8a/oqFm4U470yRCuJ9jtnc7iJvrrfu8JcqdyTV2Dww66F1ZUpnnIn2o1hjlm/2wa3G9tPR
BP4rZu4iyoM/zdADErNAe/qLPnIsVOycAsbYmF2nBHq2Sr/58x0Sy2f8+ddZRLP/GAE0kGrLYOnz
LSJ1egK2XcOk0kKNvpJiLe3EdjiS0YTvxsobXD/GvA4Ne1gJpv43gaqCBio4LytJk33vemfmyNpH
6qEPO3PtjmO8G42WebQadnclUpU3CgKmAHZJBXNhdX3GswFCWz6+ayPZWoKWf+HsZ0Kt5Wjn1Q1j
RMz0t82wje2SyvVZ5UEtSbMCfnFBLvnvTfl80xapM40IDCmqrZvLuvtJEawqYYiHWGlvQqup8TfZ
NExTjXoKicU8fFM1Oi+ZYUivSJh8iSRa7hDisxVFB223mQp+lu74SOfJ3MW05pf35/AckORHojJW
p04sfWTMGg8ghouNooXZTjVNk6lG0uZ71CTWRosFkF8OfJ7ZUr8xH+38OdeYL7nNPuOU7Bew/jwm
z8+96AofF6j0+a4K6ot6YSZNdC3JGsYpRqu/qIunYLRNajQcl2UYCbJqNfRHFIJsgHgDt0Exo5mT
RbDOuqg94kUvN7GdpzctD8jD1HX1jT2wSou5egQ91d7GmtocCx2xlbPXZIC0aYQWGaDp2Uk5Kv44
yHeqCXfViap5tgcF7Vk4tn6NdMNP1NTZC6c+UCRTt+P0Hw6KkX1nrTqnqHeY31v9fG07ebW3NXd4
iZlH0IPuLXszTZpkNXIanAzq9VWfYC4jOePHlJmZh/IfNo3Qs01T0EmqzKZ5AEIybsa2T24ylB4n
KcPU3IwEBu+nmjNmgbVrrY9WfnDdKZQMRLX4EYOkuTY6ZfSoAN+FVVn7eRE5TTh5D3mgWe1qLGxc
nsGIbZ1/5xoaAvsrpxiKgAVX06VZtleUKblvStn5g631a72UKBXzJvjuWFm0HupbrTLWToytKYyO
UywYvMQ5lkt1KO8mOozfhVXQjx4ZrclVatEEDmYEp7CW7D1SnekqFKLaZEVWrCCf0ERSXMPjhU0L
xqFIP7pW94HbQT+5iS33jT1T2mtKcgOUP9vPZLph6XDzLad2qpEpbbAgBqoC26HJTklDgJPaVIzE
nWpCG0P0kLGZHFqvKzK0u2NL39LX2gBfH95KK1t1zsQcwZrfe4X/rmD9patoSJmM2MSibLq5pCKO
ZCyZDUTdC/pw3p72nG7bdCqPZtG+MTyJn8Kyp89DKhnTFgEXtlVHPwGUel3ZJt1/pVd9yA24aaIS
pJCZAPJx8NicpPI6NV9aL4ZZtEVOihGwjqInR5d3Sk1YHMefPg/y63jukAZGmY+Sr3wuokZ/w0yf
PoRVU21nN4z2UsuHQ6d10Y07SOeK2oHmHp9gZiCSmaABSpvU+6kFbMU8/EuJJvGp0Kl/5mZXawMR
BmVSEGKIp4BhkT2ewDgZJKMEr/U0vgeNLr8ptRN4ibYME2lVOjcKohJkpKbO1I8skYpZsYdtINvT
Kx4Oqh1NDK46jv1N0c1wjkxnW0Nw0Fai8RMBrNe3kl58cXq0pblBXbCiTMGXULsx821XMRlSuoG+
YawjrqN+Cg+hpXxIEMJbnKjfQwRGUIkQtvARgh8IaeRmVMIeXVvdeWLCnz3Z1Y+p5+hpRTYN7nDR
pGaqvcukdP0eZtNB8Ibhp44txHGaeHQEB/HBGr9aVG8w6ENxIGc9xjJcGNdK5NZHxZqK9awbBH+W
Q7+WzeBekcDM4d6tmtVg4qCchJLS/MfQmRuSfnE7J+GFTICzSoKIOh1/3pJ6z6QR59dZJQHx0uwK
IJUnVlNlr/ld/vwevvT3zyX+QAYbGj3lKctOLs0uuf3z31+sFD+9schZxq5pL/ZC3hJUYmev+dgN
miChkLkzSX1so3BrGt0hgwTP6KJY1cw0C7b5v78mjG1yLQQ+Kuqvz2/JuR6COrRa7U5EkT2u0aPN
t2pQxA+hIe1vrWM1TzUhTMgIGKxeuPZn9wr2MEqZxf1BtKBmuMBKPl9bVYJ0Yai5NxXwomFN0k+b
Xigul4//3y1dLqGrBGZTpQlokuIf29BPRQD4hUCbwErd4OIfP+rZD5p1d6k+u3SRs0pjzrPSCHQu
YhAfV/mM7/XYMxP/z7/UpaucrW76R1mS5oNLPpU3DzeB8ASCyO6vXIjcMNfBRWlwx4ix1IV6tgYR
rM2T0UcxL9u424TjUN0kUx9eWOnn38V1NIGPUjewoFKenf/yTao1hANX8x1D5hAKz5Ru07guNiry
iIMCbPLCSvtcgTqkCOk21r3FnbyYlM+trtoQgngGB3kqoy+o0OfhxW3oPd6J5iWIC+Sfl/xon7/g
UvJigYSft1zMMXGLfl7aaTsDH50KwaA7WiNBa1VfjREkKn+3Jf1ynTN31oBLiN5DKa6NuXdu49mZ
1rDKgre/WXq/fpszp3DnZCXCab6NBHgBN615J2xFAW3358uc768wY1EzLal9aJzQky439aeHFUJP
lck6ah5iE47eWHla7VxY3me/C2dMmz+v4SjDoQ7ZRXy+BFacAGZ8FjwwZ6czTHN0smkhX9h1Pm9s
WOo1tlOBD529xzTt89TowoiUQK3KEpqVvyhRbH+6ZLJdFtB/G9tyCR2QEjZRCxkuv/LZboCv2tAZ
0VX3AVVZDNU3iA71uEv4TwN4q7/7YbgYIPfFK47XcPH2f75retVlhiO78l68MVyvn/76r7MJYEjl
BAB31jzbcpRBb905UPP7XN1zRFL/rgHAncLvSmQAPzwmVHIuPn940xwNmBSmct8P7io+4eG4cHd+
/bXJggazYGA+g9tqnj3rVTxkvRFo5v1mSp/VSEdxU/ydk54ZMUEoAIJIQTGXKuHsMY+Yn+iwfuqT
3U+IWtY9/jaOIX/5OwiWFF4RghXYubjS5xtVESJB/mHcnJytlazp2v///vzZ0924qQG2mD+v9xt7
G4nNn//8+ZMNcII+DL81BaDOlnt2i4CaBbEqBnlSzWENDq7qVdwGzzma+z9f6B8r8adHb4mmwwlr
sGJpV52HehayEE06p/qJBHCdQ4p2qE1Mj2aLJrXs8ttFZsgY4dg0eP/mkdJjeMYV9Xd9J5aEjWqE
8DPaTjY179lTk0rDzJtq7O/DXaBsC+Vvn5rlz7N78TguWILzhqCmVBG6KbO/F+r81ZTmCySkP9/H
891++QJQ8tnnqfwAHpx9gUxrqrAXTnef2uPuVWGy8Oe/v/zgn36mf5533pCsZWOpNT8v53EYkS+z
bT1koOWUNj0yPPOxE3mAd4CQlutQYdT252ue2et/KTTOkRcohpNoEEUOTasGEWAkV7Vrraop+kiH
BumhZFqFYO2glM0xl93pwuWXe/bfd/6/y+ODd3gIQIGePcKTHrcIIEOmgFV94O3w0s2I/NHZ9HEc
+30fWPReMLJN0jpYXfKoMFi68BF+V2qxjVPZs+NCgjmrFeK01rWWIdZJKPrNqLTXfZagERHzD6ec
X6hWPMuNvo5jfV2Sy2vWcQLP10YNk3xNFGtXJ4tIVQO76HiaqI8Igi/sQ7/9gPCW2TAoc9VzqlrX
h/hGcRKcspxHeB6RXJCF3BooqgpMTFY5+bXVvuPXuFB7/HZxMKDTlq2cwDrn7NdpZAMWNsnyE4Do
TTMxGSg4ldBoz80nnjC9f3OaK2W8sFGc7Vf/LoqfL3u28U7MdqJasigCY6SntKv6b+PwNoUnM3L9
eHwJAhy0zS1KHXyo0YWn/J+spvMl+fPVz96OIFNKLG55flJSZqnYY4+ZDao4ynFSWfm33sK02xIi
tBoivBNoE94Z7n4HQfxAFrzH8W5TzfaVxMTFLrQ3VIbEoybxS1TvQ1QriBTUO5Pu3EbrCiKSuEY9
53fOIuGgm7kFRufxRnU2U9/9KHOMUmYRwhfAi0krViuwBinWOilwoC8+JnLM1sY8v2B6OZL7jvtk
kHg6Gz8vo81EGrius2BCdhGA8rsukHSK9ewpC8JHq1DvglR6ONXHFcYj5EuTr8ni4FTa2piqh8Fy
N26JqmQsnHk15Fa6loBneYNga8VG7AVmTvNOg3pZim1tie99ZXzF64X1dWjhm0Igpr0Wo0tF+ILo
Ogwfq7jpvKQRX7QmPNoOAE9JU9t9toxFzAsdWc487gPCSy8cNPRWPWG3xuOoDFdFUq1L5JZej8db
NuH9hY3g8wv5f5cd8xzqLwpVcf6csQ/Qm6SbeCLR6Y4RMkgzd5TomJTDGAq403ikcvxN1rzVk/kI
B/spigdPQ5bAsO1r0SknHC6Xdshl1/+8HJG6Mm36p1qDFnK2PeklA+nYKOUprT5MDoD8Tgb6FUV7
qpKNi5xCmb62/aMOVn+6GEr++ZW03BJkTwzXgKYviSbnt0RFTddbU0qN0ivFcUYMttEVUa/jFuJw
BID2R40U6tvstpg/7Frettn8DXFFdJg1VV0rmW4dOoDtt3VFxgWvr/ZgMHsAg5p2H3/++fTPE8H/
/awG5TIgGoryc9iEgx8DhaZZnmp3H/cfcfmFbI5r103QG9wBfPeT7jpU39CursrqRrfVbzX0Q3Mu
rurxNoCIguHG152vRYrCr/gxjixMpebZxUadMVsELRHqV4S80BRP79zkr8go/358JtJLsDJm1V96
gXESSkZqpL7PRnsMpvQujcHQDwx0L2xwv9nVqZOWoCPGjMA5zgsxeI9aLdAMnmCni2VYE32g3Ml2
rWJ/jMWY38auMV4nFjoAJOnYDOLRuFD7/mZdkVC1sLaopGhznZVSlh3nRFE08hRXz9Ng3hf5jAqH
IAZ752bvhppdeMn/+grlK/P+pHFjMlhzzh4iRQ1L1SSU5BQWrvVuDDMZkQZAwNBuo51ZjuIpT+sC
za2G44FYPf/Pa/O3X5fUemaKKrO4cyKTonaoBqtCcpJQcXIz21yFZXEft3m+6id1b4SF37nW9s9X
/Vyv/rOiHGEQ7GQvT4Quzr50o5INoczLTY6AmzZ0KOzx7ysEbux/1/jnofypAxLbgVTmvpUnQ2xd
pBTtBEbefEbGjKFu9InPKrR4P3WX4iiXyuNsV6RLSpIUyU40rs7rRqlruK4DhzuquY+9o6E2658I
tLhwC7Vfr0M5btGmZ0hKv/m87webvitFYdenRjNvm6B4UsoerXS2C+n64PPxATw9wtvYE5OyKYeZ
CnqJ5sGh6+byfkgvBVotxcfn7/358ywr7af7nQ2SqA/HqanIbs2G3YmVg9ya0JR6M6SPf15Av74Q
l4vZjDBpFOBTOyv/RqhEM744LGlxvFdL9O1du5+dfIfe/sI55DeX0gD80Hhc2pCE3n7+XjEBJOGE
ku3UxcmDZZbuKdWkuwkT8SMMJvvC8/ibX5WrEa8LwklfYL+frwYzuNMSInS5GsWWbDaqXaxzcWHT
+fWp5yhK344OtYrS4hchh4tNsI3G5iTNet3k3Ve4/kdTd9gF0nXSNldYVC7sq78+8sslAS0tDz29
6rNHXplqOxs1LpnOg4CkoSlHtVKGL39eF7+9CvhCDk0qwQ7nD5/uglrGMkxjRBanojcedD26cO/O
I16pPEw67jR4ECcTm/lLj0qPDWxgM72d/EctSq8aJoTEH6PDEVCicxh9ozgRGQoRKbqwOn739X6+
9NkzRsgzjHhn+d0auau0FrVhj3voz/fwN0tw6YTw9gPhIzjyf16ChcRHhcTdvLP7vgLApFvXuNXz
40z6yIXK4tdni8oNjh00RRqKv/xcStK7zWQl8akz7ZmFh6ybFG/Vnxhj+7JK5wub5tkehQKOEEpH
RxylClol59tGGtLP7sp+OvVLVoFCdsh27lTYwBnpIi7yHQ4VjX5hlPrLRVEXMzbDiA0jYEHrfb6f
QSYyPE+dfXKCptsEmsuBJ5rSY28O9mbk/h7SQUkvrdLlr/60HQNVVek+Lr1U0EAM4892SL2idZKN
qnISaL33aq0t6dygILpSAyzUhNqtYsfDFw6UcJMolQ9O2KS5V/dp+jLbKbZMEc2J53ZDdooloIwc
y8LdHMZUKmMZHUqkBH9ed2eLW6CYo8NEmbxkFPLpz+7TmMRuHZo5fx/EkBVte/Hw5wucrbazC1Dl
f/4hDMzHTm9R64QWOTY5csSYybNRQ+q6BAg9e4b+vRTyMpp+tM74DT5filctip1KK0/ljIHhncSh
fLw08v3t1/nvGudNv75JwbOgNj5h2jGML6AY0M0QfXJhO6Cj8ssKXn6Z/650XqPa6mgRf6aXJ5UU
LfTWrnOTJeRXjRVjgAZT0X5gud2kGOOPjSG+0plWyIpB8GNWdeJLmFs0pfg/gM8j+7XSkBjnzaII
zuhi7wy9DTFpGgopRK0BqycsnB+xVli7crBfoT8wB5bz91RRbLKrQ8tPpqoy/S6yaQoTY9KCGxHu
rsgzkIR1mK4jvEebeok6ZAtZRPmRRjaUZq9Cc2hXNfYwLIdPGSKOCayfj+NWbhEqvzttHeEb1Uov
rOI3hDkfA96CdTJW7ZqoPRBYDYyceB6s70jgOKwRBuWPNLe3eQrYjmBVAbkniU7zOB2KOd8NTat6
DoACBQsC7ACrEY5XRoXhDVUnHzsVrfw1OIIYhlWNPAh7ChiG2CDBTUADESkBJa5WFb5tQmVgvyaR
1IBSk4ox2FlmIsnsyt71PDTWWADsVxtDKhzatNwWFTlloUJMNQV4BdGeeLJebQe/cXKxbmJ2HTVN
IaQQCrJWrNa8b/S+OaoSA2fRUQFAypH7FAj+itRqY6dpQflqt2GzNQeSHG2Ba9Itkc07kW4fCq1z
/TnLlHWNEdW3dazpQd2/NUZoeYXZaT8CA+iEqM3haaosgRF6GjsAWiCkJqPmrUl8Y0j4XoCJxtHT
ddx3BClVoQaBmHjPFaIzcxtWgI1ct2ifytYy/DQvAmB6wLqusiESVyLMf1Qa0Wg0S5x93/XlCrW1
tannBIxigZcd74oAKMnTP8TO+Bb3LuggjNBr1Qms9VTE+k4aeAERntfXceo4h3yo253pToxqGXXy
U1raMQqrb6wLe5OJSX8NyZ5bpwLCUd+F9r5C3boK2ylbJ/X0IYbjAM+8L6bHyg6gSEU0zWQU9TdB
IIOtmQQJEQ+zuSMB/QMJuYKD1uH3cIrKt+A0QKrOoKxJ5IxbAoKTtUM4+r6xEFkNEhlufNWnh7ha
QYXHRNLlNhk4miC+JQ53ZIkbu6Ds4HkBtUBhn+n4rwYj9fS0+1EPyls1mRz5ajvYEnQubhojp+vX
SAII48l+gSUzWSvCYvAFx8yq07Get01WE2enN9oSBwiWIY6Uu2IonSN6nnbTmsm4KgT+ha6Lx+MA
4Ab9JJC8NqrC68Y2viuuitzdaU1Pq/Bn9Rnma7Lw3kbSxjwazYVXoP7eZMx8V0GrjXstzkdel+Q5
EdPT75tAC+6DcI73jSwB/49VeetOWGndGTomtkWAjAVAeUVgrzfIhETwPYbrPIsJLSW26SZuI5ID
cNVsnch8tyBn4tFDBJdWzjfYiQtA3jA8JxV4WPKA80Up6yN2c156ang9gLjYEylKvxUnKC2Q6M5R
+9GPSqd4DnPLXun840Y3OmKSgNZt+oSodyRnM+1JBa9eEuCjUgaxkYvX1pSF9KuOjM/YxZIdi8Wu
OGIPyrOFY5fTmEJlG15Z/KMXNzCRoq6MQa3V8j1UcOIC/gKvaNgKzYmumrzWtFHhW8UqbJbwAcch
pK8NM09vnQIlbToi/7fATDoOeQl9WPpRq1p4b9rmaAUx8Vk18KUhrLqHkAbZpl2ct52cy0PkoCfv
C7APVjlXuO5nOvtpFaz4N4I7bYbko0byNeli3UunEIBEExt85Jrznw5MC1ZFC0QO3XgUgZJJXKI+
iBBw12WMhm+GMLbJlbSizVoY3/JgVL0K/5RH4OtbjQnUM+L0Yyia7xKDD7OF5KM3lS+67OAvjvp7
EeQB2Dm+aM/4cMXv824SGITsLpCe1nUgW/Uk8Wco12g7ZfTAqTJdBTZUmaJVHmui9lZKZWVoDyNk
hrk6I1cF3RW2Oc9NXuPjdAp9a0GRWA0VhUNvGCEzF5hHRU9m7AqMQfPEv8iTmMUj3t645lzAjvEU
2w3eIbPKnu08f7JQa37pOiU/Dlj2DtNchscQsnyFLRa0VLfoXO2Fs4AtTXk3Qsf18wILI1ZDhJ9u
iL7TVbAzcdz3SRyzDkVofzcctFgzLt6rxnYhjw2NsqIIVumBk9ikqBzxwrpnumrJZCsGw1j3SQ4v
g+dkAynBuk86bdgiMGqugZ+1N1IayaHO2XuXgvaKSjkljDAasLWaP9iEpN+T5MF2R6pNbxHsjPQs
2cjenbagXcZNxKCIpT10NI9wimEcw85p6JPHu3Y+iL4b/LlpxINMIqtHqtx1kLPBVm5jhNl4hNzk
2Qga3uqC1Kd3RQI1WQH6wtRl1NxMdQhPybhgeUWPY89lyOWWzlc3IVQMLiYMEHdGtJ+VKVgjwjpW
Ai8laFAjJYvafrEb89XsuufJhApT61l8D9syxctADWj2lAwWMb0rGDv1MeuU8M6MYQ64GHy9ttE5
ko8p3pchGBckT51jRYo1Q98FpNLO/hSa9aGQBrMX5DkYwMLwVvCrMWsAEW+nBVk3lLibNsN6VCz0
Hjj42YpzVrDKmCp5tt1BQImKbJURoXIYbWPciFon6BFv3k2fGowaQwMibWB8zyumXQ2mxIPatu2a
NFPnJYA8BV8vL3eZyTQEn4C+cSAu+AzfxUsDTA3yEVoyPDez+ThPDr7nzkjwz4Raf5/DJ2LNq8W1
ZmBcGJTsh5zZIKMEuWKjWjW8VSW+nUsk17nZpzsmI/OtZE7P/6w34ZVhDYi1sYAep6VtCn8q9Hnj
BQ9Nmxnb0GyMbauCAMswqONG6uRzUdGw6vLK8fio2oYcYiREBQ5Kr1TaGjhz797iRWcdT5X77tRY
HZxa0Xw4be4dHF1nbagDgumR7Nkwo3gC2hxhdJXPolDarxbuQ7xZ6ZTDXJxzE8vlzGYv0g6CgTGo
J62qgsegC2GNdNW4TQst8EO3mNZWyFDNLWZ25cAhzMVU8m47t1P4SBhqel+PKAcHXTo8lcyQojyw
9zLsgzXHSfloLBZN0OXOulXYgQAzMRUc9WSDHNnZxo6a+EnV4/d16W8nnfNgFQ3UqYAaMhqcoSQP
qvqu4yKCwpkN6GPx3Wea9V01GIFVBSVtUzPlU3kHh6uMgMFvUFpN0jSRkqEENTZxMpM4Nc31rdr2
6I8Tly+MurvMj0mstY+VO321GrWhBOo+phE+2jTq9XVfC9VPVe1jNJdfbqS/ZkmBfW5wyLgBcQHQ
Y4p248ikh4EUTgqHvV1WkXYTMZBZKQU7qtPG80bWJhMCfLIbY9LGh2CcpKdEPJFRlj0NaOBBbiSt
X1SatSZ1Ms4371KNHlXksqCOOZvjR5m2Q0UI0ACHYqWOQ7dFiY3TJplSRjiWtgHUNq5BwWWYBIJs
jXQM61gTQqRxKH6Pk6lxbkiy9hDHWXVvVnmyq0ZL9wBRDdewq9uv3OxpS/wwdrYB5P06sf85JVcN
X3vMjsQnJbic0+ARazlOdyyK24IjLAxFBzAttYeGoyCqjyLRui9t6YB1RdPsu7JwrtGyhxtzpmbS
pdXeQcjiEKCCt38j8s9IN2k9DScJvIK4uqmvXgkKuhpH801PhkH/SAx90B7Nqo2J0yOcKtvFINqC
janW5Rsu22UxkpyNbULX8bab/bqy2iVQpzBdL+tGYKUG8eHjcwMW6doaeC33FknEOdb+vdliGs1t
N7pLC8Nau44sd+kcWytTU16zpk1XeRW7m7nK9a9ppXFucXLi2XkbDNDA4mLxByYqVZSrxivsOS3x
3TD7vazV0z29gmnd50l0p0nCiTAH1PZDFLvALWvjoR/wsYQRky/2eufOijHgBEQhr6q6wnkFOdxu
X5Eaoodk1uEcJJXfXu+VeFNBltgnGWN3hZLaz/RG+nE/fAAjMb0patDzNylALwP4KE0tQiVzah7V
Sl0crlLfJ9L+4qL+2ahOzbcfavy17GarIgpes6AtPCM1BLBYkfjpsOyD+ElXkmhbTkwOAKlxiq7J
MoTAKewgv8lhVCW+C3COqt5R+KRaRg0DsITt0kymaxAwYNu0xJyvHU3epVX22sFw2w0WXsxVp+Oy
VDK3hp8AfYe81tqP4BCsUQ/mGzCWvBog7WKIZHVio42eKQNoHAEm/bCicHy31aC/m5jV7/gDI7Sc
NrqBzYikLZxNDfCz3QdsCFr50uY4VUXh6PCORnsn5khfKQG0L0qOfi/izr5Ng5qHvFiAiz2xC6C9
qtyvmwkAjxO4t/StYKeZzWto29+VjIaj4ARyGAlq++IKR9nWk1J+dacAyANTLB9vgfSiFvyFkkct
FshAYeypYxxlQ/BMpVJ2GOTofTHsW6nA6P0qCOsra8AaoepEfjkoVVaSQ71YJSU1HvhCZWsMA7Fc
Fki3O7UZnRXMHrHWArhCZpjMqzyFeEjQGm0uncRJSD2k4UbFdzcEJCJL0OFaERqrgsrNjw38KkkU
T36E1QdDlGL4pdvNd8KcxH6OAT6C65uuQz21OGO4ktZZXW8NU4ZXdWNius9NB/Bf3N2mudkRJie6
N0DpztEaE+VmwMfILxX3mxzM/0vENnMET5D6yZgCiWU5iTuKWugbZQT3jnzZB0hv3/uhrvdR25P5
3WTzlYgeumxDzF/icfThpxCp9krx2rO/UPNIxWw90rOZEbfSXhPGGfsiFIRgt5IjH0bZ1I+jKPXV
yXFfjNLCmm7CVvg2B/ZXXFXDUyiKct+aCmEAaj6V8Z6RBpwis9Kg1TtRa/2IUnPcp/Wo+8H4Pxyd
yXKjSBRFv4gIEpIEtgI0y7Y82xvCLtvM88zX91FvK6qrbSEy33DvPWke5Dob5roO0UsIHK5BsXTV
XdcbP8o0tSMxe/MGYqyBxQJHH+9VQlbByHu/AnAgX0J9lsru92ZeMSCxpaD0azGYVyYbxjJlOYcz
+dXVlzcbMxJ11ULYX1dT3Wm5trMHGH5ZMROXV1KtosMiEimr8PJAKuC9I1wF429HRMJ6ZXQxolBD
KsKqWd2bI467xGbRlzYwA5ICXmkiw2jvNEByY8Oxn/ilQKHbfC0TB9VQN30SSYZfT2LT1imgNsxw
CQrpxyGYskK+DUmdBEufm599bBh3bpoZyabpIudv7XPoapymp1Giucn7juggPXzDPIY6Itag7HGM
+r0kc63MW2PfuWPkY7f9hpo+BkTf4OZ2TM5NpI7b1LVDHHH190wu2AujJaJsYKZtGdCT1iZ5xMuy
yMfSjl/WdIIvqelkNJlOhSt9KXxmjiauweF3gkPn1QCV9/HQAsTNeXp6PBiHarG6R2ssgUhblX0i
Rzm+s2W+bovMyYKV9GPmtTW/hrh1/NqHW5nVPSJDqtS+bBnqScYWUchraf3jVvkF1UL6FSIITy6Y
5nttxnA2Wa6vblKhKElsLk9S5Rs1Vfd2omFlLEllKMkP4edTMfwMowki3f1icdxstaGcaQyt7msd
mT6iFqWs6qatIavijopwfJtLkrPMNow3NIwVWYZWu4MdnN3iSWgI1lplH+DTom1ZjsI3FqsIaGWA
FugLlva6z1PYtWSsR7bxR9QH6rp6Xb26sQiyk85fXesNuct5duSstS5oh0pf9hOCqCgy28emGGZ6
d0Dvcd1KMm8xlmwdbMGeRoD3tsbVuDHT4hv1a8xr2/7EM2kzRBwI86hKvv1Ak//dbP2bWK+ZzREk
TSkN/+E3C/GpVZ0l7gts/QER2gzi5Gj6Q38LE02dsw3e+2giwjy6DocCE60B2lHmkE9BsAXbbwK9
tFh7zZdOv46miK9tZ5YXN3Psd2ySTKboSDd8uKS+rwQdEBlj7aXdLTfPrBmQCV8EUpHsqBtUalo0
GORiVV3x0fcqPJFG2O5jYIf7UHTxA2GNnV+CPdzNPBZvSCfjZI48mkhFHOJ6YwXVRLBWEabrrkoB
fhnEH5DjJ/CWmkTAQ6Ordv+zRNqo28KO/9LiwWbgWs/q0E8y3mI5IX2Kim0rOhIaulqb9mzhyNVy
Yh5HPkEuSaQ6TMCpnTp5buDBo5HrhiCXPc2YHqcH1uLNnUsc+tFgNHtaCT7lSmmF/Btzu/5QTv8e
1nl8EqSB7bKORKQ5SX+ibp748Rn4yvXGLgz7Aa9s0oVkyKjZZ+nJiKqpCau2M/2e4Hneb4u0gyVy
9aCozH7Py2lugZ1ITIBGfdTauXwywtR+n1fn2y5nvi865w0u0h6CPTFQs1Y6B2k1FWdJUz53mtP5
hqSg0Et4SyLTko/RsPszQNLcsxKNkGSKPk9b4W6mdY4fsdDqlzXpQS4wkSA8XvVh+MTDEHR8ee0C
ASWdwRY1gcwK6Z/olPWxrNZ4tDgwyCycDfKgW3164aqTt4mucUBsod/HNUMJSqBxv4z2LcaRK5Js
abadkgSYoqbut5i1/6QoW4wN8ziK6zgifqUc8uKPkSuCMKflRF6GWV0caE6PVOCtb1qZep0lKumU
GBMojyGUEjC1W5xtBD9Ivtn37azlfmTPFXOLvvWccJlBdvSjdRkUU7jVINIQUOo7rlRUAXPzi9ly
2sP5IWVlnnrkETqWpi2LCeJ/prrcmsKML0ZbTeTF2iQju0Stt9hB3tQi31me6RRq9aeVxR2RBA09
Pxk2/UE2CD01wLVGGA4/ZuGKiCkuLlg2mHV/dFyCqUo8DjiV+vbdKAyScdqi80e82Eb5fov0m7on
o5JcDX1p/Tkc+me7mD5QbNZHWD7E8DNjYnT5kRSIjucIvA8jg96D30MnCSomIBOZ85e69yO1ScoC
Yc+QvLfTp1FULauBhrFCW9rbMC3j/VQLg7UDWhAALcWxUyxYeeWsGPHjoCqi0wb3VLui/rDWug1J
Xu+M7SKTl8GNaU/M6SOubyngks/P4waQTw5TAjKUYW/7yPFX0q+LQhL/XJjhRk/DxzqepksMuzQN
mEM33UuCknrYpn3bv5iGHDy9S1wSlTroB01s6kcyTJ3DTBTsW9jqnc9rywZSdeEhWhgWG278ygZB
90onAoYCW24Xkhiwp7EJD3gEhG+lEeTmCjoQvLze06Iu36XDxOTOHatb7K3lN079Xejld1YVwiOC
FEO+ZTNZO400km2Qh8ND7pBGOTjkXsNxSemWYiNoiH1irJt9D4JjcayL/EZpZomiD3b41uhLRRE9
u80evEXgpp/MzarwXJaDbV7IsJ7Qjo59kuxaVsB3K+5eBE8y2SGpA+9M7A4o1JYBVyEgByhN/awZ
IcAlRh7c/9W/MI9u08jX9q1IT6rZiqfbL4Di2a+qrVInSXwa2f+kbMmZnARukU26Wk9NQ4RFFYKB
EWYjdkqQjduzRCKCitDuoqzJNJAcE0s99EcbKfsajdpmSbMXDAC3QVsrtmnuWI9gq74XQ5yWLHte
eeF3OmJGKCfM4nPi5aG5XeS0CNBEHTQQPfklqBnLhn2yx4cC76FFwCVDTqNQlOxFHr6vVGMXo2C/
49mLFv/VchqeU+V0n4JAOt9dCFfA/S1W7ncnlQEA+fFq6+Z6dIzk0zG716jWyYnPiZzoxcj0y9ZI
f5+rlgdcJp5L2uszeHpkXpK8uvuh1qeTrEhtYyQ8bapEw0SmMYguE8YRQ1lFTH37Fjw1TSlRTKxH
TLI8zZE8fEIhpk1ewhPKBRN95kQ5mw1O4YVPy5MTGVNjbYxgEYZkS0AXGuWugMeylDHxrUxoII9w
q0l7eO5m9ihNEtunPF0+OM+Nnc2qw+PY0++JZU/9EHGMV6JBVrz4mMPpr9kxxfTkXxIzHwtC4zb3
4e7Z5MXY/RYYTTZm5lRB1VGrEb8Ai2qKfmd7jgOIXGsZsN54bzh/PBYrJFqF8xeABlIImQyxhNEp
SQiG3hqapCVM6ln/EVrXneqeQIwUAs8mYnazaUfIvwyeyHpnUHA1l6p/TJMYtfeoC/PRNoqS0nit
G28pp0+TY8rPSRz3yEb6grPOvtVQzcKMdpAEb6fyy4gccWFfU10sjhJ+EOu7ohU+pZFaSJq1JAsT
F0l2J2JM2oKNbBFmdOb5hx5FDSH+qXtk5PzdxwPDXse5bShDHCKp6MLFz/uxf2oIfSaiJmvJOSPN
MslBSFt2FD+PdTTcl0X7RRC+EcjGRXqYclVTx4HXJdV2JLfXbheWL8ObLIAlEMZZXLShLepTYWTF
RWeDZKMs72difsd0m40QvTTSCrja4/I8hnN4rZnhE+ZXUivqQ/8y4ab3zVSbyauvbxQJ47WSjPQW
A3//YFnpcbXd7Kj0W7nd8ixYpNI7G1GzbaIs9lu377ftaLd7FjXQtJoy3lJzkKRRuQYnX6lvXMbq
fpha75BVX4HzObzUXRysSWjsoXxZe3c2qN/Cfna2rCiXx9FE4dXbk3kgQGMOpq4rztXcEv/ZOauP
iGYhpZQ0t8yMXGBpCgGsVPNFW13nZEf8F3CSP6uO3MU5E+wBdAPmfNeCh4Hc7tH3cmaSoHuNRRu3
vh6q1t20ehZdWiLW2cnYxoY1OpncXfjAYSKhZIXiqESe7cdeJvtbBjDNDUxIkbo0CJBIgmwmwRot
PJzVhQkWYVLIOC0EBij1WzaAgLGsuPmQQpSb5MaYmpnibvuImfiYkhXvUqdsxqwujgaFEduNKPNm
0XSnGYfLSbcS4yuDhsVfQa4+taSaEcxa7R2cfFdBfbaL0uGaQWPdpaqBfiFzcenTm2hbmqNPzup6
Qj4tj0pZ9UFqOB0qJwRo1ibtZ5wkdcB0Lvcklai3uoXB9cI9AAojA46jj0/myEKGQJnuBOWgJc63
7wKrXDlLYoGsW1hg4Oq15zddYEe52bruXTdSwTjKeDflEyvm9W1txnYPp6QK7FEOjxzWC+si/I0p
xtO9KcLkXBttfSIwhjxJc2yutZU6bLWWgSJvZRvbROl9105PksJzr80mQ7Fek+AFb9tpqX9Zbttd
Fom1orR7degWY3mqx4FpEwWGZ1PUlKSimXFa3Lex4rVwp5+E4JL3aCpVvFlu8RYq41yop+inGBe1
zZwkpHueMpbaOv/BeAtDLCd5paGIvnrLLHcA7qAu9RlL3QgYdpba4x3aYcL99UbnPgsbNFyRewRp
5R65ko1DlKU1et+CnJ46A4bAtbx22bIDQ9f61PgN5Ol6upSiyPYcIsOtTNQ8SEGUyoO27IVWl0ga
FPXxUpGoPS3xRqXWS14P7o4VT3usVXcjyzU63e+ICUP15IaGLokyVehpyTTf1XNUEfx9Sx433QpU
kfsH2PJfS0/CfvqfZQJwUo6Wv02mzK7jskye3kZDYHIJ3wOVlUE2sto1rKg8pm5mHQmcS3Zpkb2k
0s5pRIV+6ixj5gPoyaIpM0Jl2NiwbkLTpiYkdWyvloNhhdFbFi0/Zd98YKmJPUEF4BVVx8RspBRg
J0jrp7UWLF6rRdFi6/dRiGTZtbNuW1mrsQGHY/gJJ9GlzLt4ky0LC3I1v4xV3u00N4a9w+70blJh
QRq30F5hWR1QYt4tlUi2bALuoGs623W0Pkejj31r4aZ1BF9xIu/is8tT3dGniTuXJMMr2tXMkzMp
UqCJ3W045M4PBZsg19Su2BdlRChpTntYOtJ2zMX6JCOp3qMvRU7ihoRMD7O5KemNtzFEVF4F89PB
kssWsG2Isr31Zo3+vsopObtlOBxpanA0sAxPNthJJhRoTAcSNPeekCVflzo1r+DisouoCRJdYwxC
axw3gUhqmJFVK+6N2+rALekOJeq4jaUgLWJlLq4qUg5ZDNNbQ8nuE0vZIgq4wZhEZ+3X0GX9rjT5
F+KPvb0ICE3s9JVE1tFbbe3HUrpNrGb94c4k3MTTMFwyTu59qvHbRCYDoLqTr+gI4psnad2vwHo9
tRZXZ1r7N8VP5jOc4oHrRnjSgED6WR9/oOAhDFpaz8aY2L6I4unZqWybX4IEYytjtkQYVX+oe3vd
dkQXOf34WoXsEtMJPJRoh4QgHdf1WXuEntOOReDGoj8YQ94/DHrY77osKZ+JSDN96DqGJyIL6iKx
gaUXNpP6tAy924/OYr5HJIq8aLUTEfVZgVRka+JgB8stalukUh2tVeDEzAqX5lYRtYps+loN19Ys
18dxHPEXMYsCvHBL1RXZxVRN9wUdrTwzlpKs+O3wmcwoXt1mIjYzKr2JloHdJlswms9W/5d1Dh0P
zqnvtQ+b91w4636OU3trxibTRTaPlSa9ykWcRbQK9fpvX01vsRY9gyCD0XHT58w540Cyixw0aGp6
dSL+DwQ0VkHTsUCkPRp8iXX33kqn9lvvm/FV6HQ+Kd3uJq9mQiJ1AqZEzy3bOZp+R7MYgQkYbG/I
JsJxiSrxXXsQQeQiPpjDMiKwTBnPYjB/dctNkfcDVJ4NM/WEaMKri+tp01mVABKPLbJXLDDgSADy
Mah60J4S78y6Yi/MmmW+Nqb3ZjjxhUupTrqiTYfNSOL7OzIoY5uM9ovTKePRlLWxp/NCnaOyhgO+
5mZxrPAcps26XaYihRkTPiWklp5YFRYvvYWsolyc/CzUEVUUXKVMS9/gg9heXdngTSu6H+kgJmNB
oT+a2SdKWcY5V6LUKAe8lpdVZ/ickM6UsfSfXtNiK5ATsT+8NOW/UaR34boQhvwAcxtHv26cGNPA
nqZuiX4Io+eqZPSbk5R32+k7l2F5Qci4tVS7l+oZwg20Ml5K66kWJ8s62+V9FB+dZE+IdMIKSSdk
13X2VkOVdwahEQI1cYuS9kduiuRdAoIyNT7e/ZrvVfHj2lfark2i0zl0ZwaRYqUV0k89o89yCJKW
S4WMJ57WV2lfK/3FpKcq7+Nk19kUsdZhqcAD5b/FtM8ZQnWaZ3QsqKrzwlQpOYj5oWfINLBhzMee
pQjzOK62tv8jRIwa4bfTfOLC2+E8Fz8DHkgjvFujf6JowWIB1HFRq8TtNqqeI/muNWdRpweLRbWS
V7txt9x65yq8qWuqoOaTJyHaB0p60oft3P0szC+sDBkjfZU+vS5MproomEbkBTRGRN6VTLbzaS/S
o1xOTsyuVea+Jfd6fi3r55JXp6XRvjg9g34CQsc+92sTULrjOb3jV+PP7amp+I8mE/oozuYVAkdg
OfdV+6ZzXkZ1dsyM3SROUIEORU5UKk00J8Og/0tjWJOIUAW5zQsJgNNTGGFdGggInn84gTYFSY8D
szhZH9uJe4f4/QzDul6+VuqgmERAztwk4bRpzGOM0ohvDPeIz0+dxdtGPGjwdOVHVD3k4tDHP7ds
ecxF3mTxAV40A7DUxS1u268PZiyTfXWJqeksEPD/pHhe5lcsUBvWHJ28hM6uZo2FvF1DjNPvUvQz
hRX04idHpVhwqxJ0nqwaZLNLFd4lEoYWWq3s4nCPKxhWstObbUW7S/4+2q+i0lo2uKN8iUerPDDd
/TIyI7sjYzOwV7qr7DLBi3aA81F89e2MFEo+OODHCxN6cw7Cl0OHNHV1Do3mFJNyKfJ9bpebCTAb
uXSQHOD6ECaEOJflUpH59nwxwU1Jjjz3ZWw4eV32ajmD1HAjxxeSyn0SibyGajDNdgl75QlXGSrW
/RIl2BifZvhfxUWB1plp8K3uPSU3nMgV9ruOeclISHIzMt36e2t+0d3HJtylCDDX+o/55E5rX/X1
0XBfona35n8TBAoWWFUjbrbzvT6mqNF2N7aJYZFav3wkzUsC5XHU92E0H9SkexnSjabCMesS0s/Q
nmKBDcJhQXUjkb+5sAva8qkTr51JeantqW0PlXEDagAPSX7l4LKxL4AE4MqDFVqP5aZQ3zPph0V6
XnlaQ4IWhJHOEnpWmTNP0h4QFfkEXs5W4bvuD7A+rt8HW/0g/vOimPR9m/xABu6rsRtIvko5bhd2
8oebCpLdZBFf3EVQkXAg8h2gafK1vAySTnsdkZ8R47txwmtmPcxxts/MTwNR+1ISQ8zwNao/qzFC
n/VMtOLtKpxvIwBp+rmGEqDeuIBo0pyKtBBIU55h0+p0ilAsyuUi4UqaWCPm8M1yUWbE4TEkXNkO
N33yY2sAVcxAS08N+DDnltU5PggSCseWTTgLI0pWzv3GBxN/aiFpLaARY8uPzNeyAojOJzLT8CAI
qBS5QVuWnjywZxV1uB3vCCmWWHcj57M3bjLU+S5ber/Qwu9urP0sZslQXtRy0Iq3Yfpn6ful2ImU
3EmiPd2vynrACOwlZApnJvGo6tjSJ5bWroQUNUHrygTu3yv3akLSouXlk+bN9r+VM3dq/rXZs22d
aS82Vv0RDR9IyQIL1QAKBiSXd2uKhn0/aRdn3uMs7x3eh4cBNlfxrlUfTK38WtLj2l9a9xTxpvTJ
tih2Rvrajf/sst4tSGwRG6Bve5Ik6DToC0ttgHmccmQTTld8yejB7khTrQ7sZ3DzP3X12+KcCtAO
/7uVofvQ/vEPo2Icv2vr4UZRdLW9pR7z+Y/lR9X9oK/dk1lO/1xsdOOnWEBGurulOacNlyeneE8k
to1M0Ux3a/E8MEdJ1ntlPXC7bamnPbINwr+GkckfgcYwh397slGi13S86st7gUpE9CeNIiuy3X5/
ExYjz0g4kRRJzCnCpQDiVX/MITftePo96aoVHHhTxafGzB8m3FE8+HhL/eKp6TpOKAcHZoTFnXCZ
QKZ40V6TCSCo9c+efzsEKCm54tZMFPQa3ZhRAV8Gb0l/NfYODmCnHm31FEsfBeliaTuGi3BK3pCU
BSpc72AP7dZZ3YdQutlrByLDo47KKVfDxyLMbRcdCuedfQGtdL4trLc4/FV3PdmEerHvvpxD09+r
mj840StvxmLXs5Fbx+gwxQcFRqEm0Dlezzc9z7i8mJyqWcGZcTsg5E/BPQWRnGCpB7vAGwZurnp0
wHbUGQ/5g0PMhThI2F2Z5b4C38zZ4gjcN+tHZD11wzl1f8Es5OMxms+gCzeqv9zeNDbSvEQHl4rb
uEvqx9BgIW/ZAQg2/rXfKg8WqjxmJVP37TIRY4nC1dN6bUQSdvKVZpca7QGxB6sKBudNs+4M434R
h7ajldX3cra3I9eG6RyFxj6i28r0TrEjmdYr4lR06XdL+7hMX7bgG/ORJ59aDHTeQVAPMKjWLkPj
s/0PSBL19PFjsk9r9UDCZsVisI7PUwJ484vZj1bOe7JXi+ZZN1Fdfun2ScnHcHoBYVRFh9XatvGp
INRq3REL4MnizmUwW033efogUdom/Wee9HwJTpbzMlq7mVssiTCqvFjGc5Q+DONZjyDWo5Lq31N1
JBJiWB3qlSDBoMo3lBjZR9cAeErc5VaNFu/j+yru3SGgkfOt/h/3EbtusgjBxoW/s4KvU54dCMlW
DmhBz4OWwFj6fNlf44yQU4P841RuhL5VDRYZdFEhl7N+A5JdCmBcUXUY7MdUn86j8RkN4S43XEbV
UMvaOzoaT9ktfU+5GdlgzPoOUyGkxjqgTKdgZnZNB6ApHRYzbUl8B9tkY3MBO+UjjmfEpy8guDnt
0uNMWH7e/UtQTRclQe7loRC/8WhvGuMt5QAw9BT/Z+oxky4o4Ge2idH0OyyxryULFt7lPu0KUkCY
4jJUK/j1RfdKxltXT4fBfcBQQUkQbVc4bQsVx2wHNkm4tXoyVL5Npu5xiIAGrJJTJvLb8GO2EO1P
L2F9yUPL0xooYIyqVutv7Ap/jZ+m+iuMSShB0plyHlSMMFvNT/T7zrUeVjc79zVkVMmNFRUbIrCw
bxjeBIjYNdAlKk68wXhpcr7NVU6effRPmmys0t9mLNlFINlHTsONCId+OI6Y2lhtc+YS9c/AueSf
LNG2hHCAbYZHafs0ju9g3lR/TzA+4gtO7HDblj8mC3YyZFl5/lVOoAa5E2FImnRKJ94cYnvYjuKn
aVqin6ET3nJ6hqI91IxAdXw5pIqj59XetXQ+VOVwQGrCdHWO/tpw5zh7gbpNg2e0zFxk8fNikCdc
tQGDv3OP/XhnrxZy+r/aAeXZvvbKfDWy5mvV1SYHeC3Nn6b4iy37ZEHKiIjeKPL3qU3o0NG7sQVk
17yOIAQfao2LN35N3JfYEMHQouldv2d0IeFzufy5DRgy3DbiYyAqd+AnjvdyPdxI3gtdYq4+I6Cu
rZ+u+n60x/OgnqdmqxJqFeJnUm0jWAnT8ejtDzjLofmyzGsDEZx1Wzyfmmqbi/vBJhj5YNkCtIWP
CyNAPeH11IiqTHYDTM4JVZ+hX/v2NMhTy1pcxT+FaXkzI+ReOxhsSmsGual4se3LqIkdws+NTi9F
wgSh0Tx53CooA7zk1pExuBleZxNoxgChNb/Ozg/Ise8VvoYsJFG6d5X5jFB1k1Qzc59fzngZ3rXa
SdiHIt0NGcxQfjbW5tb66Fp/A9BntgB5uy3it8kOSRLlNMKGdNT4FrExAHtyZv9sWr9lVKMUfWZd
kqBzw7hCUEua/+nzRW+eLbSq5VmkfDnxCUb6naqRfe3bGzzFOdUdvY91Hos/Uyk/AnLSMq9KntXA
tgm+RN08hOolmyxvXO76JmTdT1n2JlB+LeSC2Azaafr4AnThxSZluiqfivFVa56c9nFadmN7hUvp
Mf1lhn60cv5C/dB2HwYdjHRPXaIfKqYZ2UIFhM+wyF8B9N7PyV2tnXAEgmh/zO1Tod5T4ufXpfds
Bf4VlFdMQDM8vVWwl8d+ZzJcLWipY+o6Pf0bwWvUwz6qLyngzKSizeX2LssfF8wGAPVdInZgFU0D
XDzJ3NHiNylwx6jeD8nrCEwDZxvL63/J9OX2/IaoDjTzvTS+m3bcxebim/oBYgSaLr7HqzNcBw3y
MCmsqkKwQcx435bYBMftCkpINfgvJMCsbPqWCPsWPSNhaTjj6joybgg3WPleQY54Kyc1WursGLrM
9jXnDsOgt2blOa8W9uW4HJn3AINJlsAYu2NHdBefh424wcluAK72wSTsZRAadrgmKEKc/Y30skj/
c1okScYckBH+4UaYh5jFluDlx6LcIaw42v2y7+HT6DddE4AxtPE9CfWZoSOSXv+J0Lhv0aGTi04L
5u7MrgfGfiOJjH5Tyn2z8LLby3Rwquh9mKt3KbW9u46Bo/RzVcFhrVePcdhGLfkD88zAHOcjM/4P
iwJRueNxMtMrBEV/mpZtUgMwN+yKYCdFMLR+6B3tXGTRKTa1bcn2f8M247fV1HYo5sdo0Vnks7Ca
DG+1ukPHW5O46OYL8wPlC7UEpBtu43aTZJpHWs+TtFGAxepQms3nnDkIxCsSA9zcPUL8Bq2ae/pg
bhrNDFai3T0CsbH3/S3Fte+elBwpkddyY7i3bi5/Zz30MCXZVsxYBezluK7RHjXcQ+5qXmK6u7IV
bCpB54juUhas90qW9EO7n8PwwUhGMldIXBvW7m5Yi1OpjVC/Sz/UYTExXAabfHI4oDfRGj6gKLzM
BPmUkfVm1P1m5NLsMwOnH7ocIzphT/KHJX0RxGLNxvrSrV3g8nd01JHDEnnunAaSg6OB57guKwId
OD2Ri75i3WmWOHdVsTc73lMklRMg29axA1aXH43m7LNqurRi9ir8lR18PLaaIJzhc7+i5t+rdn5k
HPk2jcNRZqEPWw28JKBg8lFoe2597VRR23WM5cECOUuFhFfe68PPEFpkp2j7hPsk1q3AYuUMDI9Z
kb5F0X7VLK5gxdvbL+spzqneMzxwvRIPpj4G6n+OE5F9svNRl3lx3O6brodb1e8GfYZbBMyODR+M
24NtVL7C/mdmt/eHn52LGT3zrwsEbxL2sROrT1LTnaqo2EZjehoZIvV2vY00ZnI6k5/Zmv2cITyj
qV99cR8TEos8awSnTg3321Y8b6cIaosrColtYyA6MykhITnD9JbhEhBuirgG7cfUp4dsyn23zQ+6
XuLuTHfNXH6wVc5hoccRv422bVtWMTfNoVGCHIDZ49vTTBJguGVtLIMB132cRkT+V1DTQm4DRV9q
qOSUORNAomgXjjPkc1dDVNQE+Vyfqoiz3FlfJMrXsacgbsAXwLlj/TXeeMcu00Bdb0/oiw7ZQrwr
Vr7QjWlIwN1X6wHl0EBbB4dXmU+Q9HxwVfegonJi+tdd0UZvDV9eWBEk3wzX0rSJ6ZNFDW0jfTL7
12yky+uwxAuFM5CPkyOjqZ+sPvtIF4UWEGq9Ve7nIoKZQWU11JR1GEIRQJaIzgp/ZqkUivzcsg2r
e45kqh++Hin3RzPU9wuqyS7mpRCl56CCQMCKaRsJ+MopHybAzngT6oYCgwbHauNjGfabNKz9smK3
jbsBMh2SyNprKy4ios2QXTOcr4O4dfYGA1biGoN0nIOstzdGZu5AZfiGVd5RZh5x+dJpURT3mheR
m+UYWNdbhVcIp6WNCTIpmYdJIKMsCBAbpJVn5Riy+ubogkatbj1bDAq5EN1eUvW2Q/EHRwNKnbm+
i4l127hcRjrDlbFsbaN6dkiXRWns9IRyl5yYCu9QOWRM9gxcfkTEXwzXQWfbMF2pTh0NYVflntCm
LSfD4aY8X7rWN9DmuVP+Wg/pcZhT3UMve7/GIUw3WTxWFjJFVBR0hjjXUlm+d0KiCsFAE5poYlOh
X5qRYbnDDwo7hr/Ss56lJLtBtuMdtqxgStn8rjxFBqNYk/wwnD2ix7ZmaG8G5aAmgMuYKyxkwH8n
pOE2I/msNpmZ4EfleS5InJIpnTYIvXg4N5T7GgY18Vz5OhWe0izmGmnhK5zJdatz7WIaih0fxZYX
zbd+vfHMsjzrDi5jwclSdSViJQPAt/oxsZZ4Sya9WCIA0B2U01ylOmTAXGHW77rfikK85ufV1okH
Wp9m1Qbhqgcm471amBfB6L8Bor6JRlJDo9Y4lXJ9NlNzj7p7B3zmiTzPK1thqOA4kme1G7Rgditm
oum0j+FTR73aYZTy8ZEFoZte9Z5SlT2kgzOQEI6rXWgf9YRG1GHzJ/SVhgMbhorZHLs+KF5PUsPF
g/bomrRvU3noqdjhYcKitGaoBBDsuxars2Hv3PlbcnuN0FY7zJEdGl3o4WPh9wqzA38qQHolPaWw
jFa07/LfQkgXgvsvvnscsHiHJerj3u7fc5SOZp7eTwzo+hl661Li7YpOSdvs8PGz4uk9NWf3UlYH
MWCHq8adodJHvN/MQ9nOsrg/6Mo4COn+NSqB+5thvonLp4ps0duK3dRdZjK8FLPbH/4j6Tx2LMex
IPpFAmQot31Gz6a3VRshKytLlvIUKX39nNezGTQag+7qTIm6jBtxQrEul6l4bJ1pR3yeP+UoKSzF
behxIPnh52IhxE9jeM/s8UtjJaRidEbkwZRV3f6BjctiKf6ouvS6KpJpesJVmWevcWPuplqRHMT8
73e0N6iFH5E3twckZtYaBTFBCmyLkhUDHwdBMBHj9W2hYu2LmYSj0S19sssvt6QaO5ox9fgh+DyS
2+62qBUj9GSfqTxhFZB2kBh8/NwDG9Z9Phk6xTCupVxS3Xg93qybSzjeUVh9AF50CdWijqzY/kbG
S/yivBpURincfZcFH3Y2JyodxL3WLfJhBMSijbnTRLuQnXIa0H00Q8QM+2iX3a6OcuEuTybV5joR
DON9X6fcwJ2r1xX/Wi/6iaP1boDw2dGKJ8TIXNic9QDtIvK2xs3PPp1JNzcMM+9uiTCk3UQgNKUA
IcZxBzQTs248P6O0FAG+tfhiRwi5CJTZ7WNokbYpuK6KYcF8ROV2X+WMctTylQGkDNlne0wNiXHp
/+4onmRtn8w1i9eRMHljhvYkcrF1oSn0xmfoFsgr4BJWD018mg9h3eCxVFjOy0bIvYIA82wtZPNL
0nT3bRdAE6VvhGuS/RTzgna1HOjAjW5rotl9cqK2ixK6TqeDLHLinHMdfZdj9Mce7Pje9nt2EA4I
svfVY43l+tdxLMPhrcX38QErpz7oha+B9hXW6AC3kAfV9JiG9PFs+rb6KilJfWgDbGDwC6DNHtI8
a65CgQIkyWBx2/E/1Sz6C+0532s1qgMRw4LAeBOQhhsqug3z9AF6MtHObM0Nb1DuYshDyHMhVdjR
e9cN7qezZNGjKxZZbZUZ3INA095aEa2rToPiUM1peZ5d/9zF0DDEQJh6dbXzX0PmkZyLvOvhgBzG
VZBxI3Z5ZBM77fsqxLM0YtozAZHiiUgk5iEyTITTxjvp/sCKx2Vb0pPjRaH7Re0orq0ZT3zWTez6
yiw9jwWXelkpQww1dlk9EaJ+xpmWn8qBjAEaSdGjxvblq6rU8CRHHzM/9lrzUMTox+D1Qbi4xHWe
SjAcEfiSTD/qrgi/A+lDKVkUsmdEXW0106Ls+CKlkmm08GLr5YXVf5JldG6GSwjiYaSzaaJ+BFVq
1vI7ctY1USW/PbsG30E66UsZS2d4o0bEnRnYADHKXUkHEWtFs4wcn0v+FK5T+69aJ+64RdtwCxVu
EGPEDgGNkBd2l9cKs8ReK/tFGv23s4fy3PjOnfRrwBx5yDxYNhWg+9v3dooIGfvAVR7jogsPvjMR
jxy088n6OX7FoWzeobzALacvgpdimS/DOMxJRsPTxY4D9TaNLqvgWK4n7pHkerBlPfGsiMcGCsG+
td3+r41h8tCvZj42rE7BIgYF70qZst4ZMo8RXXvW3zBo6pNTEcJVBfcKYgX/PfYNPAqOtarsCS33
Nv++Tn9XNiyU2EAp9hbvpYh6F3YLDhJml66yzphVbMTpEcHazySHlIMojB5Yv5OhvZk/18ZPsMwV
V2wx7o4eI3XuGuAprEUnc5pdie0jUOptNjPJjDhCA7Tj9o1mQ8bT2eKMroi22Ju6FGTnSkLvOBlH
gSXEnw7tbc3T6Tj8ExdDvb8FwGABzD2JxAr2aTAyltWdbxAyMibqIo+2APc1gi3HTwO16oV/BceT
ywa8taW6d4HpcICa2y46yEjZISwcxrn4AT5dYG/WyEJNFRNW6Nl/5b3kr9aOMsm65U/jeGME/5Xm
1FoufHJHSA9Ljus2Qg4tS7U8WJS9FQjoZ1Voit6GGz0K3nYZMlmEcXfs2urbS9dXWRlyLHdzETxG
ORA4IpngOGKz4PTDWnPMhpaj3O1eSuYoqptyjlIZCf3gp37zVBkv4oMEF58bqUhP1KbemBKO/2YZ
hapJmWnip/ykqzQmGzIGy+MUSlrM2jnCtIvEsDMurcUxV1jF/PtZLU5L0NKdT/oNekA+J/zRh1Mx
rj2vP/orE6Fqd5IqNCpq6+yvF2e/mU/WO8c07WeNMCSWt6zuELzTTQ5UI4VnQLI82xI55YCTafpv
oNr02VZR+jMtgZOxFE+LU5hGDynfwBetxXARFrZCadGoBuAt5jy5nRf16uyNX2zH9LB4jLQiIoFa
D+N88jFxblRGZfmOqaf0t3auYwfesgrUfhxqOAaEXbujR6BoCwsXiXXJFjYkZW8PJHCRWkvj4nVE
uKJ/MMsTfq3ZyaK8nOIsPsxe6fAArpbjXzQ4B2xP3BSu9fAph8+E/MhOp01+1wu8xC7z2RqlLGhn
wMvA9e1NNVkMzUG/flor626hLY9nwv+9GJ6WyS32MwglnLFcWoA1p0j5FhqaNgx60LhZF7fjth9E
ehitQSD8lH2ilhFwSB+ljBvakYzdeK6mwiG5ImvGOvITDOhk+yCL2/Cq8jQgh4vbh7ferhL8sbw/
SpIkYs+9GdyCDxHNuriiKY5Wmc0dRjIhZ1b4tZJ62NW2oku8omeBCY4xtYoFauGUjtuuWOAT2cQr
0pjwLT67fjvmQ4ZxIXjKSI1k27zDL6GGiahI1ZQtdVNpOuzmtbvr9PRjg+WdnwMmMiwIafk4aK8+
jYNgSURSSaCi5/cY3AT3CcvV/ySfcUhfnvuHSse/SFjxvtOSqxWTfrWNU7Z+cTaf5/APjWV4C2Tv
dmAOXAtnLQhivubyo+l994l8g/okcWRvNaQEXAfu72lqS29f1Nph6JsAjmWwzE4sDKZTtOK2EcBZ
H/ub6bF0EahC7jX7cKpkUmd8gQlmEVAWY/zY1y4GxtG51JUZH0gJdFgrix7BJrDI2HT1Z7TWMHmi
7otbq8KTlFUdrz1TSQg3RGzjeuQ0jsq8uoNTwPxh11gcfLE8dGvwL1XFba71zTfe3r/dgvnJ9OFD
HFjmLs1TAr1OzC0ptPt52sOxExk4hmDk2bj1O8Ulor4xwW1bHlv20WtL5wsfOpWQQQY4eonlIxlK
/yoVvIaNjnXO/tM1/rvEA7v3nZsARgmydefm+B4jTfM2JCHWw6QltqUNruDaBkEZPxVZzK5a0AC5
ZAECv8WOJIDHkpn4Vz9h14RNgQnbLx4yVO1eOdvM/UwnrhGILGmbsxowsftDM+gzKLDnXijEwW5+
9LR1bYaqf09Tv8Ty0CMIqNl79XBcswEZ57/SHW12xuJNT3RfN6F8p10gvxN5pt587h/c4Q1CrUc4
nZ7qp6WjMKjxX+uI/JQgM8nnm1N0s/b9x1Sa4F6WTH4isMAYFRB1KtHqX72HK/WbOM7rSkRQPthd
/d5nt5jYErLOarTlhPjeKToCkSS3vVpZDER8KSKUiY2cp391I4F0lA1iFPagwGcF3QOg4l0pMzVv
O8+CwWDzmKYHp6BBl6JagaGf9qGNnohPz8yj2763mkNQqN8+tJID/Iz4skzZrUohxrwgSoBtQ45w
uHA72kLpApk2eu5ReS32/WKOW2dnSuk57FiFAzK/HP/RMC73dTXDaFgxXNdr+F2gxCVNW/zquoZE
ycLFp6utdVPCZtmqJewRD1Z2HRHEi32z5PK7k7b8go92M3FXqJJ7MbAxC7MQG34gOs5rd2H76Kmw
e3bc0uFWb+f9ClytfEXO4MbJ1ws7wkjjbtHmc3+0dOwviRoqQf1pZJwTDZGatz91cBkOSwpIJ8Mg
/s7dIzgNXQdYYnLwDJrWNHsnmPMDflobhiOFvY9OptV3zatd7a3I+tBL8EdWbHqBxjUJNG1QUeHs
/8xerdpt4+oHPY/zu+/EuJ6DEX9Ukd8oAhBWuR6Or6xvX20ykpROWSGBJHdK+po1PiN3TsjBfvdy
qkiOGEcEBajRzxzxceCiE+5nyc056YExnTx/JQFcR4t8GBe0tz6MR/5PPjcnj7043YTlXV6NT+tA
vI8ZzmUgq3rxJEEEsm5dbPakzEybqlEAAAhksH7id0JVpdwV4xSin/RvS6CjJ4v6kWTOZ3lJA+Xu
GWh6dE7Q8ZEPJH8TijxO+jQefqoblA3bCYPiHFqPCp7UX8BY5joJMV88dxxORoWowWnU/AnEKnaW
tCeuILa68na121rwmIHD0scAP9LdHAf9qYiK6FQPlM5GoiS4qqcWtcwR7DdM8zBoThU5o6uhUHo3
rZi40QCJBBXPwtd5OzPAO82f8GuCbRUq/75t3P5XZY/juR/i6mk0ZXrnenP5YYd097raUltdFUsy
LxXrJlBW55A1BvOgEjnpk2E5C9/+XjGnWVDfNnYLOF2WsXWaiZofReaqvY8oti1DrzuijOBTcG1O
8og/Wpp77lk3RfCl7N7ZLn6hdy6Yg51tlW/V/x1dOAMJLZDbo+xC7U1hIa3FTpo4s/OzqukzWAjc
26W9/I5QbC6eIbnNAr49A7evXlYbK51dG3PFwR1MW5IorJtH+br6xcRpgjQpLNxjVlD+6cTAYMSs
tRnjSfwLJ5/Xkel5Sx/68kyAy90a9lMbQmbOhh0+0qo8F/FyIwZZ3dZUNCeXeCs591ed70fFkUsz
x0BTLbmhMeucJDKxs7NtNqpqXDrYCEhXPnYW6U97XnwgH2kXXobQcf9pl3DzaBTXoamw1qRg7P5b
wWB6XGIbo1reM/VD7bkq4zzWtvgBUjZuhnxiMcVoGzMvVAGItRvLxoSZYPvQWy9dWPm7KjCkY1Kv
oWVKu0H0Faguf2fGiD8JF/4u4OHjr9ae/hikKA8tARpSfsSI0X/69iPvp5EFXVVtRzikiZqd4F8R
PIu2OqaBr5/6GlBkIjOWgl2c8ZVwl+Hce1YJFMC2CFwyY0NSqz+F7oFEtGQlkBWX4oN2noVrB0FI
2q0VjfYr6s2NlnoJrAYNJcfVxJTNFRud5NxYzS/AetWOuuDXerQ+nJguFUzU8xU+1fCG53m8ZwHt
ET3MUKycKr3ERPkIDPbZN5INhfY2kZSoS4fvfoEh4lJIvVFcFn+17WojWGl0lXXwrzxeHUgL76fu
B3/LrCaPuRSre/HdrJ3+mtAKin1bRuNVhZmDuu4WlwHD1hkKiD7IOdB4mMrmVU6ESMOaWt6hXNCX
7MWdmXGJLaXbmKu1d2zg5hLwlhXuDVSVuU4Gyfm694WJ7rOx1AjRjnfpBZHHRabLccUB/yLYkGK0
H+uEfiNKWogZXJ1qZYlZBu3OjS2HfoMYymld5Pt67azdGoY6RE+yMbkPS+dtwiiAylTZPvbaJfqY
CpT3yvWyatd467u3eiyMYEZ5yKNphs9zwX7UpV11nBznq8r5MC3dwqZh7JeVRWfZDZ9rVSjs826L
VUCanObPToFsCh3vMXKGGZHdFfc5/clPqQ18ycxYYoxi9wbAa93LfBwOpc5u/4b4LZzq6Y/roK+N
IzEAF4/ZjgWB3E5KxHu5VvVf+oWHa9WVKby4tNbBdvTY+w1h4DysoosIcw9+0k1ltK+5rp1ll09s
+lhAjUHDZJA7/j0NOfFTb/tqFwcTlHsLfU5jzlsKoKdmrdc3KLvtcW218+h4VrCNo3J6JJvdJJ27
yu0yOpQZcvncdoFI/9Qz0wa6JLPC6tkHsq+YNUaO+KIsoG01+ONSyIWHOmod2OYo6WTG8WdRm0ZJ
j8/ANuovXY7dQ9lI/xtwALA2H+leAnVc+SOz2VtNbx3yMcy3AePCjtz+vAuMI+/WbsGo4FU8TvAL
qe+eQcpUYOqTZnEKwutZupvCIHvzSrZvfDQs790eLElwfbKu1K0y1vNpOCDRtQcz2jIpTOM88hbc
tk2omDJHAQV0Rv/ALGNIQeq36tNoY5E0OyDf1nvHLvIPEy72WdpqeJWKJwSHhcROGVArblnsRGth
W7g18w7gKXTjCKwJVFkWYFUz/Hbyov+rF2le0N4Vdfb0ofWZ7O6b2XzbQZDdM0VInisczPHQ94Si
1uYYB51+XLsmuJAEBpDHynEXTD5oGS9rSAsSiJsjjvVuYL/Rzj2d1xm7uLhA4yom2q/rdiSN0wP8
xcK3avzHsJHhDtP+3CybBZRDko28bA4S/c4ZbEbKKrs9wBxky4J2MRGqWT+rTIm3MWdQo/Ip3Dbz
FEB3jOKk9oU82ghVm7JYPhg70b+5CMPiCGx0CjpRdqFwuzdjKr5MjCksfyC/EKA3BwEk8V+ObYw4
i06PtiQ56ks8dzNcD0R/7jNOASZfBJVG7I6LhE2Yd1A6Z8DkV/lwO7c2IRnLTcPndt9Qj0DwuAVN
pYbfi40Tt/DT+zQgxp4uTbkbAEvhVMn/FYyqm8Axn8uMmXgYUu+Y6/qNKWnaRrb1UnsMbBupRf+h
ghqLj6Odq6qGH0GzBowE4vV3oUtANlosee96hD4nGi4fQsj0n31Xo0oLD1Nc57DayosfuUYshKmG
e+/4guxcai9O9iKsU5YKrs5sW/eDLQDlhaE8w+fDNJKvmXv7rvHB8k1k/+HqinrkWThTzOS5e4vn
Y5sHDGy9cIJD1HIB1p4zv2dlk95HoxqubdHMey5EuPi0LF5YZJAcH3ADF0CK881KCmqzDsWfWBbt
ZW6H+oINgz866CSu/Bm26FZNzrWuOmSVaIIc5WXgChkJRP0Cccw7qrVxntj84OceG9xnM8EEHDq3
30PmlEwf6+SPyKu999vXdnPPMwdqIc9/YGdgVCs8cD6phxWiaKmnK4rJ240eUikiB3C9iSCN31nu
JhINkzns6DSS3t4QwD7MPZ1RWT+wVw1bxHS36dkM3erB1OjBYXTdy2rjqPFyvMb4NbF+TS0RC+xI
GwM86+Cu03ONfIIaIl+MEo+1yrq93Wb6ANTT/gpvBnLwXvHt7WFuFP6AIde374LZ+uPUekiKUZge
qGs37MvSmc9gRzTk+/KLgHW6ldLGuetGpHaz3k7iuF8u+SqQFWZYRbDl5qRXrs1tCxRuqPIvqDYy
ybBTADerzLVtWi4WU4yByWL03+WiY463cU7EgSsPxTqG+2yphynBhsYyeo3N1gssLo0ufq1oMKwu
zXSJScQu12hpAHmlIs5vR3/1mKPx/8n89Q2BirjXyOR06drWpRivnsCWsy7FzA8RcDy6QMx+nHHK
n4ogih7THOfwQIHSAy1oNyQVGXq+R1WJKl4ubYtNHY8uaSNSNPnNSD7h7fjLlti/TxuTPzgRCcAG
/RiICQgut6t/7JyNKmI1ET722KzEM0KVchXvPWVuxxxiyYEgLKn+ILPhjVC8qjvQp0G2codiMj9Y
Lumf0UGqxSsb7ISXfWnu6Ecxd/opB4+0KwdyEJbqi63mVN5WJg4uc0MLVGiaj4wS0SSLifVWS6tJ
BuXRfnIW73Vo6SyfNMOVY0114i76Zr3k1ypF+6vMIkzAkcXzPPNKec74l9ssS9TVJUNTrsRJIZS8
uPMU827btxACvnveDzhFepzJbDD2+AKxuE6Bm8rJm0B5+GN88tHQcYnKEJZTxh7k1SMTP+/HtVg+
yXGM23gk1gxHcd6kwY1S7izMekOEh8LrGHJ0XTE7Tro8x55ZtqJRL02P4KRqJtZQW2x+4UQd3XCO
rlqQAdiItmf31rcjD02ZuYaF9mAHy0UWLojY2ZSvaSf/cgBDL2+C2xqoLZ/VkpoXX6qWU6kkrhmF
OMKD3P1cAK5dhVkqBnu8PTHTOozJvHhr+hL+/op3Iw1NnuQ24r0IUhtPx+q1B7wHTPZR/JOF8mvi
dskPxSkOK4UIl870lBTqkDmvGwDJ5lDv+PQVmAHQGO23DBAFVjUsvTagbKTSNdt5JnCiTclOYZf1
a4GGbHkTAmovna3t8SOb1tB9IcjpPHuyxOjh8c8pi99oBTG3aDnvap0yEYAXwr3apseVCAEeXxxz
pkOxs1L2G+XMCtdOObDrwjpKNeS/aytgS4A6dnQtM5zjOmx3+CvwTTdAHM+1dCY+q9Zk+NUw0gIs
rK7UdOJImUc/4YdEz6Ef/9CdivG7z+JL7Q3csXlnIIZ3K1fuwkK0jeuBz34KCzxLCaaiXM/LpZ57
0PlFmx0cLl7JsszIlSa7MUAM5U5pUPawuLNxL7yxPZRR6b9oL6hfliIDphB25Y1R4W38kWBlptns
KCaU0OVmnw/ur5kmvIcFfCzYbIeEcSr4bnki0eKUuj8alXpnzyqAthdkzktm8vHdiSocmAR40MrH
Cclo5L9qtLA82JMazoOwylcRMSO7kxegkCi1HxrsZJZX1j+pVVZP7ZSB6uT7/RUVBFSrmashdHCz
RRknliVGF3zuAss6wtbXzIF3QPtnMB6gRgL1Mez6SvMEKto5W4E/faW979+QYmZ4nB1YIFZUjVun
7v4iLXg/s3I4ztm27QO35M4cAWpYrQq7BlkBki8i2KQ9l2NH5fIrqCtvr7SZPhvFpQIACTO2jr4d
yI7UYqZewgiBoyXyB2T50ainvA+LS6tQSR2sacabbxEWT+ecOk71K2KBz4Udb8K09NZjn0fyoY6C
/slFwEJBvSnAjiDRE6y4Ls0SYIavCsoWIOUT+9Bhk0Qelz9WbYqiCh3ucttd72OfUYJ0IPpOBt6k
FZxWqofNAOBKuah7pfnBTd4cI2sKE8LDywHw4HCce7oDbNxYX7Wr9YrRWozHlhNjJ9aR81SY6rpo
PB+L7VC1W8KhT3tateoa7dLDzXHHbRlKvSZxA5GK0691fhh9GNL8+vYZHobzaDFQrJTH7cFE0o/p
QKF4LpuMu13Y5Y8OsXIY/GDaTsoro4MKtSSuHvSHtF8ncBvh8jXQApGQiee8gAPI8U90le3A9F7n
C+gsIQPU/1uWhPHg6LBWejUTVnFb2+ud6SfqP+k7PQB5BQFs8/nVjmvdu5GYE65e7lEPU/6nS9fx
6DtKbtfW/Jl9avWmVhb/Gjh7+BvNmDil7hJNvWzio3DBr8q8xFkx50rBgCsB/yeC7g1cqHjQ8tYZ
xaFekBfLwj0YCNybxSONPWc+iIUynfarN4b4SSnHaKc5+Bw6jTR3O2wXMnyn2bPSc2TQvDeFGX5X
loh+i2Vgc9gGXXuC9TvsAtfn9wEpIMt+SXWDJ/dBs2ftkB7DkoxNSh3KvqEvGRpEaB2rPCv3RaYs
Dtes2XsLNuTejf5NwgIAdUN/oe6A68krqCVOyZd97dEIoWvwl0gLbDZH6zmzW3G5tfs+u73M9xDX
qw1BE3wJyndOacW+Tgdu9MQmhwadKPjFZOFe4f5blwCUIEMKTKmtB0h5RzD4h23czS4VhOG2sENY
S2NLS0dVKZiPVVyeah+3dg0zLYgvGC0JttVl/Rk2FujFNu0o8yJpkwN5uVhV1334CsxMQMBsr3ic
HjxGoHNJ5n87BDhQ6rLM7kI2UFfNo89HatL4HHD/N9W6k3MLKjD3/7AP8h4JmX9j7kOPo774MOtg
2vWZFxxirn9n2iacS+QuY8L3tzvUK4dfOTQx+U6pMSmLIimqMf7F9s1suEfam15i840DCiqapRy3
xYBkwgO4hVaGXiLxTnbwQTasXMo/iK0wkDD93zEiVltu46TMaLPemrbFY2nNCPlRI26TXPgKCIAk
BJwgUHMQDwmx5LcQ+pIf8kDT1Vg27bYMrG8+8oUAJ8bBpMtVJGUaZldcrfj+VrRRTmOMtE4rEteW
Hwhe2b5HSNwus2sxcFrFBeUu3y9WyMAkO/vfmsdvAxGXt6C2eKVSANNPoTL2HVniIYnrgpmKaBvB
eY/WXSDFmzXEv0e5WLQbVkw0uTT+MXOxkmSAEwZIHiH71nsPXMKHk8GJ5lYyX1ybp2Nt126XlysU
r5x0YGNnz3BHjiuteCS0evZzdIAygy014hd5Rddq6kMlSVIzGpAJGC17P9bQf/PQ1tvWbuwTAi8Q
irroLnbIObSNb706nl7CB8vGATShCAH+IrBTteFBm9G5B2wZbTKZ/8iuhvvD3u4Kb3vdFg46QRwU
7TFmhXHEXwvQwGGuSaQLIcAUzfvYsB/n5M1PHvzEEGf/wvTcQbTcmGgKd5pOmr3X9MWHaBaaP1AN
MWqi4Z8jy/c+8DX5yXgbL+Z57g6Ti/qMJCYuK/nxYwmIK5EG82xRzHA2NI5hI2T7XhVh82z5BG25
Oy8YtVC/q7p7jRfjJhwXMODYvBynyg6f6txqE+wb4TtOTgAedcQmCkcCq87WIa/KgsbUCoo82OXE
riB4bAx70l102woFa+ytQFwrPMuN02PtGGNE52jiI4GD9NZXaFtvopJAKup8eLOkAY3FjvAeQDQ/
66mTT+DbgXEI8JHj2o271NcdAHAb/b0a6mtad+tryyR2pW/6UQOp2JWN+uF04a4cZ4rBECx8SpMJ
IBHGXR97zyZgYqQhA5kZ9hriBE0ZUz2fOgiB11Qi3ww94iQ/TJzGxnOwD0/2AaT2Zx7xfdg0Kgd0
jPErrefO3oV+9Q/gZ3stukgxD1XDYRxx7YLjcJ5Mpr9Ik/wewVqc9Jov7xNi+Y597JwsGeC6opli
RoM8uGOj1h7GdOaOQjwakgL9OBmtR/85sYhFA2SLES+2sGTiTVWxVJRd0G69MehhDPMtGqht/6Y2
W177qGB3ODPY2vaa33G567mmYHZ77qJKHqI5Frt0QSfSDoyPbvbKF+x9eqs535iacfnMbWTAcqJn
jk2BBbxNw6txOwKy1XXtn0YbzAnEfvuX3yn/T+He2FkhWaAAzsq2BHV656Q63AaqWpJmTYMksuPh
o9QjmkLIFZkiZnjwfm6uOMydb04BQqajbdgRNuYX0HRxB7iRD6qbjURzWD/XTSyv+EUl01XLBNJ3
1jdHMVMX6BFSGXZ8oJM7vLDgq/au8aAlDRm8qBRFpazSInH6YqZ28Qa6rGYc0JjdoFl7SFpzp94L
7FwfNoMbvlvCpeGMarWJU8qHyk7lb+yCU0bzunrWtIg8xSDocdYv0ye2bjcBt8bFJBDYbPif8l2H
njj6OCJOvUK03FYoNljf6xr/a1EP/bWvmh7dpJcnjqz1zfU66+yytz/UveKcYWJxFOMTRhiuiGVI
0C61v2DTfOAJeFKw20H4IzLV8Vun39oQcc9ByXnoTRhdMgzmWzVhnmPrmvOotO136Zh6X2VVSxVy
eEuMU+z3HK+tfXKlojsBwfbguVXx6t4iYHbo5FdEs+pHeiyhbUxj93aLuXRwlNnHk6kvXDjax9VI
kVi0myUAWegjCKr3wvL6djsey5YiFzhxMVpthMROC8rOzyAnH2W09zA4ilMu78irAiJRKauRbnLJ
dJSIERGEnxsSZXov5htWIwJtOmiJmwRvJ6sArHvGK1ao+kO75yQp9lODfZKchp/wLNAFSatm0gze
gLe+TdfvtK0Fj8DN0NEU/TkbsxJrqwWZ3ebvQUYWT/66eixlTbuLxRQfIo9fVzBAILBTUF5wfd7R
mO0vWoz8Y1C2z6lZh8QSjvefX45wNnXiG8fElBpV5leko+6OXFP+zSfO3GEFwagDDFSiVRKhUjQD
7GixkY8Iw8vH3HIWsH1tj7oO3/reDJsh5B8yO+m3tzpuT8MNdzx405gHxPKxcBff+J4pniz2MofV
c8EW1BNPCy/apVT8GMDB07BC8ETxeggghrdKFaSo7pLhn98UAXNWPOV7BZG4ISvL0J7f/gaEnTjX
2yl8nKu8f2sF+B1YvHl2iU0lzpj3ul2wLKw9bW+560sZ8QGfonunQSujr68+ZCrmgZnDGBcQe3d2
gfRsLPFw7VGeH1lqFOBgmz/kVLI9rOjsMch752hmeHEl20OsRK48R1lG3la67WH2oMmlasgeTB98
Q6Rvzk47E+b1dARYP103C1e3e+qkOJbxj3NecGN3TJs+BwGWyCzsUFYaYI4Va0y0kIHtEfeeRxOS
Jygc9AdPAx2ayi66H+aRz2csbnMaOY/S2BXKIb+1xSawVFVUJ/CwW3saIYtjEeGm4vrm3hDPzVHx
OoK35bDSU0wnaUHyBFbG+OwvEU1TfCzvrIyuJbyLFtEbKJlcXAu+pFH3J7tN0E3fzz+RO6tvGags
qan3AiYHfSW30vmAgNm82POS0f4iJhZcsGbLEmtO6NkLkjWowRRzyWUKyVhTGEqPhAtMQCz8R7rD
dBlDsgF+LJb3MexdBMZUnLHhkAUPnF8R/IiyRHICcDj54NroEYeiGR98rBL3ILsKQlh4OOiy0ztK
uxSuiw45rcY7bJGedlICZVHdUaTQpAbOE9SeKa5tahAdce5w4CeBN8enXq7dwXIwz6jVGo68eEzV
I2L7VIbFLnNldKkxwO4Y7ziNJvXZ4SI8jhhmnvtoHXm26EaEmlAm6NH6BOOT1zUcmdsXO3pLHfs5
rH29K9tFXNfQ/3RnH4J8zVd1alhSYLCMnhUBums1SbzbE89H7+PGri2VH9mulEAaaMZYYuqvh76D
7yZ7XhJUU2YuywNZy97pjnar/H+knVeP5EiSrf/KxT5fAhRO9bAvITJSVkVkln4hSjW11vz1+7H6
3p0ITyKIqmo0BgPkDC1cmZubHTtn18cG3TZwbPO2oQO7HusRf1/nD5pLZ4DR0h8KkWYL3UOW3cKh
pYL0biPKomb5lcCVKAfwKfwvcdLiAoXa3MGpxcaFD0gBqsQbNv0mREVNtUu7m8KtijfsK+MOQbYJ
4qjJpnEwqNHiy7MfhEB0xNpN8dmOOzqFO6W1NxovVBCKOq0lFdAP8nq80m1Dw1cCMRriiv6jmEYZ
Bbz5s8HhwgVqYmdNdKl0oqKtKvTqj1VV1Se1RsPRL5344I8D4uSBMHcAcr9S+acsCM/mY869s7ca
H6L1ooZtgY7sLXge+zaJIA4wWhdnP+pf2sEuH2tK9zQVUQKqNZDKCQjuTYc40a7X+q/oo6kHuuud
GycV7U+Eiax7zY2oHrnqd7sz0psKqtVnt3e/BrYDmK0ig0AB7Qd4Xm1P9YaHapggga3A6eYUPVgQ
0SKZ1Vnk/tT8YAqYozT6viGmMb0be6QDUKDUtRO+Qp+8i/pWPug5J74w0ttWMfyjbjbps+DdCEi8
GUjck6K+Z1N9LxvqFEWa84BwAi4ir1P3va6CIK01dWPbSrYbaNrdiDGDj5DwbTtMNGGCBMz3rc/N
13hUnFDjC2iHC4fDoAQ6TT8kZMjmjA3SWJAeuqbd3EfIXOxYCp7igTrunST7R0cucQenU/KtGUl0
m3arfC0R9CLZYDR0HIrnksDyDQU2OKdUb/hCtPcZdJlF0pUWGJRNh13VkjjqO7AKUZT/YHAc6Xyg
rWPWGMkjqlFOEdT3QyLEpq7K6hTgdm6DAlJMcH5UKKir6hkt60BwUFGhkKHT/hab0RsT4eedltIw
K0JeUPaAUspG90bvTkfQhADLHkERc6epE1QzLUofgKRAMtV2Nd27bge/ceDEHxuPzLWjU3SoY64G
U+1RYYUwcZuEEchm0sAw6FY1uJz+M9qSpJbjxIZMRIW6n66RYchvKdMo2zim3bHTjHEPdNqhfYTG
CbVHX2jK6JR0UXjaNV1jHPS4phu9GhFEoNb4QK/J2yiOnffAgKJtmZX2AWwLVE6weGxJ9we0CbRc
/eDqaZBRwRfbSv1oNlZJ0QGADWUCwfuiHQt/73T2P77bdj4V0mGYn/sKtFV0R9ExY+7yfhQkfz2Q
ydDgwjEXWWN7b4FL9wkAzbap0LPy8XJbyyGepDyqfQRu9LF8RCaSvJSBaE8NHTiwBdfsKLWacC4q
c8YvdOv4c982UIJaCvzmEBaCVfPN+7rwyagA2Phh9UP7j2/BUijg9lWS4qdDYvYA9gap69EZ51+X
/lNrqdh1BsX8QOd0QwoBc+DMU6rigLehA2l3GsDxo74rIcrc5BUVSicR/a601PhQAcO9EwRVqCES
tW1qrlt63Oz4tkLaCQpTCM1Chx6V1tUhBI6t6pEi1vTBQgvhhf8tYgVNoOzTNlT2og1G2vYAIIFA
VH8oLchLEnLlj9gyQl4JMRoCQ8nUGDPXgejo2rcMh3teUA2kdz7+WKNLG3Gt+zNauKZ55Y6XaUdv
QVTfxS35Hqjknb1O/Q6yEMOGGSQy73UtDtECHW6Mkh7kglIpfPVdp+gfqGfTEyl0MpSWbd0Lj8iS
64KGJsLDfZGO1RPs4ea+mtISZgjkAewqpJ8Nn5cOBpRAJh/xqrpE4nMm/iBbDQYtDLeiauGssUxw
nL6pHBytCw9Aaago0ONO5cfoPtdCtO90+LlgUyXNdCoNEGY5YkPbqfCgXDbYi1U4AhcIqw8OVfEb
23vr0sRAjDdLkqgTENdSAU4DDzK1OwRf9j5tYaA+57Jp1oovPrHCpzKjOjZ1ifrYB5l5DFIyswpY
+2e1KOhOG1yX1nogrYAhK5LzJgVeiuD0XAH4tk1Ne7B6WiUhKf88tTNcUoeHVg1pI+ch2e6bJvws
uBY3SUeyghy7OLD5ycyJXsBAA2AthAf8AJEdaAkVLraZj1VRiEEi1aXuqtFvRCznPplIkICNGaoP
vIK1Q0dPOF3Qjufdl5rGuYlQm/O0aLjVucBAwirDG5s0t3o7lGCQkRiL7eKUD7TvemCq8Ecky3Sd
7I6TJLA+FA7LliLcE7omBPhmln4ET/7BbixcTpciYxwiIWy5gAUg6QX5xOu3hj3WindTOkIlhgDx
xi3piB0DvLkywE/W8EO3UamYzxMAKUB5YfURaRj94BRJ/xIHpsWtwrardQqqVNImaspQyDihLh50
HTQ7d7cGasVoKa2S0hIzGUJYZ/lhagznex41SGvC2bvxPZBT1+XRF/XXDccRNJoKm3/+6/8U378+
h4S5//1f2v8F+4ZccghPMaxo8BNaH3/386ahG65uGlSBTF3VLj/fcmB5cY/5ifbnd/5UbHNt/HLd
xGtFdEyYLrG6oVumUCXVdfJsdhuVXX7SpsfR+UBvnBXTm0zL42/aYYpUxxXC0clXg9W6HEqhJjr1
qFyByetrPO6QCKcEFY8Pf2dFv7QiSnOK5/atU+86L5zM/MUKSPKCo1MeCeWNm+vmlpafhYeoWHdc
Qwjj0lys8tY3Qrs8cfFwhY/eio782vfnv59tL5gCUq1U3fJUfqFSg6DP3/188/LzBWlK+rD5+WLc
28kh93bXv6/N488h18yzux///V+Orpos99n8zJvv7PfTTWzTYeaVsOsenQ+udvI7GMzAENKyuoXE
DFqMGtzux0l5vm55beKkc9mAsuQmEeVJMeGA3RXtysjWvu9cDqwo0j6wVJOFAWtJY3nwlwsvncoR
MhNFnViZbKL3+5k2mL+aH1O9/P22S0CUN3zfp9qsCXp1D9cNzFvn9crbiHRBnKGR2rw0UFN6LlpL
KU+O81ICO4Tuq/5+3cS8hldMaNIYyLQjQJX7kDGJYQ8GY9O2hFTORwXAY8YL5rq1lQFpkv9ygCYB
wuco0hwDHL6v7yqxsqnWTOiXc5YbiWuM82kHUJHRFg7obloxsbxv/3dZfh3YswMJYZavARQsT6Am
825DUeL6LK19f/772fc9WMszoE3lqSewpWP95frn12Zo/vvZ5zWFJ1M8seQQGoUtVUlgcn85Asll
IVWYWGHilKeKqBLvtLIA8//91aZ1hGm7BHiOKaTPF1z2lDvr6jSkaAAQmUfRtuPt4o2n61O1uBJn
hiQP6NRKCoavqk4uZTvU7eFwum5gcS0cdMnB7QseG9Ldl9oUa7U6gkF85jemP9gq36b2098ZkfaT
49F3ZiEafrJC6Hgnkw5mmxpgdn/dzKIrcYXjAFnXDcuUDnebTh3aiwbe6gBkEcT50Rih0Dxet7K4
9q6DBQ0OEFWTlsTsasVBv4jrFvY+78FA+HJnfbpuY2nZDV03bOHy4jZdyQa6aU3jGV11UmD3c24K
Wh3/zoB081mUWqvJwoBbb9vyS1hWKwaWZkmomlB1Q9cYgjwCalbM4FSc0q81EoLDgUxxkT9eH8XS
5hWaYzq6Ro+NI0+TlzQePLRNcbLaRyX5NFRvGm0lFJ0nQj7pQjcFbdeGo1mG5KscN3H8Lo1BYQyI
Rrjlo6I6b0zIrGPfv6d9Y0Jra8hWJm9p+c+NSu6FzHRXksgryId93+jut+uztrg0Z0OSlmakrtan
XVKcSKpb/p0Xkp3bNe3bP7AiCBuEioaQsCXHkvlORGTqlyeyVeFbJ/gu4k+TvnKTLE6URWHIRXzc
sBzpxOsq2fUCgPrJiu/p07dWFn9xf519Xr+8qCan7uiQUll8CvCRfuKygqTp+jwtbjDLsuZdTG5A
SCHWlBZ5pIuhOPmUF6nGkR6BaXEuWsck8m5N44+m7H/tyTEj0FMrGWPsJYQl6fQyArW4PqJfIdur
M+Oy6rYlZh8pnRm7SSG9br38VNnATA4BcGDnBgY3ytY0c6bf4Em6bnFxnc4MSuclDPLUSisMQoiJ
pEcAwVJ+e93E4qFxqY26JveLIT98TbNCmTvDBMqY2gANbPmjNO2NfXfdzOJuODMj7TiOvTnZKWbg
YEAH7gDVf6lDERHtOiplPoav25vPurxUpqqpwjRZJ1uXdl8JHwNtnUFxqrNj7AEy2Mf2YwlDfrcy
f0sn9cyQIYX5lO3oyXEw5PwT5o+GeHN9HEs7wFRJS2gm2VfVnef1LKRUwZdpKA7yeQOBODDMSAT9
3giEymfnu9g1qS9Sr5BGoBT52LEIxnHU7/Xqpw/l3/UxSFP0yoDkzGjgRuYLvaWj2u+8exQB/+Dz
3GCqAbJTWLJD7mhUT309N451U/7TGt1biKJXzqG0m/4dAW2Hwhaa5mhCOvgTqHQk4zX9CDLmltul
UO3bPHs/Eseo6srOlb3M/zNGyOoaLAg9eJdLnpMU7dUEHGMBwN+d6LQPhhuoGg6uJm61tnsbwZsn
LErm2mC9uz6XckrkX+MmFTmybnNSz7g0PjR1DB7OMI5GiaQQDB8P9OgedA2QJMRmVJaogQLWBPSh
fIZuAjlm1z+EgLg3qd/92VTY7P1fB1mX4yA9aNuANINx5BqsCvBcwIAL/5s7l9C8aUfKfxcUT6H6
7fosSIfu1yQIjckHV2xzx0vLreSpqZXaqB8peOsTZIH3dbcS0i+diXMTkmcvOo3nQj/oRzV/3zwl
4Uosv/Z5KRSa2qwoDbfXj0H7ybA/rYQPa1+XnJJZFloHRYR+1D9AKUqsZeyuL8CaAcl7G6JNxrHB
AF2qFmUHBYz8dQvStffvEtPn7aqWCQhXfuxoOeQ4CjXNoxW1Fi3NqTg0o9ZRw1QUKHsA61y3t7il
COVUSyDWrsqhQ5naU5VNun7ManMXUAZIEeDo4v11K0ujgmkNkCO9DpphSwuT+sKAzMzRjyHU/rTO
OM5Tmn1B5/fvzEjL441wmhkjZjoYSUyEbew3Ax0EqM6tzNqS39WIIE2LgEugfnTpjfJGR90GHjtU
NZTdWKaHvNVuAXFu/XzCE0BlfH1gS/tOgzvPBVVD3UGT7MU+OtIuTHJH9Br6ELp03N1fWdClyzat
FAgm0XI8mt3L0LynpPUn3zcpZpqOi3Sb5LpI6YQw+hqcnKzZQcT1Bj3XlaSHtrSXNaZIJX/jGLzn
LlcFxdm6actaO46hZb7zQPHuoepQ30OGQA9zAchQM21rpxaieNcpo39HgXBEAKn1dmkaalDdhBX9
ZpQD/VIP31+fgKUto8P7x5vJhW9TlX5cNXX0RkWTdgwMlKrc1Nmpevuke9WME00fmgpqy+sWlzYN
lyWRpgu3z6uHDhx/8VhaJZvGvC9vmvYPwjOdcqVjE9oI2lAuZ9tJCXAVJISPFvyPtf0tiNd84dKU
Gbgkk+ZUjTKYFHCkiP0AA/H0ozLAFP9F851tAb3tJNBT6lf87tJkndvSL0czpnZdWKrPaOCDyurb
BGKM68uxHD+dDUcKYao+G0aUbfVj5UCiotD3+qSUusfcmfre5eF7YzaAvmD0LTa1lSL5aaBicf1H
LA2T7aCahsEe5A1/OUwL5A5iRaN5jCFrD6Zw32fvrluYl/3sgfPrAuME8mCDvdMkbL+0oGuc89wg
CegibS7yZ8U6zgDaFSPzXL2yYph4XkxRRJQulBpAWIKutjhCeWO9bdBN3wzBoJr0aUwtqhnwM/ld
kaF6iqR9OpK2hzb6PjafekOgL9cnAiR5mcJ44So67dx0JW6VZAIuk49ahBNMjbd1bdI3Dg3gTFNX
o49r0D1Kql4ccRbW91Gl+WJCxQ5GhDEOb0ZSrp+o10b038LdC99avu+MUn8GTg98XC8qQJfo7CGu
uymA//j+ATQ2ZEztz2AsopM+hT90sngfgkzL9mY3ZNu8QPbCQY78AXcHAgbejRuYdSlAcCxuVS9K
vl2f16Xt4Vi6BeWpSTrXlbYofFV2kxexdYyae8e9b9eqBEubw5kzuTwiXNOQvx91GlLlYjCPHo+V
qlb2CI3cRUb9B4f53Mw8zLPHaaLlRhOa7EG13Lagj4qVl93aMCTXN0Gq4Gc63zf1x657Y+qnVqx4
i3kDX25wTVVV0AVcY/YcZVwOQVOGBnGwFIYBw7fvXBCFm2Bsb8YpheSrcYaHcECwjAY/c399C7we
G4Z1npMADyyHp9alYahtHS1OQySQEAQ0g70NBxxO97qR1/vs0oi0QFNCB6RDP9cxqg5pugW2+Xff
lxbICeESAjHOBvinq17i+uX6539VLV+tjm6bc4JFZZakeAyVB2BBIjKPWtgdclVs+1LZeJVNiF43
j2kPJHAQsJgXk7vVuuybMukrI3wdUWMZ1lwH2BKCvq/eCaqhtBG9IUe1Ku4MngybMQTkmqUvHlQM
14f7erUgDiZuJwVD0l+V72GdbhV9KmxxtMRNUb541sqb8/VYLr+vX245G16PWNgQugfjI/8q/i0E
7WDh/24U0sYO4JczmnkUKc3uzyCdr3/+9bmZB+GaLtkAxzJsaRCDSguSajKIqYEc+12TvQ/KPzFh
shIUqUAHyCFkGrVuX7KxjuPk0xSvD7RJI2elGsHKc2NxQci5AvlyTeG+yjMUPGNMH0OwsYlnIzHD
m673oq+T7/vvSvSa/2RpHMM1QQSxx+SoJK+toQHtiD/13plPRv/5+tIs7t+zz0u+1DAbtXMGPg8j
jfYAXPgPPk8cogv8tGU7Uiwi4OXOTYEMaI8QMN0Jv1k6/DeicqnsqMBNTd5/l8dDt7ICvAiX5nif
o+db+T//5Pf/5/vz9J3dlrU+ZirEEsw+HEVP7m/WDF/9fMkXN2qj99V853cfAdOa6iEZVrbr0tGz
VRyTIKwlfJFCToIz+nkmjl7h3BXawSjiA0WqFSNLm+jciLTKcByZvgnZCM+dhxIymJXU1eIY0Al2
hMCtC0v6fJFB7u1AXXs0nLd6/lgjYfuboMtfC2FbFO50SkTE5tIxUOsiq4feMXl/3BHT5n8yAt6C
OlVosvaOdCd6GklYKNuto0rXZ/g+zN9Mw/b3d6pN8hcvS/HO1qURwHNljpogPNVgDrqhJaPa9z18
dNetLHk/Ah/HJs+qkXV5dd7clIvXNY+KP1WAlYOnAfpX1W8fAydY8XyLtkyQDVB70RQl59Rp9RcR
CFZsdU61dYFW34eaN8tNdxBx60ZgnK4P7vU21lgeCD80vqq6Qjor6JMh1ALA99jUUKnerl2yr7cx
nyeZqLsMCVcobQItQJgjDXJxhHAe5tZZeUe7cUHgXh/F/Bk5/joz40rP2BBa8tqZCiIGBcKCQ2l6
KcTOWvZhCDL96Ic6jNpj0oR3U16M/9DKH7y//gMWp1HYAPQ4sSyLtBPrVIH8L1UMRLR2ajYgMDGu
7Iw1C1I8ASVDQMbINo7ocoa3iX73dwOQNrnX/P8BRBN9+MU2QXrzuoV5J71ao7Mpmgd4dq3khRbZ
6mQZ5CyDbVLeaDWP6Vvx1UYK57qlxakiKHJcgLNzlHppqRjzOMg63kqm+825C7QVqPdCXpFNTRKG
rLxNxvdVIS+NSKO5Ca9W/V3bfCjJbYhDR3rD8tGgHmG0QHQ+HGzYlGii025aWh7f0JT3B6N0eRDi
mHQOr3RyaQMYyyroeJh9zwTB5fPvf17XLFN3LIsgTD5SvluGqdfSojGoRyX6qBV/8PNJ/uoUAQwu
Ofn2ifvajmouj2NP3hVGlpX9PN+P0m4D86ISQ0LiSH5Zmh24yIzERgLgGJLZSYxv063yxTVRBBHT
puzW8v8Lbs4Apu0wXUyZJl9ESpWZCcJa7tFHBbXwDpkDjY+n/P6+ZqqoL8z3KaGN5GTUsRCKM5nO
0dh09IUW6HH99przmPgVDgC04iF5eXDKQDOKNlfSU1p++D6W765/fWGSBB00vI9dXad3QQppmtD3
jDgbs5PhkWCDRveL262YWDj5Fyak6yaHhNo3e0yYNwo3QLUCqVpwYZZJyl7MZQteJ9ICOE2W0qWE
nhCsGHcB8GKhHcPkNMtpqdPN9dlas6VfrgWU0V6Yq116UgI0vRnOVvlqB0/NGhxpKXdxMSjJ82tQ
Qyha06SnNv/OkdrUYbgxyqdw9O8tJ731EyPYdOhZDhG0YlD8//6es8hoAYkgyThDYC7HmQ6wAIDk
TZHQeAtZ/BoKbnl4Z9+Xdh3CmmleNFV6UunM8t7rzqNZPpmwR9Da3gR3hUBN40n4K8DIhY1oQdTG
XqGGSlQgbUQeJ85ggYk5oUU866ytfH5xc8zE0Lo6JwPlWosLnUqrw4F8ipSnjgZJL3sHXcMtWhe7
wV/JxiwNxeIRblElIN1jSPujyrWS9nkfpwCBDPw8ZtCu+LUFx8AtSj6J8BMQqYyBqioh6Ft2OEjB
AK3RU0XKRBGfr5+nJSM8i+fygMHjWe4xStSq67vQSE5BhzDNNg5309qVtmZinsmzCAdxqWqEeyI5
tR3kQf17p36oKEFcH8frF4JmnY9j/hFnRuISxYEyZRxesjMd1D12JhRha+WvpQ12bmX+FWdWSieF
zWgUyakf220e/6gHyHj17/ROWs7Kwiye0HNbkgdAMBcGnhBbzlTe+oa6VzRo+n0byoLiJ43nN43T
ftV9RKPc8agkvrYyo2tjlTyEDXOyi7RJchrRaY9J11TNY1FBVHArohWnvrh4gORsCGJxePJzKAnL
JNCRJDoNArEb4w2UQdAVmtaKmaUja//HjBy7pRQ8NCoEbMQAKVPIfxt9pba+uNVNgmB6EQHlyaX1
UFeCNCh15mz40hjwCTrfdHXFyS1O1pmN+e9ne9BI3SZuEPU9QZMRQr1ESQ0hlbULYmEktkrfIc82
CqAMRrJSl7DmQBp+6sAT2jD7ZdM7hI2vH9o1I5Jn4KqAvHeIk1OeI/v2Y9Dv8+543cRCOZkw/Wwg
kmPIyGgCZCAcKZqDZT9CvUWcVWs3Adpa7oNjf66jlXBo6eRiEgieyvS9xuRWiTErJxXsMyqhZvsp
9+4b/yGjSNla3yz7c6PeKipEL/vrQ50vTym2vzArhUZRoiB952O2Bv4EeTtSHP2w1cdNTwe4fgOh
7IqHWNiJPCWIXOfnKzeItEdi04018uzxCRUcfITXHyIklrSVYS08WS6sSJukcYqQ/iUrPpG/nyms
xB1qBxUyQGGEUPf07fokLm5Jyro0B1B4fQWm6GyrQp5IiU+Z/o+mvtfyN32+EjmsmZDWKYOdKDFz
TOQQ9YTfo3SvDt+vj2JxK5yNQloZsDp1mtgcLJ4ct1r2RUQfXPrli+6HmX1MkNX0VpzS2pikRRpG
p4toGEhOKhy1EDjXNcRr/cp+WzQiePz+W9qREwyK1nWj5wx4V/Mh8w4dpcPM/pOBnNmQBpImUAs2
7YR3hbQaBtZ8l6nb64uzNAyeqrwuaKugRjUv3pkDzyC6cABhxKcheE4y5KVe+m7lpls6mfAxqLQB
kgh+BbyFg1EvtbSNT1DEtOGdXt7m3Vtv+H3oFHlfjSwLEF9e+HK8rcR+B8ali0+QopTdbao+/8FM
nX1fuupitzDNuJ2/P3zsgs9K/tNpVu6HxcU4MyFFWbCh9WYfjTGv1V3UvknDnb4G0F8zIQVSVt00
SY5U5AmZGd/VEO2+a8I1X7xghFQ/XBEQknFryrVBw0IdBDQJLd0OfMmjuiuchxK+o99eENSeybRo
dNHQ0SC99GFOs3zPrMuT1sD4cSvKuzFYOYALW5c48BeygsYpUy4rICFbaFpBC6uLQg0sj3GT7Kvw
RzAerg9l0Y5LJRWY/gzDkhY+UPpyyDNaAIRbbRoU6R26qDIEa2vl03VLS0vjcE9SiUE2x9Ylf09d
FdLpVq1OZQZPdPQ1BHbfZGsdM0uBDv2y/zEj+Xxk3SDUaXoGpM2UvXAxW3CGwi/tG6hhIYqOYEBf
Gpux/Ph345NcJpKf/TQqU3VKppju1jeorSPZffcHRgTVYx10L697yWnapelb+cRyVd1w34X9YRre
e9Xvx6O8s6nNkXOxXfLYl55ZwIdLM3JTnfIPqkrW5eQhSXl9HPNkSEGaQ6aMCiZn9HWXLrgRwx1s
tncfj3eumexGo1yJL9ZMSP6GaMlo4aWqTlqqfxf+8EMHe3d9FAtbmqqfS6mdKwzQqbTXJkTmYA0M
aKKMktuqRqZnLG+Es5Yu+pWOlmbrwo60tZJEB23Ii+qUJPF4D9D8R9XZ9s7IU+MxtkPtDrCKvgXF
Zu9Hs0d417Odp0bYP41ONU+lr5q3RdB371GhQ1dZyRBfLEW07y37pwL7+MZwR3NXqbBdiylN4Fzw
f0bwiW0nobyzylKgDYZ0aD04UKV2+FRbvExqZBwUZCNvC1fx3kHxqsOkGyQfUPYMt8hWotBgwjvk
jXq4NdoS8leIxzZahawWVI/IKEALextYWXVTBlm/rX1H3I5pOd1knQkb5aD6cIkVxo4iQ77p3DCA
fjmu76ZUV7dBr4kPrkiavZKW9jtwiDWPGrX92JVZiz45Usx+ULn81VXfBkpRQvZaQEzoaP5HF0LE
nRBjj042bVaAq+f/6kci2efhPshhQG7ie/ppTNQB3fZtlYsM1moEG9MG4uHBjkhyIWV9aFWz3hsV
go9jBleTn5TuTmuFs7++xxYcNCfQpbmZ00JiXLprtLKBZKUM8pOdf+7it/U0bEpeTWuh8poZyTsP
RWgVcern8+0MqR1qwAFg9/zm+mB+5dHkncwzhlgJpCIHRrpuRqiTFXYJVE5ism89EffbkrL1Niuz
aCabVQ4oTSo7vUT6Ve+gxnT0AYq90NLuG6tqTlGThrdGA39+WqrQDwfq9DBYTbyfutJ4blIjQjgF
VeNwVME7Gm21g2A+2eZOPbwfGtM9ZGEPR2AJudpQFl+LJkSOI4sgWHfbPb3jKTouDoxgrlnuVBNV
w2KkGkyVCAGiVM+2Gk8mOE/7k/CacZNlcHbVaResPJ3nWZBn6dyvzH7nLDS2/Cya3IzzXkY/M38f
oa2iolpb9Hcz+/z1JVl4V5JYnd+uM8fEK3Cib9eaWkZecdJBkVjjqVQ+GhR5EwMWUPdRi1bulgWv
THGK3kMDfnsiNWkDFK6YYOAT+SmqiDS18E3UlCsnZtkEkAyXvCEhmjR7Kaqtlo9g9qkvp+4mFJEC
YWzk7K7P26IVy6Q+KWzOphw4RVWYhwDB6aK+i/xHpurvPi/dXmMd+AXqrXze/ProZt+uf33ptFNW
oRQJqnp+tFxusCDUlFZta7raEcwhfQaRT9lk1Sb3lEdykCtTtbSdLfr/Z/gDJUr5fSS4YlBMornY
z5Hs0m9j9AkaZCzRhFWatYrRsjEbdNfcnvMqGyPCzEBYBvqErLxLkvcmwb/v0kABhUbtrPEVLUWb
XP//sTbvkrOTqjiD7ygW1nqEvwJ4on1l1zifoR/xrZcy/eyrqEunX6+v3tKRpXI0vz/mxZMRtlrQ
123Tw4cnsmMbdXdwwyO8pmyb4RaC1xTZy+v25gMju6OzK0iOB0dPtydt9LJTPfl7ZXwcPFAaa83J
K0ZkWEbjV02rDBgJavVB+NEdouZPpQd34/XBSPsDtjR4/jRAESDWabaWHVAYVJM5pm52KqK3UPuL
wt/BF0J64HNZrLGszIHy2cS9siUd4mrwjFBVGdM4fM78f1xS4QAnkCWBWzZFmvUBEdXro5MO9i+L
Ds06tNMY/Ich7UfRwvZaojx6QuK6gbE+fwOBNHqE161IG3C2IlToBUEVz88DOSveagikcU1nJ2Hc
m/P1vK8/jS6wo9uy/3HdlNzK/cqWNCK/MRM4IbGV9+U+4SHSTidBfSSyf04lNKYKrzzkgPofrvsy
xOiQ1CuDnQ1Ii8iDy3YNV9VxmOo85WdH3Pfy1EVml5Dl3oZ6Obu9PsCFFbv4vHQhugaPfGOM85Na
PIYlugMHxb8HF3ndinS6/p3Fs0FIO5GWKO7+Hitleu8Hu0nctWLFKy0MhIuEzSfg4qF+Jb0akwEN
CjT+stO3JP/S+VDNk1Hwd9fHoemvVwM0E4ED0K2FcAUAxyhqgyMVf7U3P6H9Du2jk9zDvtEq96J9
gxph4H64bnTBZZzblJNKKCAaaZc52cn22z1qz3Hh7n3UEJL8xXNX4qOFhbqwJd3MkefqkxHgnhz0
Q/rYhte73Grjpz8YEQGYQCaVpjhT2g7ZZKMhYnKodPdDne7Q9VA6d9uaSCyuVRJ+Ffuk8wMYznCJ
lcgmQH96eX4Q8rZ7tWFEsEPbD8kpvjFurH/MZpds35XiHSjpfde+D8y7AbXgkOTsIPZh8tbNn+DC
DT24+t8m49touCvDm+uz8Opk26RQVLbRjKid/738ZUNSNooSuPozpGGfKv09Cu///J0FyXk1/2vB
yE+Ze/zLr0sz26FFowYRv7/S0NCMdwr0yNd/vyWfNmmG5r+f+b7Ks1BiIb3+bKOnk29QTU3Mh3jt
TC9aQZWVTkLcK20Ll1Y6rYQXvE6MZ9QDUPM0s1vd6/ZWh757239XdPRx/fpEA8sXDUGswSxfUA85
+lEC3ADy+i6FFB1S88P1sb/eHRZFeOpftCxTApNZO+LcG4CrFcFL6360rPfR76Wn5uTdxeelQYsp
buIepaOXytpb6U37u7eW/asLGvC2qtNYK0f4ZRwWEK6Y6JNMt+1wiIaVnbEwOyS8eGKBZ1Y51NK1
FWZIIniK5j0jEpNtLOcPfr4O7IcLhX41+G0vtwRSy1phq7X9XNVP1UO+VnFf+vVAJWmcYIPPFH6X
n4+FAdJ8HLzn1r8fb6rh99cWqBo+D+pJgeeTrkKtyM0iAovyYlHs1jk4v33wgcI5usM7GmCpYUjf
NwKB1KpiK8+hgvJI/q5UVgAcS/NzZkBIGOmhtbSR3AZaiygo+IcsXwlT5/m9uBPYndQaNJeOCct6
RdKIWizotSb3X9wW9qzNiBLGWmfq0hAgvrGoN0CNi5bm5RIXagFWvUAusvZ/uE96s1b0e+20ILIC
kgjmDWLqV22OptI0yogY1AseaPRv4nJjTLeuvhIOLIziwop0DjRlrJrKMMKXMNs3I+oQv3/OLr4v
XYGwTCd53fH9pqIad4ewyW870YvvS6vALye0DUX4Mn6wgxunXPHRC4vAdTFD+akgE0ZLTjQ0Ha+B
xCV5ybOdbm2SB15YSrjy/H0V/rFFSZPA3C5gy8TQ5U6qyypBww4jKh3uHgpA2SNSohVUqWu0JwvH
ghNBHxHcwbS8y24pDdsCjFFbv6TOG96JiPsJdyW1OP9Y6eRdmJhn9OxGL/MgwquX9UuMRvPNkKFl
5fhj+YRKgnp04/alrs3wnSW6GCWVFEmW6/thyTzvA0jOKJQLEPGX5lE3C6o40yu0pNDLq6Yq31qK
b74pdLt5GxVme1CnMELIUjXvaqLu38uq/aqYnZuXRp+RLlbBM1cvN+XwKV6rcM67TZ5bwT88v11y
3DIQyCwHc0RjunoZtA/V9FI221FDibq7cx2Sy/7d9alc2ixkbSlEu3RhvKIGdoLKRyLQqV7axN/o
yIyV5k+jWMtwLWx+2NvoktHnMIi2mcsFS5osd5zcrF686tHrwt2Q/uz7ckO2HFWV6wNa8HWQ9yHT
B1QDKgNZ5gHNvLJ0+qF6IVX4XFn+fW8aK/fa0pzREg044Be1lFywq7JwmJyoql4Q5O2ePTfQoRtp
wE9FirpyxS1tBiqoDOdXElqmZPBR/6FEljcv6CjnG9v4hJb7bW/VCDKhtZvY2luSXfvrM6gtTSFc
8Dpx9C+HKK2W4WctWsoYTZHK2xS9dROgbJX8M+nBjY/9ru0+9lF77KebsHP3WhGCdBc3ZWM/X/8l
SxN99kN+5U3P3ExT9lWAtkvz0oTtxupOIzzo+VrFfcmZnBuR3splW9QQMlbNS9vsJuUtpVHTRvjN
2HjqSxSg+/3p+qAWZ9eYz9svai250T2MYzOmfax5UdGLnItRnrdy1axZkPyTnXmdJuC8eqlKVJUm
YD+bwVs5ZnLO+pcThFgNtMfctfoK8uHartoLc6xfauWIkmOO/GSoHd3ys2Zkt8K7rcNio9VrefnF
xTqzOp+Xsx3h2XWaZeNUvyRQ1fTdXSY+eP29Ot3FPcpSbbIpETW8vl4yAvXfkVJpIjCAoeYVDaSH
Urdbh0HzkiX1TtXu0v5z4B3pwCr9fRrcdSFsWspP9L5XbrnFZTyzO//9bKx+OI5a4YfYDcRb5L4+
etRWro9t8YBZZG5UkG1Q/0knPcibulcKr34xeL9YT2lwANt63cTr1Cv4EiIR539I+7Idx3Vk2y8S
IImSKL1qsJ1jVabSWbvqheiaNM8Tpa8/S3Vun7JpXRPOvbEb6EaiFQ4yGAzGsBbMZC02iGleZoPj
PIFHCftiBBWX46XOi9V91odHzaGe1v2u6Hct+qSMx7h+Lm7mTYF0AN8DBRClUJRV1xU4XcRCcZaG
4CzM3FcHDzT019Xb2qTT7wtnzU7nKYkMfB/8xGBeNAbJI3DrAjj9vvBCBkdilmdaCu80I3PNUrBI
NkbUuA3Veq9YaX/jfI5DZQEy5L/TTDhqRjw14M+GZtWywImMbiGbn1zXRox0sDF49yArbqOwd743
2mzjOBc1LMM6ONa73SHEeUm0n7fqscJ7/IGs+VMrFvRIe9jFnBpdqO0UMvq5PvnXBVweolUAhi3Q
hLRRKV5ohL6gZoQADhbAva62LuLeD8hYk1pghEW4Zgi+wJhynulx1IVTuW+yINf3kwzR+3I3oAYe
KQg68a6+AGBxIs5GQ4GICojxva9GuA2DLJPETpfn5VyKcF4KnZN2MJQ2LIx/UvLJKYLrC3V5QeD7
DoGv+d+VEs77wAnC59rEBdH8gyodopc9ODLB+v5YdIe5ebaBc3Zd4tb2I1BCbzCadp0L+AGUQ4CE
rttdOIPrXSE7OoGLbZRc6RIh4rSNNhLezTntwrj+tJh7Z/Q77fW6HpeeBs/FNZ+IlBZaA8VcHEvT
BtR8OO8J8vh9YLbeCIa31J8wGVNLvNq2On9lCWdS5Xact22BCKXfUx2FpJ20s+LyyXGujuBc0hTY
SFaT4/acey/twWFLUUgydVfvHRfjgJIDuhElnMmzxGRXMurRomP54uiVwVsmyr1aR26noZJ/oLBE
JX9o+D3XJAdq69iebJvYRZyyhuMfhJNEe0Rnlx75hrPvZSRaMin6uasezaEFSTGkINrj6dcofYzb
V9xF101QYhaWkEeqez0ZnAhSYgXMqj6xPVvWdL3lf06XS3Ck3GpMuwFMR2gbO31yO1mXiuz7q4on
8UY78H5hXQMV+BfOPFWVlGA3v782HqwT9BhmFl4rVWVUKkDk+xBtSV4MvJvu5/U92BSgA4RrhdSB
KxUCDiWNiYrOZmSP0i/xLq3fP/B5so43AKbzsrGm5Wo6jJPWhQZ3SePpEie2+etPPr/+/WT5DZQ9
7YXj86quBMhEDsXu+u/fPAigokalG7cl3P65APBkkxlc921I0+q+XN5b5J6QbQiGVhabbzqwNUPv
IAGgX+DsD7baKO2C+1ibwPppRTvNqnK3XTsZ+wH86vlyuK7axpNuTRhCLZCc6ojIBJeZ9SnS3ZbR
hmNu3s3G5KXziIHYPaH3GX2aCqzoqLhUkcjdXFKUN5B7XZ8i4pwnBSVxNDBk86YMCNqa7Rrjc1l8
tc276/pteZe1NIgkLOB9L0pxQEJOZqsskLTM8NI3WJBk+l3GDYmYLRPEdAJ6W9Y+yIuamWKbA1jR
SR9aFEiM5jLt82SR4b9tGcepEMEfA6Rj7JXc6MMGScFB32Gkz+2arxXo12V9WxsPOARTJwoJXrlF
y/XQphSyys8xe5s6UOViTlYtXUUNVfqI9E+P/52r7rgwPykkF9z2ejpotFozehc1Qn1EbXVEbTo0
QZy7dMOTwcav1y1jSwTRUMQDJDgGp8VHIukqLSNdMYRI67mfgUAqCQ62LPz0++vfT7xSPCXM6Ax8
nxLAElkL+gif6RCUZH9djy0LRy8aHgkIgAF5LuxU3lAbtObVEAJ477CkkVcseJUO0+66mE11gIO8
8n6hG1OsCqtzZ5vo/4c6lu5G1g7Iw7oOTA9Z9XkjIoUfQl2G4q7T0PB7vmzjxEkUxSoPK6P2rH4K
Fu1uau5o8qy3fiOLSTeMAFgXmPpCohqj2iKchpLyCaDo/Rxa0c/ea8v/3LxoGlpl9BXjAs9RMa3f
giV9NGPK4bj9cdotxV2/7OFOr0v50zB8/qZGzRMPOAxjoYUKqLrna1aoA82VccGaKa1LoiP4ufzS
fMWArEGf9WhnVrGHrju3TqlXzRjIbFXPAFt092wZPkEj+vXfs2EqaG021mw5IhYgwp//nMpQK6vp
kzkcwFewBNmEFov79Nt1IZs7dyJEuJPVzBi1SU1nOKjCPVbLBx7fZ0oIa5qMSLuYUTmHoFyfIg/V
EZJLTq5snQRTn2t0KI6kgArpDyf17EfF9JJRVm2WLdT69xM/lHJlXhoLuxF3B7A6JN3L9Y2QaSEE
v0bPtagH81iYDveg2Gbj0+I8OjT4d1LWX3GihTVnhKZJNoeJ+WDFigfgdLdw7g1Z7WV7tXBaETKY
AG4QtKnQlz+rcTWHne1r1NNvbxzDUV2xjf/f9wU90NOgJfYEs9KWHSeHNJc8FTZug7PvrzHEyTqx
3C7QdNDOYbQETNs1o1vfCEqOEw0VTPSPgNsOTTxUWCJiR0UeD4yH1uySOgBftBSxYHMXTkQIq9SQ
FvSrRTSHRftsTd5yIwbdhQrCKsUtycx4ggrO4NHRx7m7bq1bu4A+VgKORIxJXMwqqRy1whFY1qFp
vabqj7ke3VQ2DrP+RtHpm6vfx60FBh9dWKN5NnnJk1oN0dTqKnoYgVcuTQ+U3icj313XZ2s/TGw1
WrbWcrGYzte6Oi6qqVfxLHnoVMUDe6Lkzth6h+CBSNH2hCIkxcT9ueG26sKrCG+UMDKq/YxTXmYa
xuV64qU0+UTTZQ/+hO9DYt4vqayhbivmgF4rXwVwqC+aJ3rT7KMG3Q2h061d2nZ6r4MC1Ng5LABt
xu1LCbJBRIYg9UFsK5yeIplmzEZGejgYqj+gV7FN/esS1o0XDeNUgmAY3dKPrKaQME1+9Jzu+G+g
R14XsWXfqOkD4AOWBzsXbi4A4RWLVRlaqBY+ZV6ZHVIZffGWydl4kKIEhyIVnsTn9kAZM/hixktY
6YpbZKh9U4kSmxJgyyh3gwX2giFRSZU6XopqCXs7ceM+dX/evkioPplIHCAMghbnGsxaTnpDRWxp
9mmgFU8sVQLlZvZFOONTIauSJ/4+YWuWuq/ncGEu+EZ0PbiuxNYinX5f2IY+n5e0caAEifa96nHT
v/79LWM9/b5grPmsMzMtcV85eB5pYLgDx0VvFkFNbm6HWxcKDV+oRuIZI04+EZ2xZsrGOczSBWOR
HU727aogOYe+QU1DWesik4IYi9OJTBPSUNlOq9QnAmTlnJsBWlMkz+Ot5zkmdAwDWJ14v16kT4oi
Blg+aaaQs670VYdrblVNhmuUthqUeoHB6VHvPKq0/a4xaudl6HjzBoR35cCRD/fmUeWjxLNtbOXZ
bxK2cjZV9ML0+E0Nxrj74ueovDb6s61K3lRbN8WZHOHyTjgmt1WtnUJSlC7PXtT0GAFaktefG/tl
VIKpP4IcUqLc5fQIpWDtRtcD+kERGoqBoakh9wo2ljHMiOFSByXF1gU/OG2Cmu9pBLyo1PHU8s1Y
PrdEBgC4cdfrKAMiAwkwWPwIwZUoTj45ik2HUHP+k2pARWueSjsoqwdmSoo0m5uIyQ6UZhFXILw4
9ycd0Pkw7VCO4aL/zu3OXXti6hmIw/XN/XQrDBGQr9bKI+DFhPs+zbtlMLVhDKcWGKRuvEgc1+qY
hFsQDba4noAHsTLBCYpQ0ih2xfkUDi3A3YixX7TWa4msnL0lBuwseCqYSL9chA4qmYuqMRoeJoWP
+fLOeNVkQKoyEcK5atskw/QQRAAqMVE9RbsH/ct1LywTIRwpkupzxxeIIMpuTh4wCKfJTHjjIkEa
BF5xTfgC8kzY77hYqtmBlNDYp6pv3whhvEb0p5//4zRO7sFYp2WtEnx+ereN5z67/Vl19nkh22BY
fcEZfCju8iBVHkrqldPtGfEzEfr5yVOBFoiBT+xB9A7QuwVQd4MLuJvrGy3ZBfFULEtfOl3c8nCg
/pRipDr99e8ErD/gZB8SLe5Gup4Hg39Tvufl7w98fm2aR8oO/T3i74/72rC7CqdaKd18wCgn+0C6
BGXwvxIEBXQDmCddCQlJ7el3REZQurkBAPvDiAfaLZB0PF+fYtaNcom7KayXxlMTwLrvrq/Q1lWB
Ttj/CqDCOWvsfLQNhtvRps957nF0v0RL4SvcrWxJQ/if1RZ9rAXAbYwJAS/hAgug4sCaWPp5CPM2
1MwgGu9IenTq/ag/9pQAMnEfJQ1mpIMJw7cpfb+u6carbQ2A4Hwxx44mPUHTOiJl1epJE+r57Dpj
A7K9wVvdZByDIxlZA9nebSwtMprwYCvIKshRBS9pzWmPPzh1qBWV27EDCDsUsGq2TexmlmxQev31
wtqeCVu1PzlIjU1YVBC7Dg2866vyfhx2SvcS5T+z+Egz4lqceLev56l6wnrmCHGGOGF1yMr8nw7o
CgB53fXdfE8My22U2dWXKbwucuM0IH+0dvNToMNrYmE76ZzG4apWhwDzmn9Wkq+vF+PFEp58XThr
ZFT0cqD4+vgp5+8zvdOyvVMer6uw1QNypoMQaHSTUxotgZR5PkwZKHOTL12U+IPzu0UPteO4Ct+z
7r4zZIzKssUTPJXZcruwOATXmGVHqu8DV+qZYmvQcGKBStc1xYJhuhBNB33hRrJKz0bQAUZjxLWI
CuAOxUwIi4uxR1W9Ck37a9I86vZ9m32/vjlbS7Ry9K6NE5iMIUIlIu9HmpA4r8P8UVl8gEP9u88L
UYFKUwwpzUUdqrM7jv+MoID+gAATIw0o6jiYOVwt/GQLhknVDEUhVTgbz073mbWWRMCWS7MxbYjI
A0kQvI3PBZRzR0YwTLRhUlUPPEl3PcD4M7N2o84O9HqSPMK3TuTaa+AANQgNG6IHRW667PsYcxqj
/apUzCuq3B/U8EYI0jUYBDQc8jo6ehsw4SJYbp4odVR3ZRMmvwEm0P3AaNf1fdm4ejD1jYvgD7LW
BcQiMmyL0i95E+ZpBlhvxbivpixIh2E3OZrf1j0GsG4Gk4BSpzKF456BOMJhdtEAG+YXUxQ/jj6Q
mjyTICxboVFW6hO0qmfm2sUus2UzgxvmdiZBsOdisqshbaBD1nZunOyG0VXbPQYGqPXl+g5tOBfw
lwP+EnR8GA8Xh486W6F8YlETmjy0e6DBuIOMK30rEXEqQwR3ADJkM6UGLsy2u+u72DOVY+4MrmN9
NtinYvycNuBtld3SGy4NKDR4NdvQDskf4ZZWq9HKFqojLrB9Zu9J719fOMn3xabTpNfh0Fp8P7ef
DOJ3/Nf172+4gNPf7wgeJx6TVrMiow7jfi1Q6bafZY9YrH8nRT/3a1E8VlOUEEgpvC6+M3Sf9UD3
kyRLZGslXP2ZrjT5YEOXcez/aUj1yOpU8iqUiVj/fnIDoHrb/O9y1XHQoTzcS64w2XYIZz5RrM6o
CBZq6VA3CpTmPlLcRXYaZVoI554x1quNCik02he5p9f+9e2WfV+IzIdq0NUyWkMhPD0xYQgKPY6b
7P26lE3v9ffoiVzgbVcvFvi66zBrvFF91DFEr+7S9DPgLK8LEonA/lxgJ4dcbEup0E9CSIFD6KA6
lEQAGVzy3LW1HtjKiRFkNquDJdP3TM3ubGVwdaf7kifqoVGqx2mMdG+M6dfrv+m6oaBLVDDESgNO
RoklroogLr2+e8y+YvzxupCtLOuJdwAb2rmUpSkSNc9wotgArg4EP7nL6mjwsy6Z3LjOFxfh3muG
zQ6SGKSJdmJzdwDkohthFlmyDdtWhbInWF00zEYIVqXFltNMDd57rN1l1U6R9VdvvZ+h7V8BwhvP
qWttQQxfhylpX2nWB4mh7G3AYjSdFhh6elAMZzdy836Clnrs7JDD3LeN+nJ91be39u/PEK6URc0W
VJNxj1XDIwWFWVETFx3NeEBTyf5un6D/kyT2y5cxmSyzhaTFeF/ih0r9XMaHKnqQTmhtXv9/V1Z8
WDqUtcMwYmVH3Qe+QgeQVRkZ4Pb1fyJDuGMylk0lAyFb2FQzWiCOVvXcFM+J+mTUj626n6LvczwH
17dKptdqsifXQaTbfY0ED25/55F0z4WNx/mHrs6/eyTcCLRvLL1dRShEC7R2eDGt6G6uul070d11
bf4/x/2vrNUyT9RZohmtEo2Jazp+7vWfhXGk9H1irav2wLurf4z60Zm/5eYeUDISU5QYvSUcbtpF
Yz4SWEin7bt+pzrHkgXZINFwc79AfwqyLmBKImQ7V1DJwcxe9gv2i3Ze8oIXgie5+tbDKSQ5UIX/
K0HQw2amnhYRrgqzvXOGg1F5Zv2WKYBGDiLtYe4klcdNn3giTnBZZGydwaIT7kDLnUFCefsA4tpU
8FcdwRfVeRYBTxgL1mT7L73Mo0sWS8wHoPkiU2cNixVrPpJa7eck+sUSl1aPkfeRTo9TVURWxZwm
o0ZWVUw9xixa5MYSvy0xLiI4oCbXjM4C2Hao5LshQqv0Jz7eXT+hku0WexiyfORxOmDBqnZ2X8eU
S07htgoGMoiADrEu5oRrvUj57OC+J+2BjaM72PtIirW+rcRfIevfT7yMySuH5P0a47aHOf08mR+J
0cGr/F8lBI85akU3lBW+P5s7M7krPjCkCUP6+33BiXSYNsQdjUXSupdMuafxVz3a00LGoyvbC8GT
UAe1Ajtblwm40ea+tBBTSbZ78/43wdAJCBeCBmHBYhnqaIAAQcre5oEy/c7KvZliHoh+qxC2X7fc
Tf9+Ikp4m42ozCaTiQRAlB5m40s//jNgWL+jkifg9qL91UiwrZICUpcWiGi66B+r8hTrIcskd4hs
0QTz0gEynpUWwtCpf2zsAK39rhHfs872LOdDHuWvNoKlzU0JyK0/WRPHzRuUbTwprNPmvqzMkoaG
fy4GcoqpVjieN3DwTeZH5NEun6rmyRokGCpbZx4DDyaKCuj1uRjI4RTknANokkMzDgBip8r2fTP6
OxUgmDJ1FidPGS7CoX3Miu9Dtc/p4Cbja09fzO4HBVNjNUqU2lq7U5mCTTegauCJPdahZe7K0mXZ
TqdB0X65fnK27O1UimDSqPLEmTZAM1350sz7tEBP9y7R/EWGEiFTRzDsorfStss7vNodFhb9dN80
7S4HtbsLNl9JVLvGJWKYdKqUYNmUDmZR9VAKlBBx5rHsfuGBzv1J/Wzrx+sLKNNrXeCT+0bjEZop
Ruil6f6coIH5sPCnjEsaaLY8z6lGQiRWDmpH5hwWjtEsWvtkRhL1A8khA8M46NDBePgFq6TWqNzJ
bNwIg2U9mnX9qtnTPkFkCWypD3SPmSeyxLxjNbCIa2u01N5FBxUdzak7S6oP2z7h/9QRU48KMGT0
YkAKwy72Wv8M1pDr+y77vuAShijJlzldUyQA+VGb/3RtJNkQmQTBASy850MaQwINyeJqX//d7xcO
/oAuKXQ+IJ4sqr3VBeVHruTTLRbO+1BEWWRFqzmBvnF4t7LPbf09kTFgbJ+Lv7ssnHQztoZUt9Q6
jKrPRfauJq/KGPy7hRIOeDJTipZVHD0+7yLiyarim+m/04USjrapsmx0GLZ5yDK/SRM/yt5jtDiW
9QPYxw1e7NB27Nr0uwEmJ/0pdn4RsitM2RNZZm3CW6zqAH9BIxzJAR0VfbRT2/D6Om47yv9uFZrC
zh1lVNcDidYHjK6BuPaQFDsef9LS9+tSrquBfvVzKQzh2VIVkELw0iMHMktCQNn3hWOvWcmUtzXe
SHqDwYi7XNYpuWnQBJ3F6GOktiXmsjBJZNl53eKZV4xodiUuCFm/s1pGf7apxokYQY0q0fTZIri1
uvZzm3xhQOf/wD6cCBCcVzLraQMEEMSxNe6q/pdV/fPvBKwanty7i91P/cihQcF9bQGqu8T7bpor
oM9UBz3eGI8W/NeopWiGAuAL+n+8tHVza68pQT5JYnCZlPXvJ1roio1cd7dehBhL4FowmV8rhPw5
lVUSZYIEL+aMZTLGDMsVRdztojejfBuB2jlP7x/YFoQPBugz8K9YzJinPqNLCre/KOgjNmC/aJ+6
LmLziPyfCDRLnK9Zlal5whb4fNVBasdd2JdWlqzfPB4nIgQvUtCRAXkRp9z8sQCM4dd1BWRfFw4f
o6CD4TOe+H30ila5TOJoZZ8Xjl6rtEajl9gChe5LAox0yfpvmtLJ4ggnj/VEbxMKmy2tvb2rvr4Q
WWVItsPC2YvqsWistSxt5t6cPqOaW8luo+1FApgXBTAz6I0EI1LnHi1EJpRAZRrkYpm0YLCpAw6A
7RhoS4cvP7fSBgFokYPWOpyL1AXVimtND4n1PMXaTkvAqp2Mvla90v77Yt5n7LHGXB/IodD7KNkt
2e8Q7nUy9U3ejTV+B/s89zsLDCwyg9haSxtAoisCvq5fTNuUKetLc5wKNPpoBycvfaP7df3EbClx
KkE4MRVbChCvjUW4kN9R9QwiVQJwihtl2Ei6oa9cRzvRSvwjHBszZ/o0zl11zGolOcRVZD0g20Pv
6tlyJHeLtm7+2QP1jyzTQV4M3bsXrZA8A8RZXi3VsQCZWppiqId7wC3xh+IwdI9DTlwQXnsdqBWr
PnsFrUWS1wctKR+NrHYZ1b0uydCdrkqW4CIZgJ9lIepAdxFZASaEJWjzAcyk9dgco466xAJtYvpW
obFXS3/1tuRFe+FFBFmCF8nH1m5owZujbX+Jwb2ek8qLU91NpExOF8YjSFr/fnLHzqqVNQ1qu0eQ
8QZznLowVXBayiKezcUDpyYqP5jbucA6hEsvzKFqmqNa/lJ57RXapySK3HlR/LKS8dtcHDnohHFs
mKmF/3bRjN1QlibAKaqPgOd+N/vkYcxiiZHKRAhnDpDFlqGg+HNkffU9U+zDwJgkT7MhAqAvIEbG
fzAj++dpdLIzxjw2plKU9bHPwKD4xS47iQ4bRnYmYP37iQAUHHRNSav6qKdgO53u4TV2fHICU3bn
XhY3AZZyqooQX0UoOmByJ8OGLJ9MLQbyae8Cb8TN285fKlD/abu0732Sx/vBSd2svbVUB1ATcORq
JnBN8K84YdWYFR2reKqOZCnvYig7qJKXz4Z9rw3vNsAD0T8KbOzztaRFrZlzG9dHzkEmn+rcZaDI
HMGM4xadydyqyyQSN8xjHXbXDOSk0OkhAn3bCohiUwaJpaLjhv7OZdH3lgAQP6wU3evwsTjmR0cU
YlLTrI5D/22Om2B0ZIhUGwYI3j9M02MyDb2p4qL12dhXGG6ujiaeu+qL62vJ+/Vra72/hasEEhxg
SYBo7RKuLDcBwc8rtTomYKczmsm1kh+l2T30Ofe0yfI0O+AyWqhtrf7KFFxDxnuSY/ALVyXH8Kfx
2qtviVZ6Jt9f121Tzoo8AYujCKXWv58c32KsByArDDBqtD5NfGmDKEVr3FTT0SsAZim5/jYuCgfT
tWu3MuY+MedyLi7uhjwHcmB2XKYG5ZY8mNCR1Kg3AxQCNAwxJ84qsDhVFELPxShDVioOc9KVy2r2
K9mQ4pZRn35e2Bw9ipcBIP3psc7b8lNrGvU9taTpvcu1+tN0DWqZtZn/AiGqnQtdQbd/fOyneKfE
ZQAGlKDVZKiol4ESxkUtzOEawPkHcp2wJS3hFch/eH/E/JefksOcfaPxvWk+qM6uzL9fN7fLlYMz
MNFsu0JfAJZC8OGdVQyLFSECnOfIG9BzfTNDiA0uJzDNIi9io5tcbFUfaTUM06LU6HMxdub0XuWP
qQGsoeUbnW5N7wqihKPDp6Tu25rWx8JyQWsKWuqb10pDXyKo9dBzDegu4TaISA48NXTDHtOCTe7K
bep2bXnz9Q2rAaQKXLONAEGEB4NZpXOv9sMR3DlqvbNazLN7tgz+bmPbMaawRr2Y7EVUI7yQOrQW
amB7jo+MTfpzy8siMO2klszPXUqhSCWhzxPBDgADxG44E4+wpWUNewOBqemDU6HtDP/WPTkXITgW
W42VSQNYz5sZvxY87A7/7vOCY2FKNjc9cBzf6j9Wm2c3zzjh/YhxEWet4K4VY+GwG6VZjLxv7Dc2
NsH8HHVGcLMGZwKEQ2ERIJO2UWu/LTbM1QaF4K01W0EDwYO0K5ISXhv2G686H9067g+nQJy03Ayj
i1hPX98aYJDRLIykn18hSTapc1nbxbGcH+YyzlwyI9+t326z52IEg5r5VM3AOyqO+r6JuW+oMkCQ
y0OBLjmM7SDBigcnMiXnepBZV5d2crIjhn9d+zCqk8RNXV5Tq4A1E4kTjkBP3HGTsYwMSnY0808Y
2kq1b8kQXjeq9RPnARjuC0BqA7lyHdIQr/Oy06ois8cMe9Fj/NWrDK+Pg9rJJM5wY63O5AjHL9VY
PoONJjsy03Hr/ySpDHFUJkDYDDujXd3NEFBzvJO54WnJrTVZQEkayHmszFUE4bCwG1nUkFkbrekN
SGJ4Kvv2oklO+MV+Q4KprrPi64VxQUNU2E7F7Xzib8bg95Ef0WBqJUHpxTKdixDPHl5aaWmlEKGh
MPfJkYEPXJiT8HnhzKU9o5E94fNMux9+sxSTAPV9dfMMxSoFHhaRKDCOL4j1cjMrLBBb8LfkXlFB
IIvp+htPBQSsz1BUNuGpLqbyuLp0XUKW8W1+Ga27kR3Z/GWQ0TNejuPipoCLwlzpOvJ5MR9VQjyz
7EkHAAFujMl8KMbGA2Xt52XoAwv4xorCdsZs/K4wqqUqsgv3snb7R76JfBlwR1ZcqXP/VTZLlNpN
oQOtI3drU/MJOeTz7KGE503GfR0/jfNj0kdg5t0zYHLy5GD1r4PMT1/azLoMWG3zDzOC+HDJmxgP
wHTUQ1pFXg9I5y7OfYp5u5LfGgOsCmt4cIKpF8sttog2mElQ42bWQ/OLOh5U89YshvD59eydPPiW
SQMPRo3Pk4kHaKuPexkT4LbJwF6ADqUi3Suin5uN0tl2Y0KDCQ+8qXIrjHGzJDAczCYEaBWurV05
UbeWzkNc+ias3Ynk9a1zohxbpozki6GHnXrfLk9T9GAnL9dP3aVvggi8k6GeDhQcUTkMWzZDFet6
mHTuSL1s8a9/f8PQdBVHGrcdQAjxjj1XAaAlLKoRsqOoEfTNIX/oGjAfSC66jXUCTjNym1BhBc0T
DpXBFBInpDRCpZ3uEmV8TAh/appld12Xi8TJirCPOWsbbwtwI4lhf9bGaq+prYEmsa+DcWeS3z3G
YZjzqdN3eYOGJFU2SLyxO+iv0jCnjGOKKSNBsaZfytIpiRlWSey1+gtvJPnUje1BLkuHK8A7ExUM
wcKWlra8YbEVdvHLNC5u9a1FS2dtvl1fuQ094G9XpGMDKIqaIehhkoXSKlfMcHR2uuIRiRayzwta
ZLrTIGmLz3fqi4nsS7ZISg9bAkAxjgI10ESAzipcsW3jJK3KmBlabeX+pJmsErBhwGvGTwVj+lpM
Efc5c9jYlkNuhRk/tgkDXoPmO/TmWArEARpMGLzHmOgXSeacYkGdquJWqKKT3qm8PPp58y5TRAcw
KBXcx8DqPD/rs14mGp8aGhraboh9QwaIvLELyIFg9VVnpQYQMaJKXZ1IjFReWGAWB2XFIA1uVQBI
35gVghOBEOzGuQLW4DQ5BwJoSJjflV6T33xZnX3/IhBkuKhypBNCVXvof+WVxD9dHmZwZqH5ZD3H
4JMlwvqXztTR3tJYOBWJ2zjLs8O7Zzp+ozJim0tzPRe0/v3kXjJaOx6Bzs7CNAqqe4UHMrraLU1W
cHcdYK/kEnGV6zQeoyZH04lTelr61TKO0ehqnSq5OC4tCqkoyMATA+AWF5A9PYantdSoo7fF8Er2
EBvhzQaF76PipoOVBbiSwkLlNdebbuijNyQGs/GQykDBtn4/oiokcZAHwcEWDNaesEgVSaI3ZSpf
zZ7fZwCWlMTlEhmi0ZbAyIk6ENq9zZinndSdQ2V2eykBnel4z9vUxKlGWHxuTk6ROkrpaHbY++i9
7mXWunr/s+c2sgSnn1+N7cRaiZ6UMZIidjhnwaRzjxSqR4bnnlCPEc2Lbn/uQR6iEXCoI969AN/s
o6RuRj1xALls76ze2Un8+OXpO/++oI/lLHlX1gz6LKDL8dnwpN5+352LEO/rOS+IlkGEbu2U3q31
u+vnYv3/i1uywlKvQGTEurhP2cK7aKGZEuoLB+UA4s7qYEeHiT07LLo5wkWe6ESWkAXhSZa3fIYs
u3tFVtgpk5sPCIb+8Tg2wY8EVl6R/ofRkTq1YrLQfk8Bz6/GN2MjIub881pDK+cGvKcaGeA7oT0L
u/vKcIKFTMH17dg4IWcC1gN6ckJaNFV0LetYqKXZPhroPThjzMJvdd/S+wMj9u66vA0LPpMnHHhL
4XluZVAoN9WfcTYckrg4zHn+67qYDb8CymwL5WcD9F7ASTpXa+BN2SYF1ErzF6BvWJLU7ebnwUOC
dw0s+QIgOi2MBL0CNQNzwtcSw/flzWU/7Duai4C8BLJSRFVC1DklWtdYdsnCdkSj1K7Rb45qsTwg
2kQdA7A7F6mvxBjmweocMyStP2penvvX139rm/FSWhPOwLq/yHOOFfoOotoywjwqnzMjf9TJsI8a
59ai//okOxEjHvC4raYBz0Pg7PjqD1U2lLhaieCrzj4vJDlNgIwD4dAxwhKQjE2SeQtNvcjERSUD
ENxcLyAGwFvZKJCKxb4eaFFplaYmZhKX72rmPHUYDOrTdH99W7bsFrU+PLrxkkVXhuDcx7ofKLCu
rVAbe6+rdlNOP7LxDjJca2FmbQ87P3jArUhqwCvBsJYFpDwNsESDWeZENtU4ESKoYahFbkwjhACP
GaWZlyK5tf622tWJAOFVWaelnUURBAxzgWmK1P1AoHAmQIje1K7C8Ma6TEAS850n6tz+njFgR8Cl
XqvTyNoKflat8tSIGSUhqZa7KVGCpZa8vDdM9kyCsNO6MQ5sJVAKmfJl7oI2P9xuSnCuBF4KMH0a
2ogEU6ryWlf7xAojxu8UkAlUvHH1cXfzkQDbgoEhCvQxAmFAsCW9S1ZMb2aFdfxofALX3O2fRwYU
lA5A5EK1QSi+FVbH+KiXVjil7/YnhXz5wOfRQog8zto8LN4TcaVV5TTAjpAuJt+S+fv1z284QKqh
tROM3XhaXvR4RsQp8qVWlND6Zpmjp+WWV5uzVzmysvrl0CyaxHQN1/UKwY/+LWGdKo3my2IOSqgm
S6BOQVk+qM1zwveJlnmU+CoS4nYluT42TPgPajqS1A4IRKggdNFbVWmyxQmn6EtjmYFR14c8uvkh
iIYxxG7/FSJc5RFRQb22CinNT9Uuv7k1FljBWDh0RK6Y7Bf2OxNViReg7YY0Axfe0D5lsRp0Y/EE
QFfJk3k9CsJ1iN4HtPKgxYZiTFs4KtnUZksyMCdcMC9Pne+W9cryO/KearKG+I2NWc0ZyEqaieqc
WCpRraRvcbkgcB/nfYt3lNZijK3T99fN+/IeQepNA7s1OlPQOShmlbhimks1Fv1bSX4We7P+cfvn
V25QuF/QaAOV+tyBDWCt4by0uzeHf7ZjT6v+5fcFB8nqpSJth+9HtkePN1OzOhaIXMB/uP5+vG0E
/z45C184c6LjrN615q67+YoFJj6WHs/ztVFUXHunYOg4okn7Nh6oVQROKwNEutzcP+EzomhDQ9ZT
LLUr+syQji6aN3TAO3Gg/g9pV7Ykp65sv4gI5uEVqKm73XbRbbftF8IjIIlBzPD1d6lP3LOrBFFE
7eMH+6HCSjSlcli5Mr47onc9vmR7tmpix6bFOCh16Ifczwq+IWB5CbDyIDxAOA3RZ11On7lUS2a3
aKvX0qt+tN0UeL3A8pvfb5/SpY6HwhUKBDlYpDhk1GkKlL9a9Kx5bYZv1DSCCRjdGAn9nG8lhJY7
8q7abQfsbR4QWuL3C1/Tq+t0sKq2fU37A/d8vsVYuDW+WNCL8bOmVzKjxfhGEo6On/2+vVBbw0sX
YrRcNFMcmvZVQY7W+o4uW3dHE4AqA1eMeAMB+5NhcvbQVDx21fY1B7F3fdLQOf7uGYDKF34xThRu
hJzLKIvezOapYa8k/9ruirv7psJCwG1DqhQ1BqKt7vX6z7Y72XlVkdfODRt0Q9jQ1iv34Wp4af2z
RIH8EsOHzPrOT0X37e7VuRpfet5Y3hixMmB8HUQtPyo33d8ef+37LQ+GgC2aViE4fL0806Tp86xQ
8srSnTkdtHg36hvxwWU0B5gyDadIoF/h50kvQuflbjKrhABS9upmZdDWadAS8BC7DkA6hT9sFb6u
3AngOgGDhpZCxxbZbzX7ktWzm5JXdVD9Ij3V/evtRVsK8EAGg8wuXAkkD2VU59DEqB5VLBSg0nPs
m+3dTsz18EL8hcqYMkoQiMHwMxn31jj5pdailYq9sfVbs5BuBm58U8LxL165X5IQzYFuL5I4+deG
2fUspJsxg28QjgaGZ+bkW+YXZTd1X4HFvVt9IMqJDDh8GVjLyFVeLxaweaCYyNj4WpeV77DMrzee
opVlEjk4lFgiYrfEAZUMXQA7fexe7cDszky/2xIXHWaQokTnWVj8sk/cKOgG3+fq8KplT2XuBWlS
3L/PwtgHokIVDQtluxXZhnqaGm96zbKH5JB6d0fthLH/z/CSQZmSMUmTHsPr9luXv9q728doqaBg
h4EAAzUUaHoHi/h6f+tq4opll+oryOWVh1LVch+hKBcoobbe5OGU9xpJVvQkhsdnW1CGi64/JoNf
lHNjfuXa6RPTjrenIt+I99Fh3qGBN6JqsG6up2Jr0zCTis+vbj65H0EsX0WawpqDzVU0WWY05sFt
gcvpYCoueFBE/huwGmntOteZUUeRDVH6tXR3Cd/wVJfzuR5eejtSINsJqTG8MaHVU/tVN1EQvE+3
kjNbs5CWjapprSUWxPRmULn+7G2csK3xxe8X6hYOR+I1GcYvPKSpp8eGbXgV8hGGZQloLe4eUMKo
bpOzoloM77cfhz7S+Kvmha6KS36+e6cvRciRisRIFVoj/Bhpul/zIN2wclaWSHR1QDmMJ66hbAQS
z+g4NfI+6tSDWzx5WynRtfGBM0BSQSTygbq83oJOqbWyzdI+QgQSTG7Ev395gKB4r8EzcBs0yQTR
QXXkGiDxj0TRX4Za3fzX7fUXZtjlY4ctRtoFzjoefhMAKemMtlnfZBbgDZFVnZQYVZp+7J7w1lHl
9baglZVClZ/giYM1K/oJXa8UgLsMNzpuo8z24yTUNkyPreHF7xd3gTouup5VGH5gb8rw3byXtOB9
nS4+X1yVy/GnrC+GAeOr6jetjkh0e3VWNBLgB4iZIkItqosla1mxrcadaNFFIFb5zqtm7wyKr3TO
Hj0CNuyOlUt9JUp69nIjNxDsz7so43ut/83YruySDRlb05GObWn1pW2PmI6WhjEJFbbzuK9kG5db
ts/f9+SfRZN1B7poZDUK2btorAc/KxUfrDr+bDUByf5q/NRmW9Nauyww9MRGoepgUXk32RWaKSY1
iarEib9r7oiGjWlFzVPK4ulxJHx6YNrAtugRFlhnTFTQWQA09x+GOGk5lYoAH1E5JKpran5E13E7
xmtSOCC2GNB3xfH+Dm3a7WNm86cKS5/6hdJOjT+69rBX6g597mIyF2g00uT72nKSjXdiud04swAn
O6IkESUl4vfLy9EbWdZyrIvHj824a/sPtkXCutzqorPccMhBVBYlJUKLyO5L3c6uRRtCIrt9ImN6
KpQqHEBtmYEnIY+Azd04xqvyUACLUlHkRVFLfD2vpkcF52hkJOJ56gPL/uDQN338pNi7uDrpQ7oh
bqnDsMk6/D/oY8SQ5OmRiebWOKfYZrKPfXWrxfDy4kO7oBkool9I/yAycj2bRFP7fOwZidB4JCzc
x6Y4z1tOwdpJ8PDMqkiHwzuQnZqmqcw6RbYsqpw2qMDLF/evUG4BpUp4W2O+Qzmllws+kooEBwSh
zkGyET3Gc0bSnEa8rfjBQf1w5tutZj9UxWDsJh28va1rguiSj92RuyjRZpqW7NF85xvwteqfns1o
U6ZUyocCYSKfMI8CuZvzP7e/c7nqwANffKZ+veoaSsVijjKlqJnS584s/ihokqL3zum2mOXZEX23
YCmAtww981xJDCHt6E06Xib97Gi7u3uUQQM56PEjyqYBaPJkZ2bOWssea72O2r0Sv3pVdP/XI5MO
fBlqSZYJ+1TXcm42vI5YH1gstIbg/vGRRYcVC0MNvrZ0kfOhd1Te0yYys0dy7PJ/sfiXw0tPakwa
qzQaDD9Zr1b+xjfiUCt7Kxh4RK4I4JVFleyUZ0qbKWoT1Ubokl3ibITGN8aXE3e8UYosjTH+QEMz
9ocNG3blBlx+viNd1KLNqnIAvU9kNs2Jdehf6bXBNDvH23u8VD0aPBQoHoBEAZZ4z4lePEKE11Nb
qlYdFdZxzix/rqPMqgOP/Lwt5z2yKCkeFLDYJghgbFSVyjnuwohtnmhtEeFrjMBtXSPQCpsGXsn0
fapkXlCBomvHoLkeU6+oQ5uNPXQTeIx/o/KhfnHS8ZsRT/nfecrIR/QfGV5LnmYHrU/cj5w4474h
sGLUZMx1f6wNZ8ugWNkRZNAEC4KIrQBVcK2TBiU31cQtWNR3w8lEb/gjZ9kc1rHx9fZarQlCnSyy
9QBdGYsH28zL3PGyhkVNVfSfUIOhPjroDHCetWqrpmRl+7HrwL6aQAkvyTgMd2RZXilFRMdjR09J
9dRn56naiBysXBUBxBEPKMKoaMl6vXLIIKHjae4UUZU9ae6ebhV6ry3Y5fiSJuFopWm7JcYn/Kx7
Hzh5dunGddyagmRMGrwbUbEMEap2mD7adXh7y5c2MiqI4KoKm8lC6kWyMry809PWNsYoM33d/IZs
MwyZJP05/74tZzkNUamkiva+hiEi2tc70c5Z7lig+YlKcsx2tN7QJivDA2cn+o0DWIvEobQRjc4z
tzGbORq7v+mxvrfCA31KhMmChxS4eZwl6RyNvdVTNfH6qEG/CuOtuBtL+x8B4HYCLBgxwYU90INi
0rbYEA3Nb935ze5+UFEVgcgvghKwlRBGvV79epqRC1YmBOiSOKAH9CDYELC8CBAg3CyA+JBHMqRT
Ojg0ARyYj5FFLT+pI1d9ifN7y66xSCaoBoHsAuwf76qEWGGoqSMOz6yoRU9U6L92IwK/1EloiAiC
IIRkQW2DJOT1Ks0dS1GrlduR9dSoX9yK7ahX7izt7fZVWMB9xDwQNMBtwJIJC0eSE5txm/LMieo0
0n6BdVsx9/XffvoN5qZjUm54eytXA9IELRSiOEucx1CkCJxPkNal4JeNyuJfbAsmA6wEkrd4ZOWg
15x4bqmORRsxzfY/ePxevmUsF8ZHpk14kQKIdb1cPfrE1GnathFw6IG+QxOrjcMrlMO1hSAStzhU
rg5WAiCarwWAE8rJUEreRnY6AOn6sc0+NuWj+1n5UtF5d3vzV3bjSpZ0xopcSb0uhiylRAA1CxR+
L25XLBc4QeDMeSIMoUunyxwV056auY0s9blrjKNLe390NJDObHVxWpsLEiZgNQKqXZSgSutWsxwu
TI1o6o/WPiTO4f6lgnsExeWh7g3JmevhEwRJlIRQEZXyO2dnN3fb6QByXYwvbUWppcDcxaSLivlR
IQFzNtCPa8cK5i2qrOAJLIPZVWWgVVhP+4iYf8rpW5P+ruqfTP2ej38tbatB1IIoU2w7qiEAcYBB
AuYkoaEv7GmrV4YZUYQu8kbPL8ydSo7NeQL3Z6u+2Szw2KlgD9VPzoNqCoY4JPkLSqvhv6HC9va+
LQrH5U+RzkVZel6nK0YXTU6FDunPvfJ9yr4T5Zky0Z/DaqM5/ahnr7fFrjxBuMBgFgHqF2alTCML
An2jzmkKNfS1+Q4EDHAqtwWs7ScoJEVpBYLwiGldr/BYqYZigpowcpx2x7Nj7dWnfq4D3TzmXrYv
3W+35a1OyBJlBODpECVD1/JUl2es0bwmii3rY63E4VhNn/u72VLEbsG9QDQCMSyhBa/FDCMpuF7B
/QLxg1IdlC0wtvj/snZF2S0sM1iYCHZIpoE5g01CSeI6UuunJrXDYfrUuU929bHl7f7+FQNw0rNF
/lYgQq+nUlRm3CW6Dsc+5cZuNkvdT6eBoyeos0VMKzZbmhVIJEUNOUItMDglUVZslXY2Dl00gN/r
a0HHZqelb2U8GKHOky0K95U1FEBEHclVYE1gNFxPzAYwx8lBuhYpHBDXDBzuD65+TGcQ/N3tMWHt
cBzeC3vwHEqGdEqc1OxnEaRPdqxtg961/NubtPJquO8QB8Q14XnIFByNFmd5OjltFJcxHqYwrbcK
08SJkvcGCC+cAxzoZfd2jzAylkoxRG2S78FS6DtkfFZ7cuwn7yN1yg+2wbmvJur9xw+uLBqswwlB
9YEq3SRdTSa0Ipn7aIwN3+m+otVykEza/esnfBCEDoGrFzVY12ehHtu4NyrE9rIv2s/5x72bg2g9
So+hRlHXt4DUi0pVt0J+Oup7+gij6BGBrI1ncanWrkVIz3pXNm7cQGGCC3MI5tI9oif5B7SN2oCL
6EI9Xp8CyIG3gFsDf3MBge34aE4Ga7KIxU2JXmdjDwL82AycuXt2vPJkal8T3oSNnuzc2k6eeEyn
H0lGip8uukrsPWoP/gialUNtmwmoIbTeL8vCDLvCTfYeM7cQcsvnBRyq2E6BMkfkX37AE50N5jQn
WZSR/JCYdeBqh2KeTr07nmyYvUCm3t7rlTwVJEJLCrY9EYiTTlLXc+aBoJRElKlaYGrUL/UnP2wr
LyRqNewclgy+rnhGSFwb6LDE+FVzc8QbTvvd0GbdxgO7YjjggwQxmAMQJUrHpadibjjy0Sgziwj5
PDEk69Qdp49l/OAOH9LW8Jmm7tr6p2dvJVmX+hXV11AW78yZ9qKePJ31YeYOpZEFet65Gt9APNr6
6eDWPm2Nc2E04cbar+w2Ql8IfqEX24q5putVlaNvNInQWtCfmse5okHqHfvUCs3xrXP3pvIB/bJC
Q39gIOAutK+eB6pVK0T6MpsCPf96+4OWWllUGqClM/wrVK/JUVKag6ZjjnuKfsv7JjkmW07iyq2/
Gl96Vzj4KT2VdjRq+Zk2hd903KebvLRbs5AOUEUtj6Jon0ZJZu0q/kPbJH7fmIcpGWVjPtmJNTU0
mtygLk+jfnC2AI2rkwBTnjD58OjLZU2JAW8tryca9b+Ju/e0DbdndQYXw0v6t4Gx6TEwLEXwCXug
YkGRt0Xfs+D4Bg+pSLojw4wjBa0m7cNg2SyxFZNG2fQweJXfWvu8f8LfjnkschrSInC6szl/HeMt
8r+VqwyyFFFJCqUP/05SaoWlj1btVjTSvSeL7rM5DxyYSupHVHNsvPerosQTLNwBxLIlUabeIxlg
cmxUFSZx2FE/jo809qv+7oyPAV64fwQJY/TCt+t0ixdmBUGmdnarD83p/rtv42FHcBbBNUdOKI1D
3XO9Ze93v6P7YePArS6TbWA7QBQNB0D8fvH19dCiXtaqaaQYAXpWK8/GD3SxK7a68q2da/h+CHJq
78ls6czZmckrZuLxmMbQ8ZCz9VHNf3uhVmfyj4hFzqrUcr23bRIlxQ67XepnNwv6eMc2TVixo5Lx
Ag70/07m/aW8WDMST/GQ2h4gGprfkj3r9xMadt7bDVRc00spkiqoq4a7Re+SqM38YfDLrcTV6izg
JsGhAKgPQIPrnaeqOyiqndIongMDEajRL/KTVUa3d2V14wHDQpgFsOwFUAK8yyXyixZ2BX2Y7eSL
M55Ah3ZbxppOBpebIDwHhAGirmcC26gzJqsqIrSb0rJ9v4UNXVupy/HF7xf7XdTgrZq1pohm77MF
dtQMQbsEiHzqKVtWn/AVpaPlvYcIEZcCCEjGlVR5HmeOm5QRYWnjO4P5jaUueovogVoBo9+VRxvY
LGqkh6Jq/ZabfmOQXePcW0KGw4fSQ3Q8hspBTEUOp2TMpK5NkNjS413t7F2yYU2uHAsPFg0MGli2
cMukJaV07Di38jzSWfVcxfEv6rWnfMw23JmVkyEqlhx4siJjKrvmet4AN0waiEl//bC2stdbo4vf
L85FNtc16hDrPEr1T9SJtkDvW8NLx9oYAVWoETaLvPnN29ns8+1bs7YFl0Az6esH9L5KprYhkdXB
1HhVrNd76zTFIbqUIE1gRqGS3nAhwdzl5m54u3cCgpwOWRpRBSrQNNfL35u1B5MSqkWn9UEvPne6
BrL7v7eFLDfhWoj0Pk523aK9KF4VYDADZrya5VbIYLkP1xIk4zseY6UxR0hg/YBGdh89L7DL6u77
di1EUvZ20xR2keD9Rc/6tDrN5aO6xcW7Og+kR1VB5I0sqZTa0KZkBncEtsNR9vOs+QPq4j39bk8I
87gQIj2KY+JViPhByEDesvR3HW8EJtYnARtVAAeNBfvMTEyLqyPWSdFpUOcclf1IBbVbb++KMy3m
8V85MtwWNmMHznCYEO1X0vkmDQt+GNu9ux+coHlD21R9C2+7kti8Fintj6X3c4aqZxJlReOTKQXE
/tTnTwrxAmSHSm3PwCJL25fb90dcwusH7VqqtGHGOMztMEJqL0jBwmo6Osw37092ASSBskIwtaHr
2aLFzlS3TtKWCpZzABt+/Kylv25PY00NoMWeB0NfgMfk4LVi1mWXZgqDmZz6WvwpTsN/IcBCzFXQ
xQITI+3OHA9oWUR4HinVQ+wpoVt0h9sSlvaxCR2J51ADbwYiSpKE0Zn0GY2GWdS1ITNZ4JKnqn2Y
SRZ42f2TEfFJV4SvkO+UsQB5Dty2XQ1JlGjlzkgfndnemMzKflxJkCbjJfPEWgUSyufa2FXO/vZa
rQyPSL5oDGLihVmEwRXCyVT1ahoVzakMKnq3wWq6iOIihoayc+T9pIexMOdMU1NWRXz4wcBl9/P2
168osavhpYcRnS2rtKkwPM2CGNeb2ENo39uTDDlskGCCigiGvSCYkx5GBEn72G368kU1w7KoQvRv
CC1ybPW7TbhrOdLzaI60ypUOcpz6ZajwQP6+vVjLrUYwAikiDwFp4ErkDJtn5wwwK5q9tL9s+xGZ
+dvDL/UfImsCe4HLILgqpIPaEWdQe1QFAVrlfrPVaU8+KWl9QJLj221By02HIPg+YPXEiUV/6mtr
KOHUnbK8i6NG+VR0+2Te21tG+8pSoUcS7HZAoKBv5bnopeGNFdL+L8m4q36WW5WEW8NLT4VZmLzU
PQyv8Df3Z9VuQG2W+g8JEoBskOcUDXJk2HVRN4Ve6w17Qcsqw3hJ868ee7GzML5feYCzBV6NgLzh
bpjSPCwgmJ3BavOXSsl9y1Z8x9nd3uuVlQJjE2pE8GAgJm9JF7w3jczuTLd4+Qj+an9Em6f/bXzp
bldebyqsiosXc96Zw7EYNrZi6/ulOw2E94DwO75fH4903Lsby7NyFZDNxrNjoJga3UklY5drXMVL
WrIX4v7gSu1bBIDibKtrwsokLqXIgbmmGIs61yr2onh++ct+u3sLrkaX9AY1G7fM7YK9gLFiHneN
efcTBFouUCUJLjwEYGTwbc8H7K+XsRf0KeUknLYYVVb34GJ8aYsNLW4ps1L24qCfWg+HIMi3gslb
IqRtHmcFaS7kk190c++lYeYetK1OZyva+3KVZJQH6dlYOgAevlDX6X9PaAQemRyNMaymincwsebj
7V0Xq3JtLYu2lyBYQT0celPIZuYIQgllRvHMizWO6K1MwmQ8lNafxqJ+YXyt53tJXAH7AIk/MGIQ
BrNZfjSoHucE3dTZS638yJphm8VieUmuBYjfL0IkXZcyQ684jll9tvmJD/vbC7Y1vjgjF+Nb1piU
04irHs9HdAzdhLktz9j190uatkwInzsPC5TkYWWEvffM7m3Sjj2ADhc2gmXANtclZVvE1mBMqDCI
EIQFAKvM71bmGB8xXmSuUT4Ae/N6iZw0KfMkT+xIr5+ro71V1758Vq+Gl239uapqs6CKFZV19eya
yh/PIQ+gjAoR0ji4PQlvb/jyRsIHAw8HWNjh50O/X8+GcdaNWhdPEQvTn1W674tg8jZkrBwqVKOI
mg7k+eDuSQ94DnJmr7F6NaLVp3HcGVvwpK3xJVONo+28zhSMnxpR1X7SjY0dF2twrUU8OMKCXgL1
X7DThPzLS0GES8bsPirKs6Em9WnM6mdQ6v5BxdhfPtYPndmmD176cufWoDIFXIzAQeGogYVF2ppU
65VpTvUuUlvil6Zv1amvOl+S/ve/kAMsHKIzot+hPL3a6EbFVVEQnaEQuunDnIeVWfnn21IWNx+z
AI2yLoxdkJXKPlo8dg7PSdlFtDgghZg6oVHdq7wgQtSnC/YgAa2Q3khU6nWpBpbrCG2p5yDrwin1
po2zsDhrQgZC+eCXQUMBVN9enwXSuwydpUwAL+ND3h6/3F6kldFRYYg+oAKQtGSbdhtwailTPkUo
1u73Cd/9T8Mb0scrfd83bMbwg/ukHTpyrxmKSsyLr5eh/qSIDbvuMXyr7JOdZd6/vRgeKTwwcYv6
F+nrGauAJbf1KeqftPLYJ6fbi7NyQK+GlyxEpttxHzsYHh0EXPeDST5k93JoAakM1x60PoDroS5I
7hRhKxmK6kquRlkT+/nD5G2hkVfmAAHAOeE24yLIQM22HPVqmFIVdYaxnyiGP+Y86IetWMXKMUWb
STwWgP+ZgpL0+hJYHgIIuM9qlNthNYbuVhHE2jQuxxfyLxTu2KtelY4Yv1E/5tmnotzP2YZl+M5+
cqXUsRfIB4t9QCprUQsGCm4XhaXGHNGkm0+KWlV7vdFZGDd9kkLXNue0cQ+m233F2zL85vpMYEwM
Kqc+pboWZUpWBKZJNXMH9s8Uld4u9b2mISeSJiwAZrF4Tps0+w2v1Rt9aqqDstfBtRl2zmA/uLPT
7/tULw6I7aFdxVSy7yhiZh+zYqhGIHnn9tkZvcbXFCcJqDtYETX0pn3IrSr0HB62xsStwFYHNw+d
Ymr2caNOOzIlyhm+srHvmJYe0MSchZU6pKlvAIqyR+/i5Kc+psM5Hq3vStOPvgXgm0/Uvpt3VeMA
ZKsngaqN7Dh79Ux8QyfaE+oKFb+t57YKasV03tIyZTszzdLHmpI2qFPWnKtymn8nptE/ot88QC/5
3AVupqWBqzTqvgYHaAAMJH/JXZIENSsb3821fg+C/cZvUVrxSx0cUIqUthmNRjUPPuiJ4mCaSvsj
mmFov6jrjiSo2MTP0P1qAtiD1Vu+Esfep4GMZM+d5Gdrxu4WwHZ5GPHo4+YiKocDD2fi+jDWMzPb
qs/MyDDBXYG+gdkutn/d1j3LC3UtQz7wQ8frGqCOSMtC7znld2tODC+CTAhygN5Vrql1jcooy9Ex
IntUHpqgBM7wX3w/MFCi6Bi9zGTFpphlXbQJti6B4eDqUUc2ZmBjka9vK2ZwIUD8fqERehT6JNpo
mdFs/QHrkF+TxOcU9R5boaBVQYhdolwX7uICUdWbaMfAYm5G1H0ZxoMRo+v3V1ff6n20dqjQoRcQ
DqFGF4l0u2f6MMD/RYVa46f1AwHgk9Sfb+/KwpUQNDCiXwmK4WB2yegwTtF1o65HI5pHI5yd3C/H
Z26etO4zoX9ui1o7wIDwAdwJPCVwDtLb3JTq0KrdoEUGfx2VT/3h9vDvyRR5/9FlB5Yd4vtwWCSn
juljpmlxr0UdG31v+kv5cEAOKUjpg+f+1psHwp8GNQmUxtlV1ePYfkapgs/tejcXkVY8D+1zwX8Z
MxoWbxg9azv5z5eB//36ZM5N5xqJh5ln5BOf/QkIvH7DdF5bXFHQiCJNPLdgqroWweyR5GSodVRF
H9Xpcf50e3HffTx5cWEu4ILZNuoCZSoZVe1UHU8azryhBk7p+oXOghG0auTIWBPoEwu58sFxwUKX
hP2wZ5W717I/MdgEkvJ7WRz1+qhsmWPLSaP+FWza4FAVvdHlUIpjz67dwBk7q6QOfLrZ3n150a/H
l1RupfUZaQjGn/jfwXB2pt7uJnZy2/5uj+FakLx7PDbMaoAgA08TeJ1pNvu3N3B1KlgnwMEA31hQ
AaUiv5+gXu5smuUnED29tFV1Gnj7vR63cA9rokS5GbQjyI4WxKAdnK8460obbDTDs90mh6ZGArfx
WKDryefb01reLF1QGP9XlhQ2qMuk9RiDrE55M3Cb0RmVb6XT104ZIraAzaG3jGCRvL5a1BsGM85i
68wdtEtsW3+rsdraJEC1jSw6LhAyb5L1UKQEfRXw3pxTc/RVaPkqHna4PLeXanUaQB6KHkIwamX4
l6KM00zBbnv2QAOs+gqapdwWsDoN8Yygww96W8hRKZuYTWy1M6bRMfQcUENKmtdOGTfuyhLHgY41
iH/9V47khDl67wIeqFrnzI2DXMCZc21n8JcOFYhs1/ddMKml3+RfDffL7RmuLKGoX8VxQ+wA1UbS
RnkaSVH1YqtnnsBz8j1tf3v8lRW8Gl/SN2nSjjYfMb7SBYYXmjTI3m5LWLmbVxLEF1zYSE5GvSxp
IWGo95r7LQOo8hfZAtSvLZMBxkq8FgAlIchyLaSPwRrrdoN6dpyPLP14d1UZ4rUGytORcEVtK6zV
6+GVxOZpZ/Tq2TPQh6nfkdj1yVY+a5EVkIRIgbV4qJRWjTGHbC7gQPxkUxk49ieN70l2bPjGtqxt
/MWU5KtT106vqeWIbcn4R6ewf7gDf3DrdHd795di3onGROk4pC0eAdTYJFyl8Qx48y4bTonh83wD
mb8qAvkUvDSgVnbl1H5qFamp8XkG4ukAL7Gnx6zb0DPLM4zMCYrYRCMdhD5lkzVB/X1lUGsGxNEO
tHpPlWdLPxfjvV3XRCTmUo74jou7UuMYz5Tac6SBAun3vNXmfnlLRM8tA+Rq4DsD1Fm6JVlJwDqo
1CCg4MHMQtQ03d7srfGlp5GPbosISeNENN9ZFoiYmLmliVd2AuYg0uKCFlUgEK9XaGxTPaU2iaNR
m5MfDY3jc+46Pxhq3d/yHi08qVHq4NgAWNTPO2Xei0pa3yP6Y5wWp15Xg54rf2oL7R8n9/X29IVN
fW2wXmkJmYJ5qsHuN0y4wHP/aMSHrInU7IPupUAXboW6VkUBCYdiZCCwwFd+vQyzrmiJ0VL1bNO/
U/4263k4jP0hS6KiYhsxqeWSY1o2sJIoHkAtr/yKoxyuARFfoZ5Rlx8W6o9YmOCwrrQft5dvXQ4s
a2AqUAXoSUrWycEUpdqtembJQXOyoCS71HwxyO/bYpbqQkznHzGSmp3MSe/0tlHPXZIGuZI1fmEp
/qAlG9NZkyOgeLag5QYCTFyWi7uMV4rYCc+0s+MeEz2sZt/bOG9bEqS7YKGSVkMsTzu3DjC4xbGJ
AbzcmIX4SvlMX85C0khoAT8X+QwZ1PSdKcy3CEBW5wC1hwQJop0LDz2ZEFHVYqadZ/MHujTCYvf6
jfO7OgUQGQqdhziTnH/Jk6H0+rTQzhXr/f7oIrJ3+0RtCZBOlF6o1MrbRjsP1lu3b5sNSqRlFTUM
AxS9/P8E3n+/OEkms2uudxz73BSPHPnjtsM7ZzjDV4f3R9tFTepcHOKxfcs7JyQKGs2azk4FqUhl
0x01UVlEC3QbIGOYomlv22Qho9UGpHp1ERAOEGQZWGM5/wy6+6y2Kk879+nOTUKwv/6LRf5nfNle
SdABc4qprZ0z7UCyE9/SqKvfD4wMSGsRel90VEVWgiV9rOP77c9u+/r59tev6TbTxcOFP7CE5GfL
nj021UWiCwPyNI9eMNmHbkh3w9CHtyWtWZEoaX5n60ENtxzy0rvGMpJGhbaeyMnx8p1WWKfJdINB
Uzp/GlGQ625Ruq/O7kKm9BpZudtkE4VMJMh8xTvNxaNucN+p/9ye26qyuJAj2RcktvOJ8Vk9T8UX
cCJY1vck+RdRC5BD/bN+ksPVa02LgwYZiD596IbpQ6chKVYh5xJv4affE1IL5XohS5zJi4ud086J
p35Sz+qYhaI7H31y+C6z0TdgqnYzmpwkIBss6q/l+KVS4QO83F7PtX1DR0jYDwjDIHopvbitWswG
WFqwnhaMpY/gykcH236rbdLaiUTDFhgrSOLjH0mKWTYWslKY5ZB+oORj3X5Q+tcmfQVByE5tNtya
JccxlOWlNEkZE27E4zhAGqoIHyw0kMhAODKaPIANs9PU6sSt/lhmVejWdaC68/dxZGHLk6NqaGGX
z9+S2g1azjfU47Iu4/q7ZCU+VUmbGmKvHVr6nvfHiE/UQZSv81V2TKnnqxrZxVt1v6s7/M/ay3Zi
6upZFnPcTN2cwio1v9iDElZZs0vIVnPGLVHS5WwBiLUZxcVpp30xfKqGsORHY6t0cvUxvNhfmcRy
KKaZo4uOeo7R9Y5o4z62mV/l5ZNWx/6UoMI1AXd2NkVWwfYtKz41o/0wcTAqkHxPkvpYoxSCpDQ0
EuYTMtYBz5Pj7Xu1Fi9Cz2+4o2BoRhG+zOg5ZJXXEE8cefZQlugvqOw189TVT1ONqus8fko5bM+C
+yNSoLdlr71jl6KF53ChU1zaZTaOv3qumx19IMru9vCrlxlkVe9ReaBmJFVvI1+rwB2AymJ/PRjp
ed75GUFGv/1ujD/SdAsbsiJPtHsCbSmcAmATxKm7mA6lvdcoHkFQJN7Rcq/+rcbDZOwt7TXZAhkK
zSBpYzhTgrPPALEY+KuuRaWMqp6d5lg5e/pbu7NPwHFSuFnkxioqtfo8BFRzPyrT/vaSrrxqkIvp
QUMgjyv3iUQFTVrHeaqe++Rgk9BKA2Oru/fKobgSId1NBE57qzMxNWUoAo2/AVl3/7G7kiA9m5na
1w7NsU8OWGrAMgKenv5/FCG9lqxQhkGfICKmL03zkN2NkkX/SdG3B6caF8iRcUJ6kiQsJww+NdHD
ft4BExPev9Ng9gIAVBQrL/LRbW+lHfWM+Vxw8zsdWAh04J9iE6G3dqBcDe46shRoTyPHjEmdkjan
zvx/pH1pc5y+8vUnogqQxPIWmM1je0ycOInfUFkBsYl9+fT/g3PvzYyGZyjnqVs3b1w/eiS1pFb3
6XN8xb6zjV2pxM6Epr/bY1k47sHG+9eItBpKjlMYRdHJt0zhKAXkMqAArd0n8cqBszaY+e9nB0Ca
9zm3E4rB0E1Uu3aGHsYVEwvJlFmiBDVvIKTnuveliQEFmKKh9uSH2mEc7hBydS89e3eWEuzFgGui
TjEDNq6ylFVjRGanTv6o7apqV+U7QHtuL8lSPAl6ZBBtm4AyghVUmiuukhrX0Tj6XNf3gRo6cdKe
WqB1Om5uugJ4c03fZXX7uyH10eTU7arMbcjaki2cNvgZwCkgLwU2YhmaotqdYtGSjL7h8jRx6VS4
twe64HsXBiTfizTaAXJsjj4FBjndCPq9TlUnq97Lwwf3BnYQrSVo2AT0QprOoA5Fh0ocuNfBwefY
ycppsBQlgK0Zb06KJuS5pfXS71BIbkAyp4wIZTpQn/J9STK3MI8JUbZodXVG7dEIUqdiT6r54/0z
iB5XoGIAwMC9Krl8G+gJkhYq8Wtj21g/TBEhL78lKyX8hY2Fqhnqi5A2QclUZp3pgFycykQjPk/v
s6byqjEGAcnvvLBdVE3/YUQzbRa0ywxkeaS4XwcPLhlbQn2rP03BN6M9pRrQYXwNIrPke0B5AvcD
VMlCnqDSaZSmA+zwekPZXV04pHXQzLHi40ub6MyODIqtRz01OzRQ+b31aMal076b1B7efW5AiuRQ
bAI+isCAmtyhwzZdg/BfE1DNBkBqN6OGKbBEUiQa9xEI3QqV+oWeqruatZUjtDZ2UPHO7kmIPFEw
1eWuNIpvet1rDp6Owq2BJXDsqFur4Mx7VQrusI2hTw+GEGRFqBTcZSwgRaT0zC+a+xLiDfm91qw8
8ZZN4M6di/Zo7ZZOpbZpQqAOBPONWnxLaXhv2QUIatnmtqMvOgawtP81I51KfRJGU6PCTEzBd2r1
3vAP+UzM1V8L8xY4u3Kz2GpiwyiYn0LHdzPoz7cHsBDSg3Jv5gZDYfv6cRRrUxTnQqO+0XgsONIY
QcqWJ0doJa7CaRbX5MyW5INjPeCqwCXl563upLprCeBc11JGiytyZkTyrbatRl6/GWncX+r70dnY
Ruj0YGA3Q3AqBw4GR3G7iyMcOFhrUij3ujkebq/I4pl2ZkIagNnraq6UMXZqVFhH9NbWrqGAiriG
WpgjaD5s32/PRMrfAMQZt58q3T7Aa9VGq+aw11APAmsOoa0LKT+vfj/2HxOmQWNtLtxDuEA65MxR
DIotBPWVci/4fn97HEsLj6sNNwHePmCIlrZiQow0y7QQR2jqKN+yNfqQJec9/7y0D/OiNcZ4XpaO
blgCLe17i67ABBfevAgW/45A2h9WmAUQ8MIIwnwHvHyRo0Kwz5UNGrMLZ1gTo1sbkORn0HXIQiic
UZ8ICxnwx17TAOzb3V6U+SPySQ/9EWLO5Up0wkiBAGioaJMTTv04ee4UyH+iNThk33XyIqynBMfA
bXNLewc1dSBm8YKfRR4uD0v0+1c2SLsokCc6IPgvRqd4cc8hJLi5bWj+0PW4/hqSJi8Av3da6jA0
ohfvrubDqY3ATJZE6UuGbIZnlWQt1ln0b1AAgKlSm/8n7dPCrnuRDAn1h+HJijZxuxKzLX+f4o2K
5AeavKTdWSTDLL03UZ9FO5E6dr8yZUv+Buo7nAD67OPy/kTxvLRSIXSf9Ns236IkkaQrz7ql5T83
Ie3RNOr7FC1Auh+Bxn/yBv2uiNAXseJkSxMFxgcNnAYQzEWR7dLJ2ikEPbKu637SlJUTa2Ry7aZc
AwUuedhM1AbeGMRteL9dWlFjQchQx2BU1MgmnoyDndoeGRW8EaNqS8x3Slaj4xIE8YBlv4miXwN3
DKNpOVp77RNSaip9Gi3/9o55i7jOtsybASwO8P+IZnDbyAMSmmj0qLZPeeZWmtuDkogeytFN6DMl
XvlVLbaCOE3sQm9pWiOikNbsyvj897MoymrGsRKksU+8mMrvdtmk25Jba4LZ0ml3ZUXyjIxaBYHy
mX1iEXXayXS09sme9nn6qHEDgfTzypTOb9KrKUXoBggR0iJAZV+OqgfCqyyr3joZgQ4QEQW6Bdgv
MLIxcPBWSaU5VlrXR8AG6p2ml9YhU5Pq4+0fIfnpnzGf/QZ5z8VGbcVda50YUNE6n/B2pbaLriX0
Xuh+ykrvtj3pGPmPPaCmwGCJHj85n9ZBmwail6l1omW9yXnpxEHgVeFaClUuEf2xg15kbAuIp14l
ghukIvQugJ0hzB/BcAxB06o4NjZAxh2JntrC/IZ+mdcmYC6ts5VJnd3xamHPjOuXC6s2KFsXdmyd
yGQ98IofbJ6t5FPkF+HbAAEhgtegyn6daEtKquRJZRonpj7ZeeFNwV0/+Pp0SorJ6bON3vabQLdd
zQh3jbZGdyId1X+sG3h1zIB00D5Jt41tAfRTDrCedTjNpuy3aVfbiQVelpYriY/FpcTj93+2pNlM
DDBtF51tnCo8cR2kHXdNSD/q+fSxaYCdCofiIES7NQd1NyEZ977r4s9IISCJLMU8VpkDJ4qCoNG5
Ypyi4Vh/ImsP3SVXsc8+Lw1ODVK04EX4PHiXnS3DP+/db7itcbzg2YNlAsvRpSuW+HofDL15KsTP
vOndIdsz5ddtG9djmCMCgGoAG0f/t5ycqEbWjKbZGafE4ewA+Zjbn7/2tcvPS8GaMepFmNj4PImU
r7nePIZlca/o9bE0xMrjbXEkEPHAgszdrzJdEyeTDrWT0ThNdgNJ3shJft4ey/Vxi7GAZQepE9NA
YWT++9lFpoDLneW0RcMjNBFQryxRM8e12YkjsdaO2sXBnNmS5q0spph3QIuf9DzcFlntsTWW3+sL
83I0knNFddUMkYHRcLTSml4OfZXafmhBlGi0v6w1Aeml8YCCHYl/BCEz3cvl3E2p2UTmwI1Th37V
MrB3U//x9ur8aTC/PLnBtQ36W1wPf/RILm2EymgNDR3DJ2DgSxOK5STfZ7povQa3de0OrGXAXVvT
JtP76mNvdpHHhzI8iJoMTgeOvadBKdlBLdPsKc9BthFaCf3MYz48F3kz7nCC9Z9bC9wfOXR29h3g
entBDEh5THbglmoN3fI4iYQToPaxSVSt3CRmMz7XeY01DCIKaFoU3JdN2e1As9PtUzRyeZYBiTdS
R9Ymr02+JV3SO5OaRHdJmqBbxBxaVK/N7isaUH+bsH6stVR9aowq2WZ6Ym+01P46lWqzq1LeQcAG
gDalpdMWbPb02IKhtHOCskN01xXjKR2M8MSyOnEnkCG5JVSVtyzi3weoCDhmEWluKEjr0TJQHu0x
7+/Rs5BsKnRdHTWRQIikB/3dFPeFZ6CaAUwqRRdfqhZuMbSBo8dRtLEDTrajqYsPQRtlbtQl5kug
GMU2QDFuTzum7Io6TI+i5CiLTIN+KE36RbAhctE4TJ2xmELfVIPOVUK9cbU6Th2r0rKjUqrfw16L
vLxWnpEYnX6BzP+2Dy3t8Lm1AQUbtBPj2L30ILNBjy8FAvYp6BhkVZIjM4iT6PSTNda7XOvelyjF
9TTTlQCCCxg66CTkeltj1hrrNRY+mVG0zZQcPeLhMTWHlVFdh20wMxf0DKhqoUFI2nthA9pzdTLC
JwoqGaQ2onss/qlvje3t2Vva42ilmuPhWUtSHg4PeFiPDPsPYilDgDT2WpfT0mUC+reZQxL9kMgx
XC4PWBED8FvX4RMPGqdQJwfU4a4wQePKdreHIpek3pYGnU7InaBaiW4Hac7sIhjGgTThE/rr9zYf
dti5R4GsKd5wjsJVr8564CPot6TJHoJUXUlHLS3ZuXkpsmjDto2HeMBRNlpfJ6a/sKjZ9d1azmZp
xaBHDUrON5Ey+VTueJQRswiCU2EVPyh4CZxGC1aC3SUbSNrCCjBAOJ2lPVU1eqai9Kqc9FFxdKRm
qnQle7IQZOpv8qX/MfH297OLWWszijimVU6dIQwnBJ8faKWSPfoTP+ll6xuV6bX1eDAGHG8KW7G+
5JTIr83xAGrnV8mChE8Wi00RnAYz3fL0m2iSTTp+49PKPC7aQYIN2WLoEV01wMXNQFo1m4JTmYOK
v/4EyiOnNT/Q/Mtt119cLxNcsGQmykPC6HKTiTEVtYF+klOQbkjykKzxZi98H1f33KqBA2kmjrz8
PvZ1jC5+Ozi12Qe0Mmcfbv/8pZ2L7wPHCWAJTlc51xErk23lQayccJjr8IiOuLlCwrsJsOOHliSd
p9aZ5UDEtd4D8aB5eT9Ye9Tw11CtiwMFIQXesZjLK/rQfkLvea4n8MraMx/YWi/mGwxLCncArAOy
AFk9oADkLFVBq54MhASnsYnERo+NyS2YjexbDl4Qnmrpl7HPc0/PS2uHxkpwg3QB34lYZbhjg+hn
gyBjOyShcM26BHWH1qY7MHt8tarQ8hItQGSQJKOTFQrU90T7O7bZMe7YrzZp6cNU663X8RgdoGzs
339hYWRszjGgae5KIZqWWh5z1QpOCsizg5hswtT01bzY33aVxQXCZYITEN0pUMC69EREqfpkNvAU
YgVOkXK3XDEgYzTnW2TGPv7Xggxs6EOR9qkSKacg6L08AcyR6oiViPmUTcy1mvzY1opT6bmXTNqO
mu1Tx6zj2Nv70MgPBmvdmTzXGvoHlKI2SRbvtWyN83HhqgF5CsKCWUnEwr+Xs6CxsuShZsFNxYNh
eYUG5o5xJdBZiKvmzhbVBkcLXuMyw1xasX4UqqacxvZDoH7K09TT1dKZbEgxjSsHwMK7Bm00BHRp
SODiZSsFCUZCe5bHafgUC6xq+UOxDC9Kdm28GxXdNZrD+50I9izscKT8gO24nD7e5mUNblblNIyP
HMiVn7c/v+hCeJzPSA48bYG3uPw+EnxF3em9cuoHph2VwFDdiJHa5QJ8R3xCT1/W2Lo/FRW/D0yr
2dHJTL2wCb7gFRt6U0uCTYb2/GcgaIIfQ2pqrsho5/Sm0qAQ0JlHWpXhSnZ0yae0me3fgjTtjMO6
/NElYku9TzEpjfUpNNCiowO9E6xBcBduRHC7/8+KzEjLRiVJRMyUk6rBsVz+2vZHzlcyWItGwNYF
8u85fy6vb2Ox0hjyHIdEzWwPT8zMa2JIFkMHRdtYZbUG31naKniY41BHzmcO2i+nboLMIV5BhXJS
DO4IpHR7+3eaPDYldKfVla2ybAsZSDIr7uIFcmmLkCiz6wJjU+aHWhs6WtZ6xWTgLgCLc7dWVlna
mUAL/c/c/PezMC2FBK5gKYY2ceaE2s4eG8e0XxrdjyvdqXL39tZZNAf4KkDyMxJKLqqRXrN5LebA
MwetDE5QCBg5O8rA0riGZ12YSJz00Fmds3Vzuu5yZKztoqrUEJu1UQ+qlfi1C8iuV+JNVcco6E0r
x+nCxXVuTnb8qo+zIrIG3PyTAx6y9p36i/O1dfF9yQdTs87M0cD3pwJxkpOtlVNlRps/BsCpbuuA
GqPKJseAzQzQzFsMoKY/ddMLC2fasQ7ByQbHdJQ4cY+rrzc2amY/67x8VbPOYVqKYMN8Gfr+vhQC
uM54Za8veAwGjoYFnLMo7JjzvJ85qDEOuhoXiKimYNtBczMt7xQAsJIo2g9hBlDOGg5g0W/ODErz
oI28S4ilBidL6R5YYt/lOcZtI7IaR29StJUd8RYSSiEjyD2RCAc5BOTW5LcY0C1Bnkw95r1j6A3P
2wcy5Vu1fjXS58IpQXPXg1Kr24uJ7hId6x6KNZWnxTkGFRU0CsF3dpVEHZUmAmvu/IyJA4cqj+0A
utGt0UAH6HOar9xD8767Gu+s54V3PDhB5RC5EgDlJvPbDCAbj6ZsY2n34fCzoLET4BzILDcwVp5p
b0IQVzbnrnxIswHM+taXdeZEWmepY1tUwSkyPhRD4ghD82IQy0wUyL7GN4cv1rhTwFWH/3bTtbbT
QYFUjLFba4Wr5LWbZKFTRHjjTQ+JqXo2dG8rjT5C9nZXDPsG3VrZRNx6phUI9kqvu5wezfIYqyPu
ishRGrDkZ44a7Cz2yPHmDvvHOP7Ggj1LoN37TbE/j+wwlYdo6L3bJ+5bB5s8drgXjlzUWzABkj/X
UY/HRhcHp3B4rbtNNp7QEuyY0eRo0w9jzJ1W2+tG96SwxxzQkCKJkEcZNzoIGEWvOobKwRhn7W//
qjdG6atfhZ8E3ACIB/DwvNzWAU1HQ8s0+2SED4PeeEP72UbEn2hoeYI0+zgpQBhvxXQsxCvRcSeN
kCgqvyrq5DIGRQD+PaxLl8bCnQa/ayyPQi+yHrdj8zvg93ZBvaBcy8y86XVe/2jEsPBaENnKYXkT
lGbLOYNGOH5NzgUoAFBxCH/n/eTp2p3Sv+S0wYPvcyMeiszcJGTTIX+jRzuibjPKkb4kIOJ5ZUYO
JdCjpqS7tHqczI+i23X0VBd+bb/0dD8Nr12THoz8Z1YOSO1aexGthMgL5U59Tj7agEvM9MJMuh4t
a8qbqA4o6tSQeY0elfouS45j5TO4PBcvTfmLxgcUOt4twjvfNBRHOjBvaGkxwVtzufZ1NfZVFwIu
ZgRPrXgQ/m3fWgh0wfiG0BxMHEjNyA5P66SLWlGyE5jKHuwBjJ4G8nTTO+lQ/oyCzAOYE5JXjSxm
DZVoUVbsBKZDrwnuG61ceXIvhBQYyF8L0tU3gGS1q+uWnQBTDhkEs8jn2zO1ZACUz+goghXAUOSj
gRr5MDSMndA/5jhmnf7DACx02mAh8Ca4So+RHIQyNbLTpwx8pfvsxz/8+rOvS9NTVbVN2gZfF+XH
XH+06rWa/MK1iMw2Em5zpwicVpoeux1JF+alcRIdfaBDe+KD9YkP4iPXA280w/3A6jWm/CXnReoD
MCfIZIEEh1zuDaBde63jcN6O17gUaygOFd0QbnIIrqyszpUpbPxZrQw3Pm5+1DsuTXEDSZC4bFNf
JXdVDmzgdmpXAGhrJvRLEzqEQrsO0gt+lI/dodXRO1hBjuFU6NYarOAqbMNokL6c8wtgwUJN+NLU
FBY5DyOYUvvQK/tmp3JuOrZRROizID9bYEhvu9/VI3Q2CD4kqMSgLw86O5cGtb5kJLBF4ifx58i4
06JvFTZQvJavWhoXAKMgv8aVcy0rB9UEPWtbO/GB2qi2TZRthVUfLdH/wLNtzxrz9+1hLS0ZAU07
suZIPl1hqMqJ9GFgG4lfjwao/aLkYx3Sk9DXwL2LdqBthrcZOhLQ03g5fame4bU9TYmP7hSnqhFw
/iiblfPtagNjiciZDcn9eAhkOg/UxMcL8Sel4eeJGHdAPqC23vzQw+IR1LxsZVct26QQ0INPgNJF
9kPUPcZioAnuUfQTRc9GL8A7/YpCCO2OIKtfMbc8jf8zJzOPKOnYoauDJCCXBK8J3oZqV0JL8R+c
AgxzCNhxNmHJZic9i5+BVA6TNq1SP4UkZT6YPhttf+rX0p5LWwqQGvQ64joiV3u4t8ZAI1wIP6nB
Dk7DiX3mZbTr2o9xgCP3tqMvGjOh2AzIKloYZODcyPIwRXqg8Meq8gqK0lQRH+w+c0ZlDSu/ZGru
/gLOAtrjqOJcTl9KBYnbrBZ+W+M06l9GCHrW0w88FW4Pacn35g7xmWoQ6FU5d5Sxok0IUQq/TENt
qyQzue/EoJys/TR0/oyo9V5taLMykVdRBHYZkLm4J4GURhuTdBBGCq9Vk8Nqo99ryr29kgBY+/w8
uWe+J5K4zeMyFH7p9NwDkPP2nC1toPNfL7m2wYta0Qv8euu1KPFu6wbXWCkcr41gXrazEXBWpa0x
j2CKN0q92si49nnpxOk5rbIKvQsghdkrj2iivT1B839+8ejB8qIrDQh4KBcApixNkAp0R2caVPiN
Mu2K7G7otyL7wosP+bBn+q4c1wwu7BZceHidAH+N6N2ex3s2XS3Yt/OWV7mfqyXAuk2o3JtJhcb9
Qle8cET/++0BLtqbGwFxGaEkLkcOQzUVQdkOsGdv+TPKn7/ytfaINyYIaRJxDyE2MQCTuG42ZaMW
Gwp4vvzMQBe/A1p+xe2xp1yAlNCj/lRFyoYXvauk9qcmUzYVi09pMoJuASCgvnzSGaqGIta4g2O6
/VhM03BsrSgJQf0QimcsoQYebSslB9iByL1Ag5ToMvVeEBZ7ojTUjcjjyjHwnxyCnPaOUbfxMYx4
4A5VnzzVpYFvCYXnrlAqdFapYcnBPldFWO3CNULqpcibGtO0yZFB6Ry0mULPgIf2PlLV6R4POuUA
5F3gYZn4CWQFubYlPUH+GhAUB+WIgDt6mb32Vqud1FJ7tYrgq4gVqDDwrAEGMU7UTa+YEB02oekJ
gkST5g7h1m+NdMELUVTdsYfQ0DZ4+H80RJ18SAXlvqpFdupxA3rFwRRVB66R0Ym0ULtDf2nwzU50
vXPaEBKkShLrbkpzdpel5qxGqlWOBqWJx2wYidcXSf9YZZmJ6emrFRdb2KKAJ6L0MqcyUXSTTwCz
G1KC9xXuzfb+V1ZrK8nnBRdGEyvwRKjfgx5EJndkjQWlCkYzP6SFE0+vWvIQ93cdJvD2Vlk4LJGo
xBmA4jkCAflFxPuprYImzv10BKV8ci8qCyiOFfDGwmQhBsCLBFclHl1EitoijYBnVlSZn0WH4Nkc
15KB1+cZWsuBl5/Z9vAqlS7jYmRTrZVK6pvhpz4JHAg9bG7P0tIAQAuDLmykBa7zG2jpU2MlynM/
Ll3Wvhhr1dSV78sVbJHFYxZ0+D61N/YGKcj/r5/PpMg8tJOAqSM+bx4B/m7WWq/n+0I6CsE8hA44
aPkgASTfJ/WYhlWUiNSfjNatRXsg5IQQHSfeQV0lx16aqnNj0saz+pRliV2kILY4WjhO9Ofbc7W0
8WZUHdIEoB1CruPyrqJJNhgWEAV+E26KpHZaXjiZ5hXb22YW9h346NEshBhcBT+LtCRd1BBUfzJs
iSn0iJafaMX2waC//osZYHTQ9AZiI3lpECeWCqNx5kek9VFrcPpe3wu2xim0EFHMhBV4qMMJriGW
IdpvslkTzh+V3tHtdmP0fEO1h2g6GRxcLV3vBGutcAuOMC8RQn2kbUH2JgVJnObwOa2o/OhJyfJN
VRTv3/SzLvtM1QL+KYjGXHpCZvLKMoui9IlAvs5ha2WThW3DCLL3MwkUNo1MABQXNkmSRhc+073s
w4fhpRq8NXHlBW9mQJiBqhrdRIDvSWMoaaulPA2ED0LI505soLwFSKpiOdM7OZ9whyAbOBNOwqvx
r/wiMnONlhzCW/6QCbfF//3bnry03DMD8UwVAOE8uWI/1liiHCoY/hil7ugN49pULRqAziCEyRAY
I193udyqghMe8OjKRz2o9FL8//0DwH2O9yKOL9zr0o5PtcI2+6zCBJn6vm2iLdEOty0sLfa5Bema
bcxSq6yww6sEXHOhqXsImjZK9x1aJrcNLU0VWultG496JHtkCHIUT2M1guTQD7+V0d5eIxZa/DzC
d5RkZji1Kr1PTKUL1dEwSr8uXsbS1c21jp81A9JS8z4RbURggGY7Td0F7xOXn7cCyq5IF6HTB2pA
ch6CtmVGjVIRfh1Xv0mN4F7P3x/y4AEAqZq5GoLzQ3ImtBlPQCv1wictoNkAvK2s8IIrXXxfcqVa
U9uoSfH9PqoPidJ/Qg5nawTxHlm+lZtwYTEuTEnRG1qAkSOKYGqsHBWCZ59u++rCRXvx+dn82duz
aCe9qBRsChPyPJYToDq11ve9OAK0jqsgSUGiX15vJa6yqAntwqdGgWo7kD2KPb5Tc2Z2KqQ+AUNF
B7OFd4d03WVmqxRGUGBFaLmZ6vq1pnTbNtkmEGsKB4vjmWHk8CxUE+WkkzaYEUC9lvB5cj/t22Tl
abO4Imefl3afoZaQczUMfL5ODqa6qbVNXyUrZ+HaGKTp0oysG5ALF36eba102+9ve9XK52UJb7wG
+jLlpvCN3AXBqrKG31jaf0iZEHTBmUhgyOlZPWhEEhVwqTLv4seh1n8pcRA/NUmoHijpp5XLdZ5y
KYJH/KECNjaT5FydWEU9dgPBSxMEorn2MDVm5OpJZzvZ2JquhsvKC5LYek1JrK/B1aSZRCEONOmo
hCBPowEgLJeO+yBE15IGqmoGcNznbo31TJrI/3x+Rt2CEx8NJtJdoleVPY0a+rTNMQxezGwgiBSr
LHbYSBXXZj17n2f8MTi/qEG8aAHyN3v/2XnTT0qhUVIDK0rvTfHI1lBd0u75z/dxwyDvNKOo5vk8
+34FUdC8yVQ0nmuZV0ZPQfRrbr2/7d6Ls4aCEQB9SEBcyY5VZqsreW9g1gRz0NTkkUDd0gTozJWz
YMkQgnc8H3HUICaSRlN3hj1aMVa/7YA7S1jySe/12tE1KN6QRGvc2+OSQu63yTs3Jy0OCuMGz9rZ
HPsaWZ/SbBuk27z7ROwvtw0trRLKAwjvoQ8GribpftZAzZUQWwG9e/vF7F+DaVvFK1HG8tT9NSFd
0aUOuZOpgwmzOsT2RkwHWh+0eHd7IPM5eXYy/GfG/lqRbmctry2eFZgxyNxNwzY8ovGyN3dAlZHf
oCX4B2NwavRDgrMeEdSlbwuh6A1RsFmzshkPqpGyZ67WJmi7Mu0A5g4wGJdlb3hgG+Uq8DaDufID
FucUSVocvcDPXiGrSstKgsjKdF8L24eySr4PdYB2AnBpOl2w5oyLPnJmbP4xZzs5LFEzG5UUJ1+1
qX7mfF+sJffm3XO1eHgxgY8H1KzQ9720kLF0Kuz5bO3Yhzh+NIqVS3Z5BH+/L40gRUKhyFSu+8BB
OrX+s8r34z+ojqBV9K8NySeykU+13cFGHUwDuounz/B83YmL7vNt51sbzHxHni1Hh25ArhnYT8Bw
70CeCthk58XKioetLYkUl5TRALgJhRWc7zGq5OY+yK1/OVSBLwBJGP5Bv8TlSLJuJKKDSikcywsf
FNWtHoZ2ZRyLs3VmQ5otE0rGigIsP/QrXqNh22j7tvv9DwvCZsVewHX0q4ba1M7DRCswVXp6lwdf
Zzip2gcrN93iOM6MSKcoCHtSrSEBxgFQVmU7fNjQ2Fi5dhYX/cyIdIjytowzwmBEV55McMi+n7MP
pXW8P5CuQsXrKssDzeuODz0jeDCjA+RbD4Dn7aW4HgBBcAg5FCTYwWopF/AmVQfZvqIRfzhO6P3M
m3cmX3DN4MiFYAnYMRCnWba0LQJtHCoF9Q6fcXVjDYmLzOHtIVwf7Sij4DWuzgk30OSrl5uiHIYJ
VAzA3RExhvfocP+ETBYUUdLig13FK0HgvMMuD148BpE0RGsz4lt0Jl4aC4M+MRLgRvyy8abkazXh
IHHV8JWQlW24tDDYybABaMo1tgfAy8iOq4b6wQN0B4J85YBf/jx6BJGjBuxGftkOjV53jIMxTU2O
ABTG9fPtRVn8PpKFQA1CchJ8DZfzVOVdwJQYqrD16KbdDj0qt79/vbsxLwCfzAhxSJfLScPITAeL
2xHzSxPc0PvYgDLR+7cG+uAgz4tEDArB8vuFFdCgK8E55mvZoH0Usd2/KkO0RvDyhhKUPArRMfhp
0KyEVLQM7rVzVL6aZtR8ZbAhyIRUiUq+DYOJuOSlZBT152xXxXf1gG4V8K+Ln2m7soEW1gpgF+hS
4knKwK8sbVGtU0TIqKL624CquyJ+J0hgPgLOvy/XwCYQUrSqDumvURu3YV1vhjxy9ErZAFd92yuW
RgIGTQqZK7BCIHFz6XVMTJVS5Li7aD1uHtty2Lz7+zrwb7h+kedFv6J0p2g050XcJ8RXrK+d367J
6Cz8fOA70eKJfkjIT+rSQrSmmmkU4ELfguJW/0LfH3EBvP/3+1dU0GGam0ZlEeT+fo/FPXRzUKbf
vX+KcKGgcxGvZBDJSEtQoXc0YlpPALU0nBi5rLUX7PXOByYDpPBILuBcwfa/XGMVffxNI3jnK+k2
gzxE7MSh994xwARYcudEmY5mJinMCqMg7QSNevAWfwoi7tbNSgB0fWXBAGYINGkAs6ECdTkGswXJ
3oBsuE/SYotLyi0Lr1a2qbWyH9bszH8/i3wF1OS0ZICdEGF8pXiEiG3A9tlq7XZxUSBNiDZ/IBqu
6gaNpmfpUOgdpB1zr2rUH11rOsSIftxemDUz8wY6G48ODtGRca3z84ZuCVKLqSi+WyT9dtvM0rRB
YxZFYkgJqlclXC3H238Sbetz7pskhgRJBnKv0aur94uszfBJwJmAnkKuRGZkgeR0YzQmaXxm7HL2
1Nl7I2wcK/nYh99G/u7UxWwM8Em04oJSTmaOqFmTAMuuNH457SPTBwUTqVeukqUFwp5HVdpGcfWK
KBMZSD1ty6T1I04doX6YqfMtsbm9PMtG0KiABOrciiedwgBDFYlKaeMjsUQHD31hzFo5AZZMzBQe
CL3xREUG69LR1AgAMIXCn1PxsQE+K1dPdI1SesnLLGT+8QBic7u9ZINXqOCiNNDjNE7uTEEf7YJt
RVd5glmH2zN2HbUigkRzCni9kC+4ypXG6OFDaiYdfGtqHTM79PGG2bpH+o+ohK+ETUtTd25Lej8G
ld30UD8afNp/sqwXyNw7Zfzx9niWp252MiR+IeY0/4azcwCYFH1Ag1fvo09Oi7cDvxOTa60lsNes
zH8/s8K0MNd4AytUGXZaCHIwiF6a+qNavw82iwAJywM/Q/Ubvc94xlwa6sPWjipSDz64eJ0Jeal0
XLmVFxflzIK0KGwQdsLtavAr8mMo7gIO9bq1ro6FSJYCOQ0YPvYNtqUhzVceNJWVjjmMDJ+j8SXT
76bE2FA7hZwad9Bl3WRf0PrhKvpdpd9XbbkySJm65m0eARtBIwT6SsAbIoUGVmhFvDP13q8N8aUz
yR3PtedElKfJIhuC6t1YkiObM4wG9N4mo/p62y3/Hz8ASDgVPPHWVXJYMEjW9Do8xqo+5Ppvreu8
KtuWykFtP1t804p9o91T8u6sEOYdmrf/tSqdh/nYjHVmwOrIhFMiMCq9Mf4espVDZGk7nJuRIruS
py3jo9H7pfXFyL8KcB5D8MPc3p7D+Qq/fA5dDka+4seCRcAI9L5tcicSsROtAKeWzkLolRi4CYHN
uUpFV2i8CPnYw0kqLlx1qL1wSneKbW1iNfyqmOHn2wOat9bVgPC4m+8RlJDls4rgnBqjYOr9APym
ennQssJph4PW6x7oB530neCmP5tgZlwzwGuE0ovkDXYGHC4Jw8EXX3jwiRorIdh8K10N5+zzkhek
6O6wugKfV8VT3kYeOFIiENajpOQ0AALboIdSVjrTrh1v1hTFg2s+Jq9fXaSKYqRvQ1Thi092rzuU
b+KQuCJ+ub1S1643p0NARYY81QydlVxPabu8BbVW/n+cfVlvpDrU7S9CMjO8AjUkqQxVmfOC0t0J
mMHYxmb69Xdxru6nhCqlbj7p9HlptV142N7D2mvtm8gbszjEn58nOD56GBy1MECR4FkANPvdzk+5
xYZiGtk+X4fmyvsMR9TDVtUZM3hs6+dZkNpBmgv/Lf0K6A/nE+0wC+gvo8gG8ckvAXo4Yt9mWAb0
TdlVbjDPYAbrKoNrfGadTmwEIjsgtmY+JeSnFhuRt3arOfTC4UUe6tjO9v+LbcA768x9X+BTWm5D
7U59bvcY3gc9FzWjsns1jMQME+BJkp/nOrUZNnrmZ802iB8sb//QVyBYyUsGwcR7H9EEW0Ed4+cp
jg0MuI1RRoG+GMrS0Cb/fqpk5/pl3vXNntAyMfVlO724PkcQoVeUrQ1w0/8836lT/GW+ZRah8PTA
hwoN8AJofbCnRo1L7506NCPC623G0ED884Sn1hAq90jGzVbAWqYUlFeE4A0mbF8Q+mwNBdykIh6r
8Mx3nTp1cwZs1nUC2NxZGE6nYEGtqY/rP7HoYszP5RNPfgbiiblJHJj2ZUxhdGMd1L3B9oABQaLC
/zAZKKiGtD/L/z7b4O82GtlEAFzBVgpQJVbt+4mwBwsmIC9AUSCrSPELQ1ywaYyIN6xsY+t5FyB9
n7SJH9FE1nBbsdXPG3bqhHydf+ltOlRrkOg1e6/k79IxdzW4ayOAP9eZZHcOC89g5k6tLCrL0KBD
VX6mtPr+vRaYU4N2zMDDXMUMaDBljltR/C+Ox9dJFos6gbavBaNoi1anxBBRevh5zU6cPpwJAAuR
Q4HFW9q8drQ1CtG13LsRRaXqnB06OTwGt+akFuBs8xJ+iWXQdyOnlI0cCkNZ1HbPzRnX9+T4M10c
SgmAi4eLyyONtBgKifFT/lSjn/vx59U5scMz8x1ob0DegNa2xc9PU9PPdF0A7azztUfkqgQT9jnD
duobZoZfBDDzI71UkwIoshVIlgG+lr2rjkZqOOPInJtg/vsvm0C61u3gPfG95T0L5zM0739epfmc
L+79/KL9zwcsVqlou7x31Qy4rNOoczcDOrzcK8Jffp7mxPUGAhYoJYAikX9dgoSbvu4aNbnNviYS
Wq3SEZHFcjRR289pF7wYmTpzN07uPho2ACMDhxwc6e/rhu6gplKB2exdcHAjZY1Sj8j8KyOUv8QP
z54NJJ8A5UbJEgwFS3W/sQGrNhsssac6GR/YOWLOUwfAsXG0CJqZ0Pi72KAwLas68HBLMijKXA5j
PRwanf8SsP/fR3ydZWEOWT52KXRN+L4hxmXZO9dcn8OHnPgQkAGgFAIvFno4SyC34wHY22WW2pO3
ob0c2K8TIqgdfBl+8YBMAgYmpxheg3vybiKbnw/wyV8/M2kAgj5nqxf3EKS3SOsIDJ+9OfrVNvLo
5/FPnFe84XDFwNUCpN3SGBY8MEQ+VnpPIBlGULOvmsQ/h9869RHQXEU7A0wiKuCLsrdPidGJvtb7
2uVxuUppe8YLP2FNUL+dG6YQr8wkrN9vXdPQOtduqvajdzXwSzpcjdCOc5LfrxVwNzPtDOQNUD34
PkuoWpEVBtZqBBVnxj4AiLUgtvbzJKfW6sskwewwfTG8HQAtjddhrVr3RcSanXn8Tuw3VAERckN7
ar7Xi/M0QBFUamK2eyPdFFYsz4F4z42/MBsmJ0HduBifq0sjfOjteOJnTOwJm46g3gMH4yxZf7QN
FpgszSEo1b7FDktzTBzrpWWHgR0y/fzrzQhBWBIAfQoJ66NsJ2mliQ5uLvcvZojm1DPB3fFWA2yA
3hVgZYALOErB6TZ0lUWJs4c0T7tN1RlX88TwcM/wBAFRjYZRZ2Fbzclyec4GGxY8i6QsonP48JMT
4GnwQFOOKGvZbaWJAZkPdwTAJPu47PJ/v137/yuVCQgLqsxHjCdVJ5RpFp27H6+r9iblZxyQEz9+
ximhgQihLmKoxUF1bDRrg3fNQlOatbbZ9GT657hojq0SmMAR7f6HoD+GfRfMbanDTKAGZZS7sQzB
JLt1f0mGBFuE+G8mTwE+ETCTZXflSHNFat2b+wDNopW3KnyyZl7wawuLWfCAYqkIzNOS00s4YghS
Q1gAsfRR418Y44qPe+KcyXieWjJQuMGIg2YEnu3C+jWZ549QZ7H2jcm2xEUkiDayG+RYIXUe/F6z
HZlVdG4CCg+Djpa476Y2CLK8MtLW2PsgJHjO06efD/CxKQSjH7gm5lwA+On/y8B/seTQgg6EKXiw
p5161GgJZ9KOQtN4/HmaEwf52zTW96+gleuMtS+CfW014F6MuuHMnpyYwEOVBDnAmQLrqPinPQX9
GBMX0ZF/rQerPPP751X+HgnghgDU918WDbHM4iKmdmF5rLHcfV39zdSav5BmN1hrMq3p8PnrpcJ+
A4VsEVSPj6rKIFZvaSlsILFWJLssftmPM99EGELUYmfhYmTsF27O5Nr51BHD2zMrKlA/OZctPbUR
X8dfJAMDSoqRmNTfm/cyLaMgOycYfuL2wa1B8goYspnPe7EVXdiGzG8yc8/QTtQ3CnS4RSR4Df6Q
7a93AuAt+LSQbUCe/D8q9C93oyiNuh25IPv2suju0nMk9CdW6tvwi5XqLFFQo2zJHoykaVTIM8bw
3PCLKwfaJUnqAcNTNynymJ6jqpjXeXElQCgL0ABYHgC+WRZZRaHdqciKaV/rg/bunPJtKH5vnNCO
hKwyPP85yb/Y6tHgnTAaCchxEUQtZE5BiOEMZ6p9J78DMQW8TVBlIxz+bppyh5STVxUmKJyyqBz2
Q2uDa/zh56N0chL0uuL9A1gERZHvk3A70EYhU7Ln9e3kfoDBAuwYv8aKoHkLhUs4zSgYA1T3fQ5d
tEgRuoAFetZlVqrInW576xzz54nbN+cpQLOFUgguxuJDhlqkRVoWBPIXn421S0FTYgBx9fjzcp04
u99mmX/Fl5tHRt+RjcjJ3nY/GnJXpuufxz9hzsFcMbN/zlQcSPJ/Hz+vCoDDK0YAoj44xZPRXoT1
hQ32cuWKiJ3rPzr1NQ4cH0AdEVYeldF7CA76oJAje6h4rfwefMf63CE+USmHyPXcCwTJB1TKl0Wq
tEN5V9SS7C0y/pG9tdI1CKWnlG8rFLFzV2yDwVl5jbey0J0m8ZqdCQlPnHA0MQDfB9g4/MllLU70
Y0EMJ5z20nh0x2s7v6i6i5937dQ6opqAdD8axea9+75riqbcYJk17b3C39mduknD7kwsdep4AwQ9
55PgSR7BrM0UCqeymqcQf6zajnjIon50USI9c1lPToT8MXBKs+e9tDoKu+By0cP4E0iscuY7ERmH
xKM2jTkfnn5euVObg9I8Yum5R8RfKq4FFJwTAYiw0PZAY7dDAoXepzRPfp7lOOaFQ/FllsWLEzTU
cCVkPfe14V7XjY4U2OPd7t2gauORMybi+JP+c72B+gS7ApoH5sPyxUSAdjyTdMinfaE5KuVmbDrQ
qTVefv6kk7PMlCazsw8OuMXjkOYeiliVP+7N1Mig2jzdTT2D4FqTnXmFlpphc7YGqrD/M9NRDZjQ
kaNbDzOZVlTX96n/HNafLn1oW5Cna/Tz5f8faYrjY4g2D7CzwWTg/0fnXZcGcareGtHOHOlyJTSY
rSJIAf1+FefehdnUIsZYBvmp5Q3ofRtwq0DDVo0jAv27sPj78yTH1gGf8mWShXVwtWhBnDVOe0MT
iGv1O9duzxzwU6fhv8cVCR2A1ZengfaFnrzWHfd+uKknqKPf6m7z66+Y2TBmDQoAplGv/36spxJd
Vm3RNofbQDoRApEzZvrEKvkILJCVAt4bhnSxStC9A944zJuDm7IoMCGye2avT00wK5wg0Yn8o79s
v7CkW9SIgtlBV8nI1vmZa39m+GWWtkwFrKmP4XPrMZvWXv7w+/WH0BdQvTMJ6xFUmQ4SRIOBWR8m
BX4m1HSbMxDyUx+ACOy//i2k0/yFRbGyupJjVteHMmrTl6b5dRwMgAfIYCA1h84tpOMX54cw7gcD
EQeLOTH6wwk718947DthBh/5eKSMEGsvX2HmDKYyG1McoAaWk6gJrwozIvWOFYDBnnkljxcLcwH3
N5d2wK6xfLfsjva8IUoC97zj45WY5K+vA7oGQFWHWpgDeNfSEbRyQP3yyRWHfCwT8FNG+TkE9/Gj
OM8AvJUD6z4nv75viFYGmyCTKA5JG96EYaJ17EXmOUnVUwuFJCqcIoBej4lIauLTNutDfnBqkqRT
GOPR+O3FwHd8mWE+Fl/e2yGoUOUZMEOlWdxTkvTn4KbHbxFmQLnwP1EGyGPM3/hlhrD23bIJCT+I
8rJuAEnbtvpS/ZKCBu8sUkRzihD5ZqTUyMLAZiOwrBOu+aFVfA0NJuaeCy5O7AUmgWoPgC8z0G5h
Yv28yIcwC8TBpo+suWt/7QVD2gEqHCFIjZA4X1pwI20ms6K0Pozp3VDE7PcGCuOjBjmr4yHleByq
KuWHVVodVC6S1IVQs7H9+Sid2GhIiSGvAkjdvBOL6Mt06eSNyqsO2llz49qTl2GZVOLMQ3Rilhm7
4uLezTixcH7Mvxyn1DOrKug7djCiUn58lOHfc8bj5Axg0EZ6ApQBsIbfZ/A0bwThA3bCvuTBe04f
0OOPlsMzy3XC4M75jxmDGAB/tESylMhCDy6IRw+GW+6K3k2M3kmECtcDQRN2JNqXn7fnxPn9Nt9i
4apcpJ0sMF+XjyvPUStyrhHg2I8Cgg8XHZm1WUBgyczSkWIaysFnh1SsgxTKQ0EknF87UigYAz0z
s5wDgPafBsyX7c8aEyykqdkc9PhmWR+QIP15lU59A5A5IcwVpNyQc/m++Wbl+7oKLHbw720VhfKK
VmcqbydnAL04Mp1wacDT/X2GCoyzQ+sIuDro/QkojUMXsmTFuVruqVMM3Pb/m2ZJOStKdFNJF9M0
9cphd0Zxjwagc0pfp84UaveorqOOj8Sz9f1bwMvGg1qV7CDCj/pen+vEOjk8ymOI0XDn8Up9H15W
nQ+MA8GBCuGR9NUKVI5n9vtEgIYDhX57HN05bF9mvogljKAtTHYIiBGZeusGaZLxj6IoVrUB2mVU
f3pOIj6c4zM7dQ7mHlnYgFM8SUGVM9lObn3g04cdPpriyRo/fz7MJ5wU2Hs4c4ANAOW47F53cqqz
uofX69VhbDb2m5+Vm8ll/wIB5uns93wuUCHGvYQsMkRY4Gh/3y5HIcBp27Q+dOhmtTlYwYS5ssMz
D8CpdZvbweZ0EVLIS+exKfKuGgVmEd0u8DfdkFjn+qNP3R2QkqLRGyg9nIuFczdklVH4Am+Mrq+A
7FhRUUdtf9P258ApJzYIeSLE6BCtwqPvLFastxwGtOOYH1Q9vHTMTOAKgqbciDzVrYbef/71eUAa
EcBPuBiI2pcC5qFQNrjXWXUI6z3BeSseuWVHI/6Q9OHnqU5cXWCQoU8H2zDrQ8x//8VOl0MNB7lz
4Qz4z17UWb9/zNAqAg4wdPPAC1gegnScUqmwLYfqgeoYkqI///oTeVdkCnG4gNuDmpi79JayZsLO
SLjFhfcn8+N6KDaBquOyWyuyycJ12harht2k1jmP/8TR+zbx/Pdf1k16fjv5dsoPg9FfK69P/MHe
NXV6AYqWMxdpqZc2+8yYC6qFcwM3XNuFw0aavAIFEzxzGzxjWXETWNdOd13w11qHKy9498IHm/Ik
9VSsz12xE94PUrEEZwN2HYpDiyuGjs7MlF7AD9z5p+RVaO/QhrHyx00qtlk/nfvUE8cR/sJsMRCa
u0fKqVKEA8+GHmHOdIciRMyDAYlZHmdlHVfuh5dtQSrZos/BAr0XF3ehvWrC1zOH6sRtRx4VBn9O
pkMNYuFbUC780rF6eegm49ZMcWpRoUrSnK6tzH6wa2utW/sFpTH0n0Jv2SarDtoaGQKCeoTmnoJe
gknB3Cft5v3nn3b0yxAizx3P826gK3mpXJTVQZdPKRH3/XALZEwEnUIpV06+IdmvM1WYAG9SONP0
zCiqhWGwB95rKTW/t+s63vCsPLPVpz4FMc5cxkJeFybo+wXyRmO08kBhfDNqLPAkM5m0f1vxnjd/
fl60ozM1LxVBvObNzzg+6vtMVVkoe2COvPfiaVjV+frn4Y9uCMI1B/mqGQSGCuAyh+EyazQn6XX3
rv1Zsns6bIiE2O8hdcE/5Jx5GU58CwgiXbRjgi7iWM3c0kYvba+R9wwkseTSvPv5W04Nj8AZ3PjI
9gDEuLjtbV2mnVPl8l7an9nKZp+/Hx6lI2CqUKeCGurCaM65+6D0LHmPZu2/6pzDcerHfx19PnFf
TDLXtad9ast7Ub/Hnn0ms3fkziCf8HX0hY/rFCrrnAC//a0YD8Zbr59+vzbIH8HgOGB8OarsGm1f
dShUifuKvSrIvmrT+fVBnduYEQUgsYrOo2XNqwGdjGFSbG4eXg8D3GZv1zv/bP9qnLZG++u4Bl4S
HmXgwRBlIk2yeLQMBw9j0BTyvs+RcKtVXLO16z+m57opj3cd84DTH0AIB2mTpe8MrEvYdJmW9yZd
NXTV/zZfPH/Gl+Hn6b8cqoGQqmUVhtftjvLH6tcEXPP4HnrlQZsR4l4sD60TFnmWYnwCIdmhyW6F
qGPTrGMSgLDXDh5+PmXHpxigHXgQSE9j0iPlsSpslZ9NQ38PXGNk9h+Z/+T1Z/g+T+zITIoJ1x+K
bWDDW3xSP2Ul3MpiuO8hdeM2MrF+bQRRIoYzjiXD+Ef9E1naVuB91j0OMmTurnPj9+OjLAwyyjls
AVnG4gOwdGIMSOneq3UbcuDlfo2hgsgh3vD5tkOB+KjjZKrLarT83L0Pyze3uKf1GiK953oaTmw1
7h4uOmJydEgtPTdA3Uf4N9S5bw+2PSSqrVf5r/kC8SFf51jkFTrlK5w2zEGpldD+Sdjn8t7Hrytm
AKAQVbk5p7sM8ZxGa7S0YgaeJ7V9g4dlXbEPMl4Yzqok5yAOJ9YM0RYajmZl0jk59v22E901gKXY
1n0wkW1JoH8M/exs8/MdhLN24orM2LO5nQKEdUeMkULqKe1Tz75vB+Xcs4xU24FC0QpINOuA5sLm
Ni16Flupb2+kNYIPtUcjVxRO9VDH4UBGqMWFntgMbl3thFJ/2sD/Q0rg2LhbhWpl1pn/Ppk5fZyg
gyohuY2yV+zYaXrh9PZfz0GLC7BE9oUomU+jMByKpID01qrXzNiE0hsO+aCHgzGG3ruD4FFEuvKN
tTK5iQ6Q7JOLfK39AmRVFHAGIYwSo0NAu8t8JMnCwbygafGnMEpoeClPRqFTVtCRyMVHOZh6N4AO
8IoFColHadG3nKHhIMrH0cIZVbCFVeasJ4nG5ljk7puslYvSkE9fpFBeGaF3/t4M+qeqb5tk8qfy
uQ79JtHU7Nb4fBuyYWyIOzOdtrQqSQTZr3LFUwPPnCofQRyS7drRICtbG3+m0Qlk1KnJyiM/C+pP
YxzySHsdXTkl9274aD5CE6p8lCD93ZpcWnHgar+Ks2qCknuOhh57pSPI1zzrUoUvPapY7SqoC7Ix
uX4vRfdshmyIzGa0roIQix6xEOKIUvHhteCNj81p3AkNmHX9OPIG8Y5lhOnFaNttXFuFc+fTHspa
gWR1lTBmB3tHWz2qAnkdp6IGMqE0ZXbn2834l5Lug8usXQvevrEJubAot43MjBySo5JQdcFTz6un
oQ2erWka8wgtW2Sv/JJHQOCB1toYs4RMLOBR3WXg7/PCoZGxNgz2zwuAw6myNIu7NmUHirzM1gnl
A7Dlb6457DNW5FbSt8OKtuRDmb2M0sYbbsN26lXSBtptrluj0Ztess+qd/x0DfA+Wvrbzn3waCd0
nHJ0fiemskGemnVBG8TBMNJ74CNemKcY3hLDG5AG6Q+lpG+m8PdjoXgbQTnupTf53yEXRiTK3InT
cEAnH9N9nDrUjyjPg3XLPXkRGtqzV5Rytqp4kdcJQW/ZlZpyKiJuC/BLZDYE6GjarTyvoJummLKo
cxVPTDT/fvJy4BdlWT9ChCyLSFM6kKTLnnVr2E8es5qLcWz/CU+1XeTxjF3yajRirdw3ndmTnxi+
3Qbbmk7mv84FMzXQpwMkaKhaWeDxlXuiSnCnCRA01b3uQY5YNvBpKE2qDAEoajZPtQng+xb8p1mO
lu5SO7cpAYpgauUUCVc1yZDaZTx0oZf4Ff30CsESvy20WjWBW0Wu0k21DoZuwlFyrcjqya4YbcIi
Z3SEuGjH2olA52bGXtGLmGUCLGFVA4J4E/RaBE0iMdJIKiFjubdyEIAoZ/gDylix8ao6i/vUcePQ
Era17nPUtuJ2DP7Zk9HWu76U1yX47K9ZzwoLR0M+WnW9GwtjX/kNNzZTx1kdtw7pwBRJH9KhejWD
Aoanp64zJS7tXziYmPpLGdBi53YSZk2zsjMjg9tP7WBh6ZCPgV6wTdBRVIZl/8hInfUXyjWybe/y
7H4EQ4KBdiDN4Wq5LCqNzN4EU5pdCFUzuioMX6cbnNTbUpKNSiHsp63yxSfoacczKBMPPyBufd7E
eWloHWWZRa+tYMjv5JCWSd91nViNbn/VE4HLxygnPIHQefDXwkO5HvKU/E3lWlfrDujsFUl7nH90
Yd8OhWOlwOVACZEpEtxIatU0KRtXPgfSHh9QDPwD1mdyVavujlXYDAO64S8AJgVQIqFtHocQA8oi
7qDXN89bFk19NcQVsD+7zIWuROWS4V0rmW7sLqgfIXf2OLHiFc0z/CKwhLuzKs/eBQLHA7fZiDu3
SyMgslRUGIQmyI6maORm43oCSGpnlKnBrmyv64aoqqc/YAoqjI2NJLb1T7R+AOI85VhJ2Q99omHs
oyp3vASFQifRnhCAICl3InHlNWHU904Y2UH1txN2H1dGB9vK0OEBScfcrK/LmVNjp2vAcUbUqNtE
VobTgILczcNVU4PWQFkE75Dl9XirB5DBUQ7G9XZr6/G1GasggcIGjbg11VfZJHdtn6tIdRVAeGb1
Jwxy2Eie3yp/shJoP9or1wXhPulhWN2+c6LW4cYr3o3P0aGUxKppdBJYo8QKd3DyIqYJ5/j0lJob
H89fmUzQpyw348hqHNM8ayC0ouw8VppWUc5C9B+6zSMZBeeQm0QyzVbpkAAzsi18I54q9LiajIEF
Ej+R2DVOVdXbm8awrRXNrSCmOiiu7aGso0pXG+6mUWpiX1SHH4aXWt8DiEzuLJmxGM25uKNOJ8Cf
UYCXORKVYk8gFK3WfCTWyqVlikObtvfeMIDoMOVi36P0vbXB/r0DRjLbVMOUR4HqP0csZYwHl8cB
imB3Hhr8N3PmMKlDu19lXZHiPhrqVfCqxG6k/auowGVGzOIOaJV0xYxCvcIe9q8QFx0TmOrmsgny
9hBA5BNGwndEnPp9eaOs1FyBxk23MQgRmWq2NK8a+9rQZv8GqmIrmqS0Y2AqcQuVmb5KWf81W89d
e7AUEZmlNrvBSiEmqssLaI1Wm9DX/xxbHUhvPlncEcCCGMF9wAt7HejckzEdUP+2UaxAxsZLt6Yt
2yTleRODaJLGThpauzH3iijzWHsB28wiVgTNqqTSf8ADJ256u9SXbgmmjdLCndFW4xdxjThs05eO
3qRW2V+FYZpFQT4EFjxXNUUsYOIancfOq90Vz8oK8qdeQcTPHQJxVcGyRFZRoE+rhTfFfYH7NMDF
uwsmEXKoZQ12lBU2+9cq4if4rXjl27aChnRK/mUVin1Jx8mDo4Z22BpeV6rbzjHzv60F/6az5aUM
rb1yaroT01jVF44uyjIyodQg46mRO0L9Q+n1JQ64WUWeK1+zQN3xQjRbI6wpZFfyDZy4wB1AkDms
izzdyFZ3F6VnOIlpDN4FuNNUDFSyiCTprG5NG9CWSXOagUp4x+2xbmOLoXFcu/VNNtnZKnVyuRoM
s8O/aJMwe5etX8daGHKF8wL+F89OKOdFNITBtMEb/GmP5p+e92vwKTCAyFEBKMONUwSJSN1/mc0I
9ONSYPHRyRf5kqLVo6iRqKN5FBbQELc8rmLQamGVQV0aOyZUbXmff6ATsloPHKqKndU+26WgcWV5
r9Po0stSube9bYEqKuCfdcOCmyIj+h9aVciOBql+mII03ZgVQ3+/0RePLFPNqk7JuM2414er0alI
cQ0OfxEZdZhdERFOoEpFV3Lg902YWFK7KrIbA15ZiU6AVdiPgKAGeOlcpps3VDmpG0FxtX7hI57B
iAg7v3dAJDvGBhX2u+59+WqV7RsYWd/7zEvjespbeHQFpET6hxQa8QchFRzCHKZnR1rV8aQqvYrE
RdEPMg7wWP0bginYgJS6e4c3IRNkc9yodigKKYWSYpVnhli5aTWuIHNbXKG/Xd5adU/uWuXRtfC4
i63wyjIusrYOI07H9LFUHIi+1Gorf6e031hR5nTTlGS+Ya0Ni3ymuepuK4s9Ss+rVzDJiCUIFVuT
eSmoUBrghTqjzt5pyxScV+lJrE4b5htoqMP7ACjgzTFkc4V4Ahxek5EP/Y45tbAeKu4xtgWbJ4U6
GJxekHinxbqsRJmUNH9Awe1fU8L9a9witl09whZqBBrh9BmGnYJ5d2FxfPx6CCG6q7oMymcAsoLd
xK1iNRTAQY+40/fKm+DaN0K9UctVD4Zj3ArZAeUU+gqx0ahj4mpchSJF6MNZbj5gNwO1MceCFmnU
MEgZX1ljzXLQ43dGqOG1opqgtBDwJSe2znqC9hhteK8dNug1rUI3u3YVUs0+AGhbQofGueCdeYNK
Zgdews5u4tqBOndVuLZe5YFE3icbUUABgNu5ER4N0J1U/bUKF34uqPduzJD2YLjs80uoOzciMpGg
ejJ0k11QO836hFvgrDCYB54kNAM0l6GoYXRg9PPnwcuCyPArrAOAOaDS4g26EEy7WaH9591zp5IA
jw7f2BmCO65aHrUyh2xeO9G4zIoHYo40hvr2fU3UY4Os/qUTcrh+2aTw9gdtnOZ1fduQmsUD6orP
zGN3E8/hpBGoP3ma4FbnTX5hWiCcpCYPNqB0sHCZ7SABOJldgs6QyAN6W6wocFLBrrM+F/UNOCsO
yiNv0A9q9S7NlBPsU0JANjQRXUWpqP7Wrn4gdvVoCenivDrdc05c/hhUrckjwxqnZ+7o4aYTchfU
mZfgES1x6sPgraPTsxP8YTnTiEMMss0813grWEEi8M4A7k19YeVrCsnFQwpWmGcvw693msb/000a
z6Bj70Ha7K7GkT81haYxK3Av6qD9aLsgwy1rnp1+YLE5IUzMB9FEPqRUN8KrWNzaaHnRQ0ge4BM/
5oFDn8Fc7r+Dwyu/nFxT4Blt/SqqhrS5SRtr0HFTIbit0IixqlC/32lwL5G1OWXpoQlYyBKIEzC+
nRx9aJlX9jtazqyUlYd4Lw/RwqX79MPsxo9S6atOFCCC9ur30Z/uG88Cv3XnQhv8WufBXxta4FEt
AKdciVzjUeqJqUFVFwBiE/gMPG8BmJ9QvlUNNhys69ZFqBofzTOOuHAb8ocM7h8n1EXcMBhItyZ/
rBY9iRZMUTRRLAaqTzXqwEOONROpepoAUYnHwExxg6ruUziTEVWun8Wj9KcKqYg82ynW6UtuG9qO
yp7v0ikz0LvnAmVSWJ1rJmXmPQ8cMHqTjndD5fkJon5EgT0tYFjCB0nSZwPa4pHvVs5mohWPx8mu
tlMf5OumSDV+GhV7r2cdwns+NxukhXxDE7pK6ATvm5UcBjsfm5shsPENPXrvyqnqHox+qt5LiGq9
oPePdVukieRtAbRxZOHp6eLed+4nMEc9CjAVbP1e0iK2clLuQC3mPvIyo7jhnlRArEGwKIIvab9y
wN0uJmvodZI2hi/WrKm9TafF2uWMPCNW7pMaGKibDmyZq7ZuWiDvbfO9apQet12GhmXEVUD4ZbAU
eAXDKFRExG0QThs+BC9Y+jSCV4L2iQBO7DiRh6Zy+m1JkRjwuy2CxHVIVXhJpN9D+CCl+kapUjq7
EHqIK+1S65K2gYxRapaJ06snZE3trWdYr2Euhmhowse8w4fZpQuBeXeXFuS+TxWc8zL767f8FY6Z
v5pyO7zoJWLDEJX6wS/7e57lSq2kJFUsSS+r2CCEJcJOaSIDxDpqTP/4oLCKXaMCZ59TbevK2lrC
2zbGWMsY7rOIfG9aCbhXoVdtbfkS2FvltZE5uh/WkMl1K7h5Zec5UInIxn64SIq8575CaM5IphOv
mqlkK3aLMPTJarNyVXZdDb+zLdZ9+H9IO6/duLFmCz8RAeZwy07KMhVs2TfE2JaZc+bTn48aYP5u
NtGEfOxLAazeqXbtqlVrGZUdNVV8p3ZkV4dC/D4IQX6LSLyRbDs3/8dKa+VGittqV/qj/uCqaud0
pefy3IRlRjTCl6Qef4Veph1aaKsHu1J83s0iaZ7Wzy12fqX1L2ZsvaaCGPtAqnSycXHQbiPOxSaq
Jeu6iIVkG8JSlNkuF8svl1vkFShGK12NYfgrJ0S49XpFvA88vdj2Xd/aIk7mdjRz+bGWEpU8TiKI
dqu6cNSawpsld1/UcZQOZap2uyysg7tOhkzXpQ3LDpr0j+kL76WWqbZlhs9GBLlXTsC8pa35p+um
0Iu64IjcMTCuPS3R9Zse8q6v6kguTGoE661vSj3atl5pmhvNk2rEqsMRegAtJw6wBMQC3cSwG6nN
4QoP89cg9TDlG99aS263bWxKT12n5O9BU6Ai4uI56ZUfx7ec6+BQKzx39z3PQ6fUZd6Uup7nvyol
gi60Kp5KqZYh4YWwd1OHfldvJDl9SSO9v+GWpaA3WHF/18aBse/b/GfvRTgjve0ap6nk4g3WmBGO
wzLZeaVgPfhpIeJraOIIaSw07NJNetKH1g+SA+HGq5Pq2wiy61HvZc/bmKY7MixClRtdLgIR8RDX
2Hfu0G3EJoRaXja/DlUZvFtkQr9Ap/QN5JF+NcqDsiEzPOI8/EHdja7+TSKVF484VR0mdyj1/OhX
U8o1vz6sYtILbRhsvapRfkiZq38dBpJIgdvhAC1P+VHzCL0VRrP47TbTiovqF353te1Ld6g3BYmz
LZrb7Q5YUPHiWjxwpdZ6klvf3bRqZtiyknEQ06SzYzVQNz0OZ1+rmfdPCObhCQKD+kmqqnEvj/V9
q3fKF5BsYWN3cjA9L4RIZScpfY+L5XVctKV0SIORXAioXVAGOYmqm1HR+4MqJsMX2uXMe7VDOGtI
tPQwOYqnuuyscRuKqWnHltDavohCji3Vo8ALI1L1TSEp0UpZdqnmAMOINFU36OiYg73yXJWIqwbl
2Wi/jcauVa6y7vMFLdhLgCbAY0HjiDor00SGSWSRRAoVua0UXnlrXclL5QyAIh8wLOkcs66Ry1LI
OSnPibCrtI20RjS78P2phAyIAzw/apIzQE4Sia4VVZb5XGs/caFsxMsVmYUlOP7+HBCpV0ZHAo7v
x3lL7uhKTa89MnGXjawMYq6iTpJ+MEn/mBSq77hGhJWq0tLnQVRAIQ/cjgaw6e9HhWqZrA9SIroB
fPjm3Vtj3D//OnR3oLkBuqBOCjfU6dfNwVIEJWiUZzBgwrWZXF2emwn4cUJmQH/R8ednuBOeb6pc
+XxezO8s47odr7vhYJCPuGxmbRSzc0CmkvKHUCvP6fhr7F+Cn/+/z88gD3Je5R7FYuU5r69IdCsr
K7w4SZQnYRegFEoH2+kaQPiV6kGu8evFvRnZQ26r79ka9+jSFAEQn/iKeSKecfi4ueRHeUjtO0Gq
2xoyGynLz8/SxFgx0V+CdZ63WAZhlSYBFLjPKrnJQN0l2We71thMxwaM2TyF2Rjm8GY9N0prd+bW
FdcA1EuTBJIe6QmFnl1snVoQilYh1ySrz19ztBF1d625Yen78HpMElYT1n1e9O4sMwqUvNGfO+5D
InajE1YWYZqD2YGb8Bn8fLCW5wKmTaRSTlVr47ntHkZvC/1CdyifrPTzJ+LEzAw0JSRh5FkmZnJK
CFsvXsEQLpwIGXyiRhMLoPkzWZMiI93h+5lBgKzdR/1WSw4qleOSJMzlPXt+QcCZBUwRfDRduzQi
nC54rUtKm+QWbwt1DO4GLX2mVqE95k2rrlhaGBLdX7Qb0XQy8RDNLHk+tWs5MsVnSXqnprXpepdy
XkCPQ/N5S+DNJmDxBJyGqvd0TF0AIwWbb3iuB5nnQNGV7S2AA/lH1AVkIX3T/TS4kIQGxBEAe9l2
ENKfGqTONoB+q9Vnv9pV7a5e49X+aJWZbWqApDLAV3qHJ2DNqYFSMXilZIQhkkWSzhO0eJMEsQlk
uKzux2T0ejr7c9SoKfp4W6GXOtAQqmHXo1TcjpIZXVOCDJ4kUAa2x/v5QJLJeCB0He6UZBCFw6Dr
zaNElfZB6X+gOAZpl34VSVq9j0Wv26UlXUKBmBup7Wph9SiOhrfrNVH4WcWR9BSGhJ6X9+XCbqHh
lMYbFMMBTM9pkC2kGER9LJVnE19qxS+DLNv9eCCNd9nOOQR96mzFFBU/YgD2zenU9hG9WE2gKs/U
rW2l+9JAx0BWa6hIUFEJ9/q7pjnIyTXPQPLMK87qvPcHzBqbVOdiogED535qXZkST6kpus/SY2Vo
sPN6TPCvXH21gmwj5Lz9SLWtMEKc+2C2KugcGlgwLM8bzNxGz0yjz91n3/MOriDsnctTuvB92qrp
XZgkuaCXm82oMYhdrLt58FJk3UMqJTeK9Fl6Zn70sYVp8xxFhFlSWxX0jsFLQ7m13gn6p6GRfB9s
2YQxg5rSnK1KpCGL1ChR8BKGRAmb1Ra/xRmC711nx4GXmzetWU3eiDGceM+SDEgmOUBw+xdLcGRg
5pAqt1fzocBALu6rF1FecbDnv58HC8Uj8La0oJ/xFIpt7SoZ2bFnOvuiHGLhT8c5fJ8VgDJ3ejrO
mwEiyRPqrHOF58S4TaVDZ64cu/NLD0Dqx7GbuGDhrTndP7JQowEhadGLOV6n1kuo79Ph5rMrcGpi
Fh+kfaGJwGOiF03Y0t2UrNG6LCzBRwsqbW7EtGeHzIO4ONJS9OdU8Tq5ybxPnwALOr+JVGUScji7
cNrOj7tkFMKX9JcPwLn9/AaizRzgIw4C32fMZicqEjkpBit6UUiOy3b27fOTf/z52atabku9Nlo+
n6S3ZnNfGis/f9ofp9fx1CX/38+fCxmrVBGjVuX7UrPJDeAKsk16npr5JjDXuAIX9iqZE/DfYCrp
aJ6jwPtQ1/3YStIXQ3/NmtbuUThba046v2wnltn/2Zg225E/LZIKXhXCsxdhl3eB3e6kKXO5+/Si
nBiZXQumntL772IkU9BOC2/H9NP3GqOAhopeXVrmCDVnoyg0t6/CNH3Boe9Gdbhx4+bwF2M4MjHz
q13l6qnrxunL12q478NPX2sIT8EABMGNxuUzd0tR3Ja9R4H3OYl+1tlGkVdinQWfQQca8GyLiaKF
fbbMcQY2qCe5+dyL2+AalMynJ+fk87MFjgSaWUH8689t0O/hAcuiYeXcLQ4AtlSYSIhbiO9PVziW
A31sx44JKoE+GujZdCsWpt84O9kgibjXEJYinTh/n4ZuJZGQNY3nrtwDeNOjvdvuL0/TwmFD14M3
Nmm/j1N9OogMKI+cUeB8htd2o4YPmXCbe+Um/rSEAYyQZCwR8oS4cWquPLWT80AIYIc0n70wv3Vv
ktUoacELnhiYOXFf9v1yoFj/HP0BVORbey3YGDHtoiuHbh4k03IBGATqKvJD0+Nn3iDfSqpb5b0h
vNQG8Zi8y2L5Rmi+GnQvNM31aA1bcF8UJfyryyv10UhwtBumXhLekDwOoMPi1TrvwU3rQJE8t1de
hh5oCZ2ZkWp74B9erXFQDgEa05Qvsq9BrXXvbiI3712mW7dp3rl/EktPblJX/JqjibFPZNeyBWWU
qea2INMUgadFXVRQVAyxbz75dYGMWSP7j5D0dqi8w7a/SW5aZUOjSVd4wBD6V8FMgSfk1Q65eesA
CCI/SI0CNg1A4nUFVgV1j6gHuZ5YUXwH8tR/6izthc5OcXt5YmZb+N95UUiY0uYIn8ucp9qTrTbx
jVZ5CbTbt0OW3kVvlw3MDvq/BlS4RhGsWAg/4qqqLVFslBex9bbg7stWXhnCmoXZZVGhtyyrPkNA
V0I4uH8xABkKW9J1xK8Tzfrp4fNT0mhZJfF5VTgEoX+1Ep8pC0tA2x69mSq9kuJZ66fSBeTRzEJ5
QcYL7k83ih48Q8pfpTrzvogaTEeCNqJck7nh1oU5aKNFuXZPQdrT7LYzqr2hNNpNLkf6U1Jl9YGU
gfxH77p7F8jclSh3JskZIdwWoZBfW2MlHUJNoE3AaAgHpQoknVnl+7YGVNXShXCQVL/fDAGdcRuK
/ZWdR434u4CI2G5c2ivGoVduQSat0ZMuLCPugUmQSCeyVeZ3Tkgrqa/36osi/7H+8ZSvl/fh7DqY
9iELCLEgTVPKeY9OXrumlZiu8kJO0VaBHfT9DQDxy0Y+mNZnbmZqyqHDB942KmWzQSSjUfeR5akv
xmBss/jgVm/WoSV7o/4AjAcaXMm20fsEfNe3yfBblxzd+NGSKBfalRBqzjrw74BhUIILwiAinL+8
ZKtyoVHM1Be5ye7LIt51qv9FQrO39dAn8scHxQXpBOGBkkk7OctWTuXCrp4I2f4zPzuVIIuaJgww
31ZAKSMaHb4I+a2njisPwLNxknqeOiplaI8muqB5I/xYNZbmcnofyBU+CpCF6DnOvMujvRIX4a4L
o8fCDN56YSdV0RdRDVYGKk8ljeM1h571X74NUoZkKucOIuoU3ujk1h7lhpJv1ljSRhZEEINZ/pIU
YnyP7lF27YeROqXz5Gv2Tg1SkxMYkdHWxKvGjL2N11p/xjqEhzvxcgCDPawJZdtdAXlfi71mR4Gk
JhPFo598BU28JM1OPVqVRGmY9EXqDCqEBfVVGV95gBMuH4UlIzzHYTSeLnz6406NxAnqZ4iGT4qY
70n+w+1Qvvh22cT0iaOJ/xjHsYnZOMwILKWlYyIP/tGV4Dq2DqZrbZi5RPb2jb+WYF+0Ry5foZGA
l8lc5dVPRjOVhSB1WgGJv1HdqDDoCQl6w+1j7v8SwuvL45t5xI/xEdsr9NKj+XTG0ziog0D3go+0
GE1NebU1hk/q1v5r4UPY44PYZx4jC67Z6YpfAAJ2957w3hmfS52cfX/mBMJcjeqUdLejRoot9+/R
uHL4lqZIJd8qUR8ifTIncGvqUM4aUUDkU9mUzNJaMXZpFwNro6me06JAb3K6i4NIlIQUznQnsjZu
ey0Iu0K5urzKaybmBQHPTUXLQ2Gz64qd2XSO1BSPQWGshN5LZngPwQ4lTfwPc8bBINcD0ciayEFc
xYr3XX1I1spCayZmR95vLLm3/C5y4nbMDyb0TQdCWXcXVath65qp2dEvJpBXX3B/s25fjM5/0Pvr
sX26vDKzK+xj906vdxp6p7WfM0EULQjBshUjp0p3oXI16rZYbtyfl40s7eBjI9PT7Chhk1PfMj1L
jui4sX7ThTbQKdOtrP2SDTK8gCJ4/MjUAU9twKos0U8Txg5UwRMad42QeGE1uFFA1kBv9cHCc/r9
ktuOvpEgd4TqTehrwvynmjaST0/UiZGZL+lL3ww9KUSOst6BH5aFlQtrYZJOvj+bJF8Yy87UGISu
hFutfYpKfWUEi9M00RQRjZgQTc2WOkiSNkk8Ew3H0R6+0xMareylZQPAFnjMkW+3ZkMwFFqXknbM
nKbV77QhvzHr7K5w0+fLK7FwDxpUnP4zM83k0ZaNWvL8sCcgfqwAm2wPoy4TTTf24D2o0vfA/37Z
3OLCwKUwqaTxSponA1OuxkyUGFUX0AdjmLZc/c2AjizM5s3NNLGoKjFzpNS8smDGlfTHyss3vfFF
NUM7SN4uj2hxnXgSI/KhErrOoVyVp9GNo+eZM8oh/R7jn6ErqE25wkoAMW2oWYBkEKr8Z2d2tQTg
7HOtaDLHmPohYrnViYEHWmZ7kOOtUQtPgI2Slffs8uCQKgWma0xAr9PdQVKkaD2d3dGR/SgOjXvj
NSthxZqJ2UUTFJmU00aZORYYdv3GewnzvzqrE96OJylApnnRWuv1VqlL2LNC7Slt363iIch3l3fB
4uocmZiun6NjlCcjeImc8C7Lxk2kOUENGlX/7Ue/pXD7eVMgmaDTQSgR3ahpQo9MpRDdqnHppk7j
Wxs5i+/dJKP9Q6rseFS/SQktiZcNLq0QcZM6BRswEc8fn8oE11YHdL1lHpeBT9dyRhNxtCbmtmZm
fifgsiXfYFyC/DvMOlspfmnyCqfS0jIdD2XmHJIxG4pSNbEBI3cl51stRgitsGvR2+nj0+V5Wwg5
EEL/37zNXKvgjUnmxQzIYm3U8qs2gPiWs52brxyhJaeqQpuOv6TmeCZKKMoJarCilzlyqt0KindH
C8CKiaXFIQEA6IL/MDjPJs7w9CH0Jm33yMpopHwcha/NJ/XjpxBtkif+z8ZsvkqpE1zah1In6bd5
acMicXk91sYw/f3o4GiDrtIAx/d59tnVSL9n29JtveKnl1YdOhfS+wpPPVCmp1ZaRaJnQ+8TR+rl
g6A+wruxVZJf2SfLOv/OFlzURIA6lC5zN1DBFQARdpQ4rvAUaNfuWi5mcRw6Hga6ow+/eToOJekq
K6CVyhHHQx3nduOT740Pvy+vyVL4AS8UUHRg1qQKZxcM2Umvh90gc4Qx3fj5VTP+UApkO9utoXhb
tVoLPD9qUfNrlC0G3NSA+PYsR54pRgzpQZw5iISOtwbZ2E0olMpW7CXhEJqFeqW37SvFpmyXy9qw
8xQ93NE0Idoljfi2VJDBGRTS+3IgZJtAtrIbF+ao7eVpWdqqKC2AWZveeGe0iwa9Bt1QW7jc9Gsk
59BBvsnNX9ztxzZm/hY2c1GQRCF1RNkRikeaYCC22F8ex+LyHo1jdhioAaUeLceZA63VjSF3T4Yy
To2WN0WYb8m6FggtRSvJ0rW5m7mRRJLbuDOZu/ItMR7KZNsWf2MBgBhvpAmdOXeGpA1HQyosQr4s
2RTttd/+TIf2L7wVnvY/I7Nh9Ik5GsPgZk6b5htVCGBbKe0qfLm8QIuTRXQHLpeSERH56Sk3aH2H
rUJngWhi7sbDKBsbiSfNZStL1y7Bl6KST6epwph53jAvlKYbDGK8Fv4kuFayQ2KV9lC8+PHvy6am
aZmf72NTk1s7cvLhRHetN8R6ff+1ax+Ulc8vzReunTw1Jc9JXOv080aqxUYEyorMS3znmfJe6rxr
wTc/h1z9cO7Qj0HxMrXknskHGm5BjqcdOZsq5API0H8RTPPn5ZlaGAqpMJYDAnUSIh+5+KOZKjMv
dQXFiJyo/hWHu0LaR8bKbE27Z7YYQDeJS2i84nk0fz5YWShohiZEjp7/6Vx6Fa2NJdA3n15DkLSV
rMdiTWNz4dY6sTh7TUQRb7SItWH5eztS7gvPt5NR3+jisLKnl6YP5Xgd3myKFWdOwA/aRAwg/XFq
IbH7cF9C6JSYK2HX4nDUD+lCOtbZ16fbDSZcfzRKn2SP96Yl+SHSr8Kq3krZmkrK4mhAPOqTODfA
8+lYHW2GpixS6FzYDKrwjSZTWzLf6mIl+F60AWs58E2K9pDRndrw4L7wRp+1QYl2FLaK/yh275f3
9NJ8Te9wEJxTL8M8aaJnRWCioxWTzdA2qLHbotRvRXgtmmHl9OgLjsZCDMJEAZFCEcHe6Wggl2nH
siljx1KD6kuhNz+KxE2zjaaECSitRPjipu4jYI+94IT0CAixts+IS+AUgNcNBHjyRqkv2ln1WNlF
Huo8G8f0LXGH4Kob5ehPTDJ/b42ydR/ppXLTwuYAdRTMJFquUT8Q5PoKwZXeAYSR2mXX9YdIUMMt
b7jWKRGTuG87gd5iEYakLK6FWz2XBOgtKsX6JeaN2kOFYjZbpWnk7TgW3Z9aRZJWyYfuvYQD49VL
tPCXl2XWVQbT0I2WJcLWpIv9AELnNWzT1s680bsKBH08QBiu7iE0gHJC8EcepS2iz64aXcVRkL43
CkxXAsxgsNmA3IHhca0VbXHZOYfIy1i8gebLXoWQ/aE4zlksDog1PPSCnYeHy1trcb2hfiK1pGpg
gWaRajbGhgKbUeQkQD0exLTcXf7++RjgrWXsiDJM4lHzPgxdL4RUrTiB0KW8w5Swq8v4W+dLd4ls
rLiu86GA2UHEZmqgFMFBzJykltHf0eYRpg5uQx1k5QU0x+5ze02YICqhE8qCt8PsoGeZNELFRHki
oWgIYWpF8FKMFHWydg83342X9bd9Kf4YXPMujsYDXbhvYhit/IylCaU2QmcGoEPTmisBiFGKHrJB
Mp42HqcPwiux5R2uZdUVfIqby4t3HudOI/6fLfnUGWjA9xQtUCKnGct9Bl+dPl5HI7rh5ZNZmvfh
mrteXEESMiABZIDG84sVonRDJX5nhlt3Tw/gXSvrn97vDInkBbuSXo8zYTwpKq3aJAGIYCmuwnuv
kjWdk8VBTFKepBYZxzyv1PpCGtSdEjrj3tJvyjWo99L6g1SScAsAOCgqnq6JJ5RyprXU4hK/eYxj
ayeFsEcE8BSUprESry3amqBo09VJVWZmq4PWPrJQSnbCMeyuoY7r96VR9dvWgOXMt4p8BZsyfe80
sKKbkXc/DxAwtbRunY4tagfXskBDOKp8iEy4uche7S9v6aXVofdmymDwLqCr4NSE3hR6mBkZJnrP
2HuGnO8aSNZWHqHTV04HMoVPUGnTR4VznQM+YjlJK/icqJgNL2G7qWEjjMIVd3dug8kiztTIz6Js
MeclzmJJjaB6oJQJSFFMvmrFT3PcS5SEPH2tMX3R1iTIRxkQ76fNsvRVDcRdq/2IVHPSvuikGzca
j2BKXFDhHmBXM36Orq+tuLrF7XBkdeZ+LAIPyaX10an9/mqKIDa60kgbKK2zlblctAQaCvWPCbs6
zzrBFBRFVehFjpZ9T/sKooMnWV/BWy/YYEtDFa6yXmzz2ebuoKEZSt8KnIDn1dhurVTeqmsJ+4Xt
fWJk+vtRwOtNYIkwxEjyD0rJ25B8xOXzszgKKrQsi8Zo5qG7OGRinDdF6ORdsa1r8Vs+xPey16zk
IpbGQU8MSFidVPMZohEkcFMFILCdBEaXVyF4vjyKxc/L+FAA8GQu58gfU25rgmo+70K4rF/JcExd
NrAULPD6nArZgOynNurThYAQuBplsQ8cBcLfO6BUz8Dwk31J/AkzLeG70Wc/S0HT7uEuaWG/rdMb
M4v1u7wNpTWIyOJwAXgDqlCp5c2fKKkwQBvUq4HTy8K27dt7v3NfLw94IVSQpgfQ1NoICnx+goau
lIpBYOPFyld6SLaxqB786q4Ira0En3GurKzg0j7kAQ5EDFZwytWz+fVzPW5TI+FqcsunRCsfrCK4
qjvv7fKwFm7AqfGGWIoCxEKRyO2Hps6VwCnd8sprxR9+5gJQ7Z2gUb9fNrU4Imt6c+HAqILNRmRW
QaplgRk4RrE1RAAKD121uWxicR8cmZj+fuQdiinWF2m1d9pOyrYTdAt+4nht769ZmQZ6ZKXsS0/0
CgNHF13JyoPWXf3/RjGt2dH3k7ots8rk+yMUTorYf9EAIX/eBKsObAuwiEx34KmJSlNaOMFd3E+6
S8ptuBLnLFynKG2SZAGsDbpx3hPrKRX+VTVJf9VXsn4rm88WhHL9raF8PtrByZGbQGl10l2ZjYPc
ZVj3deQ7KDDtW8vaKUr8ue7J6VWECTJuvB7JgcwvBLDfNQ0Age/4L5AQf5IK5Ozrs7WOrSHQvYCv
WzX0dHeVtLu80HNo7pmBaamONlOZV0OsVdPPl4pthmxgVEkbIRxo+0AayofvK2n696Gt7z21f83z
tXTl0kUBIglpV9B7sHjMla7x+XE9NIXneJH8qLXwOf5MaTeRYyhj6yDehIp2SGt0BSWI8TzpOZL+
4rwe/4I5cRKN9W6hpvyCSle/iJn72gbW5yM5EGqUfdgj9ITNYWqerhZdV8qeI1p3vXCflM5grZyp
BfeJCVqcJXJ9uOuZb/NNvTBiRfecQNtXCfxUN8JaT+HyWskTOh9ADHQBM6glvMhRA32G50A4m36X
jRaytkFqrwSzFu6AfXsHFZI3OzNcYdNZpKX8Ak5uY/CE60hBYOzy3l0c8aRqaMDVMGW7T7dul2dy
CXej79TSlzh504p3L1tJ1M6boabjgUwoKW54teiDm+PBEAJuiYzTwMHf/qaW+Mv3VDjt3uui2Ut6
ctuk5SvEbYhO1HQXXR7fwj1CcpiYxbQYHJHF6fhqEzy6Epm+Y7bBpv82Bv7Kdbg4gUcGppjm6OwL
5UDfJu0qTj7eSRGyRFQLP9cE+e/8QdUBYgKw21m43IidK4lVTqA5FrsOIrikePmLWTJhOqHtjhrB
PNA0oyatK6ENHC/sXJSOUFPOYtQH/n9WZqerDlWFRjOshK1sq0BLmkJeMbEQQdL6TacCyUgq2fP3
rJWbmWWUSUCSGy5IO4Cn8TmERft2HP3oasil4RHBD3mrGP1a5nAhyuOSh2Wepx95gXm5HgLT0OpU
gnWhaG70vr6JzfFF7tpXb1BXNsTinjsyNdtzbg8MFSZyQjCjdu228fMHORu7jSmGa9t78fxQZoNY
CbnLM2zwqGUKih5E/UZzSJ+jeiUMW5o0Gj5RJqMTimhl5n7cIPJyqxkDh+bEOOsfTOVOiptNUekr
QcyaIfn0mCriCNOwiaEyfnUb9VaonkDs00qxhqJYmjB6WGWS1YbOu3Pm3t0+rMM0E3zHjQ+lfDWs
JIUWP0/yhBgJ8pUzzbDBi6NkpE8S1MBD9+oWf3EBAtr9aF8FNTUXj6ZslEvhkPsOsiO0MY5e/tp7
Wnenl7SBXPYGixcheufwA3FUyQPM3ir5ALdq3su+M1RCvXFTIHt9FJUPhlv3ua2Eku0H/qHXkd4I
mnarhQie5JGovytds0YwM8Wwp7k2Oh9BCk1FSxJUyuxE9b6edw2yI04TgxikzFFvfGXM95KZmlvD
aJNJfiVG48R6RRyrX/FaS+cZq4Q0QAAmVMvp5qRNCTZj1/QcvTdvpThAHMjd+vHh8oQvHgGDNZ3u
QRJwszjeT+A4H9vUd8Ss/mWGGQzA1ntUUHCrq5XMy+KATNCkqkSbIw0rpwPKuJG1zgx9R4qsdtcV
Q/7YIKt+0xXdmnzbksef8thEF7h9Fu/U1CA0bTEE7CJfb/rHKgY7oxVftEofth5daPelV6hbpSyG
lSfL4vZFlBZaAsrCU23q1LAlBHohhr0PWir9kvvWNqYxp44HuADzbU0ZMjZQTzEqi44aud7Cmbx3
B+Xz+F0T+i7DmFo3RLJps0UN/czMxzxOePCjUAA3ife9WHvxL22cIxvz5qAc4i1XNrHRN4esa21N
z219uFa6cMUlLDk3cCO0sJLQ0iB8Op1Sma4gKUplStTRlaFujOT58ydgYpIAhcT9DA/Q6fdJMQ/l
oIeJE/vtoSreKIvCJ/tVXmPoWtr+sMfq0AbChadqM2/iyWh3te6QOIo/2hPjIZhqAVDP50fDIwUP
KvEwPxMu1BQv9ayoTZwSISAZHpdrWNzUNc2/pcU/tjKt2VF8C/tGmSpKlzgdykGlVm7j/p/Q9+1U
+P0XwyFXAlYXsUdj/vZqRTVNE8T3nFDZGuWmttCl+meo/8bXkjGZ3pFkyM7SJi4IiFIvqthpJDSj
rBLFAaX+0WjRyqtnaQ9g44OvjEB0XoYMg16xeqjtnXSseM0pXmErVnYYk+r18rwtOqJjS7PdBlyi
LS2pjx1JgTO+j1AXMu86wbKjWLsOAn2re+J+HM3nUdfQhggQ1pBWDtbSwZ3SmxytiYdkXuPzqrCS
hHiMHcOsf8Bm/SWDW2NlmFM4ML+iKXhAegckC7jc7JKUcg3FqyBNHKvQXtRi3EZjANEEw4uyDZcN
eHW1gp2zv1OAAUW9dZNk4XVfrdEwLC4sbwvKvnQOnOdaQigxoLNInEwu0NITii3KEP62AgN8ecSL
hghFPvB0REgzbxUlURDQW87J6yNYrbTA29OlCbGG25juiq3FBQSMCnhvCg3mt2g0ll6Nqh/I7Opg
PdTxX0StlBn/+/xsiyau4WpNzw3SSrrdIUzSfLs8V9Mtf7Y5Jg1uklDU5ueVgzJs9DaVvcTx8vG3
kd9Y+kZI0htl1HZdVe8uG1tcGOjWoHgBJ3KGnpAsr+4lCwSiYT7Sb2KL1WMME+JlI9KyFYI1IhtE
guft9lUTWDE0Vym6UGJsW9n4qLnmAb29veq1ezVARdMebNTz0KKSR+E+86VHN/Ovqga6+8u/ZWl2
KaMhCUd2kWau6ace3QGJ63ZeKtFIb9JFbw3S9yJDf2vgsbDrC+NP48fCX0wxBRnjA+QJoGhyBkcW
Q7GDc4ZihjMIdxOoyAreVPmfy6Nautk0zjCwRx1cwtyh5MgD1W1PzK+YBznaSf5etg7KJ1VsP5I3
U0YWyXuy5xD8no7E8FA6iAs1cSggHlA2PKCs8jDGa+wMS2GwRoqL9NAUkBryqZnAlQi1LStxEum7
pfsb13sXEffxjbdGT+xGGla255LDOLY3WyAVlTT070wcBgI12h8ZKarLq7NkYCoIoMdtUlyd74Cs
5fwVWjTd09eBd6t9+YvPT3yNhM8wZ84fQ0lithPfRUTc3Nk6hCV5sUZRtziC/5mYp8TJtaN7YoLw
Tf06uR76In6QfW+N/msxu0q0RMcbBQCc0ewBxGkfSrEEJqIFifF9cPvgSgiEZKOpsGr0kRsdYD6S
ENWMXWA+gbpPmwEhnMvTueSsSJtTup040WlaOd1+Xls0ca23RDvCuAHY8xaN/VWK6OVlM0tTOvGb
ysRVgK/mKQMDaVhpTKbGNNfdDOQDurWsxJqF6e9HjqehCiWoARZyZWPGdh9d/c0IoKIghgFvI86+
r7mV6RuZEDujeR8jx7mSGVzKY1DQntqHqdGf0X/FStaGVU5026p3ZljbuqFtkB2zuRt84c4K5Y0m
rQRmS2702OTMwXmE2kFmAfatCU3MrN8k5bVMFU9pV6buA2Ewv+SPLc022ajWwPmSmudhYFylZXSF
PuSuScJ9E2g3HQQpdmx4NybUApZQf0tTfZuawkvjhitP/8U9QghKIMuVyN18ukcMD2nRrCO0V/vq
1Yq7G5DoK2NdMkGHA+UhAj/+zUxohaBneQJMlI4s/8V0ExdBwrb/enkzLl0aNOhPYROt9DQ8nQ6k
zcDMDOYYOb3eb33vVQ3Jvt5n2l2ttbYhPF22Nn1tvnwTizNIHPAsEFifWvPE0av6BNScoqeww7UW
Kk7WtR/F916k3FpQSa5cIUt12Yn58j+Ls8NmCRX18xB02xBW922e+JtULG+GdqQrIWlu+8LbC61u
D2WLFiiap7ZRd9vLg15cyKOfMAud5GQYx2BM4NYo7V7Z+snKM3P5+0SiEnUPDZTQ6aRqrQIVkFRw
j3lPcvxrFPKVSVzy7PSp/GdAnhmoo1oIS1YtSAYExrL0GiLoX4q6RrYwP90ACyYCS9i3p9KNeQZt
E8s2ItdL50NVC9ou6KXiKSj7YduGFsSWkL0/UL5Jt1WZGnbo60hJKN0+R6NUzNvfQdpEKys382u0
eoBZntLB4GRBys6DXiUU4zJO4sDpPDm9zruovjekQNvEDZQfY6CviX0s2gMvgkVw2WelEEusmqT0
stDx/W0u2aXuKMgNK9ef2o//jurIymw5QzkfxqzBiiT9tsba5qF02cBsv5wZmJ3yso17Sr0YKN0J
UfwqtU9lu7tsY36wP4xMmLtJYYB49yy/XEl+aaU9dfpuuI2C7EEVlIMhoL+aN81jj+S5pLlbN3C/
EDnZVWq+Xv4BS4P84MaCkokfM8fC1bUZIApHDT/2m60XKIfKeMyHt8tGljbEsZHp6P8faW+2JCeP
dQ1fERFMAnTKkJmVNVFVnsonhEeQmCUEiKv/Fu7438dJZWRG+T9xR4e7c1tCw9bea/grFfG5UToW
POafbA1ONuNhoeHRYjwZ44fLgc6OBi1sinczdt42eVNkorAzpcWT6P3vBWt/gooCdbHx6XKYzW3z
v4+GJjO0mVCpfsMKs5p5alnjFE+cMTxJihFPVRgeMuulqyY4hji/e+udz6I/MV1USFFNRqb/hm6B
z9Mio0AjgnrfKTlw9qFmR1fQsKcynPzyysI8N5NoPaPQgfQOen3r3//1yWTryCCf+uJpgvGp+MDF
J2hIXp7FzYH/vxGtitFQiQnQ/9vc2aU19VBqR68I1vWB9dLw9z2M1t/38SzCdAFctorxng6hsYpF
UziMpj3P4UD9wVZXUtQzA1hJj/bKe8SFtV1tVdMow5YuTespMXf+tbPh3M/jTQ/y5ppf29vauxV0
vrZyQtNqfLgb3wnF+DM7QHHCHsumAMxsxTtn02kss/VpahSQcv6Msvjlr3tmzwdgOgF8hAsADKHN
6ck9gzu6mACjImHGfwBbadNQ5O9LGtZRnERZ5/CvZZrTmTVTPuL4qpo9zK2/+aK8AlQ/8xkQAn19
aOUDEr/VEBzNDK9OSIc8eRrUPCe7RQcu/pe5+i/EZq7qXA7dMiNEbh8dEPBIVDT74Vpn+MyWRrfg
jwoUpAmxsU/nijpj149A5aRre087z1l/079cHsiZuQIEGacvlFuxI7YlIivIhkWgw5kOQ+SKA9wi
L//+mUVF1ysfXQgQSTCK0yGAixuUejCx49pfpjGFJj12ox1N5vtSRSwrfHIgvYDhBmUeWOfTOHMV
kNwWOU2XH0P5WH1S47uPDgQgKIni/YBv4myO15wEjSB5EKRNfsdu+mvkirffYWWqrWZoIJbj+bxZ
UBaeCx34AkEK9V99T67JXL5ZSahYoOf4xyAIBiTbgu5MjCCrWG+nqr11f9nTrRUklz/0mwEggoWn
/yq6Bgnwre2gMOZMGFq6aScKCITAL3d539PXwTrCJ14JaVhOOGE3U2R4Y1AIbrlpXYVjfVMHV5bq
21cAvjC2mbNSq9Cg215vZMxH2WTdkhaVimuY2fBiD6nh0GDHptdhGTww/TKZrzlJRHbI+ivH1tvM
co1vw1sMtVRobW4BSSNZIIJUsyW1yLMr7LjISLTMtwscsCFg/ihEDPna/L1JOdbdCgVFwRvSOG9B
mJYBFn1mz6nXJI1xWw5XDpgzKw+/ClQPFvUZy1FVccOtVadTs4ozde/Ko1G8N23AEHApAkeKUiTa
3pu0JGsm6mQucPSV/dNyWGwZvy6v7W2bc116iACQDIbikDdKZXYO9968n2YsbhGCHAk7sQgPmGl4
NJbU+eG9Eu4lZK5DLfPD5dhn5w9vawhOwKAPmcXpwQZ94dZsWTenjqKfRo3qpvZeHHFNo/7M9nVs
JF0BRHhcZKubOaw17B6BwdOp7M0RH4qJm6qsrlncbsowf+YRSxtVESyFFXl1OhhGa0OO3NDpH0fz
AWeR+cvkOiImBFv08+WZOzukv4KtV9NfmYaXw2G8gbRBWki4PNcx3GOvnRjr7fVXWel/41nLwbh6
QHjYjscSeHJQg2Bx05eggru8V+1V/9pZUyjsIqp1HtZyZ8orefjZaVxxiyDbQOdgKyk8TqgIoBmp
00JJHnqj92GGd1jptRFanXtZmddOJtQAtiP118QNSTkcoHCZbz37xg4W0aRcltRYBraTWal/Q9na
z2GPbAmobJZQbQ0wx2yuHpay6WODV1XcEtAeSngRQylJjdHcARc7eNmSoAKnIZMKf++lUQ16RMjY
Vv3l/jCCvR5WTqNecuXAglpV4sBqO0jySboPrp6sJwfSivFQjcF9OwfjobLyT04np8+168w/S1LT
A8mZ8anU7k/Dn6oEBkf82SvKOpEzAFk+TvnIIhO+TdB875QFm2lgNLs6Vq1qWFjOdXZYaFfvjHxo
b3o2e4fcFWM4KG+JBw9qjpRpnfQmaT/6smSR23MXCnzO+OTUMwkdu3biadQwcC667l4tLYWAj0d3
slL+MRthFG+1TRfDmhT61pSboVWbU+L3q3nfOBj2zs4MCJxbuX72GWfPkynYI3V1Hbpu/rsNTFQL
iageq5mAVYKCVJSZUCLKS6iZtcCa3tdO6SZdXdJ4dsgU9/CTT5QYvoGLwSOX1FYsAm3FOFMBDynq
7A5CcuZDbTfms6zduxyln25JlG7mo0uzOmG09MKiEfmNlw/64CBlRzvG2uWev0o6BD8JqZeYccFC
yOfkccWZmXCTYEonbiRUyfILnHrau5k0JooWMFsJXW/2rbuBsWcQypyo8ubsCczP705bTgddjt2I
qZcUTvKoDxwMVxXhQIpXqgWO2XnqvlgLC6ZoaN1cRUIsr1pwIqPGCupHIzCmGLB8+zt0eaUbT4FN
v7IgN19tAA4TYxIGjwzt+x9tbTffM7+2PtBAtndmjdXY2/SXMJvh8+IsRYipecHC0ElWD79qYzZe
sjJb7upcl1+DunWDG4eRISa+mr3YJSwIsRbt9oA61O9iXLznSaIpznI6xXWg8wN6A2PksdHbo4xT
PDcmD7qQ9lx9Qs1YfmcdGyPTKFB3Efb0LZPoq8KBwogzvO3ziPuFEY1z5d87/fTiG3NxKxgUiR47
V+V71hmQvZ0h7AC/kfxmrmsBTc3BTawBp2yxLhJN/DaeJ512bjtintmP0tH8a5MH6nGFnYYgJVof
OZqi3k0GIP5ucjrvRWeY+9BDDxHAA1U8GFaTf6j67qvtd/Vn2dmvZQaEj550F43uAkv5yZC7El9p
MWayw0eaHzG39LOjBzuCEZsVM7cdYthptjv4mwVxW5qvZAGfNNaDhMcZU12EnBh/CGic5tVAP0GR
jYWWqpvYBAMt8WdTfs2xM7uI+nV+7/aDwkDRORuCCbyW7z7/PuIUhvh3ODq/8oosIYG8RmxNtcJH
7vA/JKoKPenzvVVzGQUTHePFy9qYDJTvBu1WUQPdlgjPGGvnjKK/cVrqxmVe+B+ly83jyLI8qnKd
R410XCjQBTSclqwKu3w2o6WXEB9ivjgKNRkRrzxe4iSU8PJlE9tDsL3/LEfX+O6hfxkuLmdx7Xdj
ZLMKujAFm/ZLFdRoajVuiD1sRozwOrKlgstiz1z5AsKQjOyMBfu6Em0klD//HpEc3Ao8Yr6rllU3
jl2QkA5tmcPuph4iDfvxAw4eM2pJMYHmOlqfuNPINkI3Sd3VrC++EwN3T8jwnIocLpY9Fd54dHhP
9t1k+MlUWeNnW5VqiOags2JjHId9rqfg0JHCjfuWjy8wvQhCXoryg10PbC8Y2twjhPZvRyC4nuZM
dTjGjfmA1nIQcUuZD6rkZFcZAMfXnqefeCVVrIYADqzN4sUqKNt0NAbvaEAO9TAoY0nyziu/yHyq
D1xrK5olaQCCNf1bzdr26MnMDDN0EABU6Zf2l3QqHHa64rFhDk/EmpuIZ/QpN6wshmn6T5itsZBN
DXCMVfUZNd4aSjoGnGIzb4jH2mU70/BxatBmeSingYVG0Fph2fe4GOTC7mUfyAjvojG0KxA82qGE
NqGbNYms2g5dUEn4UfQ2/k34R92NfFA7NpTqfrElhVJPIBIH5ngJtGx0BFeCNi6Idg95blq7DGDL
BJg+JEm5pb7i9q0SXXCWLDPeQr7RudHMDJ50Jdb02LrejQAwNJo9F3ZIBgT7C2CG7vtRVZEnGhpJ
6v6uqLe8iCAXzx3v6r10ENZXguyCzGxCmpfzp2ao/LifhiWERIT5kBXARTqKmzclzYZ9Z8guKXDq
HenApqSqR28ngKrfSRz8N2KVJzFE6d24MFl6UbWaIkMCgYXKNejBHdaOLH078YvRi5caljiGBsMl
mjq46MyOzGMAnQAjzAb3rtKBAYo7/iCZ30S6AA6JtvCFqCccGtooxdGjs5XwvimfJQeLzZF99yza
qoPmx6I+9gLtL0sH7pOQFv7RjaiS0RiHb6XSRTgHug+pBbdaToZp3yg7B2MWkxXaNG8SUskmLDva
3FR2Bnio0/a3XYM3maMpOwgsYmxpNry44Kf/4J7i8Sj88WAzOoWZDREyvqifLXFkCD8uHtoWltlc
ttYttmwWoWBo7zq/LPbQE8PZPQTLAQh8bDJg8mPeDE401/0SOkvl3gyNMT4giffcI3pAegoLnvGd
I72XkufdcR5Vn7SDiTXrLWCwZy3EMpXpHbvcGXd9TfwwGO36fgHLMPJk58dGS2oYcCG7gsKvGTlz
hxQyb17LxgR42F3cG1Snsl0PPMxuClwVmmYVhLrxJIA3ChiwjtCkmz0K31fvR7CMPwTITa/jmFlI
RRmOPGWbezG2HD0lmNBp1kFuTnTuLddFfi+Ngu2dUrWfysXIIpuoYV9WjRPVkoq4zxmPTThn7YjZ
in0Dq6U7ZAVYgxocxVkV5g7KRTSBC8+TygtKQujysKjqBdmzrIVvWAvaZqzXywaqYPimekYOMZfu
8+yiYe+WBrwGAKYzIncEUbW3xynOvHJOMinZoZGFShdeZYdWKvlQL7AVMsTgPWAf6WTmef7YytJ8
EE1bQLLWNnbcMiaA1NE31PCB8sO6MnmMcka34+WQDbFSvnrR0OypSBtVDnnskV8mliqmz17ARh21
kBH76vhaplavyp9uN5Rf6OLlCeF0iSez+FFapRVmxlRFyEGcqOmpE8kRqSwAdPYBujp0N4jMTNBz
L8J+lH5MlmBOBsXmKKvB4Bw7N99xAwIr0BZzD9RSQ1IZFhYdnmyhNbavuqVgv8y0fgxAK4udpkDD
3F00VFm6IJxRP0lytzWSwtIs8UhemNFkdTbZu41exh0E/juoec9Z6Bb553xxQQsYBvGKNKIgiYs2
Y1q4fLwjcLuqjpzyrkMyC9svNDlVzF1IqhFB5QPN/Z+TKKewa7Ho3awrdrOakZQCwnnI6IRrp8Y1
yKrWSzQfhxuQvNTL1AJK5+dt8+rYlX+HVsbwwR+M6ihlu6SekTMvLKEx3N6KfCEm2nNZH3EpFysC
Uo4/yhkHQmEvc6RQFsGVAncjaKsMYFOTMpWQTHpGZga5tqyrdgUKqnfNPAYflVVlXcSnTh3nOYdS
zpCZUx9C/YX9gsyDSl0DhIIq98vboR9BcORjzsIpKOdoAP0n6pHh7bN2MHZUaBwPhHkRlLmCeLGt
6VC1fXFo6SRjt/S/DlgL91nXDZCvyupPM/SA7saihaFqvdaL9Mg+Flzp3ex4bayWwIFid29+COyO
pXZuMOjZsQLPoV7tHd0EiZ2P7cex6vEKX+omol25Jj3Kh1sSocdiWJqkzbvPhhQyabhX3zVcdbfw
lhzu8eLJcec7/SOpxPzie31+YwqOpSKd8qYn/Df+XzwuJkfBiBB7kxR63FOYeN/gudWnfdcjsxdW
AC8pd8qSoszHtNKtERqTzxPHHqqwdvHEqIFd++hkxN55gpiPFBv7w2B6bVIUWR03fCpiZtaQvpv7
8dYsl2anvVE/M7cenl1gtXF8ulbYTEruRJlFAQ9uwGH8VGauESsOM6ncnsqI1834YM94K0kchxFI
AXJn25W7W23kI0ea074goxVnQ/MrK4XCYTH2x1Yw66G1Ax5VpoxnD4qWYplG2H4Fw51jFcO3qpEA
6rLeuYfEbgCgUGPFJdDjuKrn8liYbRnlQ9EBVG7uC8sIIZLbhcZiL8cJDb9kyHh/NKjKdw7JoL8N
6OgzWgOAUwGuHs+DqG9XIMau6ngeBcsU3FkdL+OOU7obPYZrHXITH1yr+cnZEDyaDo45j3ZIW6be
QFPXqW50zoJvtrBqNLQzFduDGB69unFvrYYOR1+Zvzy/xQGthHXkswON9pm7IQpy1W4hsPws0GmJ
aDO4IRGtTjylGPQUAy8x5tna58RUIasC/tu1FWr/Tm489l7Jj6xV9a7MJzNCP7BI5MSXEEe4kUiB
i4ER2QCxOiAJpbCwBLlMpK1FloOh3SAsyi6IofRpRCUtqhvY0ZPbOSi6MJu6IgRgvXsdesgggMCc
3Sw2WHSLWS1HauvyG5zZvF0grPkO4va/NS+rj65jYC5J+Wmi0ti1KvuhpKxfhMO7FOhFuFnOtp22
tj+GSEfzZLS9Zo9EPI9WHdcY9ZEpBiHKCS18nxvFDLhLer1xVDkk/UJUTswHE1XKSA3TEFdW81BY
k3WTgb+W5FQbj+6AooTH3fYWFej2fnT59FQzY/5IButlGWpYeXZmTV8y6j46o2l8hFSNBdvAqoWI
H6dFWpTTKy2K+b4F1SPibvabNqW6BfNvPtpj39y4uLIiVsxT2ML0zIEj4bRKftYyajE5BsIr07/x
snyKS85hK9HwLmqYGYSTFHmUMdLdOr1l7sfGDKK+C8ZdXWRl1Dvkk4Pmz2FhVfMbEmgkXPSwPrmK
KilJPuIpJvpHb4Aq0GDThYRtZy3PHgzlbjxl8QgZr7n3/fq3qEp6GO2+jOfcQ17GpHPbQ9N5VxvW
XdFNdRTknZn2zrhOoa9vBmrQGPJ+32rwFfYVHl87LiqFooJTRpWFAlTTGMi48QIjR2Aa5o8t0Ga7
bDHxopx5/aU0DPEZqFXv6GFv7NHT68O2p+OjgXwqZGWWx0Hfo7w11tYBFuvLA67UPhxZ7T31DGZz
eLlmt2UQ2EndzcbBHfyqDydbFsgu/GJn5qJFGlANIetqmjQofoa56n8FTPVhhS1+MFBnSmCCAZWF
WRjJ0nXdExLmJTSASAp7Eysqp2QKbTFb9wF4DHdFLdind1ZK1+Ie/UPwt6wV8H9aKRXz5JGFBksK
vLNn3y3tlTrpueLh6oKAXwY7Gbp1p7/fyFx6gMws6aAeZn5T2Fd6DFd+3900GSdYZgYWw+/TxyqL
5msw5zcleEwPRd8J4mrgF70hqMx+gDtuzpZ0aitUCo+OudP8Gtbt3Bj+DrJpYEpSk8kbEaQsotII
r4ntXfv5zSegAI3JecDP+yg5tk99/vr+JUTXBg8Q7dYKkj79xNrvtVei+pTW8msqnW/v/nXQGEDy
gmJosNIaT389E9NgiNEzU4hHfrVRHkIF7L3dRXB41zI+mizoJSPKaQhYTE9lJzuSZmb9iBYQ6ura
+X15GGcWEmIAk4D+Ct4iW44pOgjUAVqQpJDYtmQqGlQqPlwO4eGfedKRWIfhgGIKTTGgqoL17/9q
eii3dWHy2pJU4Y6EStMLqUbU6KuvPritV3rub0FVqyDISvsAmRHFt82xoVFo7JeuIbgg50NZj8cl
U09gjH6wZf7D1ArlyPca2K5M6xUYCUFsxAR35nR4ZmfMAXd7krY5D6tjkf+8PH3rNthOH9rj2OOA
CQGusFkFlV0in2kyP7Wbnwvs+5gOUUsNZ2x800IV6JpEzJZBAdzC6i4POde1K7+K/5wOiHSUVk1h
emkz+lbS2xl43J44kgzl4bZISjaiZNt8mB0jmZouiy4P98ypACgRXu+YVOA/tk17VHUHw8N+TgHR
iPR05N477VD+N76/ImzOhRF3ejFx20tzoJZqLEn/HxY8dMjW7hRsUIGeOJ3AFslygGoSVgSMndFj
mVx0cCDOn6t3mtetzT7QPjBdf4xX0DM/jaQt5P2Tr5xUooRW6NBAHffy5ziHQACHEC1soJF9MBY3
qwH0TmEOvbDTBS2zXO3rJm3EFIJUuHT9jtTyszHUX8zM3Uva7AvU89z51+V/w5slgVY3jnGg7wBx
dcg2FyjNnuAZS3UKJk1UFvXd4sgr7cSzIWBfA7Y9mPDAEp5OZIe3GGoJjk4n2f02RXb062B/eRRv
jsF1FH+F2LSzgTTieSVsnZbDN6uBalHzODdVWJDd5TjXhrK5tfH+CII2QxzQx/F0Zki8rxyy5yIg
fV5dJS10qbbSPgWADxB6YIiwlgJzcOzB7L7KVjjTyIZmMbbRquSGe3Z7rure7fvanlIh/bwB1gxe
1v0sArz4qZRhUxT9oeJtdatnm31sPRbsnKn5fnkyz7S1IU22CkmAT2ZDCeV0XdRG3nCw1gF1QA3E
B8szsJH4ujx0LBmN5TvdT9b97DqIsnIW//C6TsOBNm77ynOmlEB/GFLns4JVG2r4Un12r+mQvblX
1lgAj4EmEWBhbje2L2CNYLXzlM6z+ckm+U54nggJGlVIMzQPydTEzKt+WMs1+7azkcGNByYL2esb
WPDkOp0AQXNKFQzCJ+XD1NOKvOYmg9rR+CSnJsqMPrn8Id8kBhgtSBQroAgWWG/oBMVIPLSVgil1
IQ0VN7p+8KBSXrQQKAwGcF5wmME+2n6n2vufD0ogE4VTGurbWEanH9SVUkHpgkJPE3dA7e0LOw+5
YeNda8X4r+07/d3+xFuBOSvxG+nPNteq6IyXtO9gvYJ9VqMqeA1T9yZfxDwC5Y9m2wpvREf9dEBo
WJFGjS32Ph7VAYXwxYDC8fDuLGANgz4b7n/gfyGWdxoGWwBwC1vO6eL68byQR4jM31xeEWdOMYTA
+QXQ+Eqq3ZzHhTbQ4xDjnJZdq550gEoy3iP5y+Uo59YdRJfR24T6PtA4myg1zQQhRjunWJJogR6I
WPtpx06pSJHDPL5eDnfmknH/Drc5/AelR82yfk6tAhCO+Vdgf9DU2y38x+U46/yfJKX4PpBIBPAU
Obb1hrymzI4WOWnmFKWtZ5J1OIT1K+/cT7604HfGIjr6DzUw1dHluG+T0zWwC5VsXAsgcG83VFuN
VQVHYJ0yOEtamYFKUJ8QIlGp+9nTjy1y09z57l7jCZ1b9mACINUCHeAtDtIwKBkkswBJXD5aeLUQ
8bu7pvhyLtWCLQCWIpCWWPJbRKxnMvQvp2VOc/OR4AS2JYuM6lFlXsR8GVrLk9ccHPO+sH8b0837
uVA4inEq408Xj2XIz53uOXdqReUw0077BgqtKPrmrDhc/nxn9txJiHWa/3oKBkO/1q0XOw1qCc7h
3rCfLgc4c1+fBNjkccJ1KkUKjMHiaB05u0LdTOBFc/6q7CupwdmxOBZ0uXGN4Xm2OaKgoGc7HJ3B
1Pd+eNm3a7jEKz9vbwpIc0mXQDcVfj7sbB4u1bXyy5klDZIr3g7r+YdnxCaxZ6OLNhb44ykVgA73
Wlkfe6CEjuVkkSsEC2v9rc1x4cPJGTk89DugEbaJpVvZLFZrLoD009Bir65ztxhsV7Sf3OJnsKw9
s/4QANjmXimhnDl+TwLbpwuOk9LJZ6KWVPD8BbDipHA+Z1M62BLmcgdVXXlGnDueEA/0BSwMIMK3
TLzOgDhUX8kl7ez8u1ea3zuYYaCThdZDkYeMN3uQtX8sWX/njMC7XF78Z5bM6pCCihGYRPDq2axI
RTsS1AoYTBtsGcifXblbrvz8Vi5sbEqmCxs/j6oBStLJEPz+h38/Un68N4HIxWPz9GPlkkkeTEqn
dQ7P2NlExp0H14Rk1h/ZLkUQJv6/IM5mXw2jyU069QCqZggAIPNzU5KPqNr/nAu0O0zz1aALD5tg
3l8e3bn9BsEY1PE8fKM3Ch5CoHlgZRxQevnFQ4497NFMvRzizO2/atL8X4j1C/51vLrS8+ZR1kvK
/Nj9JizorB8kubLGzy4DEPFxcEDwCVnmaRBp1bYjFwRxlphomIpfmafzg/jv9zdbNtOG2RHoFqVT
txvpPrd2ExTdr1Xtzn+N/6I4m1EMgVbNiChOn5hOyL4418ZxNsKfBHa13nlTWW09Da548ee9D/h6
FRRfK1s+WIIklz/6lThbXaygKKS79FqnBO+4GeJ9OfrYISlk+i9x8GYD1Np/K6ySNRL4PgU4Pmnv
GwCnZQqAyuUQZ5dW8F+ITfZKc+FDVhQhciCdZNmG5Jo129nFhbQRhHqbIoPdLF4DwIdWcg9FGKSP
zWQDs+PFcNmebPEPY8FBjFKqDQdDHGinC6wEJ1prw0XzBOVTQO+u/Py5r/73z2/eFRUerbQGrBV4
ez+2f40A5Lr/cJqsIleYJaQ3aEKcjgAytA7TvDXToo9ZF+U3gKB4197l5z752hpAIRMG1eC/ngbx
R2PhrUSfLFiAUTKHLuQB+Xh5WZ376Ki8gXmJcizKDZu5CqosY7mVm2ngTwnl4sCzNmTUSgK+uxzp
3Ghw8yOLR92K4nl0OhqgZ1GAMDRaWiIY9xY8q+Ic9cYrcrLnokBtBXReH/ayb/zWTFhRewZDNjXJ
nZEAgHR5EOemC9/CImBUo/e6VXrwaoAjsoUsqXYAHM37qPL9RLUHb7iSFp5bwyjKwEgUz8gAnabT
2bJlQ1y45swpWvrhWH5rgPBp6itPjitBtscj8MfSUd0apIVecv95dFEUuVauOBsEz6aVjQX72u0K
Q67ejEhVZnwREdXGb8QK+2u0tbOfHQkeCq8ovb6hXdmo13Ew9eY0AEj4KJfO3me5+n354697YZse
4Wv8X5DNCs56P1PCw0O3LlF67F8bgA465xVfhrb/Egr9UwhYon/25gEyuWNNFx+wfz5ruJ6Z4pYa
1tPYLvewOP0ogIG+PLSz80fBGIPCD3TItkdNVwlXlL0LZhTpwsDCw9C5ciif3Tn/RdgqA5eoAkqQ
8XVK/T034gVSPgAGXkvArLOrDbW9VbQVufZWnTuDzXc3uJi4ptDQVQ7uJ0+HVSU/56IabjPVA0mD
hgkqx3XwxVCwoa8BgQjreQ72iirQa8aY+7W6kride2tBYmvFI6A2A0WG0+08wj2vNBTaAl0tvtcW
uyedKiLDH1g0oB0WUhhf7Pumfv87HLJ4/4XdrFiddxNQNoVOBZkiwBKTq6y9P1q7201BVpol1g1a
en9efX/l1T5lihbg2WBk2YSKJ4BqjQ7qHZJt79bUlryFWQR9APIdVAsGfMzcGHXC6xLkeDg67nO7
7SNDufz18oo+txBWliy66us7ftuIIQsELmFGgB003RZfVB+bRfIPEaDsAJESaGqj0nf6TVkBShuD
qkxqAYRaBgJA34+tvIZmObdvYBxKUPcCmQ9c59MofQAk+UhxRlezFTfLcESxVw7gW7zTlGItj6PW
8V+gzVrJg6YZRo5AmQZww2xjYKMe53qGoAx1P1+eunPbYRU6Ro0S5SHI+p8OamL5gvMaLcXGMO7t
Ce5H1NhDG+6pt9A3qib+2TTZ18sxz03k+p1AYwUz4U3ZPO/HIgsEKJFV9ti60Cc1Q6iSw0f9cphz
5GOkLf8XZ3upmlRzW2hkbSVMS1sQkSQQaRReymb5ya9unRYVFmx4fhwr86YbrmkOn5vav8Nvsvha
91kGEN2SArUqdSSWz608WiSu7dD0r+QP524N3IeYTNzt4LZu1iYr5555ysZDUUB7pHOHEC9HdmVC
zw4InTio1gPoA7zS6VoJOPNbmuO74e017h3DWO6cPs+izBlQPiorP+HuVL7IurimGnI2MhIXpHoU
f2yTfKcCy84lmEohD8IeIoG+wWJ/YJYLp93U8q+krmfSC2T6PvqbaIetz4rTgYpVKEplwHwR4wmP
+1rvOnGLefXeLb4RrEbEyMTAR16FdTa7zx28WUIvwUzBeogW8RM0iKH4dHkbnFkaoFljWUBKAJiB
rQOXNC1daiCR03b5kC07Mt38w++D/76m+nhJblWcuzavrXHurVTCCkSHfRD+//v99TT561ozxZI3
yqms1KY8Kq05hGfCP0SAYiOOQaT5uKE2EVD/qCvtmKlZlCHM499rL7Me6AH04aCMASu+tWlyGqAL
5FTXjm+lwb3mTmiA+XR5BOsPbK5+LNX1p3H3r1a2pwEGc6xk5o526lalHyta32ScgK2rbp2ZHAQZ
ykhMdAEXsvxyOfKZsxy6R0CVrR02tKw3Q4MLsdkYKzxyARVhirxPBk3G5vlfggBXBldldJy2TVCn
zCzuz4WZVqaCz4rWNyozs6igy0fPqa8kiGdHBNFn+HNgW755JbkTtQ0TyLJUSe8ZUu4vK5MwNGr+
qINrSgtnzjU0wf+Ltf79X2vbkGC22nOJN//4taq+WuIJxjnAiUCxoobW2eVZPJOHwWoQBWuoEuHe
3SrlOH4T+MIH0nTsAbmx7RAa5eFYvNN86s9iR2sOaFYIxq0W8qdjssEN8bMFzYXGGSJKQSx/f2kX
RQUY+AIOsp5nm8UuchdceAiBpytXgNzy+Zo7zbkT8+8AmxPH8RbACgZnSd1+503H4df7vwMedjhp
MEU+9MJOJ2gWkz/oDC0t/qrNY+Ck2TXvl7MDgCqghTWMFvS2+E39qYCvGfpJQf2za0JSXfPLentB
QswFjtarYDH+c3vmW3ZWcUgK+Y+EgSqQH3P6hYHK7RRzPL9b2w4gIwSDcq8LvZ03p3PbgCtpMe09
ttaR3bLs3avp9Oc3W5BNUNlYGvx8cxeAyn0tZ/p/pJ3XruPW0q2fiABzuJW0JK1Mda92hxuig82c
M5/+fOz9n21pihCxesOwDbhhlmaqWbNq1BgL5fKZqZ4sGwg0im3i5eIUo0nXd2O80t4TVPBHTK+t
79NZfa8Y94Uq78zmlzL3TkuPCo2lyvD23t12aV8YnzOOOe1zvfEqOZ9Kepur8KFNlXe7FoyAuJnr
euCXREBz5/RZOcUMUgk/lC3tmekmtk63B/Ib6nV5yc2oSnqzwGMRaYhQsHwCbBERAr+Smy/3VZea
Pbg+zfgYtGH0mVmm/TVPPzhj3fzVFqpGIFqEwUZKFG87JQWN+I1TPw6qVb0ArKX6OHlR+LmVWvvQ
6EP7qIeB7zZZm95PkZ8eDL+KD4UGxE0eQRzQKK42R0KRetwZ2Tg8DMSOR58X/6YGD3GPUGzyvStD
/0TlaaCWbyuf4VOXPvujAWPiGBRuF0CZ2VZTsvHMhGYFf4o3GZrfaCaN1q6PWyU7cPF0tLdNxUtE
ryNQZl37NETOxyZv/gl7Sd1IgZzQMTeFzbQnDxbcV+Pof81hhH6sRru9Rw01BOvUleY/A1iyvxN1
lHa3V+L6IplzDDJOngwf/L/CnW9ldFvJqcFql68JXaM0c7+bEJJDf2ZCfLpptVdlQYEJZ9/GtEvt
b49gyX+Rj5jFzpDbvgoo8pyZHFrffJXlfh9Kx6n8u0ibje49+HQh3rZ17YznofxrSziAQ9noiV9h
a+zsgw9tk6muvMsWLICQgHqNPBtBoFguUnI/00pu/lel2xd3xhqR1nVARFSMl59NED6IrJCWX5Au
9BVkU4aPLU+g0phRPkd9LYuzNAz4V4lgoaCcmRUv78U6Cv1SUjr7NZS/dY+Z/eX2OiwNg3HQfUyk
fC31SXpfKgLfMV8V+F5Pgz1B3wFl+9uUaP2L0cnJCteUqvJ7L/0VekdcjkA5QdeDt7gcj9e2fjcl
VQZKqixPfTHeKzYd0ndVGE+wF9ky7E3ZV1su4rt+iusXq4FDKcqyYOM10JTJIemC2q6djzkuyr6z
zaTcj5WeMfm2tdUKNf6O4oJ6mqkPtrmUt2+3J+z6mM8eHZosUAhzlUX4/X6iNJ2UTukrpAHyzC1f
a5vq3cUVRPhw6uQTiBaBHFzOUUCsrdPQGb1acrmdAMrV5gCbxO72SK531myFXAzx0EK4klVBrkat
Fb1K3aPiBNt+er9LxAIhKYU7WhCuOnoC3x8HXc7iVy2VN4ZF47/cbvrhn/ePQzOgWgTbOr8pxcgx
Hw2Kd3nyOobb/DSu8S7PCypsWA7Iv5+fp/HsNRIpTR/0Bp/3jK9TeCc1T5BpnMrmEDUHpXy3W9SR
jyWiw2uRuBJXnmqKNcoDu0vNkmeL5m6I2N47W3DYWuSbKdtCVC82pkG1aUV2k9evhYri1yHPj7e/
P/ujy+ni+zxBHKCIQHTF8xHqchA6WlS/KmodPXeyHbzJUhc8xIZZPele199rkmxthqBf6x+73s+z
5blcbyIgcMU5GOiFWidNWb82v7pkE326Pa61rwt+WB5j2Dmiqn4to3BrNvfdH+RDKIXQZ0L4gAgn
/7zcaE6cwGGBy3sd4CsYN5G2Fo8uDQGXxaqQLWSmhIOi+YqeKTpLP1Yvkvcka6srML9ihcVH+8kg
P4CiL9tYGILSqnAu2L762mDrzs96Y+tVsDFt5SS1nKM/teEb77x8S/+uvi0kXhlbp+lKXt0eyqf4
BkP6nnsOmomyV2052Z/YMQoisn4n0zZitnuJOuop7lR7F+SBvS+dRIIMYkx2VByi7aCpH/2+MV5s
z5COUZCB3IOrffo0OOZobpRc9Y81fSEFTHIWVIp5ND32atl/Shvu8N4Me6AltWRJ27qSx11WFda7
X1az0zXx6tyC1hVBqspZQDMkUF8DdVdqcMe/24Ncfn++f8/cVVgVfV2b8xKMH1P9s258v30OroPE
y+8Lm6jplChLdUl57ZNQdvuqqZ8VEBOQLsqdRrN6oIYvEIuX73ZbbCgE27hFUOG56qeVy0Btx2Ys
3Xa6t6I3u1y5cq/PxuX3hWkr7ar1ipbvd7TrKriPYcUvLsBLscCxJoaZs01idqAO/KEfYOAG3vwh
AZ1hDBDnQeOQwPgmPZdBggLk1zFLd7fX6zfY+OxMkiBAdg/DKEI7EOGLZ7KI/dRXIAk5eUoA/0CK
EHUxQgqYh+YobQZv7F+UOLfvylb+GnVxutU98yQHEb9H6wBiw3lwX6JSsUsz+yNv0HintT6sZ+nU
PHZ++8lK4C27/ZvFGtXVb56j1rNNrEAjYSipkZ0KvYBBS/rsNMGjVyqfkSreV1q3zVBwdfThaKfG
E4igbTup97d/g7Ahrn6CEIONjhcjVMG0ydNXSXrQIOb73wwIF4rRBYMczGNs/4JJq4xXPi/Eqf/5
/QSRPEjnDSDWZbkE0qaApeWUlxmsTc9F+qHFzh+M4czIPIln61RFqCiGMkbgERxNulhXNu/aIIT7
JITprk7mQcysftNuhK1wTahZ8GdX8yRsNZg4bTvq5eyU9t+i9l5Xyru2fNKDfK9Ka7hCMe11ZUzY
VDYwCtWpNMYzfqulR88oIGf4KyNXmzafcucVCth9rf/TydY+zL9E/v72cs1juXIFZ8slbLlBzfVE
9jDfGxtLowPzIYl3U7/iShetzElJmgXgMhYjzD7JvTLp7ew0JVtU2pTiELdE/3e3x7K4NQC0coOS
M75qATM9ySdZwfGp0ztV2TvlPl/jRV50AWcmhOmaphyOOtvMTtBzxt1Xx1p5Cy9NlD2DvrnR5mhf
eEpCOVSXgVLnyB2+6sMB5M9wqKKVi3Npf0PFolHd4DGPItPlEYXMyKeCxCAK+7WbHj2Vjpr8r8R/
G6Dpub0k83yI24saCuUhe066iI8XvVW1TI+d/GRBtejnPtfbm98/1OPPvDmmxgpe4vcvvzJn0i9B
tQMCOpFfv5zIGPg6uznxmm5j9gXMqlFmVEd+W7FJBjgHA6ONtxPJA+jL7HoHkLE/pD1MOJ4kJUcH
mhc4D7lS7D4NHkytTfaxYSdb8G7JVgoKyOZauSze6sLoPyqIrN7BKGy91EaZfZDr8s2IyvhOr5sf
xpi0bwhsWW+ZaUa7TLWH+0EJLRhW66zclLkNdxqUvT+rMGpQbiu9w2h6tFE1ZBGqYsreaJau1+oR
1/vXnpEPbDHoOSlCC6GaBvWnP1bUuLPhLy/9CjZ0xf1fn8FLA4L7BzxiF1OIAXs8wDazg6FRbtbE
y5aNcJGByyWFYAqRGUxo6WQ2juyOerYrp2Y7SR/0euWiuT6K4BnAYc0SafTfilVAJJ7MRpXa8sSq
bDXzecw+1c4nT89Xjsj1kqgKGUn4x4AFAAKcB3t2YcpqE3QSm+CU29vU3I7dyvevJ+vy+/M4z74/
FVYTDBnfnxP59t4Z7pxsBQayOAQeMDguVOepPFyaGAxUCCXHC09BY+1qesKCfMUvLg0C6Y+5bMLZ
voLGpWYhB3qZhafSfgyjQ5bt4nTlFbZmQnDtnS/FUEul4alrt2oOhyGP1ZXDsTRP56MQvPtoZXKj
BYzCrPdNCqHX7ra3Xfm+LVSUc/QFtdxE1E9P/vHTFI7dlQh4ZY7Ee3ywRrOCsTYkpfbZLP7pqmor
ryXp12wIh9suC0O1Emy05VYe4Vx70NdiSGXhbHO3cuT+Q7YinrkRbthCKqXgZOWwvyvFFiVcBHci
5B+9T6mmbhvtHj73Nvi7NX9Jzt9ZeAzafVzV+9sLtjzWf3+HcDYdras9KDyD06TuWnVvBzuz+wMT
NLTyzoM/4BryKZEsGYsmCk8wlmvmofM+VmtdOEujODchHH+r6jorjoOQd8VWhpqwOa7qdC4t2LmJ
+SecOTEv0OtKgrLxFFpflPROyo5WuTWNw+3lWDo/51aE5eA2UHwp9Zkrjwb0Y7mm5rE4USA9qHKg
gXJ1+4bGNEaowQanXL6H9rWA31G5+4MhnJkQ1kIjkdvVicrObuBX3NrZ8Q++jzyVTtwIhlgXAoha
UuKyCc3g5JsbSYZhe+W2Wlzos+8Lv9/RijYnHRacWueF4niUvdjQU4V/cijOrAjbCUEQI6w8IzgZ
yV6NHmM8vr1WhWdHXoaiRLtnJoS91I+QbFWpxUJ8QbvNtrfAZ7N+xch8YdwyIjweezsBXp0xW32Q
7ctGhpcKclfje6vftdYJNrsk//C/rb9wSxpDoATgXYLTMO7hEI/WXPPiETybNuGK7DQaE81h/j4K
5ZprvlO5j+f2xbKI9XIpzBw7tPg+tJn138ka48/KzzeEp5XWRFZVRSzIpG7KL+aP/2nyDeFqVONG
s/G1walpHoxyv0rHsXj44Myi5Y1yDbC+Sy/b9LVtjSg0nqi7GiXcdC8htMra5z8YxZkVYQsNfWD1
aoUXjO2tkcK0vbv9/UUve/Z9YQvVcLnlviUHp3q679wovR/6FSe7Mk9inNXmqqfXPSPogaVRUkZT
p/+78L68exyUBegHIVWrzDmHy9Uomxho+eD7pybflMO2KA5Ds8KnsLBdEb/WyAeSC+BZKCwFUJxQ
L4JWonve2zjWr1IeVjztwlSpNlof/IWdK4laWffkmPeJ5w69thvjRyf6aPXHFHLa25M1/1LBE17Y
mUd6FiAommR3FCE8N5G+UeZEROOkOvnORM9lKL+p+crEzSfhljnhAlFtf0C6AXOy9iWNXC84jOnX
WH9C33TlQrzezTOGkxIafVhwHIsQew/StGmMPdk1zCOiClb2Aon97bm73gWzCdJm5AQWkk6mz6sB
gibFzdSt5et3TbAWIa5YEOH7k51EdfrbQvh1luBYS8stTRJIFUAriFyRYRSWQ2lQf8myQXFH3wQH
ZXwo0vEo5d3h9kRdrzqN5vqM2SXDCB5ZOJFFRGcF6D3FzWHuQazpIFXFL8Ur73pgkWXdrpydxVHB
/uDQrQV5m1immYphTMeaUaVS92CE3sbOZPQxft4e1PXJIWMjAyeiuQIJQPEtBLc+AOKAWKEKhseo
7D/UVpWQIZt+9p7xmE3TRzt4f5oTmxTl57XiYSJ24QRB51RRn9BIkEKlPsXp9xHvg97UsdLicMU1
LG0+sJD/zRYJIWusaZUR5YHiOvV9M70SId2ewMXvg7gHng696lVvimF2wG5JfLmx/jEMfyYUJm4b
WNoHMKiqnE26wK6oRqBWKUFiGXTuh4hL2F5gHtCRhequ08yVLbc4ljk3DBcIsA8xAij7vlA6ibnS
zXpHAX5raH8yW2cWhCsH7W/Vn0qb7SYXH4Mo/0hpdS3LKXZ4ctmwv5CYgtCEsvpVB6Im930sNRYz
ZqLzrUfcAIH8BM/6JynQNpYy6Vu/qv/OJ1pkgiBEEjA/eoWyqSNpY5bF3e31u74D6blSAHCoNIPR
ySe4DTVsO7kdaDoxtG35l0QDkOKW0x+snDGzd9IopUNfJexyeRytrvUMxY20ID3aA8p4ZWGttUYs
7Q8DSP7MVUAGRexZiB2EtWU6pdwQnTH/jSv3D7bHuQFhruzC6zrcleJa0VM4PL4TY/p7Y5x/Xr0M
Eyrd8ONqnBR38sAl7PJ3h7as9Nn0CItQTp3RwYuluJJ17Ir7XF75/uJOAmWIxCEk35oYDLTFkMVp
qytI622b8lA7r47yhDDO7f26uMhnVoRJ8sqUFthMw2GW0U5pw90/t7+/UMuHIoImRQI/GFCvq1yS
ERFzgBUJ08+G8jEzY2RP3EB9UcP8qUL21mi8XZcMyBW9dv1KnndpdDD/QVcKgA9MmhAr5M2EfjQ9
yq5tw4jqZ7vj7dEtBQkWToc2SwuQv5gjRSIzLxKF5s94yL1wY8h2tTWkuP1rIEDZd6qc3RvoS60E
pEs7A3dNv7UD8PgKg5pFSlu3wKrcPgOF1ubJ9GzUVL/yxmgfKPa1KzXEJXtzTyb1Q+hXr9gewjEO
tMqvZXyZeUgb+1ijXmbuI29lNpdW69yOsBfHEfx8PpbzuLwvU1wdUX/56/0LNrfOsFjIQF0FQCW6
kpOjwPLijfnBCKJn+FLQQe2G50Q1HtEje3+Oiyk7MzjP7dlbJQmUKLBlDGb1F6N7yM1yV4xvnd7/
gS+lXR1sM1w5tFWK3kiVvLK3ZBkCuWLbOlt5yne3p25pdQDzEl1R2Qc8Ov/52Ui0aSwo+I3kmUIk
aAq0hd5fvSKwQYCYtyn6YhCGX1pAqzT0jWne131B/7RbmAqijz9uD2MhwDo3It5qY9JUVhRgJO9p
myVGRtnWAqCgqvs/MTR3/M1g26v27AgF2jidy69Oc6ylX17zWPVvt00sLAk3M7l+8GTQVclCfBXH
aRhaUqy5qf7Fd/4GSnb7+wsHn0cWJJk8tmgxEq+gXGmmSpJooI/y56r+0pWHODDQof5w28zCkhAu
QS05sy1z3Ql7tytLJR9pnHdDtHGQivqCbsYfWKATWKX/T50Dp8udheKQMZIrgglgKO7CtH9uBu+u
rNb6fpcGMoPd4TEF48mlcGmmUCrdHm3uukl6lif0O6doWxUr5dGFRaexGGAXJQpQ4uL7Nx+ySWsm
7jQvf5HHl+Tv90+VBgUWNQs0sOj+vhyDKTno0dp03ydo5CGT4qaF82ny5BVfvzhVXF/wFkDOgrFL
MyMaxPbQ9mytTj2MUrePi+ZLGMQr1eql8APiBcNWVLrxUcQRYkygqXFlZj7+13G8WUFz3GpJeA9q
Yx+jUrppouCY+QgVFdNTVuU/YYqoNy2Mo7dndSFQ4GewA5lRXo4iLH4wAwTPnQh2j27Y9wmSx0b6
VxuZnzUvIH0/frltTmRtnWNfsD6cXWo3EMCIDZYdfRde0jWQNdDVt58KJfrVVk6H9rkj74Jy6O5G
B3zWYErJl6q1zF3u6X21yVE+/gMfQhZlplSjneWqQdGv7IoGAH6JHwwb2vI2o+ds/ZT+vrWeWBFi
+59Ba5oGVxOGrsjpRyMNyhpdZlc18/Y58OPPsTT4yCvGbXBIzDx/SSTNfJArvd42nmnvWsn6gycv
B58nNbAuoPyiLzO9BNndlj7moQ7uNLs4NZr1boAda3tmQriIs552qFqjE5uUwMYcnnVH2lU+goP+
GmBxydXMzw84vugSAkZ8eUiDyUFaWUkmF11Qf9gk72S9/b1gBEesFgcDlibhcMb9RKJqgv+y33b+
iyWvxMnz9XeZuEVJeOZ0g9mNVkPxmexEvJE7FY4lJSlAhX0LE/muVD6mvk+L7Af0Cm4fuqXbEm82
zxN9gaDqLmcLabnAybxqdB9V6/Me6p7P7/8+3bwGDoSaLE1ol99vS536X9yMLh23zc4MXib1JVxr
Al1YcnaXyg2DB5mTdpdGeMQNVtmNhgthjvcWVZ9uj2H58zNpBVc9cZg4R7rfmhI90SicfMuM+5CU
/W0DC2vO7//XwPznZ1FqptVSlWQYwBUcKrViFN3Osd9Uo7sbIETsVH932+LikOhmp4nOnstp6qXF
ILb7UQ4Tg5zqXegf0pXrfuGiJINmIB41n3remZefb/quyuqqsdCoQk98252y6A8GcG5BmLK4Kzqz
NmrLzaZfMcWaULNWFmVtDMJl34Y+hJF1Zbmtd6cod3K1q1fOxrIF0KdQuvOXNS/S2bJrnmbkZNUt
N6gfSM3m8ZO6RhS5cLxZiH9NzD/hzISUlfJYk3kDTulsUmn2hnr8Lfv0/t10bmX+FWdWjMRWp2pi
IKF8tJKDuoaGmLeL4BMRTkQhQIHoHHSK8H3HzDNQp4nlGsF3M3+AKrsIv+tfq+n9+DSqGVQTSFTM
5QaxAUHJINyxs9xyp+RrLf3tFO9PSlx8X1jxomwVE39ruZ7dbXv5rgZM6em/inHltl2esH/HISx7
UyNR1HWMo1cOnX70AmST994Pp727vfCL24u7Q9FoytSvYPNonUgjCR/TlYwfCf1n9musb9/ZxThf
uEzav0YEX1V6rZrptme6cmN/DlL1CGXo99vjmOfjeoP9a0J4zEWjKodaL5kwU1lfyy7e+1k30me0
1lC15Ha5DeGCnhU3EBe7PChD7qOuBHuAK+Wbsdz5a5SjC+OA75OcF8TGRJTiA6WcUMQdxg4iNedg
pPftL2uNQmBhBJTDZip2CmO0GAtXrarXXdNDB+i2CIr/DMOVDbU0ADiTFZu/VRAFwsVhlrKDQqzB
TVgAjI/KbVChXPB2e7Wvx+BggZsPXzJTWQpjMOGFkpECVt162I7axunub3//ehAzA+MszThzP17h
IiYU4ZEHIz1d090JtOAuV+ODH5jvPuSYQQ5kps8l0hVrlDY4/bxSJNUdB/AX0t60Tqny1MQHVf50
e0DXx/zS0jyhZ/49aEw5zissScNHp3xIAWorgCnR+b1t5zoOurQzT+yZncKMpDRPHNRUIITRtde2
TDZF4w5atquqp+b9KBn6S6iXE2Zr7GbxtNhOpfuwrKmuZfnsAiSz/WckKDfq9OH2uJY23JkhMcWS
j0Viy7MhD5Xkof1WAYS7beHa4QOPgVWJnqIZkSNu6Z7+XEhySwPG2HI36TFiPlH/o2jifdjFP9Sp
/3Lb3sKIwP2Qup1fKddibhJkkV2rDINr9davxMTVWNG7yyCzj0G5ghIpCXyRHEzRch1SNX1wI+ND
sNeDlTVZOKQKgZE5P3wIUjVhrzUI3aqBz+etz3H7VAXPSbyyJotzdGZBiFoMq02H1IM/24vjTdt8
HNeCuyUDaDHPfp5/4c8uj4sc2FaoqRl0vCjcF4256fx36lBx95IUODMhBMGpb5sDzZhosBA5NtOu
Jz+Y9CvZloXED1YQxjbJD8KjJi61n4+a2rXspq6+RyA+0zZZeTD9gy9tOY7GeIdogrlW5FiYPepr
SI0C++LRqApXjd9VaVw1Dalutd/adUvr8PvvASyQSKfsDbhMxMd5+lgrrYagQeb/sIMMnNeuiw+3
D+JC/gjhLpK3CMvN+U9bvdwESaJ5SdtRqymK59EY9zEtWnJmbuTk3m+f/fwh6dL7In93IItV6h2k
72dmGTGfS6LXDgaVJHsdIwQ7dT/7Ur+TM/0bRDTvToNjip4wInIqRGTDLweohkaqyG1O0tU5Zt3f
vfIivZNYdd7lFyaEkxrFBb01bUm+tZF2cT8+13W8sheWdhssAPx+bmwe3ELMUUqpUsZSSG4z6nxo
wZoXVV7jb124PgksYcahbkN8I5aigqzXplmP2pV6Z586yWta2lszhZCy9Haeggp2WJcrbnRxXBQP
SIvQrnJ1dGMp4pmfsTpa428MMpS/bu/vBTfNZiJxNBNP8JQQfFxu2l1oFt7o5uGzXMbIUEebLnz/
VQPvBx8nrAXCKDpSJCHsuPZJ6SXQCUXVtE3XHkoL03RhQfCjYz1JUadggRWxv7ZrXazz/375fpm5
zxz6NkjpIHsmbOCC9hq1MqTGDYzyIU9DfRMpOcTx40sZqS+2X5qbWNHRIFlL9CyNi+5DcqF0KkFE
KjjRcgiqPGizlhCq39aBt+3fj01iaDwoAM8SB+AELo+/5pmj3o5B60pNvzHqp1E6DP1Gc+5u77Ol
O2jm9J1ZzKkT42su7eSyBChCwo4GBWCb7+XafJalY9U8mPZ0VJpgF2fZwbcnGhRXuoIXwmttTjlw
0TKPVxll6lWT5Gtxiy7JJ2mKt0n7MLYg25L3g6OYyzNDwl0xas2cME9adzI1GJjzTZRAIHt7Ipd2
hAbXGA2jMi8TsUGc8lBoRUXSu2nyWYqBsq2c1aXJIuSE84mQB5Cr4EgTtR38IqbEV6b2vsGXKq15
r/k26hcrrm3eWeKhmq9uNBgoxV2xQkEWbED2nHVuX3+Y/P4uLr77EsULz9+Hxdfbs7bk5niEgG/l
9TvjCC53n66npp417D41sI7mANtQGuW/JFleCRcWrghKF//aEXbAVHdKjy5E64b/mH79XP3UvjV9
/lz+/INdQKLO4tpWwF2Ygttu8ihNtGJo3Ljbwca4puK0NF0zHxGVEkRSNbG/oY/DtMvqunXbMXEH
+uG8svpg2WvQ9qW9DKqDbSbje8jbXK6KCVBB7VOT8xIHu799Za1NfMltk9SEO4vNTIFVXPU8TJQ+
9FpXztw8+kfvPhPAK+1TQT9W9M3K9rc32dLRYStTJye9OcvoXg7HlrQqSxL8jFcjOBh8rYqf6UTh
eC1dsEAZ8psl87+G5nk9e8c7PbVttZ4NpS9aHe30bHiaJu+omcWnUms3st+86nG+T+Gq2erJr8g3
dyzyyh5cKKPzM0zy6jxU5zZ54eqo5cKeGpnLKVPLZ6Npnvswo4orbyvDpOm/2TVpiihG/FR3mbMB
NnoMbe3tD+YcX0UxhBDm6mFe9IpT5S0HTm31TZoc7e5kWV9yb02K8beHEL2V7cy4BKBb5GOFvdSZ
iTFIHh7E6FGw9rPHfBzeir6jA7LqN/Jo7tJI34XZZ7vxfwwtEnFGihL6lG0r2f6pyqi65cNLa1PS
VGa23OTVSpW7Wl5jE1g6uuB+aBfQkSfnBXG5N9rMp+QeMiGJeczLp5gucDt+P7Bsph6dEweQXpKC
E1aeLK5jANocXV1+zpSD8v32oi74BdJGlG0AlUGdLcaLOarqLcx9A6LQ9ab4bIzvBxnzYMS9cYkC
0TSteRLPDtAEI5lnZPz+PA63JfmwVeK+BdejoyNMwPM7xSI2VaRy7Bdy2Q+ulGhby05JR5+a8adm
vAXyD298tMuPfzBnZwZn53Q2JL/Indj2eOOX0pNUqxs7/fInBkjq4uFYd9G7UeOEXtGXB9fQ7ypn
N/zBxuUVCqqZSBcEkyUMICkNfZgcs3OLwdu82Oqn0lupmi4EHFhg51oqIHkeO8IUqY2dW6XcIf0S
fZEmZ99MTbhxAEbGeR1sOmNNHnvhQjg3+Du3cLYmuh7GTVgpnWsh3JMMe0ivt0X4UW7e/4S/sCP4
piGPrbqCO92NbedZHu2HKmjfAqfa394Ba8MRgptK6dUs66fO9XsSbuqLWb1l3ddhjcVp6fQbiMlw
r8xym2LmUDUhQGprIlC03yfjyatXrowFD0kPDXyg1Fmo5Yhgtnzqo6IM2sHVx25Tq0BYgH7UX2/P
1dIgZvkdqI+Io2SRCtrUx/87jtkUIn36Ic9XqhNLBkjpkY8mvqE5SHDBTlBUctJXvdsGhJd1cHj/
7z//vBBgVrbWRvlU92457CZrG69FmEtn8fz7wlmUQ3B2U8/3bR094I2XHRTloSju+rWS84ohR4Ar
9VVuKhHNuq5W76oEDb2TM24Tgwzoyitz2RC9Nw6P2+sSQWY3hmQHee+aMEA7erj1UfGLrQ8yLPZD
u7K9lvYwmiu8nCC6umbU7XOJ/x4OrP70tYg/2vJToa84lXkFhICH98V/TYgTR9dCPTh217tTHR6g
OhsaGgO3Vf6YFE+mGW76tS2x5F7ODQperMp0pY4nDJrd9zR57MOnvPyaKCuXwPLMzdo41BCvGYGl
0dLBysq9KzlcyrQv6QFc2rSc/MH54bL5/2aE80ON20vAArPt8t1kECKF7f1tC4vrQ58H+Sh6w2ni
vrzNUGxQhsrHAZSV3D8CRyifSfMmW0+tskdrsBSybHJ3tOrROQbxaBxvm1+aR4J/UpOgs68pRI0x
Jr8/0Jacex8V+UEbdt1aX+WaiXnDnF2fdU4HLgBd2VXyr2Ps7xTno0OrxO1xLPnR32hGAI3qNc7c
HMrMTGuVIoL1td618koou1Q/ANlLq+s8S9fMh7bXj14xtfRWg9Azyg2SG1n7NCY/RyPa5OZ3HZpc
K3w/uMqh/ZFiD90skC6LecNcCxBTUSfZbWCY23IbJS+DqXevUyGtEbqL7P1zdn9utUS4EhoBKGHm
ZTxfJgnIsTxQhrG7cV/XiBKcSPfvSS1vjWrXKNM2wfFqfb2pSC5LSHzIDyZKEv1dlnobXflR9E9N
9lNu6R6K78tyTSFDWTopNMHM5QGi8avUo104Y1ZptCpN+sFrrG3uKa9aa255NkMa+6SHB3pdiUxh
APxu6PdxeeLwbvWBsEA7dd09AcmuSNZS1up8QEUHC9k62QkNNAMXuTBvVubFKDrK8yteT5+c0N40
8lGW+lOa/5Cy6GS2d6WRb1LraSifw/zHFKRAe7tNMVUHT3Me2rbYSJWP7PVr30Ynu1a2ft2v+Mvl
5WX6ZhgErati6qyOMwRqFZa3jP5y7GAzTi9y82Eqyz1qQNsCKaDUu6v0e6/+qWdPqfZQZG4wBDzG
s52qVHdVYm4NC52X3NuQpT+Z0en2CV5wE3PLw5yXn8VTf/cCn+0/r7L7wUvpfejqevwwQuf9NMt8
3JnZuIZomL22sGTkO2j7mUNTsPTCkkV+JxlVzZIVUl08xTV6h0PUjQ/G2NVbeyrqNztuiw+V5Egr
3n7R8m8KTZKXRBfzHj8bpKHGhhJRY3F7G6YwU94p40s9vmSVv+8hu5iq97pF8uRk/wA7gdO3rgqQ
mRJHehGljRvaj+r4+M/tJbu66vk6IhPzvqcixNG6HM04SXovxwr1lNxwtlkbBxvwue0WBdzwCF+o
v9LxcbVFBHviTdKXUt07feP20FEOSaBuMhlEAtm5lWm7CgJnQ3OliGzUrHggXMozUDNu+qF1lbIz
t3Cu2490P2gbWwo/qV0wHpjvNZzS4mTOPHa0tFDBufL1TtKmmqk3rjI81ToCfNHjlH+q3/3gmId2
ZkaIaIgomk4dMKNlxk7W400wfL29KxZWiSIep2tOy7A5hD1em1pSKMpUudYU/NVOZfIhKyZlqzme
8uW2pYUpoyULFV86I2fsi3CO7dQE6xhmWPLM7/BNvUqpc+/1yV2XtGucjwuj0gH+g7YjXAGELowq
CyfF8kujpB/vlLenJLmXrbfbw1kxIeYZ6Ce1ojTHhCI91EimlcpLv9bvu2hDhcHH5ODO+Z/LI5tS
3wzC0ivcOrR6ciVpd1coSfKSepO1cogWVgeXYNmzSC+NxeI+UP1ydJq8qCjm3k32vTEd6+44JD9u
T9rCUQUsQPfyDA0nkBX2QOoVJOjMqHKdLjXSTd4ow7GVkJ1QSKU85k2QHM12CleAHddJ89931Ewp
SyWZPKngIbwxbUPNZ3BJ90DbRuE9FtarpXBeX3XqLc2XOHz1yvvUXjlcunh1zXYh36YcwjPgKusx
tUk/SmpeuWYTx/eo6E5b27LXQvbrcBeeC44w9eS5E5Go5nKblBaq9L055a7fNm+Jon7uVGXbaf7O
g1YcuEu8C9pip5TGuHVQDr29pNd7VAWsBScwSSOD551w1BQPGspB7lPXj7pdLPtwfMib97Ml0Y18
ZkU8bbqW5qUvT6nrZPKnnjyYN9l3twcy/9CLOEMwIRy2wDDh8uuV1DXTf8b8Q0ulGr6Xg94+t/63
InCtdyN0BINCai8oNFXiwZC6gbZ1FGsjvVfFiLuJWeO4sS1ouUUU/nJjTE5R1naDhfyf6jFZOVXX
m/vy48LPjxo7s+ORj8fq46jsOu/D7fW49kiX3xcOLQT5A8oPrIdkP5Rvo3lMo6NeHG8bWdy9Jgkk
pLv5pyJcsL7pSL5Ra6kbWQ9+9TQGj6axUtxfmKc5r0rvxazwZdjzOM+iyDpzstiMgtSVYW7cdNHK
tl3+PPVcoD5gfUTEdBXluqlJceoOqHeq1mYK1tIq104bvzKzav6fhfkXnA0gVbsOxF+auolq7ocE
15IGxyKyDorpPY3j/yPtu3rlxpVuf5EA5fAqddhZ2ra304vgNBSVs0j9+ru4z7lnutlCE+3vYTwD
eKDqIovFYoW1KsW+bymEpl8Uo9D+jYBY8mYZndxmQPkpGRs/XKwCrNrR9U2/rOXCSSKNK96lgC67
iBj1tPGXnDFoVKSPLKBfyVo9pc4EfGv9URu1aHTLo21MD5mh7Y2VRaxrnqk7Kh5Rwrgkj3P2M6SF
BeXxEDSFXiWrMxcRpSxG1+h+aMajByQ9tNz/of2quJIuUZjfdceoJ2IKQIlcQAkA1NfXhrlKnNlL
WFDeZQN9AlHAoQcmK1+rPQhRnlnGQyNod9awRgXLUUPO4wzIs3pf7DvMK4fXN2TjFBogiASHo4PG
9Ys7ZJqCwV1NvUwM3qOxIgEQ/65sVQXIDQcPKQFqaY4hcNMlwxq9BnRenleiJemJ+2BgiLP8Q1a7
UdsX4bh86IvP19XaFIgXCZCbxByy3AqB8Rttrea8SsCy6M1DmPFD5wUhzZ572wuHVkcmobjdoQHY
HmTnYJvZmJbRtGad8xHuwOrupnLPDYI5b0V6YnO7/pUht/6TBo+f0YVeGdJpfgYJ9DtdVQRaG1IE
BCM6PzEDIBI2527HX5GFdSuvTkj9hXVfiuqtMN+ub9CGqzkTIR1AutpeYSxOnUz63R8zOF7/ukoB
8fcnfnPEYUr1Hgpk5pOLRl9QgGn5pPBlG7fkmQrS7dLMZm5YHYSMxpdRr45WVQBji0dEheGrEiSd
nq7ve4Y7rk6cKcysHUEbYXFfWSrzFbsq+cQzfaQL2aautRY1xLjrFBXFb68EW6UD0tHsgPT33it/
eh1yh2Ct85fuWLtl6FbHegGHchMHkxaViH71J71aQ1d76lbQ0TXf8LiJltkLg6C448Wy980uZMAh
ru/N6mDS8dNq8MMa7EEnEgbmHwCHhHXxpQSVcm3WSGntOs/YEa7vcnB2+c5vff5c1CQs8g9c/8mQ
2BgbEx0Nb0H2rBuq23fDRnHUkNkQJfRLujI6M9CZV3Uregxcs9kPTq5Y820JAl3TFMPycrKxcXjd
uk7RJqbBosXHjKCqEXXjJECHfyVIoSLBvDdvPNomjfFpTo+UfXG0/fXDplJC8hbTOHuB35dtYvg/
TfOpr3fXv79h/mcqCPknh3kee73VC3x/0Z/LBT2z93w9kFFxmoV1S9Z/JkVyGbrrTMw2sRWe5T4i
sRWS9IhYKHTbg6Yt+2D6eV2rTXlARwSPHzIlF+z1RqGXmm6aDTr4q6glZeg1ie4e2iXdmdojuXlC
30FLNW4njPYA0gbdY+eL6CBjYo9L2iRstR7t4VtZ3VxCFxJQ+wdoJ9im0RJ4LoGbFp6hpG3xqH/K
vXBUtaRtmtnJ9yUNRq6PmIJtcBqdr3b5sykUwe+mmQnISoHRgve05M6tclpZ15swABDsNNMHan4u
OxQbVM31KjmSN7cXBMA0NSAHHo5607GbHlP/ZVWxXm0amAsQC2w3Qju5A13LhwIAOG6bFG6I6s+w
3tVG2OZftCZaVWO8m17mRJZ0RI2KWgFpsHYp9w9tte6mubifB//2YFWgTf5PJemM1mtb+dSESlp6
9FsnZPVuzFWQ9tL+oGbmoNUY/X7oZsFEr9z4Vee8I/MY2LFjzXw3Wp31YtqUH0HjWz9lbOpuhMv5
j0CAy0AxXDMX4MAYstbWDgWp2Cx3rm5itv5GD/0uQVB2C+ghPLTl+kNh+AYBCK0dt5n1anCUs7Ra
4T7lgYf/yEB4DwkIgdHJeH78ZxBUpd3oWHHWOiuAIWz2q6lq5wikniky5tF5dIoFtDJZZwI4HA3Q
TgpXR3ynU/wSudCIX+KDSQ7g3qiNoZwj40yhysitMuiHhKJE35g1ioh12KX5PmNf+vRxJUcj/Tq7
39M2R+vw3eJjqjr/6M9v65iFhldFJRo/FvsfVrL7CoBQbfdsz4rUnTjkJ7eNWC1TdDIFYB0Ax5M8
K5wVtle2xDFi3oDoNwv7YNo1ZD8EO1u/7Xr+ryjRl+XBM0Pw+cYMvY2npGWjBuwCsfLVUDXHvidq
JF3QEI2hZxzNAK1ZkgBUzZqsrXsj7vWietBzuzs40zy/pu5o7NFIbPFwGirah6B71ZHbXtyHnPvG
YWiIGdoad56cNRgPPaLpF1bxft84GflEXI8e2g6h/G1ORDYPudFn8Jt5dKdxSNph32q7xrsbC8WS
C43PV+TMAmUAoay0qhaV6wGoBl8aivdgHg6qrniVDOm8eby3s96CGuB/NJvvlTWGs6rDX7pC/rtU
AElHFIzigSP+/iTy0jjP56nLB8CWZ8sLr3QtzpHOD6dgAa/l2lg7NmtvvCr7u+vB0aVyyBGIIW0M
Hr4PJJ8LTgc+WH1qWbHtHNb2AfGekhJHCifEQRDvW5T4USQQUDDnIlaKQm2JGlycz8cm23HVG1qu
fAgBmBUQzbeijo2o61wA+D953xreHINrYgBjb9q9gY4wK8OgaYsPVpGZn9bW/cV52hzmihlHYFSM
L7lbAVenCVIVisSWg8YIFUYrgUQDpeW+FX30tGXotCXO7WLatZNe7mt/9nu0qTD/vufg+gYxa7bz
s2D6iKEiLVzGwUEY7I031gjF0pz9FCnUcsDHbHZ6weK1v9eCA7GeLFVJYWN74VsRywH5A9218txY
zoeMLz1E8PrF4jTU5p/XTXQjTDgVIIe7xZoTQ68hwPkIUMXRvkOFKVgU50ChhSfFvKYzaQsrIEQL
wrwHEOzNvlDcQP9bJU9yIi7HFptFzWJf/17RxM2OtYpAScrEve+1kABMOHES5FxSlo4AG170Me5L
vtggbKqqJUSrXv27cwPyyx0oAf1nsEbMa8w1RKSlotK+dCZ4lIjmZDDgoQggl8ksjD9kdLSmmC3m
FAWExEbvoYqVNjev5pkguVLG13V1itScYs3YGe2OlwfmKoKby7gBESDqAUgVQKGLeqNjVwwPCADE
LjxE4rquMCF7GO3XSZX72HAX55Ik398u69isFh3jwPxsrHsnexzYm1kfHORhimHXuUc6PpQYt7l+
rC4t/lys5DWB/zSB+Bxic8tZ76vMdR5QQlY1k25IAUMvEPLQFS9KXcJkTi423cioPRvdFIPeNFzz
L5XquX3pHYAzciJA8nAV6dnal8MU80LroqLV5oiCPOBNq4oFmAqWivXw8pQhvDfw9sZBA86yTHHs
++CpK4oRCr2lb0YVgY22QMNfZNXH/kZAeZxo0d2BVj4x3Q60E2nxKAP5zOoVZtzgod8dMxWf1cba
oeaF+hMeE7hC5bJauxRV49mtGS/DU54fAi8yhgP/ed3ONpwCprJRmAUaGKbH5PtBawyy1rgnY67f
dfljZe6UWKwKEfINMRAdxTQXzZdFiXdGRNFqYStOi0qEdD/woRrroBL9neyx+D7n971qpnRDAibT
TPTF2/jjAssVhHtaY3X1Ghf6YO/qsrivTbS3uo4KFXNTENhQAHMlkMzkElFhllqQF3yN/b69X03z
cSYVDXPuqoKPDRcqYJ2Ro0L/BU6NdX72J2cgQCgdoBFle399G/Q0Mmn9bGetOv0qvOT5SwCPLkEH
BvoHBLQX77w0G5bGCprEzfOQWP846Ssbv7rTPW3SyOtuTJDgaJ6Jk8tD80TXpuogblq/u+V9A7ZX
ALzfenLOZUg2t/KalY6pNUmtPZf1nb18zG5kzLtQwzzfIgY+xDrLkKzUnHuRFR+Y4vRf+v9zHSQb
yF2jG00jaxM+50fAYKcgqbi+SpdODB5MJB9E8wd6n+TnhTm7uV3h8eexRQ85Zu0IsZaQtN4htVFY
uS5tQ58zadJlbY8pG+a+owl1l73n5y+Zoxzx3DBlzPkgSSVeZOiVlW7meZpBTUC9LOHVrvHRffzq
5NGkh93wysnbdX0unQFaLxG1CyBIzArLPZ6TGMbvMo+icUMPPfehb0noqVzb1qIJFwCQKEB0IBI4
tzJ7zqbB7meagPz4o6Mi8thU4eTrkg3rGO4ZcgNfB3zPK/f5i9FoL6me3ghyJ84KWkfR44JJBBs9
b1LavaZ8aNhi0MTIjix/JOV9XudhoT32fNd7isbiLRs4FSYtWdbN1uQNOl4K9rfFifVVC82SRgUB
DqzzJx0yRbi7vYj/KictIoZ8MfrlQrlidndpSsIc6TmqapfeNgRE1Sh2o9FdtrYKuIoEIQ/FDHlf
vLV51z942mQobHpLCtoCMDyCzg88S4WuJzEnbSczs52UJg77OLEo8L5ePzOq70sh52qlY1VTmieV
qb+a1bexND9fl7C1G6caSD5NbyxmeQY0INW9nt+1+pE2io6ty8sZ+BuCmRNBB3yNXLTwZtqxasaG
9+OnsX4UUHeVbYYu6Fbs4Ub8mvejcypMrOjJjviOhhc8hTXr7rLjjR/xX9cXbOu4nAqQthwQe95C
qEmTVPvInB3JGQrhdVi1oJnKaEg1RXfIlgkAogA9ywikAN4kyTNTbtR4f2ZJ+sC/KeE0VV+XDMzU
x4YW5ZwllmaHL22nCma39v7010vmNa4VX4wAv55OiJWmPbKahf5jJvHtWQ8UeE6WSWzbyb6vdl1h
SAqC4kX75R+08sf1bVctlHRT5lrt0dzG94E82M2Ru7/++a1jiBQemBXAEXQZwHpN7XDLLzNMqno7
TL7t6gG9h5aKw3RrO/CIRZ4BUxYIZSRjWjghPpmzLMn9YxA8GPoHy1iOmmlFLP99XaONc4K6AUaa
YLmAbZRDiyYHR3JqcZLUKOpl6XLgo/mgs+HNaEF8b+n3gFbMFSHTxiqCEg0QgEiIioqVpJ6R1nrX
BQFJNLLTfvrD0VEVRTfMQLCOoIKIoiWCDOmyLCp/BEJfj9Y6h7xVQOLRV0UVaUMCOurFoB863NAk
Kp1Iy9IWjdoNSVL6QB4CpnDGl0uEuOgd4Ae2BvBk6UCajPqaa2tT0hpuqBHWRb4/fyKmCvVN/Mzz
RxLkuKLVRowPB/KLzK4qdzE9ICA0hW+9VKyed8hjd2HKGu/Ym7Nqxu89EXcpUCD5GAIvSQa5dFZ9
1ntG5oR6fphaTZgZe3/8Rb2nsY17wvbauEajcbhu5Ze7hQegDlNDtQwVP7kFo5xwgdrOMmP0dgWt
Wx1nWbW/LmIjaydkgKgKLw8018qzJL7JPcopm5OynkOiAaGxiYz2rmkaMXEWTXUTUuKHDBO4dqUp
orX3mom8rnjsCjwwD4zqctclqJTGDmMzY+KP7jOjwLjr/Z3h1kANzh/cbGpCoBeFnWXtea2zkPRI
W7qVtrfBgeu17Z+W2vjf9R2GYhUeZsuUMS2GQStRqsRb/NzlawOvmtXpxoTolhZVTu48Zpnvh0Pa
B4pV2LJmUXpGhgzvfoST56Jy3yoHwPAMICbdNRmQQ9ZDiR59Fb3RljXBcwEKSlTcLwCaMn8qqZab
Q1K57L4pjQ+GViqi/a1Fc833cjoGYtGrdK5J5s297mYYitScPUauwnkowrJRmOyWHqdCJC8JruUe
OaxyTILyaTafVU2al4lRUUbEPnjIVAI6V954fTRQnDaBHeb44ZT9wTRkuNIfje0dO/3VKJPeJ4qb
ZVOjE5FSeFGtXsBb3RDQjwbwwIxPlaViylaJkCIMNBmnAHuDVvr6bDgP9Y2kR4iMz1bNlXa+TSc7
dXN8n9R/KutXq+IF3Pz9yLriNGJmH3Nh55Y14pAOtl4A88ZfohyjUrVqCn5TAvYb6V3Ew4AEOJdQ
lrrTudybkrx/DaK0uY1W6X2BgPaPEUfR044e6fPPG0Pv2VlnTcjr0bvKxthVjyHYbH6qyvQts/If
hWHtFL5dLLrsXcWwlwC/wDyd7Fgosd1sqALILI4B+woCNYxwhAWxw4WSPR2/FV1/Z/fH62K3FlJg
fAJ2ETMbyMWca7q4XmbouQ4guDLOfjD++n/7vBB/EotnHHPeU7DifKJfePxRDIpRqS0fhtjIBsIn
8r0X4/yjgOO0VhxGs/9MMew6OSxU8qNsBhSnUqQ8BXoKJ4MbWKTU5+WPUrPt+yolzqeu67WXZjXq
yAUVZohO/W80GLLYtHh1G0DSu0UKWFFccYiiL9j17BrsfeMKcMnCnsPy4GiqPp/tlfyfALlvxp+9
xiMlhjYbd5ebO9M//pWtnegg981oHqE6YzhV9kj35qDt2j+3W9upAGmfkOwDvWIHHUbvp/Mztf7m
8xj4w22J/M4FbnKf01FbHYzDkzvDxM3vq/K8W7GFiF4swwOKNZAKzk+L5xTU0AKOw5h9I5zsK784
uua91SvAnbYOvQ+6EbQLv+N1SPeLu4DZr5vgPfX0hT7o7V94z5PPy/yzFmji/uM9db96mJbyOJhB
7BbmXm/5C3EwHQSQur/YeQvtaRi2F3il0o0WlDU61Go4z+CODhWCMtWtL5Ze8s5AngG/JnAeMPYn
vyfBNZwC+iNAu62nY+ThNe/vp6671yfAgNR/08Omv5fK8F6COpIdDO26aHM6dEnQ2MAQm4+6yZ7q
VpWR2fJryML/2wAm2YHZBprjjnRIvCqPOhtDoC9BPe6z0gxzO/HAH9oma/b15q3CgCCCNiAIvaOc
nBt5VnZ9bTgQatdojHw02t/Xv79xiIC24AmONB8vAke6cpYZV445oVk5L4eIdt8Hyw2Zdpjp/1GO
cKgnV9tIDH8hhtUmtn3Q3bByn2gAYCxFzm/DLWO0Dkwtot8M0YEUP7eWk1Zdt7RJP0Vje1+u+1SF
VHaZnvGRYUDTCcBJMbArt/Zqpm31QwrTLgHx5hgf/CYGDjPrP2fNPVX1HG64njNhUryR5nqprz6E
2TxsjagwFY5g65yeKiPtvs1pQeiE7xvta1B9490dGX4PZoYChuL5tGVn6F4AVCUegiJMPN9/0AG1
ZhroQ2JlPzw6RDXqZbmzs/pf1+15a8Vw54uQHd3dF/ZstowBEmgYknTUwnAqboRgF5EFCiMwMIA8
o/gnAw5hMNdemyDnyfzVNB5pc3/zz0cWDg3b4i1wyThSwPCW2m3AlvCUud89+8tffP49JY4260u2
TToirm3zgCWEfuloDjynvxGAaxITI+iTuEC4YMjE+MYK9N4ZaHSatmeD0g0LNyvdLeBEAGA4oGgx
WmNJbtg3SpdVA7BimykwDtTuP3bp8MXKuhc2e5FHges59U8p10IUHB/12v/NkdjyGV4GzXqXg1PF
LN0HWvW/W9sFNLiK9XXDAk9/ny1drhnRDW3OrDmxkUvT2zZUtQRtCUDVWVys8HHI2Z0fJXv0XMZa
Piee5oUFelbHQrGLG24B1e33+BltTRfplLxrqmXqtRnDj8Dg4U730Z+qu64bQy8r0Ms3sN11u9zw
DhAI8F8jEAPRcgw0mGZdBjNdkrQHHdEwrT8Xv/MiitFONiz/XBe2tX7vuVUAAIFE4R0y7uQqImab
FSCdBa8G6Kefgkbh6TbuIOgh2BmAjQfEZCH+5PNW6rTAHPUBbN/u6/ywaDtblfHYWi4xI4nkogCv
ka85y2pHvwLnTMK5EXtZ9TrlS8RA0sAaVRJ1UxRwz9AarpuXg1P5oPmYia/mJLfzr91KMWNUfvKZ
fzdOqpnbzX3BvY0eNNCsXWC5EaQlU64DYnhoy3Df4o/r+74VwAnkHaSDRdM3sgbnOxPYcADptCxJ
0QAqS5+WZ6Z3z4ZF7rrMXO8xkXGYjeLFya0jL6vb3/Ygw4JtI5bTkY2WEmFFUy6o9grkYfPVdT7k
ipt8y+pQB0AlDxGwBfD3c91KL9f7auFLArrjsMl+6Hac3sga9373CY4l+B1cg2jVOJcx90PN8YYH
BvTo7n5qSGdf36AtWzv9vvQgbVfkrgJwwyM9kd+vYwXYzOLHUsyfAtSKr4vasjWM8xvvEO1i6Ohc
laadSrKu+ZI42o+5uDNV85+b24FEtKgYYXBDvqQw0sh0fwhwQqcns3+0aDwNf2FQItf9XxHyPaNl
fR/wAiLqIAeQLaD+FSa1tR2CngM43HiBwKakNeKaobHR5YmTHvzqhZsAFrvT765vxNZCYSITNRJ0
g1jo2zoXQgoX3HTjxJPJfDW7V8AN96rmo629hpc3BIADTv+7WzhxyEbPuwZ8njwBDp8WTezjdQ22
ykx4PsEf/2fUTk5/MqCLzmvZAWLU66qvC1pQd6XtgWGPdlaoj2u9R96bP4xr4e6WuW53Vd13rz0L
DMX52VAUKKxo4AoEZR1YT87Xsm4tjqFkcwV8CXJswRhW/f66rhux15kEyYmxaVhAWggJXX8Y+oho
H1PjqUCIM4VV8bToCoU2punQaXuikWSCmYZ+uDR3AO9JhmjkX/TKOnjOi1+koZMd0iyLGv6BjPwA
6ouos/Y0GwC9nYa6cyQzO9Zl0uiqjoONY4FXDOJnH8VSjExJq+yBw9qmeosb0WyeKq+5G92vXVqj
L7P8fH21t/YTUbqA4sTwO3Drz/cTdqU7lQ0Km7GfI6fa23RSuMGN0/fOIgSsfbAxXXQYZQFQF4mH
WIVoPpAjnkvtRe8bxS5uqAH8OYHqgBcNgKEkNRZrQLA0oL7B8h9l2Mxfb16ls89LNpmz2su9ks7o
KyLRcGxK1dW69fsRbDkocCDkvuj96NnMHNoEYzLwKD8YNxIhiVsV8Gj/fl7Y24l78nJu0a7F5wnA
jvQYBM2KTVb9fmn9yxasYW2ZAs519UP+bc1VBbINK0KhWyAZ++gZNOQN1m2kqBaWAbw9i5gf5vXj
yBQJ/U0RQP9CNh+QSXi5ni8SZ1az8AKPvr6lxxp+FQjSzV9krFGtR3wItl8XfffSy42Dkoo6lIBG
xYmysFZNhW/tw+nnpfCJjHbJ10BbEoPsmjr6m2OG2rEJAhUU9TGQcr5E5exN+mIWCDBHgCziH0W8
sbUFSLSDi15gPF5MNntZs6JRzGFJPUfgoxyqaL19+B8VG2TVPBMDCaLoeq7CnLG08JYV6QnHCPcB
gvSbXYWLhzOY04QrQp+N9H2f2NPsjiwxWTRpYZ4prFS4Gik1gaE31JtAFQ1kAU9YwMlRxpPQzVmJ
HU7J82qNYWv1kUWf/eYxx1BVwRTlvI2b6EyctFzIF4OSNE0XHOzop/5jADq4+zcrBiA0XMLIsF+M
UpVzP+sAZl6SsTys1TF7u74hG/EEJtxw2gRQCt5Fks2Oc43B17rDhjNDe0Ti0LsrMn/4Y66tHQG8
QctCjVfkkayNu1+LLlM0dV0eSaTZ8J4RMC0CJF7asCLQrJSJXM1C/+hGyIDRf11BlQBpi6ppHJ1U
M5EMeuXmY8bu/+LzoCQT2XtcTnKNsDYMRJ8FnjHegsqK/cV0FBYtft+5RWOBTgSY5xY9AR53SX0k
Zuz+wOZ9n8fMPP6NDi4idNEfqMtNKQvNOn/sfRAYdS9Ei53d9c9vaYA0Pd5JwG5HX53k1DXbGZdq
bmZAMNMnNmO0HeE6Rd6M3Zz3QU5BmDK4v0A3Kr+O+x4NqgCIn5JKb/ZeRY86/mFclZDZsCigEzrY
cYCYCPq98x0J+EBrOwN8+hi7AMgydVVySSVAChfG3ATXdGlBAMjuFj8FyprCqN4fdZJVIU5AghuB
D2iB5YBhJmPWTwFE5E22585r63wqh3+c5WvF73R7CsnYhXwsonYow4n3O572+/L2thtELOhWMZCt
Fd0Q0mWABFStcb/1Y61bQt/vItdRVHY3TA8vWkcgLwr/JgctpjcNbJpGLzZbK7Smfl835gcH1AjX
LXxjw5DWQu8z4hbMJcqK6MsU2G3ZeXHlOJFRdVHJxtvdGJ7OFhjJMfSENJMUutipD/7hIPfjym3D
prKiUldU7raUQGIObgwDToCckiRYNFh0zaCBmOUWYyHz7Z4eofu/35ccmac1qRPMeRDbPBrL3fDl
9j04/bxkTFT35oWP+PzSRqyqI+qrqtybC+QB21qwdQuQtPNz35FxaUtgw8R9VUVVhf491SyoSoJ0
V/U9b5bOhISsfl0/45l9fYkugyPcseBzBB4Symd4JkgKmO1Q+2mGz/f5M7fBX9zRYAY8ovuL+tNd
D9oMw/4bnU6FSquGHmPMHfdFELMuj4AxF9WqyYCtQ34qQVq1sTB7HjiQsJYHkkd0uKe3h62owYgx
Q4Bno49WPhssy4thQAk/5pYeOjoah29ONGBf4IwBGWc4uO/lO8VqEB1NqRcvUcM+jeTj9Z2/jFPP
Py/dKK2zrI454/M1sEdydpc5wDK6L1Tzvhv2i+E4jPwLdA1A+0lHnBLLKhe7SmPwqpr0xal/XFdD
9X3JgJu1Rh8rsnvxCpz07mDd/j7EiwYdxkj1ILFz0Z0HajLcRGufxh77kIdVfvP77fzz0vLkBFmM
esbngdAyTaG/7qzbo9EzBaQFKmentNcJEjAbMe3L20cGoADCBuQaYKyYFzt3IDMyZXntjSnuOT28
twtdccltmKmABkRMgn8Bqki6gnyq6WnNeg3+r+7Dmji7qqmTYbRCVIcUweKmLPQQiNsUtUj5sW64
tAQS2YJwN/g5TN8c6+NsftNU7TBbFotL+/9LkRMaJpgelqGClNWvdu4coBz9F1uO+wiHDr4dDwXJ
vzLMTVBrWtJ451ZT5I8qINJtDf79vuRdeZs5eubPKRBQspA8WutfXBC2gDrFYBIa4tCxcG5UGCfS
ihlTEnGt/fCzH3R33Wds3A6nn5fJ1O3BHtKlgOs22GPp/CTOT1NTRNNbSySoE9EJCax69F6cazCU
YztYc5vGZdaAlkt/JkC3va6FcNBSvI7KJTAb0EGOpXLFTzjJa5il15l1FgRxV2AqaPVIVLnG3mmC
o2eSA9AFb4QFRU5UYOeh9IT7GVVTOS/AnMkhswGdDM2OBjDO+sDft+qkyxRh56Zm/wqSa0Nrxcpp
ZhCk0Q/m8po1w84away2BLGWqhz81qEXTIDviB6YIJNszXS1htsGjNka9+5+vivXR+79vr5VW9Yg
OCHRBSfcivzc7VIyATAOQdxa5sjYgC+OHK9L2FgyDNYjHBFp0stxhSm1cl0rGze2/Le8u+uA0JZl
X3ONhk6jELWhDESBTEtA0nnArz+3u2YqfNLXsxtPz7750VERqW7sB6qnWCq0pbmXPGdD52sk73MP
4KbGjla/qrp58BdwArWKm+XdjKQD5Ar3IhBN32fRzhUxvdEq/XZxYzY3PKzX/LHI6ofJdXdZwX6y
ZdHvsa5vprPsFrfeX9+wLTUx1IkcHgBRLuH/SV1ygItnXjyz+iGz77KXoDmQKrjdD4GzCelnEX5d
5ofRI233UwMxk3Ek+2lS2MLmGp5+XzIGZ2HIsKTYrR5QwQU7OsP9oic6f2i6NiRVG87TXapCLtnw
32dKicNw4vnWwW3ytIdSWuwGn9FGtny+vjkbp+lMgBTUIB/GtNmCADbxSC/QtorkVNbSEO2N+O9P
16VtHCjQ8KBtTnCRYRBXCnFyt08zw8WB0mjsat87qsp3bqkD7AgbhQIL6BFyyqOumd9gnlIDUJob
tumbQ5bQcdjBKOtDUXSH6+ps7c6pNMkkijz1RzwqtZiYxgQqb4yXk+IR8LGKZduSg4gQLaVA+xK0
ZOdWUNVZqpepo8Vtv95P7fBEMWhelKrq+tbiobsU43m4YzGjI6Uqu8BaVtJDHZOWYYq50RhpEBBk
YwBE4ZA27ADd3khxIWDAe1zuhNLcpSgHWwN8jd0h2xYVwbebdwaIaICswUA2eqVtsaIn52YKSo82
dhXEpNw5QVjzvcGP10Vs6XAqQtp8r+5Mh7Y1MjqvmQtkZYVtbXwegDViAh91okscFH3tNHtqfD8G
8t9937T7qsoU+UFx30u3Asp1KHQhtBK8ZdJ7aUXoyeYMD5rA1qLAfmvd18Y9WAHGv76nw8ugHMvY
0ulUoPj7k12hzcoC24LA8etAygh3gMKuNg4KiI7hmlDTBsC+fPwJHvqtPtaASQBEiXYXFKFmKZIJ
WzqgSAhaZdTZ0OcmBVHzki/1YlkY839YPfR93F23qo0zCAQ8xLmIODCdLk/44dVXrWQ0SML62oqm
0Q+7jN2182/NasXA3PrpurwtdUQWXwwXAbhAdi2dwQaGlqEM3K6P4Mk17//i8wBDEJM+8JQyZiqK
wpTZUw/WOO8PG/MwUPz8rQ3Hd//3ffPconhaVWROwUpXtDOPXN7uaDrv9dEeouuKqARJZ6WpgR/R
VVAEhcGxjKoyGmaFiA2QYowPCVJmtNUKVirJtMzV9ak3AOSjYeQweO1TVYC8iFm7yjefytorQ5TD
dhhF6sIaxYvMCJCJ5Rjiv67qeyZU9gsnv0N+lOSETNY6pySxPW2IB6twmj1I+l7Bhw6s4tIp9ig6
tI82QxDuj87Xkrjj4wr02rDtuflbB3Xm9V+05ahOf5B0/3UFWQuvwcLg8jroXRaO5SdgJxOSmALs
Cq3+y6p4mMnE3eIJiE5WlMwNwW17gRnXIJqsPRcHI8DOA/3iO9qLQs/oPjIM+4d2Ow9Hb2nayPA7
cpiKoA3NhnrROk1z2PUV2+lD2+0omegOD1p7l+e0fERhqT8EtmpI63LHgOAMED1gqIjuFEyhnR+D
Pg2IpfU8jdOx7dEXYRivaeb9sRutPg68Dw60L/swNUiz073+n1mrv2FgjdytHndiELazt+sbJu6+
CwvCc130GYPuRs61j3mOqXsg/SYgmHt1yuVDudKYOMUuCFpFJmvzYJ6IEg7u5E4xZuIW2phnSedZ
CL9+ZOjQSwvF0dzykqJogB4BtOegifFciMdXnSzDmsZDbUZOedfUqptLJUGKJrSUOSm4GtJ4npKZ
73P/8/UdUX1f3DsnyzT2RZ6VLr6v/6nynTMrri3V56VnBNddgJ/2+HydIn8f2a3icbdlUKcbIBm4
O+S6XvlGGi/u41Dy42inUZG/lrYKZmPr/sVIP7K7aGJF0UMoerJOdZq3lemnaeykz1pwvxj5zp+M
sCuATqyCw9iUBYvCoAvyvug0PZdFLaYjIW5rUCp7DjIMDrWv7ciBSW/sTU9RgNxcQQFKKPpGAbUs
rWDblXoA363FAHjag11939rpl6zRfi+kO163tU1ReN4B+hjwxBcZQTp3U01tHYnygUYWeTIHvjfJ
U0lV/VoqQeLvTzZrcQCCaa0QZJYPFNwi5XjfOCPAyxWXwZaPCdACi2Z6dGBePFtbkDXZwYws86pl
922VPxPu3A2cKLZoo5MbjbAnciSDWCa8mdJgEhWY4FNW0B8LxXjVZAZ7q1qfNWpGjTccmsE6jLp+
HK3q6/WN2zJI7BsYwnDjoVYt3bPE0coapQ88CIo5rNsl1Fqw6GlvJXKF9cfrst5Tz/IdcSpMUrZx
GejiuJvGpHanQ2nbBLGF97vN/enBSmd67NrRjayO6pFmGZhjqwEGdRf0wn3BokJzHptwQc/N3uNm
85tm3hfNqB791EWIsA5PqWtWYcBL88kxUHEHg0V+GEvNCWcduJUNJo4iDYFL6KxjsKv+H2nXtSM5
riy/iIC8eZVUpqudusf2vghjJVKG8u7rb3CAu1vFEoroOdjFvMxAWSSTZDIzMgIBDejwq/TVyfPk
ru5a/75coInpl+BugiSHH1Z5lxxbLRkQhVnJU1YxUJksun/vp+W3Op/b+xVoqwi8D+wwzZYHwdB8
umsqiz8tztjtkqo3Qqi/J49tXvyeB7of6DCUgT2VbagxZ3wifVeHbb5AE9NAkWypuv7OGFA1Adbc
WuagLO7Z6o9h5i9myBOUMVOHpTtupeUxH+nXhfRZBAV1/GBn/Y7YrQ1KupDnBLyK+3W1/GDspuxg
rSV6ec15+m1Tb4puL+vVRQCMhoYDFFUlhPtXDKi1kdmpX5Y5JMYD036prPj930ffGZQD8KrHdSzd
xCCOyqo19/PYglTX85orQAJXJwp+vshdOy4aARGWyadklzX+nBpgIrK/WTyc9r6xd5KPt8dwvc+F
FdEMgmYztJrJpOpFPiVGs8CKSH+0H2YWOey+SBEyRoTowdSvwQLxXVAU3za8tTggAsMzDC9YAXq8
PC8BfNWh+7TCLrbHx6m9e//ngTwDkE68Y67gs0lRQdypnYqY4fnK9pR+f/f3cTqiswQLj98q56eW
1O5Xz6Rg8BxerbemUaRDNmbn4vPS7OT5Uk3Mx+fBPc4sGkFeLLo9gKt7BLXQswHI5yskuHp9KpD2
chLr1LXah3kCE7ndckW4umkHWgAAYiOV58kYPQNdFV1lQUNE69qo83714wNVVV5VNsRdcnb3lmx0
q7XgIGyeoVU8QtiL1mE+Km7ezTUBRA8DAeO9JpMD1q1DJ11nNG6aFTfRR40rAterDQ9f9XGOgPYK
WbYr8qsG2ieMEQ9x9xhY68s+HI1/3r3oAv4Jzka8HK5xR2aCa2TocQx7JJ7Gf8CsVw6Ku3Rjli5M
iL8/WwviAQTU6St5LoqQr0GtElNWfV86dK0FxXVq4/tgzr3n7z/REWaL+jegd9dHbs+gOmb6CXnW
aDYEa+E+Eq9VTJCs9o2lRcUQnZAOKrrI28mtaWvSGahT41yyZijeNG5W7VGVTU7eYKFMmU6ovHtT
EQBAUIe8ZMu+0oz2kGuMhbZe0x9a3euRSUuI4644KALS+Kpms6vgS/qJ0hPKHCGy23ZFGo9+8wM6
X/2uGZYXl+iPa9OGtBoUD+fNRT2bEumqc7Q5WfWcprFLs53lZSGdftz2/M0RCc4N1B3RIiVfc0bN
iFNnBKUr58via2Ff3tvoPVnrVzCm3Ta1ORgXEQFSG0JGRhpMOlm0XMHwEids+VSU1gdoa+1vm9g4
8DSA9f/fhFzZZgAL2IODzKydPfjVZ+KEBf2bCTszId1ANGlaNnENLuCBarv7OWRD5II+lH6lEEr/
i+HgekCZHs/dq+S/C9m9ROu7FFrEkFysTsbyu09+37ax6QBnNqRzqUZbom3yIcUdQaJygf7F9J23
ddCN97OpajPbXB/RVo/MKQ4SObgx0IOHmAFbHCKGUWr8M5XGvtGSv5g2iOGAe0fwVyIYuTxqoV7m
gecLb3ZPJ4d0vrPB+WW6h9vztjWUcyPmpZE1pZklzkVgbdMQHLPfOzp/0+ZMEa+pzEjLQ+i41loj
yorepyWP+fpU/kWUIHYjFB2ExscVmfSI7JxRz6jHjvXIwoUMR30eGZTMVau/dQBArVVDWVH0zsko
JMsEvNC1AJ5zDrP9udIVl/hVmCB0Ahzk5tHDrYMoU3j62Q1bTwTMWwOOsnHxn0xfP6bUPNEli7TJ
Cv9i8QFCx43u+oC4SIuPwxRqlYmD+1B/c7KfiXvM3s0lLUaD3mE81FBluOqIzYAD6jOjxW2YHxIa
WcYurXd/MQoU83S03aJ1WCaJaRrdmiGJSZ67mmV3CyS4Ds44J4eqa1TJWXExXiQSEFODvRT3NYIs
ZOGlCSs8SMn1HEwk+rB8yP3SDgaefl0r+gEn9q92RWJt9nQV+9+mVVTO0MMhGhPkfFqFfnwIzPX6
cz1ku1Q7sGoO7OYzS3bNer+Cavj2fG4cpdDhEvLkII2Bd0gOaHtJSkbua88J/51WYI6hSTCh7d10
7xuQWd42Jm7LqxkF847o6BBbSrpNE22B8hurIJZVTcm9ayKNt9Cx2Lc6xFMtwsAY7do7q3RoYDFX
Jde2cSwBwiMSopjXa1gUSIHbKU+Z/jzqfagZX9v2NcmIYojXcB7xEgNf858axTVVW8rqzKedrj97
xku2GsEwnQyuBem4Z26UJjsE0X7+/fa8/vF6aWKB9UTqQtSOkQEQQz87RvoESbWiaOxni+fNDiKL
oHI3SbajTa8dS60zo6HUP+Vr2Y6B267dYez7KlzXvvvltd4cOZTrT36dtYFfu0OQa05/MNqsfRvN
rv9Qte0amM2SP04NOmRxSxmvRrNWez1FZK0tJRy1melLuzhv89KUx9mdjVDThnGPdFgZuiB1KiJe
UL5zWi3bkzWfd12D/vAA7EhpOOMoeU5W4nwYWhcUhHqtAnpuHLMX8yP+/mx+0t7Uss7q7WfID0ed
vs946IDsENm32wux4WJ4TArSQeSS8LKUdlMxWD6fW917tr0j1+85XgPZ/raJjaFcmJDC+RohcVlw
mEBCxwQwaD5lyx35+RdGsEkASgfeAdN/OV9srXPoeI/es5d/sPQja0KewzUyxWbZOA+Agf3PjBQo
9E22DloBM4VdRsiW6uavbIrm5rmul6Bs3sBBeHtc16VwFDTPLUobpTAI4R3vveek8MO190KXAfCb
0F3v8yAp741lbyJHbejf53I3OO8PjEB5gf88PBYBIpPcY27ctDZI4T031L6fG+c+od3HyVOBs7fO
IAtKkWCRBvziuq0taxcrdwlaAPOGh/4MssguIBnuEcIDJ/tm5KfKsgOlHuaW95+bNS69poRcbptP
rffs8o9je2BZ6Ksam1UmJMekKyV0WBs07KX8h7nk38eZ7uZS9YjZ2mTnI5EcE+qk3NVTTKA5f+HF
sRHJcu0wmbvb7rg1GjQn4WEJlBSYV6T70KXoHasXw30GC09QG68j/Vh4KmLBrbGYwP1o4CCADLa8
lzUc4242A4lpjeauWvzQXI2wLr91VDEaa9MSGI9AJotgEoR3l+tvc3OomJai3QqSlfuZeW5Yr+v4
ySx9tMM6tP3qWpTsE11bgn6m096G2teRVY1/gMhllgYYANhvCDFPE62auyqt63AwXbar7Sw/sbao
Tg4FTGMilhGu4Nd+sx0+h05TawGQwFM0zJ2zZ41nQ8dAm6o04DZrX/txdX6xgjf3s114ezwR831X
W8hQuKDq7IbEe8goWSLbo+2ecXd+0ldG7xaf4W7qBvrUL2gHQJcUD+rOIY+sHd5NESYyuEBLiUVC
67Dco5O6mZUWiYkGUXtFlPA775u9BXk3FG5uu9zGGsELAAQTsa2AUVyukdG6WCRI/sam/r0qTpz+
aMfI7VWwpo1n058oTxdROjRYpX2qDW1aWiskviZjiRI/Q3OtCk60ORKoTYuuS5B3yFXuVS9azckX
KEmhvBY4Wn30WPXJdMmR1Kom1Y2NiuH8Z0sajrE0NG9L2CpGww/8Jk3CeiFJZNjJqthFG/H/H9qw
/99E0gJZa0tWQrBdm+kTuNet7qF1zGDoTvX6MpX7d3uDwDMLqQGwp6IEe+kNPJ8nBxGe8zwyaMaU
x5J/g6sHk/56286GO6D3DOgA+ALq3HIOBRC+lrHOcp5Xm4eZ/g8qeYpQYsuC6KkR+EbwCMjeUNoD
Y8uQes9Z2A5Z4CsfShsugIQj2OIAcfijfnM5VWUyABvCM9zdQGnlEcuPmvcXq3FuQnj8WZRq+pCQ
toSJTn/JoYWphQl7SL++fykgG4dGTHC7XSc07IIt1so0tBvYrySJmcJ9t9YBrdwC6YL/ryLgyaC4
7MYO7guWWCcH88WiWGlxi0hvnQtMmnTLjG3vMiBskmfoVIX1OP7EgXrHOy8wMzwo2rpXrIrKnrQh
+7HUICEKkAYphieztQ5VOhxTA8X4xD/xvldUprb8zEXghusTUQE8+tIJmMY6G8yBAAqh6Z78GgeQ
eyjwICoTYg3P/Cwj3eiWmoBL+4+m/lr0r9xT4Kq23ECAPUTeHGeznNeyGAXGuaHJM52bfxhBNdJz
6fG2J28VXyzosoAvFoBKMCtJaW2QanVr5fiosXmrDqkrKHwdUSp0MlB1sSNp+akr4BqUHRIdpBuL
f+eQfje4yZeisA63f8zmgFGT+JO/vVa3mypTG01eABSR6eDYYsWXrlP12W2tm6DFhfYXTiBcrZfr
Rvq2Sa3KgCfaggy1bvbNYM3BSnRFkLBpCL2XyBUDrIO37KWhrJ9rj4K06rl3y8dBN/d6Xjw5q+op
axjiRJP3MgSb/jUkr6Cl6ekf/KM/mvS+qZmzNzxaHIop+YL87rrXgChhpDUfZ5M0+3Uxk7t+GOvd
mtjOvsq6dufZTRet+tgEQ53jSWzZP0yAZg7F0qSnanWHqE8A2CFGUu7QNQclhXLmBzf1vCkAFzRs
1Y7/Zk/chZyaX0ZZx4G4QUB9KFyN7uplaIO2L9qoMUDvXjQ6pD0LoHgqfxzvCzrTO7/3Zx60HjAX
bgLdFKA623Cki72val6d+tT09xZdl/3czAX4UuwqIDO6yDvwqxxyjgMyZd101DLmBqgor5+8xUXk
Ok75YW6pfWS6noSOBvjO1PXaq+Ui472ilAjuwcCtteVJS1LIg9jrpxL/6qkb/Wq3uut66ErrzXWK
72tuuXtjJg6Eg9mDpZWHAo/cHWnM8plWXnOYprkIzWaqgrk2IXO0pijsL4yAn6pYwgL0YoE3pMsr
xBSzoC7SNmxrlkSOu+IvkNbeQch7iCB9yz/ZVdZGg861aHB4cUDnnBVCXH4O0VnVP6Gp2jlAbNDZ
DZ6WHsFMPEe0RSONM9Yf/dyb9GCF4++QRCmNcOoHJ0TxCgiqrkaGP6Xpo5vXNGrovAYzurWCwlx/
NYu74tLXtd3EjQYdWm0fVDneD8BiDk9jxbWdNS9FtJhZsTNKa7zvJqqj1XcY8SOTf4bWMT4lbNRP
futOfrjkZPzWV6luRxUx0ecDtSe/z6tAR/C+hzbT73Ic5wBUzOXvdCDfjKmtHtcC75fer+jrsBAG
qvZpCgH3dENu9VqIno/8q+fvM/00JR/myvPjjJTOYbX7BL91ce/ryh6iNG3QvQKhpD7iw2o/5BUt
H8tMW8NxqP1g6eo+Mqqy/pQZbhOvXgFnhCtVd+Cnp4E2zRpyGBSvFB19Ki5pDQC2Rlffa1QDvr/N
36yi/+22bfnkDYMZoihh/Laa1NtbZZoewKIxPfjM9KIBqgb72eJ1VPTVEoD1tXsuGrRZECOt91XT
jSdaFTlU/tau2jndQCIXN/F9Z0/OCQUzDHQuaVRoxa+pTYbDOGX0hTBKQ2h+p58MZ9L7wGcjardp
Omp3Ls+XQ1m3TWCmenbSGfGPhtbbobtmGUSWdO/AO32OuD6Nu6ZuLWB0uyRcqym7o2ZXH8b19zgY
YQa/7VBii0wQBynCjo0DHsx96PxCo5FIzUtnoru6SWusHYtbawfIiLW7fX9sHLkXn5dOQm0At76W
tAwPpgRIfvbEPO3OMDXFvbxx4F6Yka6QJBu7fkp7Fndr4CX/1HSf1fskUcSYKitSDEMXrJafNCxe
ycmu74j1kXc7R3v/LXUxFimM0a3MrXsfK0JBm1s3ABpYD52viP62MoawIoBhEK5F9k5ad94BT6pZ
OouXWi+wA6C7YFBk0MBZtDwOHClYbJgcbAGlVYZsKLXImn0WlWmuQl9te+B/v0RyEahqkpRn+CVu
EpnLjmiKoaq+L/lGn2UALLkai41l50SgJ7vt4RtxNDoCAcTR8AxEklxarmnKicEmLNfcvZT5ozG8
Jnls0jtI6CgcY3MgZ5bEXjuLb0E4o3drM7LYIr8ADljfTZgjsKhn3xfuf/b9tiQO+lmxifwWhCqJ
ZeVhjgPz9nRt5MZhBOUqocmLR6e02stIQHgwYrXLAtfXHGbk+zokO9E00KVjMJQ/O1Vr6MYKCQSk
LWRdtWumVW0a3cnhPHnmDhcC5kMTdFW2xz/+zZP+wWlVgq1iouTwTzRDCJpKbC05YTing9mmUB16
bmb/aDZoRONzd+RtgsDHUOWLNrxCMNaJngjEJFcSLnwxPQ56peQ5SyNcPLWqYWjz+6igAkNsCNZp
KZk7tMyoGEUrSWlB1rzVX7qlUmU5Nm4JQZSGZyGKSyiyS57tVpBF8TvqPOfFQQNhMNuR6f01igsT
knOjxyIn9gITA997lREYEBiu3t3Wg2Sni5cbXgTgDcEL4HIHFYiTdTOj2EGgdj21TPGG3lgKLLDo
RxHdx3Dly8+PBt56S25j73ihEznv7qnCrwc6Bs266J0HIlk6KImmr3Xprbh4yi6YXBRNl4+3N//W
APDwQk8YwCEYgzQ/pU4yJ1uQPu3SsM3AOqU4XFTfl/xo1uu+w8FDY/cLs/YzUfjQxkECfDDS2HBU
kFrL2d86bUHZQYHhrW3/RP3P4AJh6xz2LqrP/Y+/mKozW9JUIZ63K3/taDzvF+uDpr3e/vzmUFA8
weWP1N8V/mf2iOc5C2fxWLgvaAHBnxble2S3okp15KtsSW5LK9OpJzzRYhM9+eGcsq/rqAGw1ztF
aOSVHUCA58vt4W0cKC5KoghsRD7hChREtCU1+4WxOKtA7Jo8LJSfaPJ228iWt4keUmjt4NiCU1xu
x8Q1F21EUBRb/pNdBoWqjUrMi3SNgKAdzSG4uoCIlvNAhk9NhjwUg8qSG8x4Q/baDz2Zdon/frTW
hSFp43sj9byixsY39Z+e97UiVpC0H22V0tKGH1yYkcJnyGjoFa0QiNH1H44mnrpzAxQfAjt96Yxv
t9dmwwEubEnbh3gQjcp1g8VDHZvJYaxjOh3+wgSQoH+6EUWz2+XyW1nWW0aN5c/p197aMUSXmsKN
Nz0AKC1fVNAA0pSCJXspnQqvAezSvFjAa1ey7CMEmrPXpqNQmjdrTZFC3XoWgFpX0MYieHFAXHw5
KFKwtLezEUwjCP99REkgofjldeRkVDyys+y30Wm7GaWQIHH93Zhov3IrUfyIjbW7+A3SeVFBhxZM
v6hKjfrohG3l7cCh/IIX/F+8fS8MCYc9C3jXbmVewjX0l3jOQ9Ejelo7j+xuu8nGKYGeeHQQocCC
PKrc2111RdmvvZXF0LiEKIpK9Uf1ecnRXWeZ0zRxUC70Ih1X6ve/+PWIZABHhR9CEfJyinR/aDUj
BY9DCWE3dNbRhyn1ieJhs+HmgmjrXyPSGAbo6+jTNGSx1sSm+S1zzINhlKFufLg9mE3HwitA1IhE
Ukuyw7OltDthx3fvlv6A1AqyNSqMxdaCAFWJlQYeDylgyYhLPajMNjkafczfKN2nmqLlbmsQSJAI
PhVEzJaMqJ4g/9kVzMOCVzteRD7fQTb19jxtDuHMhLToWVWuRV/AhN/s0jRyo9uf3x4BIlnRUwdM
gLTtkIkz6nRBlFw74E2FdMTS70quyNWIZ4l0efoAn/xrRDqduVZAZM9BBIBnud3FGj0R8kDqY158
G5rv/ahAYKnGJH7O2VHS502XshTmuPYxySiYLw62iod9e1n+HZIcb1R8LnMNBWdI2d7l7oEolkUx
YzJWoyRr5fERyzLberSQ+bjQ+dhow84rhsfOKl/bydojXa7Y/GIhbiyUXP2pG2CduzmHWfJPag4B
S2LfiFk1HeauCYDg/Z+cz5B825+WwdFKTGK6kAMnawZuEiNBA+OgeKwpPMIQq3nmEdOQzLg/Ycjh
P5PsxQEzfzUfbw9m6+A8c3IZxe+mht62eobkbbqj9NjUj34TNKr6/abfAUcvat/QIJe1gFlKqePO
eCsQKCQkOYv6v+hpE5Il/1qQbnydmMj+A2QVu7wOpje0cQS3J0o1BOnIcZY29zwCJ+vz5+o4qhiz
N9dakFJCnAD3iqxL0roVcs8OASzIsgI6vzTLlypR9J+Jn3i1T85siN9w5k9pUZb97IFrX/d5WI2/
VvtjN+y1FY3Qv29PlsqStBqm26WTzVPE6dOuX9ugBgmAoY8hQ5mmy9b9bWvbS/Pf3ElL47PeMdMO
c0fcowNNF6o4X8SvvTVv0kUAdK9d6MTDQ1p/YMl3j33moDIf8x+3h7FpBtoRyGkKKldHOleaYfAa
d52RZS79eMr4PadG0JA1ZLmleNtsrg/o30X7OTj75DwNH8ul6Aefxu1Urqj/G/3D2KNYbuVDfT+2
KUpmaO1STOPmMv2RekL1/DoNmPPeYhrK57GXrVAqXMgUWJXqxbtpBG9pgAXRXAxd2Usfnwv0wyPB
RWOr+c6g0VeNinB2c6OeGZCcAW3H3GGtQWOaukfBFpj7zgc7S3e3nWF7HGjjAlmjeLxJzkCLogXd
CY4bNu01FDhVNKeq74u/PzsLWrpafElwt+SfoX3mqnhiNj8P9QKQqgmNODlH32VuT0ESjdpQ/sXq
DwjP/mJ6zr4v5RtmFB3znuBZm69hOr5gHP/b96XpN+audrysYbE3RX65Uz25Nrc6uJoF5xEQ77Ic
zmqPLgdjD7K860/DXsK5Aj7L+VKtmmKeNr0VgT4eExZk4jTxQ86W2e/MtEYAjWtRdwLAO9Cprof2
pOIg2RoPECLoBQMADRl4KXath3lK8nJCVhbC68gxleCIWe1o6AzFLaxvDcgEf5OG1C9aMGSJWpPV
tZHO4uTKxkOWVB9Jh16pkbASZGvAPnCofuTZGFXZYSrWaPCXoCndxzyZDyCYO7gqIrgtR7cgKgxo
MnLSOBcuJzhNkZesPFTUlun41k+K6Ez1dcnNzappxzHBldB/NZfIVLVkbU3m+Y+XvNxaSN2m+YKs
XbavumipwFP+dnsjbXmGoPNDUQYpTtA9XM7P6i3lNDWIOfzcCuqP7v1QhnOrQj6KQ1e+oQU3OZTk
geG+4pTIuTb3vYv9lKR5MNhPPVo48+PEX2vfB8GBqti0uSxn5qQ7oHXaeQG7G4t1+gkPUL1/vT1p
W+8oZJ6BpYD6KPRZxLqd79rMcXKaeGm8auazOUxLlCXLEnTmdKp7K/KRkUyT4W0YVf62FReAQQwH
EzYxchyS4YlohPk6qP1wu+7LaY5Mbuxnwz0aRv+hnfzd7XGqzEmn02qUs1dXMJcBWl1P8z53SISq
D6Rvl2fg7KLb5rZ8EbwjQCqDBBnlF7GsZ9OajzWoSlcK5lWDvTVmDvxojnoFCexBpdC1tbNQpoKk
gQ+k55WcASXtZPdjB5ZUJxqbAwiqgAS6PRqFCZkzVKt9y+ldwY9aven8c5f+mP2ft02ICZG3leBL
Emz8gJLKh22f26Xtp6hWLc193n3NVCpEW0NAQRgpHMHSgr6LywWZaVamnk3zuGrwPrDme0t/rT0V
OHRrFCiygKUVtkBpIx2i8DJkibw8h6r59yr9Or+bllqEmmffl07RqiYM/goCLigmAjyUt4pk9pbb
nn9fjO/MbQuwVSemje93/gdgC7Xst6b9cHLF41A1S2KtzqygO9ODSF+Vx1P3vDzYvWIQWyf0+SCk
rZ4OOStRvMMg+ocJyhEN+1VAGCEd7tGaUhPVa101Z5JnkaUeXaOHuXkIISbCk1d7OSjTGior0j0A
2bNFT3rhWVYXsO4ts7xgBYQ2//z+fXg+edIl6rhD1tIOo/Hq3y0EcSYVefu1PuOlD8uHSaUJ7CAv
8jh3/WM/3uf+PUnuSPKJ059Mm8Oxeu3bH6Z/N+h7UyenUbWJFFP5h8DtzP10l659wfADkjpc5ijN
jumKLuq7v5hIT8iroyAKwLNUb80K1yCTwYGusg8W4CiKz2/dZ+Df/PfzUjBYdn7bGIBsxugWYvY+
/9Xmu0Q/0OztvcMA2g68uMAjCRYquTsyW/yiHFeUdfGmDixkOEdFmH29GmjFRWEYAnFg4MQr9PIw
wHkzu5nXFzH6MIOJfgU1Uqud5kKlMnl9AUDnHmRgMATU2FV0yBeGOp0Lery6fhuX19Y8Gbbi4Nky
AcV78FQg1YHco3R6WkBCTlo70rgiPToDIGapSAdfH5x4op8ZkA7OyVoqk1cwwMs+AB6hV/bYbVhA
wgTsBcC82KD5k1aD6d7Yr1lZxvdL/amdPt52po0JAoQDFRNAUvBKlHlDkJud/IYQrHXRBT2pQFlZ
BH6lqpReXwBwKLDSOEjLgMJDLtk4aeOsuZ0VKES/lMkOYOyXgr7MCNTL7mT1736/X1qTTmZSOa3d
erCWH+0nqurO31gQE0IRAhsCIDiaOC+3x2z45dyktI4J84L51esnxf5TGZB+PjocgDfsYcBjEQgF
52F3e8039vfFAKQLpSKzq601vl/VX2f7NJVhP5+Y/eH9VqA/hD5KoAfRuintDMrmvvE5a2LELfVx
NO/a9JjXx9tGtqYKz24chvgDAZ60FnWrJ7pP3Tq2fzT+Z8v4dPvzG7sDP/+/z0srMUxU47Pu1HFd
jCHvwnKIvGQN/8KIgygbIhqAtcm3r+uSldYWq2N3OLWZHwzo06SLIsDbHAlYewxgZ/HA+9OjfnbD
cpdSknGDx267zMecFuObRdnwyZoaP7o9nq01AXGTAWVsDbBSuXm2rBvbZjSvY57fxwZ5d1kM8JKz
rwvnPhtI6ayFY+f4em+fWloHplYH7fTudgAYAaEndHeBnwIz+aWRXIe2XlljSXg6A4l5tywxRweL
ShVyY6ZQ4Mcc4fQFBkxWC7TJkrguOBViS3upqzh//0JcfF4KSAguXtIV+HyC/VHHqmNqw6WAIEBu
EQ2NhlBzv5wkUNa4bjObPB4JunEawNVtVBMjf9V7RWS1ackGkS4ypsKUdAXaGittk608hs8FOWjN
9ZGGE0g7bjuuWNXLB6/A2fxnRizXmWsliELHxISZvP7ctDOQhn5g2M+Jdk9IbJI+nJYfty1uDswX
1Qo8sC20HV9abLqq6tPVwtLPZQDhkYU/k1JxDm862ZkNafKgL6bxUtig7U+wt0e99+v2IDauE5EN
A8AHAoRALUt+4BGnygsoWcVG/bCur6QaDnTgR23qFOuzNZJzQ9LWd0vmEWA1QaMW0hy9bLMq8N1Y
DmjbCCosB53giCEul2N0ixpdpoI61njT3H1v3lkqPNTGZNnY8gjdUea9ZhYAM/mMp+kIzS//g8XA
qu58790mWKfd7UXZmKsLO9JcoR/TL4cOdixnCnjx1qgI565fO4iohXgZupgFpaV0NVYpXQCFgiSM
bzTYKV5Yp0bQdXoIoF9gtu/n57g0J53IqB4meVWDtTbPv7T2o5/suuxQWdHtWdtgCBLvBNSsBJoA
dAmSB/S8s7TGyMCgqYOJv0V7abnXIUTR159m96sLzvC8+pjU8/s9G2YRTAqGLKAnpT2aA/mD9G6d
xmjsLN9m9j9+XjjL2cG2GkPpN34OntO8C6khelUVJ7RYbenovBiAdAZ0tpb7fguGQ/SzFZHDD4R+
0TK0Hu+S8PYSbe5RG10M6DdETUEGNSOKyVlBwdVZlNqrTvzsDnyE3Z1e/UWRFL5wZkk6nE2Xo4dU
yIV4LcivwqJWRDKbWxQHjQ22CVBnyG8iEySJgz2BQLX9oc0HWit8eWui8GREAhrqgtekk8vU8szK
QeU9p+Nb3/Ndbvr38HxFYLk1inMz0jnQl5PVr6NgDCfG20itD8vwN7sDKCUNtySCV1D5Xbpv4tpd
O1Q9jVN+v7TH+XDbo7ZOMsiweyCmA9kQ5ury891gMs5NO4srV7AtGlHL/IjxE8/onW4qbuPNVfnP
mMypb2m89ivuAqq65rsstb9AiCMYJ+vX7TFtrQpS6lAe1hEsu/LpDPIAnRcuzIz96RfTFLt9++uY
L6BugVmSK1ReWptoOwYkeXGibnwk7+ftF9Sy/31furyMua/w7gKu2upffbc9gDQjBKOA4lTcWopz
K9LbEdJ/XmNpGIXNP+5J9sVxFQa2HAvctJBfRd0JCHzJsahGx7Hj2BqugVbsFmzcSfnaa/Md88ku
I0yVZNlaFnDL2MjkIK2GSOnSkafKr003wT5BuBY8DXhK3naqrfFAiwtfBqMQ9Jml8WilVlgUnQPx
3J+c8dEDQzsaPfyI/rxtZ2thcCiKQFxcKjKKxx7WwhqMBna8kgXOkB0NUj96torIdnO+oPUMqWSR
o5C1pwiIcdq5wXzVD/noBXRwFBO2bQAKcaAIwNElk8hyH0irWp/BXtZmOw8S4ExFXrwVTiJBIbi+
xCNCBgqt1GPu4s04u1oSsSkJButlmLII/ACKsWxbQqwHpRYExzKmJ+10r/P6BfEetGzcMhiDHGQK
s6O43lVmjEsfXq0iTz0XZtIJdQdgnxrgu3nXHbz5820vE94qhyyQ/ESNVjCyXaFwasj7GfPaiwA2
6M2jPe0t/QFNZs6AF3+YtIrbfkOEBsHEmT3pFuMJSKBBFpHGCwLlCkAVs92jYbUK6L4Aj1lEgfXj
f5FhuDAqb1mnyVgGPGZsFmFdRESldL61VV3Q2QtCHAcZXunI0UHMZeocOgC+/0jHJaqa+8xTiUyr
jAifOQtfR21xWAF6hnhtPo5uCymmO3dRPf639irSiIAoo73cQyRwacT0jXnKXTwuufPWj6+Ldbzt
bpuD8F00fSLHAOUNybEH3zS4D8GoeDDp8zAvd0M1xSPUSW6b2WjAQgoDCsaClx3PM0eaLLIYjQdR
StipSQet5+SUNsneJHm82nO4LKKaZ4V8HAIIbYRDMkVO8X6ys8vfIN2sjkFtxu0mi4m/97T7ZVQV
eLduovNBSnsps2zqtyYGOU73jL8Rq9q7qxNBPySwNMXBt+UYnq7hsQH/RogoPQmHuXbrKXERpvfH
Nb9z724v2JZfgKYRIpeglbmGtInb1kNuK40rvXyZZueRGNNLh46J22Y2R4GXAPixNGS55L68ZkVY
rgN0CGmIpdvnjLi/jdamqpfm1qEKBjMhOu0IwIW08pAbmcFrgFi6tRCycf1Q1Xd+kQUpyMcye4ps
/mGwVXHW1p1xblTyBtIbZW/0ehZ7gtWqygD/e2uyJMw0lS9sLRYyXWKAOCYAML48JLoyqUA1AmDP
5PHHjKBk5nMaUn/48f7VOrPjS5Vq9Nmvgzmi0QxCK1E661GmYmXYvI6EVjtS6TqozK5XisyJ0a1Z
PGvOfb3WH5LSe64GEmhjGqN5/yMEa4EVdeI8H/6PtC9rjhQHtv5FRLAKeAVq81Iu2922u1+IXtkE
CBAC8eu/Q8e901UyXxHtOxPT89ARlWhLpTJPnhNpebO5PsLFmUTmG8ELDhVAe5czqXtCxnoRz2uW
HlF7PEH/eBd71kcuKNBoujMKEQUW1R2iMXkEBnaAlDGTKHP9Hvkvl60lJhcGg10NPgJgvlAyV++O
Ok+EbbYUrRUmxEUd7TB1ww5i7yuuYmGfwwyBVjXCPfB5KocrATlVaZmYs2x0UcweQexDwkR7TPqf
/7w4IDoBew+U66BVriIMBEuHrObQMzPb/JAIa8cNJzQ7slJlWfBJCLqBAQA3CLQWHGUPlIYNugXQ
XZw0b5+ku7XS/OKq/P15la3PTMecmxLPL6aBEE5yUC3+EKaxcj2sWVGuhwr41iQroGLXOR0iEz/Q
kACT1VoMtJSZBHc+GEShRwGohNrKrbWgOhuRdT3l/auv0W0j4pDaLMqdKRCgPTSKZ8NsAjt7vL4X
Fq7aC7tK3JLU/uA4HIvkoJsurVNQw32O60M1gWkuXbs+lnaEhcGBFAE7/d0LU4px0hoxaA8o93yl
ZRV22fD538cDgCvarPAnuqmVQ9RzMpjEhraawd/avt3oALz534ErjzS60mm7cF5d9KTNL2bk4Vz1
vDZuWwMb3iTQZ0SU70GMK95MPdrspg+UkGcnSgD6RJM/muwuvamd2MjF10hllLLbFJOx7wGm8Rtn
c33u/uShlTfThR3lpq0I71mdWECdSu0+1pwQyuvbUe92WfME7pedZdDQjvtQoMsLZad957FwrNfa
AGa/cO0rFL/Bc+hcgacPtyO3ApvXYVmgYj7eFtOrHw9BoYMKanq6PvR5ZFdsqtixvDNKQK4Q2Lik
Q6bgmHh5OPb8vm/NnVMPJ8JXEoULR8FFlAEuIDjH9zJ9Q5U3vGLoocYOiwrWRd3aA3jFgjqkvskt
YXEfwUx2DxBzQPivD8wZYA2AqYGeFS+fy10pC4sNyPIkJ6MCTWIkIYdiRH7xqRl2wweAXigG/LU1
D/bsjcgGH9qBFqTcYrlJrFuXPtvjSqZ7wRPCBNKpED5CMKHWhkYTpYfUd/AMHW6NfEuLe3Cr2w/u
WhFqcV3O7CjTpvVGYsdzmdPyHycGSYLv15dlbRzKVEEWvAbdGX6/zTauuW9JCEZe8cv/d7ajuecD
/83QMhS1lJux0VoNwlAlXjbETfaejF/YaH/OhM2DQXL7kIO2b+UyXhoanjhQWcQVicVSTA565TF3
RADrO1Vy9KSfRCl81sxH24S5mPytPxT17+vzuRABuLhPfAjxgtbpXbTUdrbZQbEFRiEgx9rvKC1+
j5OVu2TRCBJISOUjZscfl/u7M6DOArbW5KR337mvBfn4GURIK9O3tPPAFjT3pSH5hWvr0ohTjZx0
Es+bOO+C0WHB2vtpcX3woJ1ZoxAmq0FM5bmdBoBheqoDd7zN/Fu7QaXl9d/jSmRZADYE3zTAIurb
wq3RllHnFd4W+pe8vUmbf284QjLgrwGV8xTOxh4mvUT6gfzM3E1ShlYBspvApOHoRNd31+KawHmi
0I4RgbTjck36gnZ+zxO8qLUbbeN5K2+KpX2FpnD4d9S/3he/OPQn+qrxtIeGgB5HMvTDgDDorh/i
tbappWjozJJa+YKQuMWTGhX8uWVv6h5FyUNI0QbU+Xf0p4vuZvDQofIFRTU1PJB6TITEVeAlUGcC
0b53m05GtRIXLwUEZ1bU27N0qN+Xc97G9egX0xLHunf2pu08J4W3R+wZ+sXP6zthaakIiklzEsrD
k0k5nY3Jm1aSWZ6F78qUB4kZWvbK3C0tErrokDm0UBV5JylOproA0Av4B7OfAkM/lgbiKbcLPGNz
fTBLhlBFQF3kj2KhGhsIjQ75WMNQ7LCbuE7iILW1HShlo6SePlAYw7U9pzqwKaDroTjPxCcC9Ado
G60NM4RQm/vvzKpzmfWvgXm0Z9GHj/YFR+hobh8cUDeDkFl8wA3AAni1bKDNISCgZIQmlsRandjo
fM3Bba1XwcrmWlgPwASA5pt1itDKq4wgcSbOPTHj2FNJA44jWptu6CbiV9t9u770S09ZgCrnlxG2
MyrIygEtp7zoY4I6YiziO6+tfzlNH6agoEez4z5JppNo8xuf2Rtei7Xn+vzbShx/blv1QoSOmZ3U
sD2h3GKNdyVwfoN+y7VhUzlfmjYLrWHFUyx4cJhECnludZszsJebgyIH4icUqdcmA3293I16Hl6f
0QXPACpG7A2k3TGn6mHqqsEf/bhFp57rhAh6AntwIuqv1UsXzaBZY5bERLSj5pBRExwzvZiQ5rLI
jdEboefF+9T2V+LspflC9QIZ91kREzK2l/MFgAaptZmE03L3XQLG95UoZ8Fz464DBvpP4unds6Rs
BOuwK1EQKcrQaXax2IMsTBAvqMEeUzprzBcLQY+HpCDe53jPoRFaObpW2XR6V1kFnqt1KPMCFW0Q
sJh7N032rbu5vhUWDxd6ReaOdJTl3jFX1jxum9xvipNeJ4EGobCU+kEqDLilITBBgu/30Df5VTpr
z6M/ze7q0UJpeE52+KipqscaSUk37Uz0EAJr5t4C9ESDtG3tW07HMUC6p4yIxTyUo+o6jJFfhMJE
XwTCGeSNR0qwz5HqLs7avA146uZP4CXp0OxM/E1Te79SV7KbfrDHDUP8uhIwLm3sGeo9U67By6oR
Q2V6veN1rMCtV3yqbQksk41rol4DMi3lT9Ag9p8hNWggRc0kqL6KU0P8Maj17NA12Z2Ll2QN4V6x
R0b0rh2qaIRchpHUW82hhw4aa9f3yNIBA4oKSfGZXw79apcHjFRNIsDJU4K1gO+GVNunHygAgqT3
rwXz0oI7sn7qXVigddDpt/2aqszSgiECQjjp4R+8ii5/32obi+K4lae+nG5a+skDHURi/vjANOH5
YANVDu4MlRyLGWZRWl5cnhwxM/FEdA3nsuSIwLf9nwHlzs0a20pZAQNAoWx72m8GCXUMnJbfqNvc
DK1eBrLU0uj6sJYqxMguoAlyFlNCkU7xRyMwyI2X+xS0sHVo5X6YEJBOFb+crAq4ewNFZV88EEK3
bvMzA9TnuvmlpTu3rmy+norKcWIXDWfsLm79TWklW69bA1vMsbDqi8BCjSoGkrwQV5u/4iwgA+7R
gypBUiKH0gV2X+2hMHqI0wY8IdQ8DMgLFHPl2/ZuJlO8VtK89cb8vu6TX9dHuxRWed6MkZ4bQ+Ea
L7+DQ2y4L4sKG7VBk7Dtt2yjJZxtQIjWB2li1StHe2F2QcI/U70COoX7TXkjaFVp8c6vK5R5qxDY
vTBznwzx6Z8HBfeOjMcsrQzHrZxuX6/KUY64QLscgCPg9AJOoBYLBesAKpDXbS34qgtbyoCgiOyU
cewVJ6Pc2n5QmOH13184gxgGWDbmHCuE+JRY1OrRaOeMaBXMrafMcDYxu+P0d0Pv+/IrZDBXrBkL
4ee5OTUWiPsWIOkY5jzz0YCOZXMwwOia0ntHh7z0eJ9JiJx8Y14fSPnMkyc5jlEF0d3hm4h/V2Sr
+b+vj39xfv+OX03SWb01CbT60tMottOjIQ7Xf35lev/4ovNzaEGMp9UKCkoRLfSnR+5BLOlR1E9J
/EL1r9eNLdADIWI8G4yyWdzK6ATxM1jL0Ec+vbXJLZNfde0X8267mAdafEvrLoi5Gdb5A+UHlGeC
yl6J95fO4PlXzFN+NubGQPiCq52etO65ZwFNgmmNOmPBrWCgc0qIzCVnd572MxPSJRCQ7bBqhdNv
nEnbOjrdF775APTe/vqkLo/mrynlgPRQn3L0EqZ0elvmHYTpD3yNJmghQkayATBJ1K9QcFaTm4CQ
saxy4K2ZB6Ex8tUfvEje0bBLvlwfzNJuRxyOH7TRcIdWsst5K0YXF5qHq4/mWwbdqs31n19alvOf
VxxjanPemhbG0eT7jEa6B9pTgA52160srQjgQri+9bnrSq1gYlP43OJmcWJppNPD0EKHeeX+XDOh
7C/qdxOra5ioMzuiyX09x/If0CZFjgkNCkCQoyNKV7vf9IZIezBcPBiCzL1L6AeujhlThZsXjyGk
fi4XW/PyHm2oEsE264PxCDqblYfk4izhzQDsI16R7xog7b7LnUYf8GxISkgd6SEVdzZZ8SZL4Rpi
RLQl4tmNSqDaTqsbppBVgllizLvrjexQ68BeOyBuBKs/8mih2WiQw02MIG+q55ZUoQnpx+tbbmlj
gx4AKkdgOCQ4P5dT2dhDzYahpJBD6PUttMucDcQFyn1RQqCME1E9f8Aeom4AMfE8AVXHpT1h+5Xd
MlqeMsyoRGZmJ9I3FKquWzGWbicADf4zMw/7zI3ObRqWP4JaIR/cu6EkgZeUR1qkm8p2b1PQuehp
EVVID6XudGMx8yAqcNbb4pvD8y/cpMc+YxtmkXvSeJ9Wvm12RUoEi84ddGujEQ08nWq2d06RmbqM
6QlZ3x+k4RyRKzpfe8iH3CQFOD9EYRdBo0vI3Rj5HemaHUixxcruW1z4s69Q7jJDjycTkoZwmBLC
uy+TXkNWsws6+/OHhovtPTfCYtWVw5riemZW49CTJfN7Tat2OjV2VopLO68YdC/TIxntp9aVD0VZ
fSZyLVBZHuh/9lXEHU0luFsS2PfHZ2t8SqxAbyEusrLjljwGCmu45dz5LKmuO6vLpuF2UWGUTWjx
Y4V+Zj3bXp/LNSOK8+5sqCXqNKtOwvle8b0mfkzmimtdurBnDlfUiQFreVdnbTrpu0lCypOJcrve
3EnND3Uy7jV607RkZTxLUEVASf9aU65VMKmNdlO55clNv6K0g3apNESSPBAWus3zNExacAyXN7Z9
j+balRVbchHntq1LF8Eam+mlCdt57wSl/Sz8NATBbEBw+Lr8M2pzK5fKUgLvYrTKkXORA9DT1itP
EOfdjh1IO/VnY6w2ff/ozS3izcawIbTYr6nOLm0bh5j+TC2koz1ZyamItk5cOnHkbNDU4Vk3kn4z
+jWo7tLGQcIfewaZm5mx43I6B+Z2TCbwuM3UPk+Of1tWxg3XCapZo3vI4jUsxeLeOTc4j/rMxXeg
bq4HsIOf+nabNQEIYycr6rxdVoAMNRDmIyV7voYHnUeh+u75qp7LneiHVwvQFpn6ATwCAFtrYbGr
zc31A77488AazNeTYb5rxfGpnXQmQVtRDTawkt033f66gaWtMCMz/6SmkOxXVokS7vMpA6ZROE+i
PmjdU5yvRBRLY/jjBUHoaCBBMvvjs3XhNR9zz4LKhVndluLVzVYi2KVzi0Blvkv+iFQqkX48Zmad
CgyhAplY7TkR67VHJGjQ7TCdrFZsyql8uj5rf1o41GU/t6n4qZyCda7JAJsFm/uWVkUIFp5dMkv+
dsWmAAVvgix3X9IIHU7bukm3MckipISRCMZbx6tODZ1CMG9vPV7flTy9AwXJoXJYhNGEKU9/5nax
ycz+loMmTSubyOs5FN79Wyt2D41NNno5RdfHtLgTLHgDgpc1+mKUZQJKewLf7txSKA59vXHrXfnv
XNRgjkB2Fc8WeAQghi53AiLY3PEyhu7ePkKGRyMrp2XRBZwZUEunJjqvEgGI7ok4XuBYBwkCWofT
LdEeqbvpukeu/WhBbqZ7a7O3uAn/Dk3N/lmmbNBEAARyr4EIvwla91Mynlh3imse0jXW0cUjdWZN
2X5lPBAzMYFCL7l45qmMRFGsPXkWUyznk6nch2QEMNEvUcyMSbGvOhKI1gkK0gZZZh8IOPWaanoD
/OGzbTbbvPQeqYNOI8cK0xHcgQN5ub4/18Y8//2ZGxEF6kXeXFt1M7BWctSVppX7ePEEnM3q/Pdn
FuoxFujGwKE2oF8k4/3En6w1cPfaPlFOGeFaZro9Vi6vRRjbnySI6hJ6kIXYFvUPw1+JadYmTbnp
u4I7zI1xILT+1oJURt6sJOKWSoE403h1gw/mT9X7ctKSHLS+E0S/Twkk5kX7FuefkEzQ4+NoPFbi
6DlP2tQFTfFZsNeSNgGtNzaEq22LB1Tsavpm1N/5CEXtldKyMc/kOxd99mGKs8mkWyaNxIcV5Cjq
PPIAmU/aky4PZicjZgHUXp968/vEfurVN9Fs0/h33h0q8eX6vv3/nKP/nSEQOl7OEDr/KyOj8Hp0
MsJGI8cR8L4gM6qtg7hk4nrQgasnsdtIG/lu4l1o43PBO703Yv0GvE4/r3/Q4sRA1coBOA/VffVl
IiS0zJhEI3En+8DiB7Qa7Actjjpn5eJfPE9nhuazcHaepqG3J2NEQ45typsKdemuam/7VYmApSMF
rCQ6yEFCBnCOcmzHXIvTlOL+l44TorOuI0PInCSAohMoLZMdjdcapBf31rlJ5RRPMk3aqYW3p50I
s37re19H5KG5/1hkejjq6NMo0mjs3sZsi26h0NTGDRmOXY1w21+TYFh8RkDhywG1MnBW71AUhq9Z
lM09SdX0KtkOMpNBOex79uCILBDsm83fxuJ0fRMtOZZzm8oMEDOlhpgdi+NnexakU7q/bmBxVc8G
pXiuqu5iYyowKGdgG7R7hRX74hMtmDoeGfZzn+yu21t6riCEBLm8hWLiO4ZS3vX56ErsopZlO9GM
0RA7KNAM92RuGynMleEtz99/5tRIxTJF3tsmdhC4xhiw5WJlOEtnzwWxO8430ELgB7k8e1UBxn9X
h9Mxge91xM5BF3BWba/P2fI5OLOihAjYy3bfA9dwYgLVD/lkk9uqLHZgoBnb50o82flDbN5BmTRw
2ScGDtu4exr5tiwP1z9kcbOcfcc822eeBlwYphZzfIeY7soXPw9FF+jWpvXuiLs25rWZVdxN1+vm
kOewlabfNPoonJ/wn1n2VkgGicCXxjlxuSP5V6/ZCZcFc+OtvcaMuBjoQl4LK4xkN0D3ysRPvJq0
GuRIJ6t61PlnXXZhzvd57gSgEg79GKpyrh0Q8pivncslYAse9XOjEwAlFurPl3PtTWzKQGSHBiQ6
NBtuG94TF/Jr7rAyQGv9L0IautFTI946hOcASue/M2m2z31WfR/ybi2Jsrj02OWoKszixCrCxR1G
0CrOTWut3W6aRD+lULfU8ArL2mJL2yLqxdrrb4FE28AU/LWpHC544dZnLhr0AN88Aui0EYW5oVW7
8XS51biI7DJ/6Mru25jHe73OIrjKiPHsTlhm9IGdf/YpymoQT5jVML8EbOkGINcOs1nwrw1IRjeD
t9fZ63V7i7v/zJ5y0gxNVJow4Sb1Dn4f/eVQz/ktXfrtupm1VVUOmSfSQc/7OW5t95XlR7R/YRwe
LG7CREehDXvtusE5GlSjxfMlVe4zp2o4mP3hj7Okeo6b6mc5joc0roNKgvTXZnbYV2KDwsnKPbBo
F0lw3UK3L8IXJXnhadZAIWiC/FHa3xu0u6t09gUCB5uSFre6Vh2yYopc8YF+RR9PfNNCbgkyICqq
qnaBuzQq9BebfrHPpvrQALPHgZVhjrMys4s75szUvNRnvrlOjTq2UxwWi8qNMLQnY+ojkZcrYKN5
gd4tILpZXEdHp+e7OlI58sxudJgpKh502a0JKEW5addQPov39pkZZZ9UsjeZ5sOMGfNvhWb/zmt3
ZSTLW+LvSOZI5XzCrCQuhwkeDVSL96mV3pmsp4EmHQGAHRoEafs6FXJTS2iHXj8ES4PD2NDcZILF
Cqi7S8sJ2D3F0EEmyGmLEKIdQdyshCVLFnx7Tv0AHAvpW8VdDazPDWED8OtWB35k+f/x5xXv5Lda
juQEfl4rv8rsW7wG6ln8/JlsEzgMPDbU4igfNHz+BEg5GsGPWdI+4gitxBdLxwW1/v9MKENAXxu1
egMAb9uLMicsRZiuzdLSBjs38W6Za571To+ojce3Pli9XCag0S0fStmHhl38wjX6oCVteH13LZ1Q
6F3ORVhQLYLi73J31cmUtFU6IZ+UISs38Y1l9S82TY4AN69M4ntTyJUDE4fuCUDK8O+lqQpaHSCO
hiodtiBwj9nXBpFIF7uPde2R6PqwFmKxOTGPMNuywCNrqlV7LSsnP5+1lMC3HU7TT8AfgknmgVbv
uuFVNxiOEXI9JNvk2tpLdHGg4EskCAT9Wb3ncqBuzyfTjhmElciA/lHgmEN9YNYOEVprBAR8NmsW
3+9PjBbFeujZARBoqrWjcQBempl41DeD9hmk0JDDLZDoWUkdLI5r5kj3XEBX0clzOa54mOIGkhEg
O5OQMO2ddkMN+4b2/p0p14jV3h8HjOjMlnLiCNEm32lxFxZuDm587bYozUhIf8vaOMrKcqPz5rEt
xUqb5+IQcffOOwaaReq2mQrCCJge0CDZ21FbjehXTYbAz/hN0UC/7/omXVo16KURBzBgZN/VnM8U
j8ypK/DmmOynL4HixEl3tZVY5r13BGUS0g9/SBD1d70pZhsbTdohseTIaURSq0HhrVnjg1oyYs6w
+lnKAntQuR1ds5eDzREw1d4zOi0Cp1zjHFiaq3MLSsAyDE4RuzNXyQRanKpG9R7RXxZbm39fEkiU
AbxLwD/8ToItMWO0Q/SoHE7xTaMdKhKMw4rHXXRN5zbmPXgWSoCcK9FbjqhW1nkw+pCYeClbGZF8
F/dDMJiPMT/KsQsM+9P1wc1zdBmNIYI4G5yySqB1NOhk4VmSW+2GlXaQ6l9SNJyyqUAZU4CAYG1f
LK/a3+lUVk3jRtIKBxZZ5nzqy3bXCBrloEhbOUkLOY/LoSnXWOp2wHlLGCrLXZN80vMq9Ou9Yf5O
0+8tLaKG3g72CxoIA9u6KUHJbfcitPqDmz5fn+MlB3I2xyqOpYYkHGTQUK5w9TYN9MF5Mqv+pmjp
tm/Mw3VbK+vpK/dM1iSej9o6svz+0ZB3SO/7ehHEyHmS6Yu71v66tm9983LfZp1I7NrB82/yH4rs
l262aCjChmU/eiiIxRU4QKoZ2//DGB6vD3TVtHLzZJA3Mc1hntUm0utXYKUz9mvwT8LDjR5/saZ7
KG8EZKD/N3egwiUMtAoVqYYh+3xTikdmHMZ+ZWzzobtyKNVuuyb730OJqOilsM1D0qb7PIWQdk+j
3tVWTsqyp/7vRPqK85n80YptDzMpjN/g7Q6keLu+VksX9/kBUJyMl2pO7rfwoJpFglQDMxIHUa3I
OGgo0ttO8469zU9D/wGc5uwC8IBGCg7jUwF7Y1vnWkkRnVheuiuMNJiMctcJEQ5VHU5sW5g3NMki
Xm5z69YbVipbi8sIhgATDBTI9qvI5skwOmcs4YB8/TjGEYmLsJbPRPskAQy9PsPLpubynjP3UKpQ
vSrJmRAML4UBxHFmyOuoTnYpiZy1GsaifwGD5f8YUn2Z7Wb6mM/IgBiELsYLq0UwAxDL5M60f7v1
0/VhLVRMsIBn5hR31jhlXjjVrHfpP9MKuLayhkT5Z8JudOtn596X+X5oVp71i+76zKbi05Ia/f41
smYgoXV3jXdnNk7Q8XvHX4krF4/dmR3FgUkr1VPoCaOK7SAD+NKMP69P3tpSzfbPYgo7x9u4MTGO
dmw3PTMDq3E3rvAjCVqZ1qyjtEVN+7rNxcv9bEzz35/ZTKTvVRWUxk8O2afQSadhaUXXTazuCcVd
VY3d61mJeXOm6aHysiipnMfOym5AIhiVeEsyXd+hBL43Rrlie9GRgToJFfQZeKO+qSq0yergXoQj
q7rQre4S4IIgFJM+x7nYevH3+t8lorD/Ub4DFzJKwGicu5xP4J/NFOilDLwZxrYu/W9DmUfI0/26
PqfzVnh34aBWMLfBQmFJLUKBlM8WXgVPRXMWDv435q5Av9YMKONgRi0mkuDS5Fr5Og5QPifJ9+tj
WNzuZ2OYP+Fs63laPnRlBROOIwMre/Imb5eIJqj5o5G/2ONafLnoJs7sKVs9L9wp6WrMWWMiu/Qp
HbRg8LfrAuuLU4dUHKicCWpBauYgjQXP2AgWiLwPIa8Ue7vr87Z4ZM9+X3F3ms5zCb1KAKK8MBme
oEq1FvEvjQBZlznAmPkQVAaoLgVDpi9djCAjmxoFFr2L/n0M5xaUMfRS69NCeriVwFrhYyC2xXYo
a163snTJom1VR2+M58+I8csdNvXMzXml4ZIF14fZ9hs5fNGSLphsKyy6lUB+edL+Gps/5mw713i1
52YHY2jD37bZg+atSQ4uWkAaAK24yNy8A4zzhvkt9QjCvtwPyh4ovza4PmFrFpRlYRnlZTM62emT
P33O3Zfrv750AIEBALkriuc+SA4uZyh2wYmaABN76oJa28shREF1XOtBWPIqoIk0kZFB/eVdHnyy
BYG0PHirsvIXK+EcsywE3WJQ4MRXSWDlK3CNxT3mocSETAPaydTT7jfJkLkD7ElsrLj5ygw7zL23
2rB3kny5PoGLy4P0+CxzOFdjlOCqBiDaGSukgRrjjQPv8/P6zy+uD9qskX6HhguEIy7Xp4ktjdIC
P08GZ6PxMZpsF+TmWdgMK5aWFgmsCYjxzZmGVw3zG1StzV5HRGAKJ+yGPMy1+6q+Ze0wFyGPaVp8
YGNDGgrt3LoNnQqVVqOXnmhAeIncVhWJgOrh9ZkzFweE9NwfYYdZZudy6vyaxnFZ58Upl72O9gKK
qnUyIU9sOahtjsMUsQxMcyi9vhoAtX8VFXgJUiduNnSCuHaZiCmE3L2xG7p82GggXwvQh8vAPSKH
h4ywIZgS9MDGvvHTrmWNRjnGIpAjo4tI80eUii09olrvfREsnlZ2uHLf2EjBIwuO/yEF7wLArHjR
ZrB4rJX9cOybLKz0Y2t/tadmZQaVQO2PEeRqkf2eNUihT3Q5gR5ADj3Na3nMW43hZoNgtmz1lgJt
YQ43Ka+118K2kyeLlM2tDUqWtUB46Wyh+ktmJYsZpq1EByznvUNAQnzSUkil6NBfwylYKwMqU2mB
TU0/N6JMZT1SrZkotgn8X1PkgYeE8WB94CI6N6JcRNJtM/BhwIgWVN52XOucXZwovCcBCMSb8l1h
xKp8sPmnbQHaENLd6I0DAZNJy1fizyVfZHug0prlyVxkoy/3gy1bOwF8En2nen6jUy0oRbVBo1Qw
MXvFNywuCgi70ISF2ix4pC5NuV6XDE7q5CfdZnI/ElqDiTd2A91l2f66n/iTa1LjdsAbcZbAP03A
nHxpy6IuKahmoweUow3JmXDOy9G1Hhy7gqZE6g1e4FnVCJRh3G+6KUYCeey8N0z1F13yKtSFXUcd
2JcOriZs7B0xBbrDLGSB/faIO7eNLF0D5Q9vhzeaQTw2a1t5g17uNkDhu9jaFZ54vlenu1jqIgbJ
VWs/NJR/0YVMb/1RlBFSPPbGoxk6N+3eu/dQkgqn1HNPJeKbkMj6DcwZ41OrV9POsfo3pKK+SV0W
T0aCrs8csKpb6ZFiw9GIBCIoPPNk8V2XTbLjUz7T8wDRVskJqT5zfBZpm0PXuDfvRteJA65nTgDl
oiMIwcl+qF0n4EMNL0DLLOCCftF9+TUF5UsINMm0TYuXcvzkTY810JLgXdmBfE1ui7aHCEw1BWmc
D9EAtBYETzsBAicZ1okTxjXUwlzD2zG/LKOmQ9enVVvo0baR/qwtWoedyb0bD7C3sEFFbpuzuvmI
KwAaACBCdKG/Z9/pazr1hcDjdwLjh9mW4WS/1mLFdS8FJ+dG5mvrPCbtqdnRJM0BIddDqCa/mNTf
TCUkZoZkixVfOUkLgOxZ/Q1atibwnuirUuxRjrFyyvNTbnIRVFk8nPxUqw818ePbGts7NFI5blzN
9G+NXk+fuwZVtZDp43CPzlyytZqc3oxIFux4Qq2VPNHSQUfRmuBNhhzfu4NOLHThSL/JT6M/hVSv
o0xHa1HxeeWMY07VI+4jg4i2NQgsvuNhoFXMcrvF0yazCZ1by4ZPCBJ/UG+qg5bb5CEpe7EzcNfc
EVI5K/eoMsb5HoXSNuJQAJ9ALKM2AuHwdV48JPzYk2rfu/K59d1wAAHTylIv3QJAdc3jRLIWz8HL
ncWoV9icE3oy5Cv68+KVSVyKp85+XgXxUgMFmCnFz8vsphlvABh2na1gGyv7UWUf2BYe4PoOGnGx
auqzpBtrHYRK6MunJD4lbnJPQLLd0zW01tKNhlo4cGGAQOPUK9dyn9eJ0fsczdkzgr5CV7EdpbWz
1fqVS+ZPoVbdgeeWlFNIoPSMCmgPSyR5yPtBD3rNPMRQYnVkFgIbHRUdDfxu2FvutBl8fkxN65Wk
Y2hJtue0jLTBjIZh7U5X9uaf6Af8C3MzIWJJROOXeyY19S4e4oGeWveHbX/1+1/OmnLTksM7N6EE
WJVlyIblkoLD/xvvnhP/wWTbuHhKwN93/ZivDUaZZAoa0dRsMBjHloFfHvg49zGvnOblPYMJm2Mg
NAIp4UI3ZeBxrTrwxiCBHo8idJHrydwDKpQrlpT4+3/W5q8lJf7WiN5mcQ1LaC3RQ1CXtGGeTdaN
GefZNrZwP2U1NG8ThttRl6i7Xp/NhXUD6BnhNxhlkDpVBwp2KgZS8BJsWA5QPaYgd1OcH+LK2Tc5
ea1sbXPd3gKHFCi+kBcGXRUYKuApL/dibIFu1hfJCKwZhOSK8Zakr5prbPPuCFiMFpebLn1r/DZw
m9+DPYSZfsPaH571jLdDgGlE43P2YHhr5Ibv/R5iQkjT4FE8v4vVChQE9rQ0SWJ5rIxXUbANad5k
ZgFC9mvq7BvmP12fhvfTjumeX3YubsSZ7flyFsaGFJpm6/LIsqeh/N6UXygYuEujiHTj23VT7zfY
hSlHeSGDOrutiZzksShjYHG2fr4pgDX23M99cmpkBPa+6wbf31C469E5jlwT2D9QeL0cm0E1M4XW
xHQsrW0uonTl1lj8eQS64IpFBe9dnolRaUnp0OnYJjSqjd9W/Hz9+xfq5RiANzM6oRiJxIWyOBTi
b8jOavLYjw82h/qOedDka+sdC77t7FNp/6LDo3T4imNbHNhfs3+qOWcxI5uAD2BFPh2BeCP+U/oB
ZB2osQHOAlYRsD7I+F0ujMgcmrIcOP6Ct6Hd3GbZ3LS409qXlQn8c3NfXoSXlhQfTYjs8ebJ0SpT
oV3ZAhJg6wz6dytpvc8ltEDBZFCTt9Zz80NJmX0obMKiHnSDX6t4ar+7boN2Ywefp49ut+Voe0MH
iiW3pd694M3oHIHaAhdCVpANAO7u5yROfha96/RhNjnxj8nXJSiZx27r0aZ/szL3U97XZsg6Uu0S
xxafSmPMx02S+9lDW5vm72xIRLcneA7cog2l+ayJtglZT6AAOMTeXVay8akpy/b/kXZly43yWveJ
qAIx3wK2Y8dDJ+kk3X1DpScGMQkhAXr6s8hX/39i7DKV75zhqqu8I6Fha+81oC6kdQ+pp72kLvUf
4KpRrvyi1jfFOKBMlFQ0PfaJ027Q+7VpAHcFc+WW0D4KZebJreQUstROquGxKYBjLEiSBBKg3I0p
KVgOQoOxRGKZ64bH4r5Mh2abG3YbJEyqneX0ydaqcQ/kqks3GhYM5OdBnOcQQ1jLgpEo6Uj8xUBW
jwYLGEnEGpH1dpyHxMwSPxC27n3rq1I7pXk7ssDubfmz9/pip6u114q/sd++WcBg95l2p3IzcqH5
8pjmTnvPdfmQap21qQYmtrlTD6u0BggKNBUdLzk2hrKxutCFuNIplk17FGgLfrdJpv2uQWhZZ0Mu
nyxf0+6Vz1Q4mp37gzlToybrypPdju2GOmOOL2yoMTRGO/3RCsN7qHE/Qvwq+62gu7nmChVEz7Gy
ddkwviJ+6q5VZteh78b9Dv0fePSZZXzXp36DRyzcDQB8AQKxJkNoGDTfgrrj4Fd6GbYD+Slqr4L8
wKgiZXtphMSsC7UKuJHwWc+MkGoDfdQ7t3xWdes9UlLnhxRqVkGN3tN95SbGScYF1DjitgQiBHZM
jZE0r6wUYjN6hRsWUKTfuEVsHwwzAY8FhAjI0qPKMBIO90qYaINH73aBYRfurrAr800fTe2v0SGP
8nPIITigu27bkoqVrPVqkwkdk92XMNDw+nyFYh08Fca6W7uaISNic7F14trYaaZoN24C+dosxmtc
Gw0WMh7LkOQ52TgWQ1JRevbCuX+ZM51v+tmxacVa47YtzU8geK2J/41lGx9q8rH/6/bx4l650VDu
h+4G+KHWJPp+fo6hzJYMtBqy02Cmzhuz3byEgZLNd7HpCOwBFKyEFXsrV+/UHS4SJ1A98aPGYe3O
NagfDCXVYP39A9XG0IYfyWFo8zIk4ntj6TC3dbuVyEDF71WnvqSl3v/0OFYMcbI173oSwjKFhEzv
rVOFl9IGvsLDKu9B0c1FySPWFvWhizvzER0jttGIitcyhlXIQFT/JROaFjW8eB193t5lNiojmpW7
kRQSiq4QjN7kZSN+iq6o1qXj/xor+P0lDFVXV2V+WPuxeRgZylOt762JLfijPqp+5fkeA6qTOvKJ
mbS4M/FSXbW0+1tyEz4lLSQMzFEXG+mULbIArU3DssCCGCAAA8SDjpdIbMrA5Vn3t8sMK9Bz2W9i
Do+glMJhlRU8O5WGaMKKp+yhr8alSv5s9fzzfoY/N7JQ3LtADJx/VA3jd/1RdEfmp00g6voeueC6
IrA/0Vt3QQFqtoLeg002Lqg7TtLI86zXz6lfKvTyj25pR4OtHSBb/QVOlWUYex4F6YysYcbzm9Ta
Qrp95Y7HntVROwdpAO2X2RVsZHWh2dJITzjlagi0gVtXQZtsYYNgqua3L2i4OBsIjAkv2kkkToCa
H1V6In1kSqhsrlQeodWfi+h2oKuj+RBo+vcPGUuc5ZrC6YlA8hRbWVCVC7nrtVQMNToALdDgAb1/
rq1ZpcYIx1ItPTFTHdMxfS5EL6H43f9VWf8QpzZqt+QAcseep/2fhg3PCyOcsuPZXKLIgpm0piMH
vc3zIcKOKbcgxBgfXVWPWZA6pb/hkCF4tklpBgweIJHT8eJO5vYYceGyfVsWfNU3PUxBB5Z/B5Hf
OMCEOl4VsHMMldMkz7XhlpEvsQJaWM6u41j379rYU2tcEH/Bo2EH5hd8m3RJ0wKzYxRrajP5WBXK
eUjBcAkNXoz7PgUFlYCCFzmZO0QobqNUq3w6fB/xVR7iUboPkCRN/satV39NdGRStydnji/6Zxvh
/WLBBwNPx3ktihqx3Y3E50fLf9K1O2RsQdZWUaxReEhGqfba9gmOnIXa6uyp9k9UC5qYAPyAsXvR
UqSscBNP57B3aSIkHRKPYwgSVBrKO4Xtb2q3TDdDvIRNvvJkc6bSKnD0k7rUnIDDS49LYKmyU2G6
hzpOYWQSk5fRZTu/KjZJGj8szO70Ep4tPQdCcJOZDagpqC+eLz06sLKqdBdnRePWeyfrhj1DhWvV
24KsVGXnO8yCLnFWEv9kdo5/L1Sq7dBgjpestaZVfutPIbM/RYDbZEgnPU2SEHXJd77ZPCpz+HTv
CeaZLhpCAHO4eNnNT0dh566kdnpyDSPETRVw55mNaMH2C8/vawfXx0Cz9wmjTBth4JqehP+aQ9qo
AOj09te7FsGeDMxhuAdHonkbbWR+49SeQKnCGALN1mEQtHDKz7YBCkc+KFLYeBY0o3E4zSbLV37N
cx3rUWnIID0Ffb8qaDUtQBcsggB+SJY8Mq5FhJomQLPg3IDZOzsLyxFV6Yw3+DyF597j4e/ula2r
lVEx/5g2Dm5OveDpk+rIkoHQtYsAeo06SiXQdZsqVecrsBgl1b1YmUdisHGT9yZ5LqH89egSVW59
BqyXg34LrLKcZp3kuFJTlvlroozk76c/LJqvwBShoPyuH3n+hxjeaPaJGM1jUxS7rKx3S1XkKytn
snmaKGmQSEa59jwAYRWlyZi4x2pv2KdqiSa99PPzj9hrQ8ZNSPZ0clcUd+h+3p6fK0fF2Z8/5Xkf
coJaWoUBvJ97RP23kr8h+c6X3LfJlUsZSAWsemwwnHhz1D9AeJYxlplzbNyCxhAG0FzoMWWwgoNW
QO+ylQtvgoep/jhuWAaINzqzzU6LgXHkbfIIU88AtEdzTaVbP+Saoa8kGmFvlFXjd5YhsQqQdqJg
b9hLUMjZ7P9zd2H3+IDa62CMzmaf+rnqNYa7S45tkFLnCaCMn7c/wCzEdC6cTc7sA0BiNC8oqHhH
132k27b9HBYbI9AB7MMpoKN+iZ7ebAReBXhAbAnjKCicwnK+xwP+9fYIZktoCmGDSQ3YEGpv5gVI
aTRrY/TH0j16KRGB32npi57GPR5gUiyEmk3WFAqATiQSk/3ZZFB9vlqhJKD1SKskSgyJXwZFaomf
mYbCyqdHhNMLBGUbwvd4sM7OaknQ8MbbUALJA8xRnYVCvqbG559Q70+KKSeaxNXniytjKDrY1dgf
48FcFRCxE+nK0fedWKJeTkvoQzrwPmvo2Fl4gE804Tm802i7uNdV1x8NQ1TbBnbKq7SFoh730u8G
tl70+dn7GG42e6x2QQl2EI6xPEBFIBpUsrLs37ejXL4JMWd4nKEwio7kBQuTiMoVRPf6o+wnI3Jn
441Hy+qDPH/jwHz6VgukHF3fDnplqSO1wwt08kaHJcIsEXGhrjJU7YCgQxsM5IvTsiAzFxLma4vc
BXoVQmJowKM3fb7Isc06kwPKdrQyN1AvMf8kvfR9PXwMMNtFzsiEhTXeH/UX2NYH1toylkwQp288
X3IfQ0xj/HCtwHJnLAqFEMmdDi0w7XeoYhTiFs7OawsbIEXICKObBAuyWQmr0jsvrgWiKBlo/maA
Ncza+VezNdWugCUGnNScffPEdQXvUyqPKffX6GUEI94SlvPn9sq68jgDHgQOdN5UZoBG7WzXOJ3X
MmqA411xbMx1BrKhRGE0BaTnntqQVHsZlwTHri20jyFnI8s04H7NpJbH8WDWq766uz2kpZ+ffZ0e
D3FGPEwcTx46dYJt+ud/H2j1SfsYZzTQAudrrPFqYoAIK46N1wXp1JBYkla+tt0nyywL+Ft8mXkj
voW2UQKUtzim+TNJnKiQP8ri278YxdR+m6CIWMezzaioO1q2TcWRB0jTQ6tZqmFdHYSDBhk6cGiS
za+Zro85NMV1eSwJSu5b6q+7avMvxvAhxCyHEa3jGrkw5LHjOznedZ/LUXFeTV09VCzw3wk9Ppui
RurUy1tHHP2u3jUdPzj8EZi6z47BgKE27GWQzKMTOr/zB9AfjKobhmPT7dDKR3Xn9u9fnoj4/Xcd
cmTAFqQDzler0Y9UCKAXjxaUuKTzV6BHkqpdbMlVYRULTderwVxcjz7IVShHTP/+4fj1YG+b6Uk5
HH2j2pbjwQeYcdSzQO/sQOf/YuYm3wzch0iUQU4+D9YA5urjqB+PyVtj3nnewsRdORmBMgbcebLs
wTbxZr9PlFkVtNWGI/phX0wiIK7kNSEEQh7B0YagbOs/W5Q+aTLZdWb/fPuzXe4eFGSNyaUWDTD0
x2eH2CDbxBKmEEdhkJei0b+CKvPH5PHCIC/PyrMwcxyX5bQKTJ9eHPvS/auP0FdCpej2SKZNeH4l
IwSMj1DPBn8cBbnzz0QNJjtYyIhjon50prdGzQMaIzyCnEr0LyKh3IFcHTWVC+P1hHtcM7xGHKk5
3rtMJqG0WZi2SAWLgS9wkecorul0mLCKDnr8uo+7YPqCH9Z67McNM92BH5u6r9eI1Id6ydqH3kjc
e78nw0o4emjRE9DAedB6VbLLHbtBt7WlTyMseVcpyfygaRy1qoVjBbGU3fb2jFzZj2d/4/RtPvyN
lqqNopKSH9tCX9EUyr9FX+0UVHMso3ody2Z1O961bw1OHQo8UASaxETP46H850k0afkxYaQOSKLd
ESZXoCceumJRfWg6ueYLCzpHqLdPBrqQgD0P1gq70lnd8KNB/qj+T6Z9c81nOX4xILVboZ6806m2
tVtUz9nvwVx4316b2Y/Bp431YWZboml+Khg/8oqjaUb6N+b2zwPV/VBVzp0plxilc4uk9/XmwvYQ
tV5UlmAcfB5xoJPLnMn5sdArPrUfjTtmZrBAJqgRlIPI75vCzE+CQCcia+0k9FtAp+zWECHuHnvh
S187n1BaQa6tW1NpcbarO1aUhUxVd2x7cCR4o52oLP4M6RLu7dqK+hhnlivCixmlLx2Nx4odDJFH
WqGFeZGGXfVJZfl/5hf5PFKVqYk07yF5SdF4cdwCmZtqyU/IxvCA0jz9fXuHXJ03dAaAsXTw1J8D
yBzJ1eCMRnfsfPZlrMY7txlWGU8XVKTmSO/30XjoBkyXPjB0c74ObzszLYiJnouSauX3lVrFBrBI
caeZQYWsP0oAhggTsym+yqooV6Plqgh4FgNcgsYOGDGgYVQhKSmF/knY5PTHQcIIAAzUBGBQN78S
AB4eujGj/FhBUAQ9ksBMdhrZSfv19mRfud2AZMLLBvLQpo461PmW4TZa4JlEHKm/DuUfo60W7rZr
OcJZhFmOMIIinfdFCVDisG7AAnNh5C2zEuDdp9YAY6R/wds9cIgKb4/syvFzFnd29pUlOvSlg7i8
eWFWEnocahh3nD7m8cvnI0EAY5K7RV53eaTHVeXz6aCz6RtcPtLhKKs/HG949Xg70LWP9SHQnKIn
SGxBJ1PgriJwyN4vGUYt/fxsLfg6T3MrxjgGwEAsXwILsVTvuroaPg5hthrQ9ChLU5suheY44m53
6xisQbouuxdFqggrJaRGvh7dham7cqiAUIDt5OPkulQAJXaswds75VDkLceVqK1uNelU7BMTHiq3
v9K1UJB9sSdIBCyH5u1NEOcLvzZQmfZ9undT6y6N9629cLkuBZnNY1X2BPbdPT/GnYKfzCt33zIQ
pG6P5NoW+jiS2RZyXA6SvofcKPW2yYSycO4s8mybXy0/+t8iTUvzQ67AoF/aNQWGo9Ioc0O8tLkd
JvyQdwun/rU1/nFI07x+CCRNBUytrtDyjsd7PbEfXWr+vD2WK/cxhPT++/2nf/8QYijgVGxqmDUH
b6Gk+pmZRkgAylvS6bg6FNdF/QMlfgSc5RekY27KCmwlmo/2LnFsPRo0Va9uj+baGkD5DhRGIJGn
dtD5aEoK4o2TTflqUfqPskU3p6V6DTSW6UVdVrFdJ1X7ejvotSn8GHS2utM+T4e4whYyij0QKqkJ
0MVeq55vR7kyNPCMXFSpgUmBweQsFW9T6iVwehTHbKzVA1FsuNOL2tt6UI6KpDd2D7kvlthN15JU
F3kNEBAgn2JOZ5tK6thJo4HlobQHh7+1rnPfZv0KflAhGGcb5sjITg9xmh/ieIhatfDeuXJwQJgd
7QboSuOymq+aWvgABudde+RmFfSJBcO1F7LE370yswiC/+FWtECvmo0R7gw6K1nZHlPD32UJIHJN
uxcDrPqKXSMXU4xpDc6eOZAUeAeZgweAfuP5GrWyvitpkrfHtswf7CLWA5K3sAqlbzafoO2UZkEi
redStkHrpOFQsnx9ey1d2YxTDQIcBPS+rAtinizSuB1Ln6GZnf/w2fesF0t0yymPvxjlf0PM6Qd4
oEAmirvsSI071FUP+ejAsueJqDxonO7Rsv7FSoF3xvQJodIDe9vzWTULMEoTy2LHrGreHDE8S8Gf
tAHp2+2pu7LZsffw+0jDJyDG7OuJwSat6hx2NHILr7RDKb6K7sHJvt8Oc+0LobqCNBeoB1SMZ8ey
9MEOcpOWHeOHzj54Sy7D10aBN96U/gFCcrHkx0r0+BIMs6WtenYv5Rt3AQtfOI2v7F4AGQCew6sS
DMl5RQXM9UYfAYs7loW94xoPlYArEB0WwlxZapO6yQTRAiAGfsPnnx5QalqxItHRTBv+NKn1Pe78
353w9mWpxcGIuk5g4J/C21/oMurUpkbTCEA49xKmlbmdPw7NqB9tKCRHSigvYkQLnMSCUwRNwjEG
FdoYl6pvlwtjCosCPGoyBlDQE0biw31dDKpnWlXox8aIrGdpbG6P6n2yzvft+e/PblA8LHF/N/h9
CIMWAQSF4UkPQ9tIDMURroArWlob0Xe/SFZ/w4vmrW3VutFQpDFUFWoFjyNl2Oth9I5KaIGfEgiP
WV/y2LzLveGhkT72CuGHQjEZ6aZ4hsbz1yFJQpI0m9qTK4OwJ1o1AE5J0OKSYRWjDtcBx28K56WF
Qj3e2hl66d1L1Tp3tLdDRzNDozPuqZQb3JwLFfA56ARvW5BKJpVvlAZxUs77Kn7leLlDe0x4k9KT
op7Y9TUnh2ow5F2SEuMRBqCZDEAsqE++pf/StK59GhPqO4EjNrFzUD/6VDRFpGUePfixU0VO4/1q
mxY1006MC7vhcoG8/5mT5r2LTs28rKRZonYBCXUOowemzbckur1AoN5+cbI7aAEBmoiaLLj07nSd
fliBLqNjOtbcPlSeU4Ys81Z2Pn7jQoWm0a9g5pIFBksiFqOHWplrsAx3dmtCQ5JVWyhavoHqEPCh
AzS5jR8019sOVn5XVe0WPxfVsB3RaR1CDgGp29hBqRHKSJVHRTQOeIC3XnLSu47uQCeEQ0xh/SGj
d5/UBB1u0n4RTbIvC/+B1W1yP9TtQaQ1qsYZWzk1eCN5tsnNUfxNTAZEe5zzqIU1ddC4kCyu4n4z
NN5rlXc54ETDMR2qPqAGX2lGcU+m5CMzmRn0KUx0ha/4lmVwHSt7iwTSK/rVAHPxKKM0Iq7212vy
cAA9x8sq0HZqGGFqLHAlRGigaZQFdMy6dYx6MQvitPg+eM5eVt1rZvtRX3lbq2En2+AHO88j00wf
uy7dDrG+tTr/PoaUfpbzHSSLX8Gx3qaWcwf+EMR6RaS4imhfrA2HHMqB3+U1++rG7VbZyV6lxbpG
bUp13+vaiHpur6SrHeAxg3O591d238ACdLyrR/er4cSPRSrRN/ZbPaLK2Setjiok69+gZ/Fam32E
eunRKcmK9T4ILsWxon26LTUJ5Lk3rEiKleCRVZrZP2F+tdOTToSVnydhpfwkGMYiXddGkoGSkB2V
maPi2OeP2cAjs7N+apXtri24EEXA6kOwpa9+mInb7liWbxwBezfUs5wG7B9zjKgorI2dlFvLLUHu
gNRmCJoWwMhe/JZnabsrWt+IXKYDQeL2kQe8dwDaWRqKpPkxdJAOc2J7Ac96ZQtCAA1AZeigoVg3
JxKWVW30nEr7YGn+D6OuX1O5sMnf20Xnx7TzMcR75eLDJsRLpuj4IOyD7nP9GFskgfhhT15Hra7G
EBw1nE22GRn6OkYBe4xOsiVbPcv1VVv+NXVvU0EnV4Pu8fCHsajDojrUgqMrajLnWOot+DtOVJmj
XMH9W0XQjFcvNDf4nsJbZuHOuUxGUNi0AVAxcdbisTErCWdxqgMaYQwHx2lCPhw5fKba5slL0oVZ
uzy5zgPNnlDAS9tuZyokbequ1v6gM5Z+vtLxMQRgUueHo7B7qeEJPRwyGCjkXxu2Zt2niynnIWY3
dFOBc9hM00XLlYLvpPZDX0oPvRnSEpcelhdK5joe7BNpZTZToKs0MSDB9sFp3Qo4adVuiCeeKmA6
jdQMfVCSTF/QSOmqX/tGRtakUV3U6tovwsdVY4oopmm5SuA/rqSEnozvTJfjVmr0UXOqb2JoI5DU
+q0aigInbJLu8w4+1+PQsVXDwW6kij0PcMHeOloetrH2XWfNQ6/pIIH3j6UyH7Sxggactc/6nh4G
Iks4s42Pjl+tpLA2BBeAaKxvMS1++GX6WiSlHYBjZYRG2yJp8Ie3Kpc/bKPbE705jJYRZbI5uEWz
TXoV0tQ3Aw/aNmOX/UDzBqmMbe8zNPfWY5LUYHCSfQe9acqtr/po4y5joSXNUG/btZVKFLqAHUul
cY+teZfl6skoTDvoc3+PwuzT7Sv58v2KjwUgALzTgAK9qL6nhQcaUyadg93JBJcZa4JGjI+CZI+1
rgWx4yy8gS5T3wl6jh6djTYdSPOzggcdaV1KqoyDryoorqSpF+/GauieeurDmRT8YuysdOwOFR/r
9e3BOtOPn598OKMdsOhR4LmCqfQI2heuiPtDCtG2PTNb9uyWXbkVHTNDierSBpy69Bk9TW0y9nB+
FgBe7QDwgQhpops72B+0kxWp9wL+rr1vs47CuroprMB2U5B8BpY1ARh52dNYFcOKJvbPuiXJkxjr
hoak4cmXIdflI1749souEog0oAWjv5DG1H/xGAqIluxwDWMfQLdYAZEJ/b/vsW53a792/WcvJjiA
Rq1CmY31e1fxeG/xRt4zL80OmpaxCCXm7m40IEYsRdxBk8DI7gUfoPtFqPuFy3j8GsdO/yyrBic2
8uA/BuHgS2Nlhhn4snHAUkcrIebvJGEeyxaaooO5gU70Us11OgdmHwMHBOpCOLsh8DPvGtLc6vFK
9uTB5N23lqQrZsvQY2ZU4ZQobbZWffyYLSocX1mAEHudHq46ZE0uHpYedzUvI1l/qAHiEdnfOntO
u22Roo0IEkRtvy2suctR4omM9YaKIh60804i3iue9MQ44t5YCXGS5RZi6NbSuX6ZNaAVPDFgQHDF
yTsHiTFXsibxqvGQs4exOn0efgjIiw27KguW6Ng9s8JFDzPxjum4Nkq/L+FibGmBIZJX3YHxzeen
C1cUaAxoagNePbugoMpaukNiDgdjePLIGotucO/7JTjalawBcLr/RpkdQlgVRtNPe8k1swAuiZvC
/N5NZX/7+fZwrmQNZ4FmE6cxCOfWOgLp9V88ICCbqeuv/1uIaWl8yOYG4g02JQhB/TAZDtwKtX6B
+np5SeDzT0/YCfR+yUDtqBUbXTlNF8fxBi/J9I11IQfSIPt8Ogdyko04KFWTC3mnxhiE6mpDHqjt
yt9ZqasNhWXUKctNsoIMC/D2t2fvykqY2FDoQOPthJtwGvqH2SvqurVE48gDFDtB76Z3FoZVAbkQ
D0sm5FdmEeAx4LYJStK24U1/yodQuq2sscRNd5DcIVslMrWpmob9LlN/eDI7PQ/doQdf9PYAr5wM
4I5M1TpAlHDIzgZoxgMVTCvkwbZatmpHXV9Ld9QWvtuVdW4Dewkn1InSeaF2bJutgFZnIw9G345f
2DBS1HMSYzUKcwma8Y4bmt0b6DhORuIo2AFNNssvqW4kIOlQeUiVzI+ytOrAgDTOSTiMf0kbZf6i
Y6cOrmsnx1Yp7S1PaQZrYacH3KysvnfKy3Yxbu1VE6cq5AREvpJ7yaMvfTzHayNGIQm2LmalVOCU
NhFh0pXFqoATRjAUKTQyhg5a5Kxm60EWXtS3Ktnjwhdh43d6gIuzv0sH/qtrLAm0o4Y9I2q2God6
M+gDXpuygdSxWUH+Efd0MDrDqk2h9dd7NEMWMiQB8H5hk9vJ2hps9C4K199mZoeTV6UkIkyzt6KC
2Y2TW8UrOMV/jKGz//iDckLedN2qswyxI0Yfr7K0Y5u8YvSkVwK6cgK9kj9AwWuHwutIEZhGDp0R
p+X9Q5fHfbVQ57y2LLAkIO3sAAN6UU9qyoQoHeySg9Xp8aGva/6DQt5lb3T1uFBru5JNoKyOEhuA
6y7quLN1rtq4MVNJ+wPXRLVWju2daCzjE9NgEgmlJnMVd3Wxd0kR/8EzNP0XI53EaKG9C2wEuk3n
m5tyqgF52/YHzxh/tQI8byeHy1RSLAHOr5wiZw/e2TiFUaQmtIaGQxoH4Ox6SeTJhzE/ySVX6ysn
owPQuYE59dHhmqdnUGthvlaY8tCrB7TtINh5X1mvhvb79vl0LR1DcgSpcQ/SAyhPn0/cmGuFN7ix
PDi1G8aJVQblWH5zB/pLh2jhpEnzoqDMsXAqXhuchxaW58CRAZDU2SymRQ8WVy7VoUuBykhOyv6R
GDRU5ZKW9UUggHbxyHGxMNBfwAPrfHgAi/sO61l+svw9rFXi7lsFCIj7/fYkXovigGMOuCWccHA4
nkcxYjDfqGNnJynhcd9D/cKAlYEL4Fa2sM6vRrLwTsRoAEaef66cNha6JHF2ym1zh7W4sWQdiKLe
FY53d3tQFzcXps6z0SCZaIPgPcy+kZC26h3o/ZzG8t5dN2ohqbk4m/DzPjRDkGqCXHFRaBtJQ+IS
uM1Tq1Vr5tKvIyqSDlcLMIz3pt7ZdTXFgQM8Wn4uAUJ99m0GX0dJYoDHgG+WkdlA1Bcl5KeMHmLx
CMZY3j01UPdBWybIh0eIDi2s9Ivz4j08MP8TEPoSGOt1NS07vctOrHen2vVTM2g/BDwi8rjZKRDV
bn+0q7OKV9v/hZtloxBIaYrUhvALJTaEimho2N/ST9MkZmOaTaluDX1pjzI7VT0PXHPn84X9dGUU
WHWmC5F42Jvjy53vpyQFbsHqMQowe0O/NMLSeinr7e2purK+EQTSxQA/upeoWY26KeTLPND9i++x
87KEFbjy4YHLstDFAWkMiPTZ9sG60xnSlvzU6CgGaOhF3leJJd8gMuBEeeHmjz50yqLbY7o6cbAJ
0MH4mAi5sy/Tl16iegPHA/jWIfFYOPrbNC0+fwi5OuCiE9AeF9Mcd+bYTGuGROH7m2kgrIdqeMn5
pBm38IUu7iZcfogyAVPxf8jAni8Dq0xhKW+79NS9I/W8QV93DYyCIeP0DANpFvRgUIZW3tib29M4
ly4AOhWRwfb2CCr1059wHlljDJhOkLJPJktXhmZt0MNew2ngx0D4VtbNn9a2D9RRkcWqPRF/b4e/
/IooJcDyAyBC6P4B2XceHYJihQcXqPqkP/AhLLog+TSIBLCcDxHmneiK6KXVOIiApq792DFWvQ2U
yKWFcnUg7wU/HPEoEc8G0uZJbKZGUp+GYV39HsQfx3u4PVWXmxhkrel2wpMOfghzSIcUfsFUWzUn
K/d5mPdWG+lNv0SluLIeEGbyAYaEJUFdZF4WGUhOW6NtTnpRHGOdQBgsXdX+i5k/V7m195QRpYYD
BR30ALtyYVNfjBEwEqBJ8B887q4APnrHUyw31Ilz6W95rvE1Otv8swn8LMr0V3x4HmuT5HLpTaZj
8SYbgX+AAFU5eitWbutiY6kuwOV5++NdJDMIiSoTcCyoSIOmNlseDBZT8M2t9JMrh3hf4cF3Koc4
jwjwmZFvtvnCYrkaj6C0hXwGSgjzMprvV1zlbaxOQ1tmYd/YK7cq936T/xLQFLs9toulP43tQ6zZ
dPp1ZZqxn8LBvFEnz+Qb2Q6PjjJW/yYMrkhYZYAqPq/XaU2C9jwOolMBn5hAtV1YDF4VsLZfSCyu
zB3EFiC8BiEV4HXmXAk4jEH+LB61k0n2qnml7dHs3nieLkzbJWgRHFsd9woE4VEVApD6fBmarKMM
GBXtpNfk0TWHQFFQJtR9ZcMbsYTQsjSqqG0He59qMb+TaJ2vPAnTzdvzenH1TH8Gbh6Aa2E5eaEc
pQ1jDSAGVDeVMAI9WSX1SmYx5KOeKirhJ72+He7KakE4pArGdOmAhXE+amo7GjQAMOqs2OUehKSf
xZJU7UKIObvQZ5lmW7HQkI8cNfqNOBu+hOOb1vRZqv0+af8/CnN2ShbgYaPK1Wunolj31ZrShbxj
aQjkfJa8rMaebTFLktYBELPQGSkC0r/c/hbXPj2SGoArUc9ApWk2CkuvS63UvPjUmb9SrwgN/0vf
bQ3t3h8V3vtLUvfXJg11u8lF3Ifs1PwpXOUpMROfxKdefc+gl83aJb3wuVc0WBCwpfsQYhrxh6N9
1GQjSI4QDcqie6c0XyiYhz0En09a0ZR3fBz8gHZ12wa2qb4QP6Ew4x3fzMGOIBAaxrH5WGcOvOA8
0Sxs+GvfFLVYjxDP1ZHjzfZ7a+aNlcRxfCrUfQ1xqgGtYH+paDP9yHxh4ryf7hjgMi/M1GBGbY18
1L3TiFLD9mt8by5J7KCHeTuGP0MPyLTOLA50xokMnnEaC5RgKwlN46YHaIZ7KPaVQ/OryV1/LT2z
/1Y7rF79h7Tz6nUbW7LwLyLAHF5JpRMlORy7/UI4MufMXz8fPTN9JYoQYd+HRnfjACztVLt21aq1
ql4xHlqwE9DGmv/QPw8bcuj9qAgLN1IF24wIEtfRCivctInWPmaYeJQphR8KUW4evLQVyFi25CJr
2Wj3glhleynhhHtwbzW2KTa6rUKy9QAxc7ih4BrYw4RNjnRJQrwgLxxZDUTb1YIvRqtL275pU7Ki
mr6pQN3EqF1DkGgKGzVQ6SB1CokOMfFdR1XaHNrM8creR0zdchIxhvI39AR78DLDrkskoWAjlV+V
QNXtSJYqO5eUHCG+vnzuQil5ljujO4i0FO5DS8+eg9pKHCDjwouQBp+L1ADTmpl98rlqe3K6fRBn
GxLaA33fQynsizGvt60Sats68vNT6EnKgf5L41Pi+cqesreyGZqgfuxKN3hMMz2mX1GoHwV0NG0x
CYanyhCro+8bQAraHMAnNHZ7KKne/AAlFbcz3O0gG+mjOlbhIbK0ct8kYr61fJogfLI7GxRZdVA7
VXykt8h1AleLHaJo5jPR600qcBG7UatsS11Jdx3NsbvaEBCJM2EI7nuve85qX30MFFAzXiNFh152
8y2lAgoTPgo88P9Y0Gz3MnK2qu8Med9veppsbb83hud8KBsWqOmeXTNK7F7t9L04is0HU5iS3aHh
HksjdHcdealjZRiBrQVdYMdUO2DJAS2hioK5UzX3VXHreFu5EWh1cHoIzojix/ve9OYZDNRgqnxQ
BAF5Tfxw7Xti3SqqwCx1aAg1x3fNTeQOe8Fwn1uXUmYcrbYSLTgUDHLG4YrlIp1jPiWp9vp6rPVj
iChTLIwfVEF86S3t1/1xLZqZElhkaKm8zF8EYj6EvEtc/SirhWALkvy5kZV6n8lafrhvadF5ERco
kERNmO/ZfRRD7t3Wrm4ekVB1DB94ciclG1DRb2Ejf7pva+nugwibNy8Zs9tOn8DUciI9zz1afWra
uNInNY5eBLkH/GdmdBZFGym2Vrr3Fz0n5W1yjQDzb0LLPA4Qd4pr9yh/MVG72t4f0trXZ0FDqVhj
JmR8Xc/oewGUqTUrmcyFLc58Qa5IQwYjmG9xsISxNWq9e5SS+NFT/H1chJvU0k5w3Wa2EOgrG2Jp
RLxFSb9Q6aCxZ5acMI0uHFvKSUdrTH5CSb8tw+AvhkQVmGb+qTBAi/D1qR1IVzWt0rlHZKmcWhWf
jQxNBelHodVbX1jTCl84S+jQwM8KKoS34LxGSgOWGyaZZMFCTtszfeyRFu7icQ1dvWZmFgaFYdfC
STlax9E4BnJhC90DQdPKw2FpM1yOZRbJ14nSATfBiJQcs+4hyW2lf87B3FYrQNWlo3ph6DcM8CKo
y5tw7FsTQ0qz74xzl73TE9i1fAXVv1+VtpJGX5m7ubsb9Voog2rAWmt9VIRwX+vDk8tldv+wLppB
eBSWIgvUzjydQw8VcUzcW8dhdLLwBPhIEB7um1hypxMzHQyCUNLe1EThV8lVc5zodz3XaUXXBodl
ZqFDM8B9Q9NKz4NOqjQwcADsQ6ZmGuvFArnQP6e5gaqSANyw+xUQZyHjXrpbKyAWpBsDwN9/Z3Ea
+oVF2S3CxvWxaFXFLs/gx8nPvfYFIS27yw6+nNPUslbfWNyGF6OczsOFTb0jli0HbBZq4kRpQnj1
plug7PNkV8WF0/XqyitwcQFJhgHmIicHVP7a4kDVXfR830XqdTeivuNpwMzdf8Lg+/3ZXLQDqniq
Q7BZ5tDmoa29iAIVqliVDn0hNAz5F8+qdm69cpKX/Pl0e7AbqZ2DvbkekCS0ESBE1zrmJf2E5jZo
1gRjb/OXvADpswLux21EfWC2FynYx0rZ9voR/p1jWqj7xNQ/FF3PMmnvqnDYAu2J7UknAE5Wf2+F
yo/7k7lwsCl4EAeaOtW4G60mIeo8TQoS/SgN8L4mrZc5w4jgpFkI4/a+qQUPjCm6CcFBA4GeF16i
qBKbjJzYURc+jf3B63hJRPohQDtklfphcVg4KuCTtGOiCnW9dJ1YRFU2yPqxCmvbcJUdSvC7rljL
Ri2ZgYJuAmoiKUy9/NoMsKkqz0wfGHZTHStRbm2Fhsldq/prdIAwIvOtmdtioyjGRF0A8el8q0zQ
cHRFO+1Ywqt4HgSjgZXalezAK+ngedXa1kFYR6BW4BflttADaltIOttCmf9MxDb7RBtNX9hyXUoH
2Cog3NeSEhS4pJ6LyOueCCr7nVBkwUYPEySs4y4fbWLD2tEQU9rwq34OkQSORCrb916b9Rt6ltKH
rmjyh8CPdbuySh1BFM969guXpKDWVg5wJZhLAiEtXj3BUk6y69Oz4iWDowdGRNpu1PauXPtHN6sj
lO1rbyujy0ssmLVbLxlbpLQ17R1CG/pDASjXLkW13eRIBdi6lqXojTbjixd239KEX2AGhvfYgel2
Kq5EwNoi8jVqHz3SpgylgDTpkHiltc8LUXmp2woxoqL94HViv+8z7jRPC80nEwTR3vfczKFJo3/y
4qgm+PXoAwm9w6juQmAEmVQ8aWRnAtxCk24Dmv15nJrGY05B7ABio92H4HuepHwUj4OhDuek7KwP
VFzkp8rTxK0giKkdypFoq70iPiZ6b/xMXQYUlcr46ANM2sQomzwiUPO788T6EJWoZ9HjU+0ncc6d
CWLLQYteeuC/RluJGs9p8qDZxEqdgqBXPJvHHFLxZkWPlKfQKFxPwkJqLW9itGw3hjs2DocndaQs
rDcSvYO/mt4Q9qkb6I6oBOZjAsfNS1to6iM6LN2r3oMO8qDzei5KNAJcNRQOUdtJb5Ev1mwspe/t
oDWlj2lcuiuueOE2o+JI6wfANlDm84pjp5m5mlQ6ekj+uE3jj0Lzs+1z+iHg3+m+5dVakfiWpYTn
8aXB2ZWt+IiWCaam0eNzLJN/euVb6r4G/kFTzqQ77UocnXYNqrXkTS5tzq5sojbPbARs0krjtZuS
Xjx9d98HL1xpEPJy6qbKDhDBmYkgbGAm0FyD2KfetDyQ3Xx/38LSIOiShJUCPeZpta5dYuTJNAOx
nY+t8kNyUewaE5B8ax3jv5nb594Q9W5qflO/5A1xZi83XKpgzo5Rqgk7VLKyQ5lDsiU02be+adQn
xH2UT7Gqh84A77mDZFq5icsQCFxk5BtGUJ3DpDb/PByH+Jh+N5NtipeeXQhaF8noHzC/mmlnYusU
eOnac/58imGFAggO1YFizjOaQhMLoVe12tErfrUeIk0bq/h538TSPrk0MXtn5nlcK72FCe25MmMU
odbwX9M2mK8flTH4QklD3XYbdKHbIJUcaxRus3/0zh0RtO4H2w3EN62siMjDtSbbxY0JS5pMvpl6
8bzmnUdanPbRtGMK4xcYOO9ZVvRwq0RQiK9M3pK3mjQbCaxIP9zCZMglR/44mkfPDIuN39HP1bTF
JxR6ZUcMjB908CQbF0T/1iw6hd6OMNrXaTixYsEIOFqq96o3WmJT5UDlJsiCXSmNwnNAoEjNC9LE
doApNkki8UEwQwV5z5IkPUJypDCt3smCRHrIcnrmyVbqT55e6Xsr6L0tPTbpWwB12VYXhGanwv+c
1BrsQWR5N02a8f+8uEiLRj2wVxC5JFN7kpK9uuVWASAtQn+m0grKNdByF1cQbZslLCL3529l+uY0
F3ovK0PsSubR6DT4oNxPXVtsAl32bABD+3JoHSlFO+W+0cXtAdWcoqOCcwvrzJRMr+lHxmg7PA95
9gbE7gOihsaKnaWTNRGm/r+dafAX7zLLE4s+RSLv2JEVGILAVsc1Vd+FBxJkr/8xMUt1yFZMhzRJ
0CO8Z3L8VGnscvW9Tzj2X03Z7y7/i6EY9EalaslQvOKt0SWik4+r4u+/Q+i5o7gYzLy+XaBOERN7
msc8I0UYpB9iXbBltXptquBHlOrvGW0BC4p6iJTgJQxFW8vqzaDlKxHI8v7gXgA/oABOm/5+MVih
ShEa1Cvz2AqxI9DymNDpDsnI9v6cLgYeU1MU3h3tHlK913a03k+jWOjMoxi5GxdyJSRU7VZSD+qg
/FNq6o86pJ987B7QsFvJwCwNkaiA6GCCZd7Q6dZiqrQosUzr6QiwsrI3390f3bIF8L7wSIGKmIcf
cpmNSWbl5lFPX8UuYQ7fpdWX+zaWDhixB1wNBCG0ZM0CENGtxZbg1jgizue3u9pbmaVb1khCw0sD
sxOsCVZeolNIrrJ4DYV/ErOBeuGgGc9i9Gq624ZMX2cdugY1Ke2lyV/6qLab7sf9US7uk8tfMTvk
RUJXYz8yTDF5RSDVDn0T9cNtlEHUYzqp/1Ny4T/6dd/qytyqs1pq1MuArbgFjkaSHbtYf6tic8Wp
LA8MwDbhG+/dG+RYkfjoH/ihcQz76FgUw5OZA1hQsxxlU/ezFsRfeXa/r0v3eyibK7P6G88x9zZT
5QhO6SmDPz/lviG6lSZlxMeNUohOjSaOY4xu9WA2anPQizxwdNNLP8bB4B4rnzcrfVkpyiDwW6AV
iI5ZLnyvWo8ViNp2E3iuf5Ba2YCyvO828WAk29ySvw5DqVNHtqxtY+kh+kqi+NbqGnAWYP+7aECS
203RK7c7GfD1/TVUFg8hhRGAhgB5ID+79jCpWYFZ8g3jKEc4yuaXXgnpc9vp8sGQc2mXhUnkNBls
DsWYEbvXpbnLEznjrT1Y7GchOSMsJuwTv2nPHYwkFDBHg1byKNC2YdVASTS4iWVTqHAPHuERjkQX
H/veLfcS2QYHYKXggGcoHnmkq88W4kNosGrWyXWbbJsLhfJcaBRSY30o3qxyxT38vjDmSwyHPLBE
ne6bG0iPV9cQ+scVydiUfERhfSsH6fOoAWSus3dGHVGfdM+iWR9JfZwloQSUpkDVPnq2HI+kQZTP
iRg91ErY2oVaPPvmL78NAKoraydh8bCRTiUOnyjN5Nk6QdNRjSUByDGA0k/Rmq2uHO5vheWd8B8L
0y+4uNOCWk0HTeK1IjbBJomqjZDAKpD+eRnR0iHdZNJhob4BeWi+D+G4KRtHMy8+yKh8jYa8YmLZ
afzHxvxJlHeSXKaNZhyzRniMG52cqT7+NNEjsPuoPapSuO174TFFznb013jFluKtiwFas8eSWqtW
EnLIjz2M957y2dDPGZk1uMzvL9eanVlScyzA+UkxgyyQwEZ7pH7Nio28Rum/9DL73QCCrDnLclM1
rXzoo4vUPDZv2Qj+hdp2YSsazKwrwcDi/p46Tf7P0DTci90HOhwNKpDxx1F1FNbJXHF0a9+fBQJ+
qVdQI/H9z9AMTPiXlWfK0vcnhlde+bwob4Rv0RiluynKzKNUunAWWdBVC9FfRJ20LYGLAYFFDXa2
tSS19xUv4oSm1UZM3nmf6/QvVoFX8cT0NhWU9clHXKyCkPuer7eKQaZctvUMxg+hlf+42ZaQaaLu
gYcc737TvQ4kpuKylzDSpodRgbVhjeh+cTGgsZ4orKllzElK5cgP5CSyeCZ42U6pvrqeubLcS+di
iicn2Mz0tJ8FXGIhQhCU+dbREw+W/I04ehtGj2o5HiJvxZ0t+eULU7+93cWa+LB5RVS5qLZ6L5KR
2lVj18r7+85kccKo0oHynnCI89JFYYkItmeRdTTE4UTJ9TTUxvkvTBhwSVDYUsg2zjavVemDJ2mt
efRFEnOlPQZrhdXFQVxYkK83bxSORlx6PJbyxKkC+y/Qv9aUyaT6R7nxpuveH5suSlzyOCRa+vZn
GaDUsL8/R4u7Cnkh2j7oDbrBqLi51El64mKioNE9ii3ujS4WN1KSiU5ZNvLekGH7vG90cX+ZBr53
Kn+Dbb2etlarvVSJp05gqBRb7Slrn3pz5alwc1kptExTCpZ4K/+ukF3biPtQVXwhjM6eKEi2Njbv
JEoZ6Kl/VdFj+MPx/LZFmW9CQN4+K83UNxpRSKMzMiQvxqB+CNRkYyjpj/tmbtZqZmb28It6c0j0
KovOms7T0pOpTcHV5wnbKErx/7v71m4WaWZt5m8kMRV6TWVQuU4TC5RtOUXgQF8Jh+9bueXWQv45
ibMkOgvtk+ntxPKYrQnEr5mYuQEEcP/PhFEe5G5f/ZDXyCqmib8K6a+miva6672Wl0lZ8yKNzrHS
PPe+xJu8gF5NOyuSezS87n0lyyvztry9J2z4xLBGEHNtUvcRwgitPjqXqNP4+yjb+VRA9RXvcOPf
poGhCI6wFvKZBAHXVhRF7wSzEKOzJXyOTmb26f4WWxwEvgeCj8nNzdFkPHUbK/Pz6NzmcmRLCJBR
bT30zbA3y3QlbbJma7ZGfVqbiT5U0dlQqFsfEIPstG0xrtyci0f0YkSzCSt8Mx/ihBEZrhXC2NRv
6lJ9bkfzAUf+1A7jsBIVLA4LJWXiM1m7zTYlsFwNYunFZx8J4Oic5INTGgJSSiux/+JOmHp8gIss
dLIjBFrrcpHEZ7N/kILDHzcEThuNEBYuJp6aZAauNxpN8mMR++a0nb+Kwjsl/96Gb3+x2agKQpmj
yrd5HTfPK0o+jKBOnFF7CGO7TQ7w2963sjhP9CaDfOKtSQL1eiCZp8StN61HnXg/uUO3maB9v29i
ccnpGCdYNicN+9lOFtzACiIjjM/R4GRoFECGIoH/XtlYCz5tYgyk1g3wAla22UDiVHZFoXHDs9QU
D4xWJhNTl3bRgQvqzRcjFd6GkKTE/bFNl8rMk15ZncZ+EXlmWRzrhudFZ9AbrxkYfZyHo2rN+yod
f8m98FXIm13md3/6zEGvFR1BqKZ5TtHbNRtsmmtAQM0oOpvmU5lHduU96d1ayXH6yM3YdI0IHjaw
iXnlemxeT+CRmHJ0LpT9OL6Clg3WaJoWdh/sD/TIsT0obc5Ta3ndxGmOeu85jp0KgMCfb+6rz89O
qZmmeSS7fH6kXcR7LIw/dzIgfZl/StcgYsTJu16sft36Q5yqMOjXCjzBTroCXl6ancvPz+KnJoeu
vNf5vJds4/Bjb+Qru3fhZKoqaAB4FqBtpPn4+vd7puzKVqgGZ7oybTOjvUf2DwNKQ30x/o0p4nW6
ZPFpNy2rAT1DhUwJ5myovl2kcGTJv0QYinrwy/eP5JIjoBt3ancH63CjLeRGYSmmfhOcGy07K7F+
EGuoNAerstVc+F/65a5a8dVLR4WTzdDEyV/Po5sRehtopvLgLIfxqbfkp64qP3bI694f2tKG4N2P
q8YQGbTZbS3JWW6qQRicx+Lsja/Knx8XCCQQ90DZikTvHBvdjoGcp43cn+VyZ/4T1Nv7v/4WvElv
4OX35evtlphdYQCT7M/wTkWatsvV116G/s20peSxtT545eeRfmZlTcJxIcghY8OrGiY4i8t6Nm0J
EgBdGCndOYEEVuu+x8pTIjwgEZyv1boW9h7khnRcQp9DTmWefjKSVklFz+vOY3YWmqchBG41foET
vBg+idkaGnZh12GNxDwemmhq3myrJFRVWkFpz4nlvwihfqpS7WNQr/E8L+w69jRJNd6mUyfFbNn6
Qhs1oa1bnHSLXvSb1awEoWsGZutjWbU8FC3VEWQVm2yn/jEYH86BywFM9i/cdAVNtaZO3zeTb56w
6cWt4f24v7cXFv7KxMyThq6ZeMbYTUP4IHbBBjwQruZVF+OtmT7lqbi5b29hS1/Zm8UdtVv7nab3
LQ8diN/klJLSYPMLdlF9Ks0VY9P8zAIBuEAprxNz0Mow77gOrKaLMylvz2H5XttL7Yf7Y1mau8vP
z967TSOqbmLw+YF2gggio42FgLTmVP6+SD7ft7VwZBgKtDLcefxr7qg9S4Ohr8jas9K9QkW5KcY3
qOVW/OjCtWoC2bYIalADQeTmer9BpEdHdik3Z+jL4VhxuIMhzEMFxOz294eztDI8QnRCD9zbDYWh
YEYhxNFec/aRcQ/U7+PKvbby/fnK56nQqr0XN+f6VEmbKNvc//lLq3Hx8+d99h3KcpFX8/MV7SEI
n8b+sSpWQrSFtQAbMlUuaUqAfmQWolVVL9YG3TjnQHrkbokVsCCvyRqy5zeJ3eyIYIayHbVwOn7m
GcIhihNJSiiAmmprh/QjuMXn1P3mym9d/JGu1Df/0Oq2cfJ/Cqbj67tKcjTvcH82b4fKOw6OROCB
Mnw/v7vnL9xcXlloR41+fVb5DbH6EProLHzNsj+OSunth9mChDsiR5ym693Nb8higf4RjivEcBk5
tjWGh9tdd21hdn56Oc+sYrLg56Cw7Txa2XaL34eIhpAATeebNLWQGkUmhnJ1Dt5g4O+zr/fX4XZX
8/OZm9974TYIkIu4bHMxrAkGD2rg0K2ZtH967nl0SuSJxUlHnGfTbFe3YT24GnSsJ4CKLUo0VDfv
j+FmiiYDFg9MCjegyeZ+Mnc9UYzVyD3Fz2iXcL/c//zNFM0+P23li61Kg3kytBqfR2tMaio7FH54
2koCbW0IszmqmgAGczd0T26joFgcgQ1Z8fNLFoBMc+hJOt7SGVtK5QmK11inbPjqmtvEj/9imi4N
TDfnxTTpmWUkslWD9CgzcVdWlGQpG6rPOXzoK7O1tCJ4SYNmc2pPLP61qVQR+hB5beukSi8S+iWF
FDvdsJK2WJqwqQeNDQUHFOWUayMDLKaqV+TCKTAaf9tIbfYUp0K6cjiWhkJ6FsScxkikuS9ukyhq
Opq/z2bTn1XLezI6ZS9V8ebP9/DE9wzPDcbgK74eTACqLekC2T2RDDxZbfcaip1tpWvqhzdenaOC
AU0DEDLxjE6jvdgDuZwbAvqv7knpS2LJztHq4BWAOMoe6coFsrQ8gLhol5Jg/8QxXpuKYRdx28jy
zmmaiu9j0VM/aq71xzAdBnRpZUqpXQxIGaUh6VrfP2/U6rtSfb+/Kotj+O19EYYCTzD7utoVA1IF
pXcOBwASVmvom9FL3e19K0uLYpGCowcQMVEir+sxIDYyRDW80GdL/lUNX4f8Sy5+6dNvf2yFpCkd
GxxJKLfnz/140JqwNmP/bBpQU9O/Xst0iWWbOlzLzkwrexW+TNnEC0vTrF6sCRTiUS+KoX+uUN41
yuTcykNoozD7LdWCXSgb75Nc/vEXo4MsB0ZEmW7AeXtjF4S6PLjstgFCloD0dqTtxeElMNbaC26p
uKbRXVia7escVrtKLg3vXMMNuFEsPXZCCEu2lSpo7wNB7uxqQCorkNLRCUWQ0Fk++nYcF8qWDHy5
5tUXNg/DpcYPHHWB9sAK6S72xco7Z5bmFOk7YUxtRf1HsX7dn+AFP0iTpQKtIF3osEnPLkCpHmSp
p3R9RknLcxSaHPayRdtbmqP7dd/UdKpu9s+FqdkM17GpW20+eOdxaE/CMKRONsZIENauHZcjdMiW
PY7gOds1uqLFjQvbGMyauEcep9cbNwnzQe7oPDtFGu0BY5D/Ims+pTNpfNPexKH5Yrql+ufXssSs
Amuh0AgJ38zH9EWImLSae2e02PYJJI1iUmxcoKr3J3Vxn1gkzHhRkMCYE2fnmZKohe5757gfKAEN
lfQaIciybYphcKIkMFfuzaVFnAqb1BTo+QFCdT2XmaS0ro5KG+7Gqh4Tnp073Ruy17Z5EfptWGxT
KadGWPTt4f5AlzYqV86k4wOoicjg2nDajqnsx5J3VqBs9Icgsgt93KqqtzKhy3Z49f82A5b12g4c
Qx1hMx5H1naUa8rmW702lKU1IzD/18T09wtHOunU6Grk+ecCMHLhfa+MF0t7jqwP92ds4ZZjvv5j
Zna0a7IOQp8LLJUvgASMo68w1jv3bSzOFuCQ3ysC8GkWEcam2CmtaeI1zXo7Gi/lqG2Txl+xsjiS
Cyvy9YQV0B42g8SaKBmCD9FYxg+pqa653LWxzLY26spj3g4uY/GgdBiAorUZj+Sa6sD9SVseDs2M
E+mjQqR7PRy1bT3SpdP699a5E8mW+dWfSq/heKD8oI1TpvXqJrwtKKVC5tW5J5PY0JaqNNn63XA0
eln8i7WBao4a+jSWGxJm3chRgzJSHoGe/z5RdZTO5BWfs7QwMqT9IsTpk6z4bGH8Bn8j1Jl7SsrB
2lTq8KNTBu/JAvzwp4kgpo3nAM3QoB5BhsyOTOQWakqrvHuqJjYPRS61PeKPDrFo7uixuYYKXhoY
kQRyMECCuehnAyv7uFWaEudd9rs6KWxdP7RUA+7vtjUj02688DajKtTKUEw3BLSH+mtUvkTtys2+
ZGIi0qKmMdWE5peQ0kM5MUgBPtPd6l/daKf9/PMxXBqYhQ4DbyskPzzv3ESp7CQu6n5qr/e21qRr
AOe1scwOJ2o1keZmjEXEWRpwAWs/xTUy9kUbnEuotqGYvcEnJl2qyVlBQOJzWyPZWp2rv0hsTPHO
vyZmd0zeKloy5rpwcuFGDxsyTGt42qVb7NLC7KzoXinJXs8gxmjXd5ITjPk2dVNH6Vfc5VLIcWlo
tvgjNM2yXLD4ieVk0WPevlrxI1QbqmnDLRSsoXaWvDOEAYSAE58euj/X5yVVTMrNAuNK7KwAoN+v
5QSWDADP5+08+TSEEq4NyK5Q0nVQYSD7IeXf1+q/S5sLr29RwSDjdBMRdo3Wgp/WyAXkwsYd5de4
/pgFa0Su06TPg3mUUCciV2S2b4hTGla8DoKUmDrNk9Z2Y1Hfe4ZCm9IAY3ff+cM+DtquhEnCTFb4
ABYncIIioPgJP8wcEKJFYlxLeiycVHQ4RymztXBlyy3OIS93aPEhh7kJNqOQm64rI+GUG3py7jPR
fYzDTDkklRuv+M6lYzQxmxEpWxOBz8zf6HWQp20+CicN/tlO/KzqdLhF/3B+V+6BxVkzydmArLBA
9M+2XVVnIz3xbDvF3xrtxl/DC699f3Zuqnb0y8SrhZPlPcN6ZBQf798Ba9+f+Rsl14gBjOnYdBur
De3E/Oe+AWlxT1/M0MzRlG5l1dVkITAdKbGlwA7fhO/ot36Xfv/TChtBtctfSk6PuY1QvPv+/i9Y
3Haw9tKbxiuVZM61Z0B2fVCQJMVpN1t0LBCFk9aElhZMkO5EPAD3ANrupuw4Sj0kY755GhoZ9sHB
cUcF6r4f9wcyrcXMO1xZmQXsXUpFbVAF4wRD31tiJbus904BxEmOl3Q/VQSe/sIecQcoSzgo2N/X
E1eIhluXemaeXM3dWU120NrITslVOfQZPsg1tdX7Bhc2Iw9geCnpvoH0bk7iqCHxlfp+aZ6MsPs6
WMlGHIpP900srRQQEZB7BNYTscxsTPjx2hwz42S4L7L/XhmObbFShFpaJm6iKaieODXm8WflduMQ
pqF10oUstNNYehX8Cpo0NfmkoZJFwil8uD+oW3Zu+mIuTU4TexGNVrJSuEUQwDLedHsB4iVPy7Z+
Yr52wC4l39sJobn3w/qtaaujOPbbLo/f6QOiy3L8oPnlw5CvvS5v+xyn3wT9AMJZ6O/ckJhUvT8q
lsf7Qum897kQnLsk2oZt8li78Be3+U/J48cVabdR/DWquAWfA2nbxBSHRDAX9mznoi0UuWAqrJPS
xPVe1d3aQSov3/ull2+bpMiecz/8FsZWu7KDb4FW06j5Mh1qWKfV7nolwjhCKsgVrJOUNurzSBLz
0FeJ+BKg+PcMQVW4z+Cmem7KPn+X9KW4rcG2PUhJ/XNlSyzuQmQA2IdAh7gDr39IrxtBHZTU+fRA
0ZwyqlTbG/PuGYVk6QChWfslKeLIhs+mOZaVXz6nNPBu0qJUP7iVnG28LEwdN++LPfxvXm/7pVC8
pIUXfb7/QxeX6uJ3zg5kI+WK0gWudQLP4Tt+ng82vZz6x3roXCevdX/fVaK2sfxsba2WXIF2YXl2
aKSiI2PQBO6pHpSN6SN/NmyEtYL3QiAiXxqZfsTFyez9ztXjHiNTu7K89c1d1jqj8acwrmnXsbEm
aMCUo5jtusjQGqGDtfNUKurOastdH6ylRJdn618TczxKB9QlJfY1T90YvSVAumkoPXfdagi8ZEcH
WkeNh24VVCCvJyztTEHXa986td47ryLp2as7r/l5f9MtXTT4fwXuEILtGzRnCCVXPEr4yzSkAIDq
bm+9u29had0vLcw2lz5WouxGWMjGQ24eCv1b8l1ZIwpeOjs69CETvygsFHPUqGGlqVbGlnkSEV4s
MyAb1hep+THKCTTzmWME2/uDWlwbUkW0LSGIB6PZ9drAVu66YSdap5g2wa0etznBTok8GC0Gzn1T
v8sH82AHBPy/tmb+KyE7lZdSZ5161fyp+Ui9V/qLag0vWZKDr9HOaLt91V0ZWlrxQMvuZmjlU2/I
u/u/Y3EddZIJJjy/NINMf784v61fCcg+DOwUZHBLhBAU7XtU0qRNL1LyfUR7deUuXzM4+fULg2FY
wrKkjWycj6MS25n6NRDt4nB/VL/DnJvZReNtYjhl74gzJFEKjVYUBpF1qhqje6Bv423MZQk2jD5+
aaM424pVNGzKQtc+6m6sPMTJSJviGOdOS2/CKfDReBgDsz34Y9Ls1bwod5XStI6WWp1jgfncdZHv
brK2kJ+5XDIEOSx/ZRBLN9wE89PJxsMgNY8Ww1qA8GM03FOkhHtFP2jaQRPRR6YbI2439ydsaVUu
bU0n8WJVpC4o6AmwQM1kRv7OlGL30Aye/8P0s9rJ22JN3HTJQRkkmZFLogwFxOXanpC1UkiXuHvq
u530JV/r1V/8PJkYXvpADmCAv/68JuRxmlUAdMzoST9J0en+bC2VfWVAavRpEb1QqZ85CrPqpTZP
VPckBN7wXocw9XkwzJA+OgMChdL/2o6u/iIMmnEyjdT8Ngii6EFoLbVnIwmNlaBscbQo8Mkg0VE0
1GebvfbcFPEz0vaKvxE1JxJWNseSGybYpydNndjY5pn0ESK6Wit8Eo9C9qVwu7c0T7d11tsVDdF2
meS/AncNWL9ok9oyYsVUnG4A6EYrp3VesyE74RkS2kb9lBeJI7S8C78Wor+SwV9y/MbU2EE0D1ng
/H2bU+XwDJejpoynUf4ekiigO2llGheX6cLIzOOLmS4ElWa6JxH62MxP7LWc/ZIBE2iSbpEVmsBW
17s+DbtaaQJisWErKQ9mtjJJa5+f/n7hIxqpyYmJOFR+r/yC3/dIRW1z/2AtrcPlCKa/X5goOsgo
Ew8Tg3S0tEev26vNytldG8XswvtNBwn9MMWaV7F9X/orn18bwex68xolCA3Dw7GJ4qNXuV/GVHw1
kDz67yZq5q99N620wcNMkO5dZeM2Drxjf2ECj0KFRgL5Ny/PWBVig15rWKfB3JjCoTWpoa3EAotr
cWFiNoqULsq6qjDh8wpSQMmsDGHpVqO0xAWDPDj82DM3nUR62PdtixMR965H9n9Xjl+KeAW1vGgF
2hn6JcHdEEldb1olTKzUEAsug8bxj4lqV++Tei1cnH7qPKABPfmvkdmN1uALW3CB7qlM/4e0b2uO
U2e6/kVUcRACboE5+RRsx4mdGyrx3gGEAIkz/PpvKV+9O2OGGip5bpILV9GjU6vVvXqt8iElwpe5
dd+P4zNi59aXLmL8TkmdzGOYdE3AxZZUw1o0cvYDlpfMqBKpbY0fUJRI+iTydiztu6G0nnkyQpnL
/ou6OkgroBejCGIx7oUrYHkz5kr2OGozH13w2hxY2sb2WN1+FhTsYAjZP0/9/czb5B4aNqoET/M6
dfbcRgcS9NuuH6K1awzdgkgQ4XoBjGixA2czA5gCL7SoBsMuMhLMekFd19zrTmvcJF3eHpEthHCZ
RMPtdctqQ1xsGPAIgBABiuvIq34cnAX15CJ14efKnr2i6vZImBWKEf1iebXzICQeaM4MOQO24ZlW
TwNUd6BXrvRgl7K5TWvNltPNqOyD0eTINchTNoirDyPkGwMky+v99XGu2kPrHbj/AYhHLfnjOI0W
sRjLkIbLrM9J9jP1HnjyuRYv162s7X4oy6IKgggBneCL4+cgXOV8MN0IqLedgdBnAOli9cIkEv7G
BpR5w9YyE9Ej/c40ZiEt3f3gyctg+gKZohQKHvLt+qjWDsDZqJa700z0gfYDLPVmaLhBveG0tj5v
flyafKip1uJZHzH3+yBf/7inFEkh71cbAW4oRIgLv6uBocdECzYyNrmf5H4/7P5mdlSbwv///mLN
+1azZlPD943yNYZqS8a2il9rwcLvESAd9HGCEsNNhkG4bkSrB4se7Hinx6frg1hN2J7bWPiBenQs
vCNVDkVPTlVuhCY0//Bsemkq7cn1hluDFE9G3tOwas1XvdwiT1CztPRD5/YXm6BuLJRdcXNGPbQb
uPtSzAevdvy+fxAy9dPhcZj+uT7kS1pJtTGQkVcCJ4D/6Is4OIY3yNqSu5Gmy6w/CChWIN07Z09d
HZN/PDw7PxmsR3JYZHF63zrTfGjqmKFeknd+ItLXfhryI1oA5CeKPPauFwyqy2k8hilPv1ZJYR+0
itbI1Azjn8cSqLHaIOUFrTFujMWeBoEtoVNM8GwckPAqHnYV/nG28HcrBxOFY9WToVqWL/Jq+sQs
o08NJxognvnq8m/XF2BlWyMrj1qkh6Hg9Cxi4LmmE6hYUC0UiXi2s+z7ZOsNdBqK43U7K8P4sM7q
72f3d91U6MGbmRvZ3c0g/C7euFpWHTGa1VW7JQD/S1xXL71aJk6ivi/3qE0ehhjKYdWBFFUIWquN
UGF1NGfWFkuPJzQgHn3uRnlxw/ITeKz+YrbAh6H09xTJmVq1s9lKK0saPS/dSHrWKa6bl95y36+b
WLuL8fD8z4T6+5mJxpzqWjqZG5FY+Dp/R2IrIPFtO36+bmdlg5ke8i5otKNKFWrhmZOOVakNXswI
xWIWcGprB8hJjODz1fiG/1zdA2gk8JRAAv5fzBqzcA2gcORGpmjuRVfskQy56Xn6NE/81I9/zDKl
XJerq5w3Rbvn8gmfaJrFU2hpItN7qtlx8xmhXN+FN0Z6QFE/gvhnSWVja7VuZ22NeLSb8n8nlGuD
yik87o/6oB2M1jNvZpRBZgCMsQEl+luPZQ6ciS+ZMflpIzSwqnJ9I+JZXU+ggdFYauOn2YuDzLWq
oT1FRXk2CbTDxj3Efmvt6fqmWT1fnhIiQTeBorH/uDk1J2ENa7gXOWAJf2jFlg7KyvdxgyuQDNJW
aJNdbMqCtL3UawRT+jcGzM8W08DaRQ5iKxfFfRQNlOjkx98vqtJsjNnD1WCMn2yW/mOBWY9yFrqZ
9jnlADY7RbMznf5JltZdNW9RKawVvAHdshXMBM3O6ED/+APMHppVoqKAZ1DXd6x7C4oYTfucFwr2
3O+hexmkpRPozuP1hVvxKh/sLiKIGcqqQuMu7DrTD6+aXoXhHsHvO4OJk211p64aQ93AQNOS4pNZ
hGTofRiryQEGpSUtPaVsAldmOschcYYv3sjohnsxlVdfHEig+UDGCjFewOGXrUqJNDuncwq4MvRX
f7btNPnEzc54cgrL+JnNHhgLQLb4tZWWEc6Vada+jujmHkVxTHvfGPVJdJl772aQoWbQ3DrJVO8C
oTWDL2rSQR1EH/22zp0gberhLrVn43EkdQLGr7YJHC/2oCSNpy9y0xxXdGbsri/eytGGJq+O1LHS
1btgRfCsOYHaM261rA876F/p1S53/vw6gA30jAO6DnDS8mRUiAVj6eI6cDsnSLxxX8hPduNu3J8r
N4FSF0ZnhAJeXBDn1nrcDVIi2rDm2h9ScowT8oAWzn2aZ5pvONpGdLN64FWHHvD+SH9cdGLPbkYa
M+lU9VP71mfWM83E7ZgXj9NsNj4vUtxHsa/X2i5j5Il7f8wRhcj53P4iIMnL+JfKHe6itrvp8+S2
tbdYrtZOG9oPEeoCS+RccPwPSTvXkIJDF3JTmjeaZ9bPY9W5B0lz92SlI9mY0zUfjfgHNXHVKXoB
Oc/MvidGiqSSoT/YgIGyZKtkvWVhMWlc9ESTuOMja9ybdLd1U65+XsmEA0AGksDlTZmOUBUq0wro
AcBntanzf14/rmtlaawENMlAYIDU2DLtNmlaXQ3uCKRVeaDJTffTKfFC3EEnvJ52w4942okq4E6o
vV03rG7HpR80lVQXOltwwpaBiQm52baSeCZy/aGIv5j2Z9JX4IAAW3j1Osw/uq2tpxbiwiDUGxWz
hqoRLq5TKDRX+lgg5ihZsUfJ4c7UipuqgNyDBVkjv81je6cBV3V9mGvrByTbf1bV388iZK8u06IB
xUU0FsbnYupeO4Hi8XUbq1MJnnLoyaMGdJH1LqEGmBXoVIkIZAXzePCzgvna/Fa0jx156hoWTuP7
dZNrXh4iIaCmQYP3ZW/S4GS9I1MbHri8JfmB1ifO/+IiOTOxzIrJthnQKKy7UcLYD68znmvdm/00
djYKOGtuHtENasc4YJC0VX8/WyG7yIjIge6Ohky8W7Y4lT20Fh2L/mswwOliQfTD9clb3YkQXUBY
BdeEtOlHiwJJDGz/Hvk+Jx7RV95OoRe72c5KWRHobavvEgRe4URiuTGna2NFdRWpU6VtYS/78GIu
48kcSfoYz6faDMY0bO1DnZ8cvhHgr217tJojdYrxXXZIzX2rQxewTh9NNxisW2L/OT4MAYYiR0Pz
BdRUFoe5dO2m5lOWPpLqVuOhRzeO1Mo9BWI8CDCAckmllBahL+gXrKRHLiDq+/GQ9Lo/GvauhDLb
FrfsqiE4dmQcLAfZ7MVeUI9NQ/YDjWIBoXKDnfRxPgFoybcqrSsrgiYFhEtoVwN+dTljmS2JXumt
HXWM+qL1vWmr8V/91IWDRdnQwYPFBGwPvH8ft3UNiO4wM9OOiD1E0so/D1r9ueV/zBkELgZ4VJRw
lPzkRVpjJHnXziC5iNhwq1DbxZ97bBWYgB7DVOD0Jc40k0YBXHpmR70Fld1D1T7/8en/8P3F1mVJ
Lkx7xvf1YVd9K5p819Rs57o1aMw7323+/CQ6oK8GJkYpaV8oZbQmzWewZZOIoCKKt/2GL7tU5MJy
oJaGPhtg9i5jcQ06RUIkA4mMudAfxnj23tySN35LZH+TVHAxzkDrO7fEk8AqSh1FX8M7VMjOHtzO
xY0PDcOD9Oh45w2b1HZrWxKZHDTnoA1IEYV83JIA9Ul9dloSQafgGWHa0U6qKnS0eItZZcWxotys
emjhktDnvDjGBdeZiGlJIivvfRjxbTSG1ngCGRlEBFh4fQutOQ1w6eIoo+AGGN/CO83cm0QxFSQy
tQjaO6EFulWXvMzmX2xVG/UQwLVQULxQDXfdsiFJKu3I9J5Tp/BN/X7WX3JyV2m33VZAuLZWSAZh
r4JA9rJHXKR5RaXH7chOhh4aeOBBsLOOhlQ6f9GMjHzYb1OLBIMbg+QNvPtwIeMzEU8e3YrIVrcD
aPR+VYEvYwok+3p3qHHoBggk7og7ZZCU1qcTcyCG1PfQq1NdIRtHcdUoxLXwYAVr20XnFi14545I
JUVIOYYxT3Y5wnji3kG2JmXv13fgSgiDfCUCdzBW4FIhaoeeB01IjpZ549pRaZY/SSqC0ilPfW18
IW77fRrKz7EEE8t1m2sbBO9iEC6CgxPW1fjPbEI1eRq8ArsRHNiBLCLDPFpOuXG01q5JpSGM7Y5n
EbAkH42UcQG5cWkT8J8+CNChUbEBqlodBQHTKpAdCMCW2LoObULWmDgkEmaoV3tp+tmWesXKewD1
vN8mFl6PGVntQFSNRJ2GFrRC87XMCfvmZ+889CWQisnBG1+vr80vvdHl5a9OlCrBIQhYciVB/bzp
Cg/XAJA57ad57NObLM3pgRiShLZAAZ1SNF3MbNaDuafNbe12zUNdTWaQ5uxf4YgxysHkTNN9BeA3
HuqxcxBDA/6OwoQKMtgjwMB+/UevHRgcReQ3PdwNF+UeYvdW7QzqN487DS9A6wjF2RSlyi1s4+qm
QmboV13JuAhZSM9KoIfhrxMJscgClSRC6RYYcHU0SrAC5R489pYBnqlXpubIjkSz/nUy4XUcz+/l
D7MGit74C9JAB61ICFgh/KY0Zj4eE5Mjh6kPM4n0+ZPrnKA+f31p1mYMQAG8UtBvBqKyxVlveFok
mokgSRPZS50PD1zf6pZZu0TPTSzC1TQFm6fWxCTKa3P2vV6DigicJULYXdIX4fXxrOXS0dEAdn2Q
llvoaVlMmGVpHLJYgAcnTUKDauKhpbW3KSt3Q2d907h1nxVyZ5bZl24u/xyhAw4RHXcCmDyB61uM
VMyFZgy1DttVW4d1PTY7wDTgR4kx7G0+yY3LYc3FIV0K1RS0u8BZLxZP2KRtuZgdlOMNv0uswzCZ
6OQYD9fndG2P4FB5vzL34JJWfz+7D7KqtIyGNk5EZRRr9/zxLz6PFliVqIdU17JRYpSWk3IwEEZk
Osiw3KL3XutYAETs9/cXs2TMjZMThu/zwua2T2pWRHKe6CeXGZAPB1TBOkhN76rA1slrE+sMz9wi
9gcn1QKpF/zAzSLdOznQAjnadUOiD/0rrWv2OHUjSjNVnN9UU+UdE4ncoQXp37eKp1t4E/Uzl44f
JTBDJZ+wy5ZVsATaPwmMulHnFUE+W37NHwXYK0c3uSFowLu+KGuHVskW4jED8Ncl9NJkOqgrJyAN
qiPxvky3GX80reN1Iyv7FwUhPMeR3MJ9tswIgYzRMISJ8kLBn3k5+GaP5dmCzW0ZWRxKPcm7njM8
isy0OJD5MPUoY3gbI1k5IkBXY/MiKkSBcoliK2jpmo1ACdHT+xfIFoQ2T7dkSzZsLPN0cYJe8XpG
tW4s4+ekne7cfH65viArq45hAACgsO4gQlrMFc3spCM15oqnL2b5pYUEcfkl23jsrI4DDNJKwAKR
2TIrp9G6YyD6wDh634RO0gbV0trn8Q7FaxlAGeAzFxdAgrrc7PY1jabRL6ewohtx5UrQByqi399f
vGmkUQ0CmQsa9aLal05x2zfD01gWYW+hMcWdv6O/4Q0tqRtm1dQvjz+2Ft6+eEyDrUT9rDMnbCaN
6WWpdKNm2BVlqJ+KV036QxPE8Ub4v7IJEGn8Z2m5z4CQdFODN27kSe0xjelzbItjAloCZm4ByrZM
LdbKsWItzQuBtv2iAnejHc6u8LMZifXpx/WdvbIrPgxqsWpGCV2fisF7TnaYCQgZb8RRqyPBaxrx
IN7VF9XYqewlOunhyjpm30hQf+rOrmvt+zHR/mYjnFlSv+RsI4zoytZH5TSb9ntZGn7vvbtkDMFg
5lvNP2yrOrA6cWfmFrenG6dVVhJA/jg1fe6oB8OG71xx0JDO/D11C6dj63ExeROcTpUfJ7o3h698
KwbYGsTi8CRsYjWeOLhoBqhf/yBkI0LaGMISmo0boXfSFJMkvJfR/qZnxHf4FoxtrTfufKKWMJFC
1m7dTGDVsJoRjzfxQsj8ytz6rq+MZ4h5PxNX/iti7WDZ2Y6AxbAyt2RF1geqahrgRLxkSONDAok7
c3QAQPQemHQOiZe8iUHfOE1bZtR6nu3xJE8tgvZZYEWgW5J75jsxPBR9zY2jtGqGIO+mgAfWBe+w
4Y3CdLXOibLka5V9E8lPnm1khVf9AnAkCmpgeCigfBwJS52Spj2Qjql2b4N3n9pogGOfTf75un9b
wzQg6/zb0OIU5aJrB2glOVE81aFsxsB146DpP0kt883pa1I8tp3jN1V5mv5YnwN3LeIFHdkp1LxQ
bvs4RpoaeScygBPL+H4uThkJ2BZ76+oBPjOx2BBQh6VZ1cJEU/t2f0jlnwcNGALSyQrziI29uIgs
DmLuJEFMksXOm2D9V9Paop9eXyHEJMqKkk5ZTJPdpMKwuEmjRH9LEmjpaUK2QVOCNI1mDeg8oLfq
TJ+KSjv1c7sfwZZwfY+s7kUE3BifCiOWIhDczPC8sJkTddKXdkhfOQAH1Ub0sBIe4XHy28hiJmOh
l45GYGSAyAm6Znvxo9VI+bVqneFJ8/Tuezknw45NTQvcfzxvPMFXyyTwT4poAAoIF0AUDkCWyQrh
RMZIb9IqP6DDJGzRxmeY9We0NR+mdHoXCfvHGpsTqE4eGe9v3KIHe3Z/U3RbCsFrrzY0r6FLDrgY
1W/78WwMQzJ3fRXTaNa6xGdp298lVVZEOmumpyb1yCExxVZSZ9UosDhK7QOecYll0cDGq496DkAj
v8msW+jEotBOyHHmG1f32mLDpynORIDDLvqXQYpdcvwIGpkIr6DbK9DsRTqflf3T3M/6bjKrfWJ0
x3T8i6Y5JCTQWoYGfrRnLwvsiedmej0nuCHKby15B4SYAkpOveO0FXivuZ5zS4vIkc2xpHLSKNDj
BysGA0t4/VSuUTBhKAC24oJA2/4ystdjPs+8M2jkcFEIvwDtWGhMNfgIskZ8n1P5BXd+7ptSb3ZD
qvMbAdGKu8FuxGM39P2pZel0lJklgkmb6E5y+nj9F65dk2c/cPkgoCnTqNlhlSeL3bQV8iRl4wv6
Fy743MrCcaS5kWugKkGBvkAtOLS20raro8AlDw+PtkeI7nw8ibwhepxauOyh+/WtIfFNTKvXGHJS
1ydr7ezBwwPX7kHm5UJHigMpSTWKCMkD6X/RCBATTQ81jd+Ncni1arHVB7m6Pc/sLban03p2q43o
OElmPYyL6iGWfwGjcTAYJIehaXFJkIlXdmuiHkGBQQpYHDZyP9BdXvlmfWttvaNWV+nM1uJ104Nw
b7JL+EuRuz6tvlNDBuZWuL52EUIDAkcNGXWk1xdbjeQueuEzJDQ1cari1B/L+iiZ5lv9VpPD6nCA
KsTcIZt2wTpfzO0wFfYAhLU1vosJFeTZeUY0eri+6TbMLG92qBqxUdYwY5ApkiQ7Ite/s+hWkLm6
10AI9gtKCKJP9fezsDwr87HOwC8eGfH4b8KrO5OTjTat1eNzZkKN9MyEbEu0iUplAskhO3Dznabd
1WMgtkruK3sAi4+KO8AUuL+8BRwdKrDjgNIYjSiDzizWvtmjZCzJy/WVWRkPzChUP8X1eIFCzwxw
WDcCMo/FoJ+QPSA+ON7ujanbW2l7tGaxAbJbu03UpoZ2JjiQIHOynMA01zvNrZQbNZ+I+VWk78kd
5XMoHZo+xXqS3rQ8RbeV14GIuDCiosj3MWVg/SNc/97lenFCl9NW8nJlh6LGiz2DZDImfNkRbtad
FBDMRqRAb7X4bdQgboEK4F9MNrp7FHxXkXUsXHzKLKietOA8N9Abp9ppDrPOX+bS+YJVuLFRd7xu
byX8gcTy/9m74EIS0q1mJuAYkxwhZOh2SvcsYE4wgbEm64N6Pl03uHIA8b4CsztaeoC8WiK/CiTR
s9YZEYs4odX45dP/9vnF/I1t7pS6js/b3et4ozt/83kULiBrAvAJiv8fz7ZbVn2ta/h84dx61cPf
9Pkhb/n7++osnvmOAeHS1MT4Pj+Zxl5m++uzs7ba6L4H4EMVf0HR9vHzk7Q1hqDWjhpetH5D3TCb
mzc0Oe7Kod+VUKUz3NwGk85WZLTmqs4NL9yuN0C0bDQnYEAgeDPkXdDb0Kc03wc3Dq8PcW1/AbgC
JClgeebFdZWXA6EAt9i46b8w/dHbuKY2Pr+8pgZZlIMp8Xmm5wBtUV//c7Qq3loq0QvHB9e+WCLa
mG0/dYMVEad2gwbI0oMN0acNK2vrAf+quqAVydwy39GmCV4eQrMiszjweT/Io9kcJ7bxkF61Atg+
oNlKOno5FsPtBoP3lRkJJAZGyzm5hQnpba0JUczacs8qO7SoLiBxjbYU3ISWut8/7m0GQPSIZnYz
aiYrQWPAACkZ56vsqjco1Vs+p17i13g4X99uaycKlVkwH4MoWKnUfrRa5CQBynS0gDwXtxIwTVeg
Y8Bi36GQPARdVr1aHjL1Hfe2KHjWdiLAdqoZzQEEZHlLovEsByVJYkV6131OC+82n4uNm3jtxkNC
DsLfSl4c6OmPgyuzUfLUTa2obI5QV/JjLezSt+sTuLZsCmqK0rkHnNby6QjeGsACvAoYpwRZBd8Y
ivfCA6WcWdLypwnlrCMHuWcYVxBPuW55dXS4yrFfcO9dlG7BAWdbQscZMJqx/ybcevziCspDYQ5b
yryrpn7hrFCPBvPy4lbiM51MR5MkivPqPnOLY26kN3HFNjK1q1vit5llDh8F/LEWaQ0zxUGWQS42
gpP1YWAfoBfHAxxtccQM5jTVSPH9ub6X000Xf3eNl79YFGi54p2GpgOAhT9uOVcrs6ZCbTXqq/qL
TYajl8X/yM7938z8guCc3bMz6lzxUFML97glw8pMvf2EGx9Ji5RuPAdWJ+33iH7lVM9MpVTv5rR0
rUgAZ2GnSDFlvkM3PK2a+aXzA1ru/6btV93lzEiD9HWmTwmQ1RmVpo8XqHYsnIrspqbLA70AjGew
NpFXa0NDjg7PQrRmQ6pl4R9mSBcoeDqJ9GKnkWOa3LN8I6WyagJQJFjAhQ5M1Mf9ILopI2OhA748
89chlg8WL3Y2RMH+fNsB+P6fGXWTnc0fNZIitSuLRJNWyM95RrLQLgrtbZiNbsuUepov1wr9vMjg
wKWiP2HxdB8NvbCsNLEjSIkSv89Iv29Y1gTSsXnnZwmr7op5mvZVKavQbWIaCKGNQQONTBzsCXjn
vM2PLeQ5d2Ni2J0/QDP30HRjFZiV3ty4EGvzGW0Hf3a67IZW8pGhNfuTzuocmkB2fEzQbbTXwRwa
TlUH7XO0k0zUgHuv6TvN3CFB8brVnxCLcN8bhi4YUjP5VytMAFAr/Zut6dorHovmTkun5q6ZRsTB
qB+iPZ+gRxi5cwOiirr1bMeJ4bMszUJS9u2ptqtsr/fxVr5qxe0Bt48ZRV0CwKLlm17LzSRPHAAA
hbGbQpCcX98bK1EMPo+uBVBxEbi+hUuqQRcP7N1oR7K509PHqrpt6mNWbLUQr44CgQtkfZHOuXhm
50KClSux7IhbAXSIhL7x0lMnZbHtoBWskMSI/QG8XWzxXjYsl0NjR4V4cNqXGR3y2UZwvGoCqR88
ggEfuGhKnhJRmGNc2FGb/pCDHYDLOjTmDSMrywFPhy4DgBQxlmXcU8lsbEgLvLyne6FlgWNLq9Ht
Cu6J3PuL++7c1GLK0iQl0htSO0o8EInc10gwbFEsrzlu5FqBHARvArqOF5uLM29m3MGVWvXtnUod
iypOoBJnfyp7l+xLe4sccmWbKWk1FPB0cPtccJZ0pE2aTiNWBEzbd8eZ9kB5PV4/MCvb4IOJxbR5
WRL3PbcQNhpGOBn2kzcax7ocT9fNrEWOiirdBZkTNBwvbp8qH7WycyzQBBdfWkPczPV8oAUBED8V
YQsCPZ/nW5D81emDb0MylHiKYvDjRTFriZn3GeJ9WjxBscXuNuZu5fseqmy/SODxpFgW26C9a+cd
FVY0UXRDuplfx9nGrl45QHg1qPottJw83Hofh1CNcadVIwISKNS/J2arP3dWIXaF0MiODAbdeGqu
jgiVTIAU8Di7kNob2qYfux59VY7FdrFph7LfeKasDujMgvoFZ5f3oPHZGzgsdGn8VNresdPS27qb
A6crt0Lg1dFAVQNcMXjToj38oy1Pq7pZhcaR0/vS0Xaxbeyvb+uV04N7/z8LyyAesnfIkZh4lkws
/p5QwH3HQXx1R3i5vzCEtmwArxFtX/TFQoVrqHkcW9HQin+12Eh9d7ZSvzDrLUtqUpZXD1z1f5YW
CyTQazqbE3ac9tqyHfmilA2coGMhqKLn6c8RMeAwUroGKFejsqo87tlugGY1+mZmhMKkab8Qlu/c
ogSq3N24Tp21naCEboC2gLD8BeUHMee6zehgRu2oc3/SCwCMSWGjO7Ppoqy17bCsOt33mtl6srKm
+2zr4+RbCMhbn9Zs9GPqSCSxW82901ieHVmmJEkg1rQ37XZ85e5IQdzbuHeWqJsTdbXqM4gu88BI
YvGMxctvixkOloA3OpgsmR7bPgZPSzwVxd6MSXkb5yji+Y4A746TEnos6rb+BJYnfuslcRpO+XFu
u1ONBkw3CV0egg7gkECbboTynhaMSRyW1L1liST3iNqQhS5EHergvnlKIUEZVJpe3xpubz/ajZv8
RKDq7myPNfuaDfO+ntxsX/ZVgz5KfQjEgPC0ozILEAA5P6fKyXyvYqZvik4LCWnGnRW7fA9oc/bk
5Fpy5EbLd22vzxsLt+YtbEfhCpAg1ClR18rZ/iByZhLtRWhpAPD8SSZhyXbh9ZO1agK9Bq6BVCuY
q9Tfz0w0cZ0SqG7ZEY13DkQ4M9wUBXvvxffrdtbOFeg+/rOz2OqOqJMUvRN2lLKXVOzSZgfBxJwN
QTZCoVW0SOdvZdnWvNO5ycXsASRhVRVoCiJv2AMiSOd9siX9uT57ro6uVVAQIu/0cfakjbzT6PWI
InU8TDKJ5HRqHeeBvWlki575Yjh4VaLrBPQAaNxH1Lq4C9H5CfZB4glki+uw99oAtNOgi9vKu19E
ecoMYCzoPIGrvbg1ejT8uiTP0HtChZ93n1yQEXg39eQEZIvv6GL2YEqJvEO2DDW0C0CgQ2ML7CRc
RvC3CcDp+alMNZ/1ECrhW4GeWuwPfl3Z+kUDhPLsZbyPF1kqMlliWDa2WzgUu6TwLbnv0eiVbaCi
LtztL1suNrvK7V9krCfKZE+SXEZu+6LL0ret/fXDtLZGKEf9Z2BxSc0pLt05ZjIaGy10+1uDvRF9
bwOOah3+N0tqU565BxnHUH/UMW32cz6Eog+Sah93p3mLCXF1RLZKpOHliraOxeaWcT8VyZTKKLFq
7reDfsx4HNKkjGZi3ipKsevjWt16DryD4jmHAMbCnkZTrlc9xpVa76X+buiV33Y/jOT9upmLXYfK
CHpUkDhR/WkXvcsS0numLQWPZsO9cwAfxxWBTNQzxLwOKdduwY68kV0DhddypytlUFUzQ/EXrZlL
QiBAYqZZYHyRyUZjb9TUCKrGIkcw3iHV2id0p/EyCdIuLk/x5HB07dXVV7eI+9uBDSzUEDXe4NbM
9qRI5rAnGQ3KnDSB5XG2N+epDWq9x1+9Ho//0glJw7/mydBCy4hqAKy7PRIpmhXqqA8/98JJds0M
+KEb18OuJ4OEgBebg7EF5qAbJ+Mw0Z4itkjLu2nWtJ2ZZd1Dywrnjetc2zG8L6e2RT8tNrrI943B
g8Zt0Y/1XI13xpA/1ZVz+pru5pSeXEcG/Ek7aXx4pJp5ynqTg3/GmXdi7pH4MXThO0NRBJ1pF0Gm
C+7PcCMA7OH3jmPCwgwaZ4HLkWsaIbnjMzHpvmlyI0iLCrKemmsd2FRMQT8PL5amtaEmLRoWXiP2
0ADtMKLEDMBMaQcST7KDyZLPeTnTfabNblC1jRuC7Ax0tUbyr9NyNBJMJd9pVVv6orC0AOrxMZId
cb3XehTVzRF/gGYYC5sUWkaTVVu+gIiPP6It/ljp3r9VRsFvWUxkb40i9huXpKeBARpYJ9AysXLL
9GXcIVfHjQmNx7ze62QCX7GZgSfHTrNA7/v0oEnog7klEIsClOc+1JOngNHKDHIKxpYSP/nVduz0
pivQO153XrfP0Pr5CZS56LuK3fmrrmegMNQyOh4gI1rvUNbubz1gcHG0qOUzNpMjOAibnY5rAIww
nGVRI633abT1N7e125NkCAbSAa+g0bC2oAPkwr+giciA28d7VVWTl61Wc8xF3Bt9GYE98M4epY80
+qPo3xqb3gFY5rNKexTUunXYg3BQZiwObdw+TfKg63NoDnxXZJZfUIYdEN8XtReyBs36SJGXKXKX
IvPnKQ8HlkBjXPfd8a0r/hkM3R/IGMxwLyV0m5Ndh4ZvzbhP8odksOHguE/iz4nsd7H8ZKZoxmsO
GdKYgthPxtgcr7ui1RlQuW9gKCwlW/zRk5cTz+qZjWXUiH+stg2KvtzF848kfdCqLYrei1BFzfaZ
rcX95LToCjOcoYyS7s7EwwLd8Nn0x0XFhZHF1ZRqJGa8gpHG/urw58Z5uz5hF7f44vvqCjm7+vTW
yODm8P0ilX6Xffe27rwtA2rFzgxQMKjF5oAVSeGUZl904fUBXNxxiwGoi+Ls+zZBwdfpMYCxRpDw
VAGDXn9u7I19tbXWixCYl6iydRNOVucoHUgB4Vk9bLQf18eyYWVZBBPlPNBCw1hyGTTyqZdfYrIR
tW1M17L4ZbX2QJ0ZJuRPw/Xz6k7rQtPdXx/HlpHFKXSdvEJnOtacx35m7Y3sE68Dqv+Ps7UsdoHp
KfWGrlRKLjYLSOWjwH99IJfI/4+7y1isu/SKzk6ZXkas1gk4WbQSZR8OUgbhWjuXNgAUOuboF46O
/ulRs/Eax+VblSDUK5vmu4Qqn5G6r97obDkGZflDqK9+GTCg0JgHMgVB8sd9XxqTxwltsJCF85LU
yB4Pu5G8Ib5AASvwIItsDX+ayPllEqgAF3kcZMQW4eTUzcJswDStXtGduQdZP/93Y77Vmi1GhSS4
4egQr4Zk7bJ7u5fSbc2R5pEzyZPb3prJfkjusioLSgBQq3Lf1K92/TKwu6K7pWO3Udxcc1bAq4Ay
TjU9uUuWmsodyrFvzALkfhG0ofweoMbrI9yysFi2Lh/TGG0MBYpKYT0Hrfwfv7/YsIjzkGia8H2d
9eEMKnCjOlwfwdrhPpujX2QyZw53dKuWt9b/4+xLluTGsS1/pSz3fM2ZRFvXW3Dw2WMepNjAQlII
HEGQBAiCX9/H9aorI11h4Z21kJlkLiecGC/uPYPd3jB3VxAEXvA6KW0v6zx5YWv/aDt839LZfANs
aJo9+A6C57bkHfRZ/QDkIldf6LKPXwgpB0jsgdx9rnhR2XEfTKHX3qhx1U+3LNhUFOikC1vJh638
wtSfPPl+S/LbqpVIokXNTQW4gdu9DvNdZ/9Q5u7z0flwfoUnGDoWaPCb0bKJuJY1JOJvli9WlU6X
WEAfPh4bAG57AMX5/unzd4PvUzaOSyTQV+y+4lfYMC4Mxkdj/j6EPQsXbNQ7BkIlwgWy1jHQErk9
XJjAHzYB1z0gqJFy/C0hAzUMl/LC4Te6SOMuteaks/+DmXuyYUMACk7eb3XX1hexiAjCBUavlvZW
eF8H9+9Ci06b8bsmzjaSWdrGqqdTrF9mNYDJl9zYPuwlzFRUQqFz+lt6p+2WQvmE8RsBsSMNhwif
SGwml9KXH00o6KicNlvopv5GkpS9r+rIqvhNGRe5mLdeyC8svF919LMzBXW7P5tw/zpnR8VweqqS
3yD3FmbjEJptPPp+MrhSZYXGxdAz/FFzrBe5CH1Ekr7dBEaPmVsNqMGYKk4Wp3iJak6SJUB6qB8L
OxUNa9KldECR6ucyRz4izCOt4N4cUwPdRHDWQKHAxdGJLtGOLnXa6RR9twqhAeuXaJ3fdAPGZrxW
49+FSJ0m1y/pEVxcI0Dx/tpABNPduY7i9qYKXqVBEaTb2u4lU+WP3+Kkb/KrkfNod4KmxkgXNLI4
tZOElgN7G3+6MPofN3JSHwGyFgvxbD/hg0I80RUcGdEpubaBwfl8vz19//fJ9efzz5ZhRamsxIiY
CLdjxtdzvKKZVjvn6+fNXHqNswGxPao7xfAaqv1Gq0NAfn7+/N91AH6N+L/fIz6jrvC6070Zrfam
pt2+bGlW+0u+eNVd2ztZMDd5RN1dTe0odZc5L0Lkwfwu//xHfLjl/FKK+TVW5/Fl5CmpqKCIjWDl
VFSJoY86uKR48GFP/lKKQZkVVNbTj3i3diiDR7gJOb8JKLJ7SER4waXq6ofv8a6JUyjwrgm/qV1s
zQO/sZHcmmeV0GiHPe7CzLvUytnMjqoCHl0TXoRoqJXyNgVyF9XC1edjcqm7zua3y0xA3UKgu5YM
gYv+24j007x711dnE5ugZos6Zcdv+Pxckwap0x3pHupLoOaPoq93zZyzBHjcYmdH4RUyhcXV3LnJ
wqrEd7/N3n9wg3jf0FnMinqG1Wsf7zN4FKNRHvrF+v75kFwY+ODsPCspsESjwLsMDtzOaoSrQ5m1
VXwBJvJxM39eMM8OmRbNtK7GBdPpjsvCksZ9cMrbz1/l42H5s43T7Hu3UsIaHsh06TksDcOkkkfL
giVIY4B6KS6slo/n8Z8tnd72XUulDBlMzvA2dPla2dazXP6+ltavqfxnE2fLnkVkMJZCE52B2pA1
iDvZRZvPO+zjQfnzCn429sxeytE4WPQjsKY/imEl5wsH5kdD4iJ/DBQxLAJ+K/ZSPrOudjGBa2dN
UZF3yyvCcwbUy+dv8nE7kOuCkytB6ehs+xJEMwKFM7wJqiZKtakMp6QzB1FeACN9NPLQuv13Q2c7
WO9bUgUixA5mH4ZoTLm5pG17qYWzPWw2SEToDi3ABBuIkuYSYOujQX/3Buc3bjrY2uUuni+j77b7
7PX7Ybowr06dcB7GvG/ibNtyS6cVKEZheXSrk1mJ25PDiP0eQtG4Zaa9+vH56H/YZQ6uFbD2AoY8
PlsrC2oXU4Ta3M00PQcqTHz+8nkDH8VliCyBQwR0F1KWZ9MLvgxW2ZK2A+RxSLpgPRWvxVRninzj
3aWQ4sPOQ03XBYgFqaPwbKfUGhy9KsCF0o32FWT6ysR6ZWvv1XX/k6n8rqFTr77bxGBWLnTloiHo
zSM+mpf880778EVCoFdOIALQmM42SVRn+oV0IdSZvS6jHoMx9Q3n3wxEKi29sYqnz5v7cBKcaATg
vUF2PTpvLohrp+ME+R3U+9hj1FyYZB/OgXfPP5tkdRsC8wNR6JsGlSsrRYg0k1XdX4v6Qr+dfuhv
q+ddQ2eTzQc7sCkDvEhXmqRjd7bFk664kLm/1Mhp8N4NPoR2wFuL0MhghsdpGq8ATU0d59KF6bRZ
/fYuEbhf4PogC/tbfAzGgtND6/+mMdWqRpm1+2Ev7eokP1dAJHQMeG7qvy0PiKMTF/R/N3o2UkVY
DQMc65BZhru8aTPDMuHxLPDG7PMp92Engst+Eoz2f2cHDoRMdDrNcOlcBSOKgutSXVikp9/6WwcS
JEyAQgyQ0DibDLMvOylsp4W6OiCF5DD0ECVqr+P44fNX+XD1vGvnbD6QsEKk1Jn2Rljpcy0udNTH
Twf/D6pOWJrnsGebGapipvD03jnMvnmwYnMhVP5wLE4Uw381cTbouowWpy8k7v9f3OI+kAcoGnze
RZdaOBsKezJQMBRooWa3IEFM6hDTC2m4j5vAW0DC2EPx/WzvV1FV+p01tTcT+WZXT3pal/L587f4
eCj+bOL0+buF3+i2o9CAbm+0s6vbVzFdSPZ8tOKB7PPt8KQug3LSX59vQf4njBniVlCMtiGsCM1C
MuI8meBnpx8hixao/+TW977Js15DCtmSFcwvIJLXHyZZZ+Eisjl2dsNcPX7eex8NEKJZQIWwHn9n
erLOkVMULQjOSkBL+ldv9BLUPD9v5KMhghAXSDyQZPmAJOmNYP526MKYdre2CLcshgX5f9DGydg2
Dk4E4/OIJmRK1Q3tmxvINi3ri2i7j14BHJQTYRvFid9oKLKdYDWOav1NQB4Cdf23FXSxw5/g5qAi
nXyfzkOLqY2nSXGsk7FJ2jkB//vv9877559tJtYsmqph2A2DZhXzBHChv/d8WBaBQIVCKwFtHoSq
s0WCKNIZi1DLY2HBujX+1k1F/nkL5+fGeQtna8KrZh07YpbHWm9scRWSx+FQB+vPG3HOhxmt4LKF
0A6DANGUc1HC2SKGeLqUx147165gK0PZgwMXn6Z+bdl9XFQ3DZyMEFXvLOsp8L4C7lUkqq3TCz/k
1GHvj8nTD4GEDcoLkCnzf9OUacAqdmaY+x5pT25bm7xKTlVSw1g7UXW1ht3rdoa8XFuxddTb37yi
LpJgCS/Re843v18/A6VsaHfh92AL/+vmF4+kB4QHP8MBbJpEZD2NPozVjH6cT0Lofo2yfxy0ReIt
wOR/3gfB6Vb11z4AP/JE4wcuHeTt3wTnPNrA700NxwVY5TWdVLuLRn6EILdJo5KurdB6EqyLj9Ag
2dEqeBm86c1nww9nVo8TA6KpJBQqrWWbUBcGTtSRw2pAfTanRt81wnGzxtEcSL0lG0prCz/ZBKaU
qy5adh5ZrnCcpdFIs0aVqFPMfK1CefqLTHxD9v0CP8dSRG/weTgEk1NlqiRVGrNytYhgXQJoOdUo
PY09W9mVvSUujgpb3bduVKRW1HyDSl99oct+n74IRhBZAUIbglByzs4jii5evDTDcXxq2c5j/4Nw
+F/f5//N3rqb/+n78b//D/79vRNmKFkhz/7538fy+9CN3U/5f05f+/d/++uX/vvljQ8lP/8vf/kG
HvyvhrNX+fqXf+RcltLcqrfB3L2NqpG/no6fePqf/78f/uPt11MejHj75x/fO8Xl6WkM1gl//Ouj
7Y9//gFGzLtZeXr+vz68em3xvb0ZmAEw9fX3L729jvKff8T2f0FDCZVkbBrIoYCh9sc/9Nvpk5D8
FwR3cEMgMTx9QpCv/vgH7wZZ/PMP38NHoPyAE4pS8f98NHbq9JFH/gtlS6iBQEUd+ylMa//4fy//
l/H5c7z+wRFmQhBajvg24qy/LKLTsoVJBXhsaC/Gaj4PX4wFy3MR+sVmHEBpTKJyWfKSNtaaKhcm
QwI3liRsfOtqlova1N6gtxG4yYDc9tZGg9u118PU/GiEa103bCwhRFbfQ392GVIBd9hcVr2zlYAd
eMkUKnmsqnr42c8LmD314NAs4I3/Bnrl2EJFtrVWyGX5QMMayFrPI2R60xYyaut29p762Ag76QQt
b6IZKpfJGJQVzPwo978wn0DOryfWrppiuL6Uo1/3eKBFr3nrOJAGCpYimWwYzXVsYztjvFJNcxV1
hdFJJwOIcsFX+M0pS7YedcFXttt2W3cm87afo6FJw8KucthWhLdtEXkJKd0lH9pofC7KadwGpR1/
iUP9c4KBAnC0UyM2kJX0ZVZ7zOaZUjb8riPe7GzofgBGrvvvY9uG2RAB4+XNxbUpliglvnHLjC18
40v5rRzcKmEwE8kwAYts8EDjiDoPCNCwWiFyPtgeNEziZsqLEjmnioXP0vo+9qfLEqQ/e7DvYa5C
rKxSLEyg4yJTpdnLaNXBVbkcHX/DhvBNw3MzheH9naHiRUTVFyFplFqw10jCdgT1FAYxTJUOBEyi
CsXZMF94zxIeQH1hiYZvmkBPESmonkR9Iqqu+VpCxi9Zhthax0V5DIQ35MHSpTVv90MIS8Go7s2T
D6ZWTeAr6UKGhS2bsPXQizr3bbNpwhrFzLjcFSHzd5yzH1rLbKpImdYK9nVt/+JUVV6Yej02sXXo
K8lSy2iRFN3C0yZ+w70OyLnhVrljt5Fx8KoESeHGBP3CkQSJ3bZ+6nmU4GQ2m1oXX6Co8lQEIXR/
ewvTMCnaeENtLw8L6qRV1eotwGLYrLG+1MYuRivXoYmSGWZTBs4flftdQFMH4GZKDCDANqbArSWB
dK81sODuqLaElBkY4GPiK1lmXTOorDXOkFcuSAaJ35piTYM2fhjtpsyXyY2S0K/vFjhkrJxxQof1
uvreFHaYBBrKGzbEEfdkcNXKCmiEUwcqgHsdqLsyBE3GNiexQUgYrCpLCjep2wJyWF5w1IN/D46f
+YKs4rye9bwtCcDjphtXNAj7Lap6ErAULLFlhDMxDGzaZxncBYWh62iQ1ZpBd+h+agBih5pxZLI2
LocbgU9yUet+6/m15ydWG9cYkWl4XMD8r3Aww6CF89RpnWYlQ6F2Q+U4PyM6sW1l01TZkdp08ciu
7cKes07CVM2R5Qgnxbq6FXYvdq7fLWkM2a1XK6p4Zol5P7sOgMMB39Rje6cZIP99RMyWjn14JDZl
q4CKTcOxhUTzAKXvBpjyStqPKGqDQNT242uAKlbVBGlTA0iG0DVzPZUuilwNtpGbYIo2FqVZT9hV
baCO11e8y+NakGRurhve/hytoks81i+Y/QF2GzAOwA18rMwMfAMs/JbCbPFL56Mm3XMpwUQs4+q6
qfqvzMPrtMO0G3V57yh0JJvcrAI4AljZXWHiLVc8b5rDEtHbWVfIVs07cA1yjxVPpukCwPk1vTLO
nAJT/1LOYPTrApaSbSOeSmDXoDS5kyF/s2BhWCVFGdZHMi/LBo5H67LB5kwm2IsR+2sY9mxfqbIC
qTP1J+1guUfSSp2hyqRtHWlbOYeJcHcPs+wxk36cN3W3povyshYQBAgJ1JjxbTJPrD0CAZJ3VpkZ
1xJgRsLeBeIZmY4hjmcvDexkYr5pm4CnJ5ynvczFxrYfLDmWG0fZC3aDcucNyxfIGMF2SNZq3bcD
T0YTfLFL9RzCwhNkFJGBBQmdBNJg97OLzAIVbW/xcElaNX6t+/GrsSQgwNhbsiZgV1UM0JsHJmbq
wWV+AwHoO681ZgNflf56idi+q+scpoQ8hYZx/CDK8bmtanGIguF2tr9Y3WlDBBlnRME4sWOzm+0I
xZ0pd+L4aMG32BssHDMkvK4mEaR17fIEco0ZKCBmJUJVXfmTkru2xxIi9Yvb6BJrDmLCYjIgqQr5
YtwWwXLs/PQa473MlgMdti7Yhn0AsZtx+kIcCp3XOniJ2yKPLWqDiMTtLyLcDxDlvwbRw2ACF+Iu
cNaa8F0of45kHp+wOrARlqG5miO3y0Bk5eu6GrfRGLB1MIIeaxOKs62/glDIzWKqjLeCPnbEe4xI
XW1HEcyZG9QQOJsgPkZtvV/G2iQO1PkLbQFCCn6A7+kEqaIpo72adrUSejWK3k3Hrgwe22GGMaj0
kaYanHUM0yfIstAx96VZwRoLmnO1/NLbtHYTnHn+Gh7X2ykMT8qX8jR4R3jh1WlHtElduJD4KVuG
MunqcQMipbMp60KuYYyS1iUnWVHSOgnsCsrirK2hrB+tYyGeG+LqA6+aO9zcKli7e/vQHeUavg3f
atG/KKLB4TcMcFVRJ3NRLyvIyV3xCOAG17s2FnRlWN2YlaTFGpJRftoFzk9Zx1uvO7FkUBjNo3Dy
0VacVaECNY22TkZr57bvuzblDgz2+qp/FE61cZhUCR97OEGIyL0PB9dddTMr02JoVNYNk31wsNum
YeUAWsfdOwZy4IHqGfgYKUHxgdPqZplt8dR7/bIuCpWHwiQS1KqEFtHGbVGvATk9FxOwVGKsVp72
c1yCyjxUpZ+JcCHXdciyrtUrLsi0Q506J/bYJcSql03ntGvXssK80cEKbCkUYhV8YDRQqmHv6KSe
YAk2MrqeB76qWaeTuV7GzJf2s0CiK3Pcfu12gMYbz1nNIU4mNxZXvl8+ULX4QIOJowVlnbRjqk+R
RonBLbIY3CAlivEhwRY+D+m4ULnhqDlISMsA+S5vy6JxEil4h1O8yfx6iMFEalaFT5u8c65pzOpc
VYgfIkK3Da7BqXfifzU9AQxmqVN/tO8Haz6EQR2BXuNcuQxYPIejTicYRZhV28+4UDcJn6M5GRy7
2WjA2nKGeOTIQkRNKroqS8DZSrKJ6cy2kUawoJWJExFND0BEirTV7cuEaH87WlOQtFNx1xRuHi3K
37MARkGJFUkYyRbM3oqCDinSbiSDX7DzDIekIZ2hEIY1swEkMpvaxs2cQVdvlR3IFSSHok3gQ+k5
NMgnFKX7TUVddwcl8tsREM3Ur3WUj4iwUNCrcP5i842iJLbuEZDqdKBqTBYAsn24UnJW/Ows5dxC
/wgn2cSPsum3C+cgIkGbg4rxV9jTpLAINCt4rQ0rZ46nFbDdW6to38JFyVwVZOMu6qWVbrynAR1y
qHC4K4/MxauGottKTaGz4k03QPlOhNMGprM2gwjQ8jK64FkHxUzXJfPkvpS2OVgLAjapMa2WmDuP
pA+/e9Qd130gbYAHywgRJC9TsAhmTBGLyXt7oNB28Ag31/00fA36dgb1tG6cF6CcoyQo6ckWuBY3
pRPPmypc1gjAttLp76ERcyihJ5bDmrK/b0t/yoFqDn6oqujSoQv4warJkk4MN/Ya1fx8FAzmDM24
ANXoLDyRvfsG6iEwnYYM4y4Iu52ZnJ9j7H13lk5lvWD7sakzSvuXoOzoTScakQfdGK1b4nWbJvjp
aZwa4NTfxLF5lsyO06Vv/U3QdU/t6W4SwqEkqUcuE3T2tGoAtSnGdkPYvBwRJK4jxNRRBdlRZkrg
o+pwz+E3mI8ookFsHkabyF1NQDRdhZpju2m9t2IIEbTLcTP75bC1Y8sH7yNIwACdiFccLcjc5zJq
qtuqln7qFpj/gbmLS+9BobuPwLjij3iJ7VdSIr8RqR8OFc5NowLYWNfmaanGb0Nc3UHA8crpGcdc
d2bwAMBshuw3Di8BlE0YcQQdPlIq1DDOEl278x6COnqH2mxxs8RquWZ8WnJHsmIfMOJtKvDEUhF1
fTbESNFAgHPV6/4nJaiuOvzYLnCOiqEVwOoBkRrOc6YWnflDoU5teEBeFN1Rg035BXIMVtoU1gR6
E2ag3ZUEWaJA/SxRSX+gHXPugonrH14pmpSQWF+5wnYVNoMQuZiBuoeCekrkPFQ0N32pEHlN4kth
VL+uqOt9L4Np2DceJCqgzt9nkwBbsJHudilrWAM1ZMVUlShP/AyFlQBBO0JUDENQu81TYVvlup4I
ZBUm8dV3llRZdMkC6uCsG2YOtQVBs4mowEqaatl6LIZphrckDq4mWSsMCB6iWgFr2mxi5U6HuhJb
NVVVilWnriabiZWvQ5Gxfs5ohd0T2UJnE5Xjd+kvVcId0JgInqdClVh99Qhgrk6l5wmw2kYN6+vJ
uWq6cmtqPa6F1Ya7gDGRuJSlLhkRmpApZ1Evs2AoxqMg6uhChjXWbop0qcl7tnzlywidlMAK+2tC
a7LzQ50L7fnPsa7uoWkJjWtVe7j3aWerW/OtLbAOExRWftR0uA/6eQV5ERzWVZQwfJUwF0ABq/av
yuoWF4NtpTaWa9Ku3oZWcyy52Br4EL9q4gZ5UDjPMJ3eeMV0hSvqkiIH9ja0ZDXDDQBS+qeLJRIB
fHEAOIwyRhyTaydihzqi4b7rmJvhCtpnig8eeM5jXnSqSIt+CfZ+W0DLzubzCIvweBUAitMYcQ2y
7qpBb96LEAmU1g03KvZ52sGMh4ft3g4QxeglmHe0sIJ0sGz6jNqSlUzQFRnTqG+dvPOCOpmkhCCU
ib3UgWXRzpMQfUDgTI6Vwk2z7rweJFRzO0ae/jHyKsygutdlsyDOPeEhAgN9uiOg+mHKlXa7IWfC
mU+qpPSeEAFLetpETY7s1XSYe1c8tFLJg22GYkg9pstV3UbFnQu/jbxeCr3CbbJba1LzbdxAzLLu
FpqpyYkpHJS0+j4WIFEPvru2Rf3aWH0AawLmY+2C6DklVE73AtnZPXPCYRvYEkGK16zcouhypoJm
b0z97AXTjRS9SRtlnGPrTMN9H4nD5BUIerGGEzI4uHDASyXOrUiTfTD1u0kxSLLYwbKt506sLdNN
KfJp1cqe4z5h2imf4MGEOd51FrK09vTDrxDT5KKJk2j2XpiHU7Vv0N8IAnBzdQr3GaRmhJt9iNqw
aIidzCV/mSn8o5Fi5zEMYrpa7aJwYLiQQyVwmSDeHo5Wt1KOoilwU2zXQvcjY37jrq2ljZ9Mb56L
GYFa04TdRiMSQ4kei5so62VGohqSVe5DZ+ReujWSyQMSM2aAJomh3dFF7j4BLxoS4Mjo8LmqcOUH
KBaXVGtlRFg+jtjU4qF3cazy5qjYD5BycBgxUHg7FfOtXUEbRkTIkji1+2gr4WeY103C4mBOkMI0
W9shRz3iICi82U0t4YKpB7iOn8iKrB0KP+rY+PzQOd2XsUC+34Dah1uHspMImIf1YsTBxXHjVmRK
ONCP2E3IVReC2zeW7be5sdsVRzI3txkCqSqqd9ZIvKRUioMXUB6Ftr4zym+pNb6ppoagI3uIRFU8
DSSoM6cHwj0IW53QpXRv7ZndNBC1f4qnEMe9bvQpC9bCNgCKXN1cWD86x6rWcRw8RtHsJB2EUfPO
jlasivdeG64W4xCYEBUmMz6UhxqAM0hZIdZh7N6ZXHg+zceyKYpcjc4d4tQiEU5g70UYP/Uj8pRz
iWuxxw60AnqUQV+zPHkmRuGXfpzvqtlscfJfKTnm8xiuAihfCtffQKEc7pog6UMvO/WXehOF+oE2
A2jxUTj3K8e176IeSv+BRgYs5NUIQ24wvvE7cZ/1EKKxmR1Iz4pX6s9IHUoxV6uyKdlXViiTaSgA
wPHaYavRGxGTyRaRRQhEVbPcOSOzXmlTFccFphcF/rLrtR1lBbWe4CUcvIkO545EESWQ+AaEd3na
Q9hzResf7cy3uAY6GRsNbmDTKqx0kA+qeVLVtEFChr/5BVQINGU9dJQatmo4xP6kxR/KgU2QfYqj
U/BZ5iVROEVcT17NwQxkXOk56zaaH0SLHCUfh+kZr9htIV36BTle/DrOkGeAkiggVB1fU4jRrNwh
Lt44SjQcSQjwRnGARbCwPvVI1iNhkIwuEgpymR60QKLKHnAdqFU0ZZ2a4WM5IbUpSvRRYfi1h/FG
hsrcof6KxGAxTmsArtc1H34gE1PkTmOg6x/IKSe42sBmB44Ui66nlx7bYYLd5iEYfJT9+V0Vidtm
MmKzmKi/dWuMMjH+c2vmG4siVzOVEIYqNHDNw2zrTGm/vVNt6d6VEI3HbaZc+5p+7QQ7KszfpPGs
O0ULdx+NS3EbLXIngQZMrMps9cKnVFMrJaYboKUxJ2YsLeS8Wp4XzrQbJpkHWNaPFiuib0IHI5JU
DfJ8HpKtviKHEEpp15ojal9gsyIs8Q2CDinkvdZOp6IVhBCOpUt2Gi5IUJwoX5A/fuTe/BNbfJ3g
htVfdXzKwFNOtPAhlRCFURag+HrL3YZA8ZX2EGmIepxewurTEnmUfIAH9gZSgHJjIRdckkHihmk0
6Lfdfhormc1Mt7hJaLklrei2Wu/autwFBXgnQIiYRBGokjnRgqgIm33CKJJNNT0UsVdnEfjLgTVC
h8TpXywI+ORtMG8R0lqpj+rADm84XYFpkgUjstWDS09XIR0neEGGm0p318hFQpaOW4jQe/1oUaFg
h7Ds2ETrfRe37AqB4oj0cv1YaKQRi8CdMgJa8gP4UEFi1dahrlE8HJd4U07kZdENA18qWNM+uOoJ
aDlWv+xN7b4WkbxxjflJEOXO5UJy3tJdjwpNUnCkMUKkn39y6tyOg7OXSGkSOLalgaSrvmUeHFF+
+ioiGbXQr7ivj5k32nfSd6+7RdsrQyQEaUOnySGNioy5KxN7HOjet/vmOgqsBkZBHv/RxqhiuOZO
MgZJU20yUjmI2I0U8JAKijorbf8YamqvDXP7fIGbFRYvj/OuH4ABFv46qCU2OA06dz92UDGh7oYx
O41ot1zXHN2OQ7VcddpOZfRVRp048F7TtOp0SlFAbSLkzkPEofdQgRM3DMIqeU9xgWnbQoHsXu5t
X5wSXbjJVPyU9XJpwlp137jRFUWoOXdIkiOOUqjBNBtVd91a0HHHo7nFeY7MXY2dyVa3UXhdOCHL
ndFmMAbu+5NG25z4DNJ9/dDuiSLLKoTMXd7zKC8RF7sWlNtc7S4730EghqpGuLLw/EwO48r31HEk
1hZ31BMq1rxxr3rzhjAGur++xXnZbFvB1qIbsrKJ+k08yVR7T3Hh2j+RV6txbYB7Di5/5VsMaDBF
GJQMveNvhyK0wYx3VDpOiBjqcq0b69YKmFh7Vb+VtWMSiNM0ayjlbOfquoqijae6Ayj0YRYgxy4l
7ObBj8UFwin5WhQVy6BNgVp4w6+xizNU2+xi4wYTPQRI/m0czkp7TaC2gqTTF165bKeQxME0nL1H
gRt8UnjVPuzCJW36ZVXFPeoQUvYHXC++h413z0oU1NCt9xNcNxCkObzIapgGJKgZQ1APsKEUxbQy
H4zIaDwMaVEUY6YR2BRwa4bADdQgWwlzNCOmOe9R/c5dx5Ubh5TY5fQ8PKm5aZAX035/bxulHlAn
PYgK2BpZRm+4Xt710As8KqnL9irooZqTQH2mei3dYNshdJpP1UzTsQNnIb0zUIzOEWmOyAcFCzap
mUOrsDTDmp5KBX3bWHcT62+i0f7uN6bJ56ptkeyfNqgUdMnU+/eCDnukJxdsn2odEIkNtYuCV8u3
r8DuglrPIeZ25rextYXPAG4nA0cBaKptgnvS/E0UZsnpDLTews1aDu0dkrPYCxRyuDCm8fyiv3Nc
eB6Jtr0hTbfxauRKtRelsYztvBbehtSPwDBnyIzdYU+00rGHevbI2AN3sXbm6v9Sd2bLcRvZun6V
Hfva6I0EMjHcFmpkkSwWB0nUDUIiJczzkACe/nwl9z7HpDrM6L47DodDlmwWCkhkrvVPa8qDTIzj
xvL618QLe3o9O/ukHEnDOqbbET2B2TOxAov+mbYvCFsxQfFGsAlGeocIe1jXxvgwZrJZ2UO0wUy2
ncZqb9TCD0x/JGOpWdP6WkGVZzpYUnLSVLS8eJRtV1H+gn4i2rIPMgslnzTkCUKcucuMnWEUxu3c
K5LUkpumnPy91JAJ0qgiYidGMr/TYfQOWUvCkhMut4SqtLtqkvx+3BOCEfr+KqeIWjGyaVuo5jb0
us+mCXAnCJgNjM57HCr4x5lZKSs0hfM56ZxshxFPrzq/VVfxMgUtKpJPpt1Em5gDLcjsESXHXT20
V4z0OPcwvkSHJ9aGeTVAg8voBfPgCvr/4iYL/dvas07ZAK4dj+l6oSEirWctuwHDou1nq5jULqEx
8Xu1KFdjG3bBYgFRMdcCJMGwjRXUif0QosxZTz3hWdHMy+4WARAjFmQpbujuScetnL1DD8N+QyCT
F83i2i7tn0VnAVlMVCh5CSfi+ASsEVWw9r0lPtiWyimBhqbbjnqIdxVFolwlrra2rZfJvd9O4lCG
FDrQT+G8minqo7Uo8uwO9yXhcE1qPUHAHqPM2jqkZXZueseRue+wsbNIiuka9+ScAZe4WFoSv+P1
nw1zRy/C15Ul08/N+tlSg/WgouLLWC8au8iU1OtCeh1z6do0CvpIoHrxR71qxtpLN8S6h6vUl97Z
SJNTTBAITYPVr9NJWnehruevLVNCvnV1aB49o/gEYluvKVGNIDbc5GgncQz3pOP1uMT3mZzS9eSE
3yxD3gqKE11+4ckS5EGNosp4k+oRj0x0iZ8anlKONm2lG9MlcGgo1J5K83ppLpTAcGU4Ch6I4edh
h2EZivRUh/n93E31fTOYABro76x+2lUZIESuEBwsq9RMnx3OJTMf7/JlOjE7O8uCoZ+aYNbRy2B/
IyoUWjnJxmhlowIS/YuStxPl1KjcbTMvZ68GHUhT+4rgqGXviy5Zxc144+EiqZOrJHO3sd3dKKay
TEOxKWa3XycgXPdJZb16otE3xpRm61+XnM2v/pITytat85b+dKladqRB34VhHrOVj0G91KvRiF9q
XX2OnH05jztSWDn96VwLYT2HfhOv8RgdlrmqKPmE9reEY1E/hCV9ngAB9EcICtPoA1JdDn5WNbvS
ZhuL7Ax2NvefCeK5b5t6w5SQ23yavhZSgmOjpGF6zVXSlxu9VPepDr0rGQ7+Si72laq5H3oO7WNr
Q3JUWA0WqMZfUCsT6UErfXUnGwXdNKTFpjSVsXYtx1z7ZsPW6l/StxJv+DSX2l872pf8e1h+0mbS
B6Ey4gAb1TFR/c00lHvPyV+0ss91T85c2pTGkWxyuKnMo7PvWj5snOZAO8kVXrcBRIYU4Zx4mNhz
aV5xZQQGY9chGPqN11Y03E3l3riisDam2Xli5ZYJYB1Rzq9lFrf45qN2ayNSeFx0XCCpaSv/0DWV
na58lIuHpG3sz9KaUFLMzhjtImEZN+MvNiJXZOEFrUti32rw0uI5FehVpgFTYRRXzm0rEXnsEtGw
kArjk8wT9zyHbnmTdkCKWwIzburJtlm1ldXflqqPr6PBMe780eqe89RVp7aa/NdwJJVntUw6uwZs
MLd4y6Es5mbIiJ3LKq6riYsD5GO4UW5sH7sk9Gz4klA+dqOqdmKcXLhfN9u4c41sR+ULJMns7GZT
Za/SWXRghy4oTmN15a4i1ZC21I/1bkhGfTvY+bQzWXZbYSfOKa9L+0tkXXhbU5Pvr0hBL9xWvUx4
QidbjC+Atlkwh/E2hx4qzHrfTHgSqia95m7V131Z2V9NMZt3y9gP2x5LzqZKRsqaPKJlMoogHK0o
SLJs2c1EB65UM6t72xvEa0GG6kaUVbqq55Cwg7LbeQ5TYJF6Ntdh7nxmvOcnFAMWNGq4lYluto0c
5fdaVgfXvDH96WaWIXyGK9KvqZqpItw7NRUPpTF9Hi9DJ8jUc3dTTdHvy/pCsDr3IdF7m5S/slU/
5ubPMtLRqUwbvuQ4hdd+O2a3s+lt3Bw9ZAAN4jbbMB8orM2nrvYive4mA790k6QBoq0u0MbYBTMh
o7AkMaxDI3DsFg6dSF5Mx1TMR4KRogBmyL+rImxXDHj1bCPeJJW+vFYdnC/arVdpNXlA748+xkJo
wEGwTuEqvyYW7ew4jZo+rus3VpbaZ28GbyBBjtTEPt2jihxB5wwSYkfpHIDrvQ1SB0Hp77niMa7y
cTW3TClfsR/DBlhJl8LGecmPuOn609wJ0e91XYFyl20KcPNnWa3WXR7L51FNI6qQGu5AyZexIBO6
UMXeu0At8TJGV45rlGvINfphk6HLhILrwG3BdIs+1ldI05jpnc3e56Ydh02pGGZku7NxlWVucWZW
59IHsjCYEzvxhsMGlBfMeF4tHRVzxPwjwurocVZD35bzyhms8iXK6mIzGM14dHW3bGsryXd5acuj
qMdk43Wz+XlZ1CvH0lfX9g9NotU16APHfGMbzrc5ibxjm5clB9qMitVIHfjNPLk2pkjdDGMzPVTA
0Txe3wBpkOLJYHJbuAacHa/Hoa5e03nu9kSMFjb9ABEDRdkeo2VgtyGco7qpbbdYjWE4vKZ9nD0o
Z2CkoEU+4VoyloawzTACr2dYVDgydCR0HyfL0ftkaJM9cFW6dqP+vsx1exbYdo4NL/5hEnN16NmW
j6Wr22s/kYiNlAqzrd0V001mlsZr3KHVarMh+m4mHpGtVq3h9MzJ5vjtk2w163C6L2OrIRpxKcZN
3k3hKZaltS2MDGoiIxDR7DuOMeQiNFr5SSQ8+b6+sSieyVEY3U+jiC5VoJscdAZAUzhhfW7rBgWL
g95Fuo14mEURH1Rf9FBU9DeEYy71qQQ42Q/5vKALG7VNvHD0Dd0vmIUoUctluj6oVOaf0d81gexb
n2tWr52RtIGqm/qGYWZEhht2/CTzQbtrLzIYhjTEJ4RZ5qX2myu4TjcaD2XU6+8u+f2PApnlTVXN
mpjcG0RrPG9hGgHKXFKH/GR8jqq2+mnWvUBup/JibzfWcGMj3gFoMOPxS9IRwhk4hk90uoiBlMvh
Z6zm4Zap1SbZmf60SVsEc4ooyntsN+OKGUOIRKYxPY+5opUk4ijdp4Og3490Fp4tzVbUmbzaZlqK
a96vbr14prvKFjCvmbkRB8IlmGadRDlPrJs8voEfPRu9O9+UvossDIxk1TptcjDjdtkmvd0Gy1QO
W3Kkh6OnW4OCMI7X8UiuaZR36box3Olckw7/iVzR4sxPyo50ds535ejWhCdKZLrK20I8oRJIQR0L
qU6x59zFbvdZpn0exKht17kT406sPH8fD8K7N0HL2p1hWtkpXvzxpkjn5WtfDFC+2VI8+yP5+VFm
+7dOho7CFUu/7jpkPq2Tmls7a4vbuqqIsq3aKBhNB/zP7RlfRF+xquwi2iRpFaKUy+I728PTLfw6
3i+h5QIiDMU5DI1pp6Mi3aaihEFYKvdW5F1yzFXvb3QT9pu0s4OJ4yEYhjm+7oTHuppGFaSTl12J
HI5t5RPJeGqSWn+N1AQqODfNuGq73v8+hlP4UEQWCW7RmK+rpmHgRaLUzyzPx/Nkz+GpI7dUb2C+
SGmNKr9esdr9Pdj/pRjyvPzccsnJ2ivr/LVYxuSTAUG3iY2LmtBvs1sj7j6lTKJhKFPufksvQ5gu
Dc0mbBsE/KEgTtcWTQHkvYCQqrw+zXaVBV3R8ntYd7baYK/3hWE9LmpMzBXpCrIl8dYRFipclFb0
tLV3kywVacOWrdeRPfY/SynkdjYrdpMKjI4tkEsgN7beF2WSnIZxctZlUnTr0MoBSAXCvRzR7Ynm
NU72BihUu0Ka6d5Hgt2rK6x+m/b4ETblTCmXVCCKY1yV9dXo9OzXssPhyLLpX3tvbOwV0ePiWEs4
zxEU/LAYzrD2I+R5U2S0AUzCsrJLpa6cvO7JDGijw+wvw7UcwxTl66BGyLpebgxdm1/C2p83sGZQ
b93ZbiOAfFpYg9WzjpLp3HgPgoGOJ5Wly+PsKOZNxTqPg17Jiw6vLM5zzgStdCzFMYVp2PQ1ajxp
gM0nIje2VaS7oxh1fFcSr7v2Qwq7kTxX8LSy2Wd5W5MzNanoWCigeehkY40YjqkAQ6U/J4QDrmrt
mxdyD8VTYpavdup453l2i5epRgkeuPllq5UAKV1hvqZKWwB2hTfvKHNJHC7Ln7MeymbVpWU/Uk75
1Ys1OsZaQc+upWOjUVFj/qUjSP1uVkPzneYfpQxywqi2DmbyUmlmLdhoouYpS3+KvirWWADnm7lx
mm5VOX5zdpEGXtaUzlYM3HRu0/CuSyINHmvXDwx7QHIIO2w+pZDKPJre8B9h9dDW1kxumzUiGscJ
lbnivEx+FLbVUbsLtTwkKDaDbC6m19pGlCDc1PwO9hvfQ/0ADC9YQqK+Mj4nA5ttHs4x4pJ8RGna
UWvi47jNigg6wJrbH6a2rKeo0MM2anLvei4GigqnWo4KdcHe7DoYtKpFyWNC6qx0yRYCDZ4AqKRV
djb4hlfoMhhtlxn9nTC85T4yPGc72JN5kXqN7ANtUa8tI1LrCJfLJp81lVARThuNYs2BeOtZuOMk
OVaMlh4oPU+TvTZss2GSD0UwMqGUr4y0br0kjR20Eq34UUeEcuncre9II5pXbZ+Lbl3aA6goK4Ss
4tQaHojXZgRaxXSts2dAnHXtPDwZVu88yaTPduNSw8+quAdLwDm2rOZy2qNk765k3ZYvg6T0dOa+
oGfshl1pLRnHQoMjqxicVyOkCg6beWdUsdjk/MB1NEzdkfoOeb/RiWjlGMBCdAnxvZkpgxB+AJnY
TbhZPtbmsvDUF7RL0TXNSHUvCGIG+kwvBedULCvDm/xz5GXGuWqTZKNd5HkMRs/vzb756nVIbeeF
ss6NjHzDy+8HVVhNUCl9cp0uwn2o5IXabEkcDPKudpBpoYGnl0rV1s51+iXqnCuhq/aGPoUoqdpw
nse6Ttdj1ic/EHhNEkVY1B/myZ0f0lYYKIl7YcG8g4DepSWaJ4QCxnWehzlAud2l+yTpq9tqRMyy
Uv5SIDZwomRcdcBhVMyd9SyxFr7EIeNF7MSNvhvzBFzX00bFeRJuPQ+RkeRVa6+kBaQJ1KujL3aD
IkoR3XPjVV57SMLG5JVz7Xiv8sju9oz+0cFEu7ci65wOyYmdU1OJfO2FeYZUazZlsMSeiaSNscAV
NpInvUz1V2bSqnvXj9uj0yEGLjI1o2ZlINgKC1rNGmy8R1EDMxmJgC7gTzEK+H5+SsO8gzpvIVE8
gOvHHB5ngqAR7ng16KK0wM96e93pqdiks0Sw10RkgtlJD66JYAGSJWX+7tMQRc/uQsO8XXw1PSOL
BdapUtrvhTkpHN5W4a2zahZMjMzaOKicWF2z2P1PqpuGu6moBV+eXnNlVAV9iMesLSQlqYciORy8
TW+18mocne4p5KsfMcQMK9nk/RfA5Ax114DQ2EajuS6bCfgVv8qDnRDB5nmIdKehnQAL3GTX6OLB
s/qTpYzwOOjE3pBstxxdsm4/14sKg7iv+IcLUNgxI32tI9pOmtUMGVtZfxtSRv0G/exdOHwr3bem
6jZiSlLmKKLOysB9HnMl42BQZEuFlxFhkxGqkyC541AiGj7OCT96jmdrOyyoseOO7OXFjekNF0Ss
BbCSMT1GFNLHWhjGquhs64nRIRIDBUFmkdeE10PtVw+4wIvXasSNtCoIu76RSkD1diiINtIrnQsF
JdE8LZH51UaidCracEbiwYmB41SdUyGHACTf/Jp2eryWsuAQnAfz5EUqCljjxcn2SaxsMC9/ttOo
33aIa679skhOmtriCvoe1Nlqc2Nl07FxdsCqR56ZbAAIvE2ZKffka3dap7MVPTYUVp/rGgR7tp3w
eiS3aMuAHO+ViAkmYKA5/oFhcVxFKHACZyEmgdlCxdbP8Ryt8qhwbhlp5H512nxeMQk5wxwz49tD
31LFey9146ckKgiGbUNwYcKmrftZdXgELWUfQITDZ9NP83Nke9OuZvDKl8XJCiYnuaSoN3aFqEH2
x9TQ7r4rL2IruUQz0PJorgYDINFMuHCDqeYvBXLVR+Xlw/VYi/Zqruz6KikXqgCb09CYDDw2rpBr
fBwTUvmyDmj/+h86ntIj4Ynpix7zaDNlLSIgqZQfULBgdKS6irNLMh0N94Am73vR2or/whL4AnwQ
w5oz7ZvI/eS1TbJ7CsBp32nVrwhFrV4QpXfHbEizQ5i4Toe0j/eUU9Yzm1XvExLjNdW4i302Mr/z
qi0QXX/lAScFbKcw1CGGgg7by2UszbglKdI+aFwqXynl4x8+qsYn/K42owYKsoBML+KA8huYhosn
yUfQV0SPUarh73th+HvbneR6dvlE7PkexKCedjTp1c1kYbaZWkbsrN3BwVjjuBXtkDoYc9ZanFZL
v6ERcR9Ek8LhYTWLbC2+deR5fKqF0++nQdhB5CQxmV0V7f/UKWDKDHCmqWIUZ3U0ckMHOd1dpN68
8OOcIXcYJzLg1dKsSlbvTk+zpn8Ir9joLXh0KzwliB9/Gl4DStIL/LGWoTEaNU3C2hbT0s8BRu/4
NVGl3NvV6G0tpNDwMX65F2lUk9PdaYpt35muGl5QqiCsxcwhpccCWJmvVNuML6FvhU9RrEqGBfgw
dpPrNa+tXNytilGoWVPLzTBncb/kE1iJdcGD26k9/VGN8KszGTa73i7Sk3ZHWwd4WZZ1A5r66A5p
zkyIftqDnb9asbCLwGUjA1+xKCjDMC5XoZn4TNkg0WFvkRPGN0SWgv6vCZsrDiDrbHsxf6ZEIp+c
Zsi/UL94QWN67foPOGu/rcw42g+h3+6L2u5/pgvqG3TNbJRFJRHS1QZSE6GHjcV0jMDA0LoZmqkM
QFWMXRlH3aFDpr2uO6sC21p+tND7mMFL5Jq60NA5Q+lQDXrChlaVRf44wIPmmww2ApdgCUNc9LKG
+IX2sVYh1dC1qYZ8P2eGvG71pY/OMn2FV77cp72d0GpHkC+eOyWfF7eGu2QVwlhRFp2pJG68Phm+
J342bQtmK2xmw4gfkx5R8qZ2YdonGzljajfDddEgtvcQka3Hkhek66PkgQHwX5ycSrJvc+uKWID4
qkra7mla4gnHRiHPEVahq7KV1do1+2mbpnN8/sPuR3py6Sb7jmzQwG4Mf1sr19vaJPpgSUbjm4on
zifY+P5ic+jDBBFXqxa6DaPpX6IoTNa5yHBL2DWze4nmZIW5rtV+ZXcoGcm1LFsMwvZ6mAurXv0h
VeJhVLR9bDFDveXsEmcbxvLaUrGH5z8cP6P6r58ihDLrPxLEN1NlameXUv3s0jhGDNLRGP/RExLA
fPY83k9I8u7SEP2x4czZRshU7xIamd2As+jPcIJ/uoff2GL/rx/5P7Mtn+of5UPf/vjR33yr/79w
L2M3/p//NQj/5l5+uHiK/+tYtT++vfU883/9aV/G/vwP32Io4G/2ZQJb/nFJjPDIOfLIHjIJZPin
fdn2/kE3TyQAgbGkN5MR/d//xZn9y76Ms5nxKgynVwyS+zU57H+v7s1z+tf25V8p/f8vAYBhSVwa
I6edi6ndsRgB+zZ+AEWaEzEOKLpLjW6+iwlaDUaFAEwN2rjl9a9YRyNjgDxaJfrHGmtE3ed7cN3+
2gHmWocyl7A+Watv6gsEKbMeBVPou5xBltlXf660N/74v/qtxeWC3l0wFmspXVOZJAP/cmP/JYwG
UZ3jMvomusM/bJzxBvfBZGXDNm8hI5yh+NJM0n6Upe+TARA51a6JHOODzJ1LbM/ba8DKiIWc8xR2
Vb7Pw+s5wnrp5vkdCLM8hYtrfSsQTh1kkvkVMCCqItn08QcxPO9mQVyeFQ+I+BK++eUX77PPY8Yc
U8h2FdN1ShieXrvlMxCldTtbFSiXu0DB1nX0mGQF8lBzrACM/HrxPFq/MEu2aBC9s9XrEDAhi8qN
5bbig0iltwFuvy7RZ4os5giM+UjOL175vzydIiSIZqjL/K735/Jay7GBcuw4LhwLg9vexHF20P2k
bu0xxiv0l1fvn4v7zdq4/PS3z8XCjQ9hKbH9uyRavP30zmxTAsq6SyR5e5ui+3qk/ExvB0BmXIYN
k8+dnDN9AXnHOyJa6EObpKE8Sa+yORbrDy6Hd/7t5TALlFAjWiZi8JkmeEkG+svNWFLXr1VfJXey
znmlxtrWL4scxC0EV1dsY4CJb4tndLgFEUVkeAaxd6p6vo6YFRTdZLRhMdrwuX8yP35Sv79I5Mw7
DN9FLkGYvuNdrv4vV0eFrJJp6L1TU5vVAcXEcutp+EyE7Mmu9Fp/5Q0++QUL5XaepsYVquUP0zR+
v0XeJW/Z4gp4atb7AJI47bVcOiu+m5hcuXPUUD8hU0a8SBDruSsF6xidkHeOcCk2QRErXNHdCAXK
HlDdzXEsQC4Yl40TJMo/zVI+kOXLqHQVd9Qhg1RHo+vhVqpOv4T4Ec6TbOqATAlnO2fTY0NuJqLO
ysWw44thH6bNUZuCwIBBFKBIOiqLT2U48yLNlwfFmKr+qVnm5Rga6B2jvhnuQcmr5zC+WNsorCnY
6nQW6wUdzL4lju9EhL1++fuV9TYzhrcM4znbtkM+qsO6Mt89umJ0slZOfXoHdUoySmlm+xgM/EtM
ExIgShlvY5AhBNp1AVDblft//+OZdWyxqi0Hm/u7qKPIzxdbas1oMSM2rsxGoC2PZ3VklaKF1dXI
5PU4b7ZMvHipGY32Qaia/P3rMxDb8TkfSeyHSHwXPDePCBgrHeV3uCxYFWOclsjf1GW3U4t+Ych1
/fxrUU+zKcCp4vKnQPC8rMom970Vw0pdppBFza4KPaXXfV7HLcKNTtyOzsKLOlszj1GGMaCZ7Krm
YCQw431jJrtoSPgjNL7jQL3OOwNX57cPsBbz52XoagRHQ+6Jtad84I1ETVyUUZQCzwwd2kpjM7+Y
ZPo2u3jXxe3QhuYU4FTvnxR6kFtD+Polmwd1jBt0QLE5Nk+9v4RXjqHnY/xrY3da0z1XVlc/F0nN
z//3H64H1iQdGkWqknd76KgQyetWZXcGRzxWBPa4u1rYEer1ROxFuMzfS5IlVoUNKmjMkfxgcb1N
obqsbXYkyyPJjpn0/PpdQVJYBYWICrsT9H39zIyhyxt12aFwOWDsKjv1wWEu3oYg/frEyxZIBQTC
QNLgZbn9ZSNEZFAMuaH0ifqGlziL/fYqL+sMtoDGocIWT6JqAmxguoxSlF7DOOR5a6S4lv7+1r/L
xvp1JZzxUhKw5tJ9vR8+FDYT9GftTaeYHu66JxtqWw+NGYxhREJpq8zkJk+7cKOzIkOfwWrCmu47
67FyN3kKH7As6fjFS6IPkj9/O9VtSk1H+VQ65Nyganh7hwqIjpqixzxhtkh2YhovMKkdI1monGdR
Eecg/VmsompJPlgNv9c8fLSjbI9651e6zrutTiBV9yrZy5PX1e5TTcwNYTMlLANyeP0yWo24lYgA
75D49UEU5pKgVZWRft1pN8his16jZdL7CR55DxrSfzSP5ve9iCXDRiSI/zEvb8zbW9OYoEG6seTJ
tHX/BMXrBiUA2lfAifY6Vkl/cpcsxs3Dggc2z53vH6yZ32oe277cG+KMJJdBK/H2AkwnZz48YMAp
rHzjczcXUO8e0hNhEcVPWFKyg7tPbqLWgOZt0jn6BMSWIjtip3nyq/ajyTO/n+hvr+ddkPOAzHkk
D0aeCOf5ArV4Jfz05wff+W2k4q/3RJEFxZ1nvqFrvS9dPDFiwIxQk7rtnJgBSpNhG7IbH8o2TK6H
KI+u0wxXV2lW9fOU1WqP46Y5uGOZHWLy80g3kKJ/rcoEQBgF+weL9vfXxTdJSSRPFtZTOuLdFhrp
ip5I5tVdNOF5leCV5OokhYhXM69wvspN35uRt0kPf1tmf7Cf/b6B+oLxkwRpOpdD8n06v4MXfcmp
du9a7ZA5kMdO/+TlHhLrbrCwaoINrP/+eViXL/Sm7pbMlWLaJSIyMi7JwXq7BuOM0a2FN6RnlTBn
b4gjqPIureytV1Xl5tc2Sj9UAyeJ/iZ3+xZFvOrv2nIwNsxyqp8XQpg3Vuua24y5pitsSNwxd6lu
YKDdM7XfdGQC0DpEMv/pV9eSVYP5+Pffwnu/qiSRhKCcbDeM4KKyebdyXSt0azXMw4kMrhq9mNUc
lWzarezkw9wzRrSORHZdFWO/rKDJspcha55asXBKRU2E0Y9K84AVgogJ5vJiOw4npLXaudOzX9xU
afmF4C6KgFFky1dzGioSIKg2ALqbRyAb/SPDNHv3qwKomAp78J1kuZ+oQ199Yje3helgPc4mhRJ0
sazPFz/WIatCqtskmfYAgFyh19h7a26MvcgyHC96ZGiu1uW2GF3/FEK6BQryeN3PyttAOdeChekX
O2avlFvPn5NvrjchNkC+j4fdi7FRJFPKJ6SmvvPwy3PC1J8MdrnrtDfaDbpz4vYkhdeiThaC+O0Y
Yg0op9L4VqiFEj7CGeIUuHy9vhfDLmvN2Fm7cXJbW332M/aN8smVdnWI+trKbiK08k9WWZvHNCw4
AYcUaXxsiWd06O7Bk6rZ+iHFWtkoYr7+/vm/f29wIEpX0LTa2CAEKaRvF7HyYZhT0ZqnplQUYtNA
s4BZ7TaViniPMZ1e/v7z3i83Ch1KUs+kC6M/NN+/NF1qI69xUvvEUdo/tbptdrPMkTgT+AJh/Pcf
donCe/uK8mmk57Gq+Zv86cvV/KXIMVQ/WZA28jSrkYoqqbvx00BuwdEruumloMnCeushTbKNKNvT
dI4b6XbjNXX0k5fE3oBNgbsfecCPsdPhZBVRmx9mM+p2S4GFyJzj8aPM0wvM9f6qwc2ksNnS/kWP
uihfaWV14tSQiYPLEJo+IIahua6miUsqgfHRmLYQwlgWhkfyNV/9S0k8wD787LWjryw2irVfoMB1
OiN/HHlJnz64tb/tfmx9l/HmgGcOgYPvE00XD847zLjIDn44xa6UCqJvsnIrRT4Q91X7aF388DEf
c3G7iEE/lhmO1yrvAvQ9P4imH7sPivh/eePYzyifQaW5hZcb+5fHzWcu6DOFdeoWpY5dJ/qnSbjs
oEnlPqTUaUcs0dMht5Buu0ZefR3RSyDtH72dZ6b2g9EP9nVa9bQl2tMvEoD5P7ltv+BPRkXzipvv
Dg01mbbVlLkAx9LitqmX/E6l4WdfE0w2dN0UkNiQ790Oe6Ppm/d1W1PvLY53oD3vTxgzP0ih/g3U
4zFSyQGuSZsq/D10FTmYSDOfUFryXtRRlkn9PIY1GzSRcWgsge4f7Iib+cHquWwrb87Oy8d6UhDa
7PyLgYb+IIa8NUqL2A4/+m4NGfF0w0h2jCW6jWEt+pwupToiOnPPtrVUhz+bwP/gKjxbOT4XIyVT
Xd+uFz/T6LSmVJwyz2Jae2d7HQEaqPdSBzVJPlTfMQiE3+xykkF6+f0SY/bu374IAG3YSXkBxX3x
Hldwh3Zw7claTiAPMZkRnP9i8eRLlkiBQUxX1/WU3+IMTdaaIPFvC+qJD67hVyvz9nFwDaQBO5KS
nuLtXTPoalH3VGbmaaLxQHDgYMspLi8uqSrsm2GRUOXnWeZsGXIa32I5Ew9T2VQ/qiGJmVAlVf0c
Rmjbg063/VNmD93BGKV1dptaHdWlfUWYUh1agTqiKHV1qPNZ6pWaEYZuXY+RJTQ4CWUCjlZwsAtO
y7jkD9t8buvlmb77qnxNnrhg6bGFvTvwyPVrsmjQ/9wjcuQetxL+bRcjAjnPriuObclA4SpqUDG6
+T2nuneW8BLHwaCSrCIld4lpzddtaWFmdORmwlS7qrD3bPKLpCLqpP7Rdtq+JR/0S2uP/4e481qO
W8m27RehAzYBvJZlFU2RFI2oF4REUjAJl0j4rz8DpY4bEreOdPd9uREd0d271aoqmMyVa805Jl2N
cR4OnS7829TQ+omNsV8LWfnrHy1S5FfOSc1DMIFqGTIW7VT1+zlxUQba43Q/sWRs2gTmApUBIhKE
EdbNKD062gawj0sqGHnT2/1Widm47FHfHzsNvyKUrbdF01N+xgRMPyNICJGw0EpWKDbvPHeMefAt
ni0pirfWCq179r3qYHCrDsJPrWNYT+phCuvu+4xtYVvPlQloxo6vE/adfZjb8w73QPWEi974BicU
6XKydA8c/jsnVnsp9OrK6zd+WoKzTHx1HeUIHDiz8ahwKgvuiBCvSBx2/TsV6uQSJM2umWV0JF38
2UyNO4giLrQ5wpEYwXSIANHbXJ0L534mTCKzauAmqsqOZAyle4+O8lhkyU76rX+c7GTcNkiR93bU
j5fzYOeHcmmDYRpEsRYqjLgMUwHB0Pstyog6s8iHS+UofRhT13gOyuG9nGV4g/ojq1cGtpFDE4Fg
SJziayG78MiZDPRsK3t0HlZyCsLOuCqiGZ1L2aXThVt5t1YOVlHUM0piI9Sgv6zq4C07S6Gc/r7I
WnYgplFPvpWryzzQyAIaRGu0gJc/5GLcu6JT530CX3KMYPZuGz+Ds+4OaXyJySD/sVeJekFvLF3f
pp0p5BZjXZIp71BQVBPEgGkXLAyvnPLQT9NR7goIuBwe08SuDueeseoUl+F80xzFhYyo5L5lUrp4
lAAXlnrETb8QHVfcOXUxgZqY0ZS26IW/OFF/nffYpLin7drzymjNBic4RZAkGGU5jjLssnvPndqH
eh5HGDied5V6Ojg2hF6u27qpIBopjZDSLeTleTeKlUB5UitoAqVROg8cL+tra5LdYXYD41gjziP6
00VXYafVeqIX/G2oFNlDSNQOsWf0G9y6KXNxa95N6VBv/D5u97ZfgThDdWJsnUKH2ErD+74P5qsy
VONFM7j42I0RHxNP8sq0474CSJxYaMAD2DvmpPSmKzDCbdqOgAbXNZNH3/HpLUypkWwsKE9ru27c
Z63S8bs/GJA83ehgyjC4TESN8UcJF3dyATzDt1lKsTPHubxvR9//igvzc6RjaxvAQdnDY/EJZSQT
GXXkcHFeFRNes0e2oR1jFL5YWnabYcxhkOT2V/zB840iXmaldf/FaRLS3cay6l+bQEM3Wg4cWWvy
ThpJj8K07Z2vgzfoR8peHrSlv/qjlY8LmYfQdN35UExV8lU2rH5GhoSK38mwpveDPREicj1HHKAm
UNdXMMvcveAY9KhyaBLILafdWPQRMjdT32ZDMu0mt41PRtHGh94v65seF/OlYTHqhGEBeAfq2sym
67vztEUhgm+nCdRzAOb1JqpFQtPGZ3lJM2/c+u10H9mhOg6mqF/qRLEQtiNjiXXNcw1mQzCAczx2
Gd1k6iVRDr/53Ck5X718EuJ2xr6b4Bt5jVSKBrzAAb4vcpxy0HjltWH1+Sv4fO+z4+nhrUB2cI1N
KjiJojI+2Z2ajnqwvV0zaueAd2A4WC6ENz9CYTanRb0DhyFWeF0hDkUohPu2UaAZ8/bRDxZeVD5T
Ms8JfZrzUjaNdvtY16hNViTM2hdJoRlZZqXPCWD0jmw59pMoWNXBwD3YKVitkV12BsSBxc5oPSxQ
YA67Sl456L2PxaSqvVSTvNKB5GmOMXGvp8mqn1yjo4+L+Hngd1b2RmNDuhJj+HkRr7yjlmIW59cY
msuyN18qkd6Xg43idih2EcGXl0HsxBdC5u6uyefgunWAFrqEul9geB/WyLnxGQfDukrr9tNkI6MK
m8Db2lYRXBdJcQs0IrsEaYo6eKk2w87nzp073DqLSfSlIvT3NsvtUPSfYJjTTIB0QVE6v6ehP1/3
EGx/tByJf2HxTw13bySZv065Vfu8d2jwObExoI6EuRzCHEYSnJhXtMDyTSdDve/NyljbKovZ24zk
cxDUV8LwMtLu4+ES9WuHU7wyH2AwjvugVdNrSd23oTODfDubm5gk4qDVj9iiGD13oUo3dWS9ueao
n92qNvCyZOZ06UQWfl9D0ZrT2XREHtbB6VzA/dMiI4uUvCYXYIuPAmZk6MobggUcRENSHTpGJXvV
m8YGmc17JcbxmtzL4CgZSW0dxRk99930ky1NcaymjoXN7lHy2nZ0nxsjEmF8JzCGCfC2XCAivFW8
9QXL/yM9mvyEuA0oYTJZ/RfwdPrh3Co9l3tKVOmdcmTxPkcO4/yybNalRtCrDSE2lefCmkH+c4Ol
1wF3kY0NaQXKPwE+oDPh5ta6DYfpKUepdJzrUmONs5ubiqV5z7FmcTiWsLNNFcDG4kIeOkWpuYFb
QMuHF/w5wpe5YmoaXvfnHVKBq9PMLQ+145QYQVx7MaV0GW/5DNNlDwjZRtNYD8Bzl3fZpmiL8cXe
d0vzrAxNuvUe3s0MV+xG5lypLghokWccAWGhE+v1aXIGcdnVtbGnDLIeTUMcSjkQ1kB7CTZFlfqo
P/osuCvhoFIVL1XpEAvxxcxHg58vk+ButC3emTA37RcYE/TpweGzd6tq4J1rOcc1SBJm/skwKE6U
Sx1Zzn39EjbLIWuMZrRxqQi6+0zzT+fIpFL2J41aPOYJDIOqRiw5u0c6OMkxzSzxGtpje9OEEs9z
oIP5kLeGviTWA+SgMWv1zXUVH5czm6XlOg8PLRKbh7gOjFNQpWKnnBn1cQCQ8lCdR7y24XcYZxyb
72P1CDNvXUmTDObIaHQ4KIYWIIcc74cyPckIeOy67/m4Ver5/ScGTPrNRIL6uWVSdgUbEQ21UEyg
A3Oc/cO5y4M60H4rdWR8Nql6q5WpHBwuXa3eq8ZmEq2TJD9kbs153PaHDge1btHYxjaC5NbepaU3
XzV8nRdWnqZd9cKjoe0E1bWaAyR5TW1+SQd4T0TNJcPlONuPGroAMsX6dsq8Rx/0+OPkjMGBdbSH
mjbw5bHOUXWVvGVAZ6uI2bpNobGdRIYjxcXCv6ZeiY21KCwCCSrb2BQRhF40n/deZMoDcxvkiRqT
UI7x/yXx6+HKkoGL274fds6C/5ur5Ai3uKSISNPP2L+/ot+gcksiZl3ITyF62SrYxCNiHtkufsOk
R0qcTr2/zVyneR3x9i/QGTFPm7Y0mm9geVW7TvI2wo49IEFuR8d949mLwsPI98uuq0QGzVpUE76K
wok/l6L2bjAQ1N/LsBZw+KY0eVZF6GbPObYpdgA6nwkaUqf5jIJUwyMaMMFCMbELdQUWx/hCUIG/
qS0Nvmgcp30OOn8dAeAA9x2fisA5TkPRHe1gGG8GYWU7O8vVNc7cd5VqjkNZluZ3eRmwebMPyK+s
iA4AwnQEnAY333e3ovPsqykorHA11KH/VffU8iAadKKPsizdpzxGMLmBADaeeq3D7hb+O7aQFT0E
JfeuZ5tP1gRXfS2Cka4/qmLMpM4MDMenEZ8rDhfobGHr9ZHLtDDnBDCb+LLW5+Hzj/ohFwoQDB6N
6FSnziJGZy597tEqI8Ke23fVQQnOsfY0UkUXkcH7bRc9rw6JD7w65z+WmVY64a9rCW6PM85ATmIh
RDrXHsDuU5gEnFLOf1TjLLjLl5l3TLc82IRu0e/cxl4ajU57K2cejcYsrBs2TaaPgqZUUaTqJcWj
iXnPJC9sOcqxDfOJ0XJqjouaoiCowmeoyJGJGQRz6bp08vqlk1PeAAxIxfcuHTxWo2Uty8vlQFCC
F710ROVdCgHoJVcjcjdE9NVTuxx4EW7Sl0WDgpQkDVjrXAB40BRTnzFLNwb89G7p/bXSZdkZa9HW
vFQ15mdqFPDttNbvoC3rk+H67aPjRe5OhDGvYRLZP75GVWv+QiOuz6uky1UbFm3DXE8wYuNQBscZ
YA8K+Dq9UbOqoNf5JX1Ry0iWDhq/PIkHDPqBUjsdzuPFVCTfux7IQKfg6bEd3A4ADtY9DtpDkYTR
BauD/xgPDYUCNuUbkNb+inI3vjBklB+NPgQGANYdS1Aef9JVYV/zzpLGSYzhuM7c1rqvwF0+ctu5
flSbctuMSbxt5RzDmwKSU7gRintndsxjnRi7ofPUddHq/AZeBP8hzr+eOyHW4HEY1/hrbFNGm3Dm
FBFYMn4L8XVdT4GyYMHFZvKtTE0ujo5AJ0Ab5+L4wfKIlbq/pRfsXI4GPMx8WmxL5xsLuu3RGi1a
h74UFwU7OqeTvN/Qg/LusZtfnG/tnJkmJxhpAsMuXc72GPKLbz6F96e+hHuQDsWzAQf34PVxXKyH
zCq2rpWJh8KU1oHzn71qZpPmB7jjbYUs8iZLgDXPVAifDPxeQBj8iOcDVbC9G1H774uBGcj5Cc4k
Tb1Y0s72p3RBay3jgB87qhMRd66YvB/U0rFIIGtjDBXg84fqMTHSb6QUeadMzS1Ybe1Om8DmSD70
dnc16MhfWcxQ77qpaV5DNwrudaLAw4rlgrkEvbxrnw7rOh9Q86xi2sN3A7jnG4IX260hcF6v5ix1
Xr3UNi+CkZBkI1yml3Whxm+W30n6WqBxV1MX5TsVZOk6ivv5wk1yE8YFSNQhGOVpbpB3r4Dzfjk3
aOLc4GWJwG1CRVP+9PRDOOULseAkcueRNtYz9KgiXUnlyS+GlsFGtw5imrPEKCfX7i0fo+j2/Lir
OIzuKmqLmHKXt1vmMlzTDXHucDw9yKV/bYoqijeYMwRidIOGgIjplqjBYDXCf6YflTBSHnCYANc/
liMS5HCczzUtrlq3/mposdrCf2wfxdI33psEB2L1r8xda0lcQRRld6k7UcB7xtAAWc9zxhQzx+5i
44ARWEGQAfE2Ropix5S0+drEWJ70yC7goep+TV2bnM6rG8i0GsaY9ylt0uCm15R8u3OX8HxEotOh
kJ/7uXUbObX32Czl5Pl4x35EsxAxHYdSdDN3QSWdesUuGV1VcF7vBpQIj0TOs6Q0Jj+6jJLLrK1M
6GAjKqcONQBAh7EHG9fWN6NN7s44Sv7RrI6qUv03rxHR1kmVeWuaTbKrckO+eDjlDunobiH4eTc0
x4z7Eg3U+tzpqx2kWK1Vos7nWSuuB69uXnK3EWsLqd86bzogn0tnO4y89hIqKYeasdgNynMPxG7o
U3nWRy2trXNDEvld9Zy7yXgUOq44iE3GuqmjeGtUS4tI95W+lzhqb3J0NXd9CAGGGWt/06EW2Qf+
srDWsMZIgc0vyZv07xJ4nzdJmClQCtnwndGNSVukt6Bdju7Oc0zKRuCFhJMNVNBjYRa3QACrC5Br
CTMIJ3wluYaeDdrSvvS7b1NhdgdyYG4sZ7ZwzbQFwC8zoiqygp2h0TP6mcdD5ymq8h6MP2Zb10tu
vJQJsjsuFMA2rgh9cCV3qW3h83ksUtOG5heBNDLMIYa7Weweuynj13RjNrx2HqNVeZYdnvd5QAns
Uf68NAJIreNZE37OfVgGQFUIxbMKPX9LrFd8R3LBuKd75NO8MKf787OEetjaVeECL6v68uh0YbMv
6cEewC4EF4Hy6oOKiuwA4nFblxFJC2afPPSyhr2B44yChqLMy+SV2c4X0u3tb7p220fyeeqXoPbd
g4m1ZoctN7m2OB1gTR6nB2mH40PkmvImDCkMROkEey9r3WPR90Q74EvyOVRfhZVhv/E8pS8Q+b3L
8xP/lwHEbzriyNkg2mJe8ZDDf+iIqzYLqqlqGTf6bf5A8/wtmNPqqAeg673llUfMNcF+KCDPpUn/
3PckwFi2AZGWDKDo/YeCV6HT2oPVim7//O3+qSohphBkBDAWJCX+xxFNNzYddbycTybP65ps6c/y
LDNw3cQu1n0ls0s4wEm5MWtF6u+fP/wsq/91WIDS0nQpaARha56zyJB+GiiSE1gKgKTuqY8BzWNH
HeuX84pMlwrWTyrVNclDT0OZZ5wi2tq5deoqeZdmXqH4KNLdn7/PPwfDuBYC+k5+6P9GpZg24dB3
kRGc8ABBsypq5hbmcmQ0fbqCEojK+s8f+JsLQLKqJezQdMLQtP0PQi/KbehORWyQZsLeldNTJOkk
NcM3y57ME3BE996oxn7PDhVeJymIcNPmy60G1TZHkYrw6c9f6Pww/npHfkS9LuNdvCL2IsT66Y6Q
AUFN0M7GaXbpkflREr42M/1ds4mGXav197zvw33sBNPBn0lqz4f4bmqD+nsIOXARmpvdehKELBF8
kMFYhnJqksGRISkMHl1e+Itu6NK/zNd+o0MIeIpM3yIzj5v3UWVh9qGdt0S1ntqyw0Wp6xb2RELf
SEJ+hHD6Bd1zexuXC2XPFcBsorI0rnycz+uuYuZbhjOQfeQ/ySpOLeu2MdvmYoh9eXneL4IiD+7+
fKGt5UL+eqH5ymgyTbJvycr8qA+tXFkmCWX/yZd+fuWb2tn1iQsbEUsDeEBOQi1GxQOkQe9lHIGc
ynh4IeOeU/Fy0KGnFOzkBKvkL99reeL+8b3YMSwfJwzf7sMr6dhWLTgLu6cBQNBTVfnRPnNh82nY
rdBTY/sOoOUma4iZqyIR4n5TZBzlCHeurW4Wx2AphBwUozAuhX7t8G5s+igvt3/5nv/U1wYmJ0/B
d0Qs7n/UIizi2gGqD+zH84Tn3ANLJ1m/pJT5K75ZTyOSA5zT5F/LFAQf7NiFbeD8bdb+z0Uj4EIt
7wqPoON/lEpSc7HpmAw8zwNdQEDzW7ggMWnlFjfRMjH68y//p+aGz0OIFyJSxCoUfBCUDbbCooQj
9ORUEZx3Xb4yjgHcVmcu4rzAuxzysDkMhFgxhKEo+POn/0Y6GxB/szwdthniaPiwm6WgTWHX8qqN
kdXeDK2goz2J4KYLc5rYbX9kwiCvgsJNgRigzpOeUndeEmJxLgvjFYTmQzAU8R1qpL9dmd/cCQtp
CjdhUfeKjwaGpkoqzxy0OKU5qtmzQPCsM2NgXL9oJ9KPf74Wv7kTrDk+oo5lv0De8etaOVH4YpqX
3ilk77zwHE54Pb7kT0VeMcYpHIO5Uuduc8wqR4/k67/Jcf4pEaJtCtye0sIMcW98uBUGcUihgL94
kobXHXCoxBdlkJevKpo0CSTexpoWCTEj3qee/J5reyLGMFQdsSCDIGSy7//i0/rdw8EXoskqLESi
8MZ+vSLEnJq1UwtxomcnHpuMIINVCDtgVyMoopEh/O+uyzwhaXhBosm46JRs91aSEIcG1azeWm2S
fhvMeHgd50Xu8K9vGFeJS42omkXj4+ZWY801YscPTq4FSH7V4c89wIkYXrNlSCstOb6ei+XzejWO
4Ib+ogb8jT0q8HAZIsVHjE879IMQpB0rN0yTzjsFfTZBPJtcWv3kqJGwcVl5bXtZADHYWc4YXaTj
mO+loG37l+fmN3t8gM6CFcS13TD4h0YKxwP4aBb129DrjkjKS+ZxYws9JmIcaszz5wDy5Uo1tH0Y
Rrrjzk7vpJDdpVMlcQa7VKotKP+vXWyVG5id6VuG3ugkDNopKppB+UufFuGf791v9iVMFJi5XF4X
NDQfHq3cGzhJAgW91csaR8fKJ0XURlJVi+VUsoz9iCr57zb9ryzID1XBvz66in8JUf6/C1fev1dL
OrH++Fct3+ZnA/R/v93/33hlrv//blC+/Dp/lck/45X5P/03Xtn/D9YDHHgsxz7v9lL4/ohXdsV/
UAfZyKFEgGgUbez/8Sd73n+ovbEdYGoUy8vBX/dff7Jr/scTHBLoCDOjQk7t/pt45Q/P0mICsj30
SbSqeZQou39dpsrELTpAF3jlgS7h7h8j+W7VHjkeRCPbly1IihtMcBAwf7pItz+qqJ+tpB9Ogj8+
d/nyPtYOHzfrr5+b4ukgccJE1SMiEivRLezgP9CaGXLxI/L7f3U0f9gLzx8FDg7fDyMi5MAfqoRi
Zvjetea06+vBP+ZO9xSSpbCz5xnXiG38u1Pkj0/DHxByjMO79bFoHBSHm6wd8S/5wDGkb8WbnnYI
Ea0EH9TDAFswVZgIRfXpz1f0Nz+TCpBdn/MTXkpvueI/HVfSwXIgDBncycCvVokW5veO0E14gDOx
azkpw//+88Jl91gcgrZ9Poj89HkN2oYkkgw7iwRc64oKICOWqpn7O9EEQH0hVxAl+OfP/HBS4OJy
PEBbbfPA8uJ83DO0aNFkDV6zg2QFlUGgYggq628axY+fIqic4AFRxPLiWu5HvTEV/yjcxh92sG3E
Nqjb5EJlmfjLDvzxDeBTfJsfhK9IUKB9NLEkrgZUJ4YRRX8BLBO4cPqc1TX5CDh2zcOfL9zvPgw3
PQdDOgz/PMq0Cf20SGBYMiMO8iIZH2Mb2oqT2i9//qDfXDss2S5tcISunME+PIU11J4y9YtxZ4T+
CWNQs1cJsSr/Dx/iesu6RaOEZevDo57N9Jg0MJHIcV8dV44wZKF0//lDfnfJOJVytVgV0W9++BAn
gaMMM3TcWYHo9/U836d2WF3lCDF3f/6kpdL56ZyJumQpEDkCC3gLbOcf1mBhT0NgeDlt0y0T3L+8
Mh/+crxiy85i0nGj1uLef/jLBw5hcGULucPuA9tsTs2ouXfIbm3vqgLw58XY0kZZl3OUeTjoq75+
ovcM7/bPv/HDPrN8DUqQs9WQX4jW6tdbZhgonufRkrvWHCRlVRUpqAkpsIV1OsqgvvDLhFjhHvrE
v3v0z5/Msm+D37DAcHw8mnjz5OTN3OU7Zor5fmLEv5uyYFo3PFwP//5Hsmywyy/ONOvsq/5pSWSo
XjrIQeROJYZPtJFuXik+uwPD4Hk/20V3L1XQ/eWk8bsru7zSgnUYu7b7QeYPcc9M/b7JdxVE4HLb
+W373IeyJsSvHRtCi+yuJs+gct7/5Y9l/RW45Onncj8pIn69o5FtVqU062IXh4SdGsKniZ2U5YvO
B7UfdIc40s7d5z9/6IflxfHQuHDa5lDlOBzpnOV///kKD7brl6FV7NRkMXRpgyHfEJns9H95az68
/D8+hyoL+TZvPqXWr59DSnM4aG0UO4jD0bUne/e2tn2PmcZU/eXt/3j/QNAIujcYwrmWPKHLvv7z
T0pygdynsw5Ju26/pH9xFi+9F/6Cn5YXB72OzcqCb4YTA0CbD0uy07lWymDN3fdtwmzCnOby2CeS
SA8SfPJilckeICszg1Bt/CqzGcyXAdoYFlhiQgYrJug11wYlIcNQ49Gvgc2txiwOP7ut5zLsTjQw
NYQUeAr7gNDNTeE1MUtNpfwXnJrdkTT2KV47wTi+W7OjrU3ngPWFn9/6a2hZxQWh3z7cCdk4x25u
tHeN3tsASoEyBEVsyryiMMTw7Mc+sW9pbSf3pQzpz2uPiCJYxTdW1nqv/uT5b2ZvlnfYM8l+9xku
vqSwF4kzNB0wmjKePeKM5jpEFazj2V3XCKMJfW2r6aJNKu3hgEQGvS1osn3iJSYeTzdkR2svAAaX
lrIEwzwDFevL3g3X2uljgN3aQy9ntSlQGiuS44VI64yoIxn6WJLwhEJVVKNYexDA/S1nhNG9KHlB
8YqGxvSN0av9OckdoD5TSeLJCjNVOq3d2FbHjKV92tJd8nCPdV1VA7eNW/jdcDM+x8ATi21kmPmd
8kWNdkpZBKR4CsFCnnlzdBG1gkQuFQyQ4hul8cfGtMu6CxpRsPWoc8DV94OvHyKJmbZMmdpswgkL
AVRrk0m2J0U2XkT8DzTXSBPa5w4hwNQnRX4ATprYUNdaQ+6GPKjfIvyIJ2Ztpr1zpsZpD4as82sI
jpFzK5t4uEU3MxAKFzM1vurSuRxZ+ZErEKfRlOWFG3TW25yKSm+dssxfxsl2vthWShZlkNAmW5Dc
ho+SuEz0OsYbWW9UFFtMtclgIv7GK9IYtUY/EKYZOH21E0z17nspm3TnwvkmziwjPCKPgrIkH0e2
L5EPoPLgV3Gd3aKlHC/VOaWCASa1nu2NpFhgznH2lZVmeoca19AXeewqgHPDko/hCs03HJ0Bm6ae
HeOiXRAnm05PE5LiTsGChNvrbSspcvJFK2WYWyP1bHQdhepeHSOyzPVAE7Fcj05vk9toJ/6utjoJ
fLDrzDu+DuzmxtQdzt6oo4k2aGWRIkAsJyw0xTBxHQ81XZHRF8NpLmnlrAGKTF9Inq1pp8T+qLfE
y7X6SkZkp+2NVGXeFjIjwTj25OtNYXmaZFMGLwXo2LiNDj6arxb91KzjO+Mc4DPRijhyJaZsK6lS
L6OxCSHXVR0Q+iDx8kcrCj1YUCURs8fIItJ4tcgmvfVc0Qrf+k44sKQ4iT+RNZdCwk2GmVwFg9kn
7thWK+ReaOoizhCugxXU1QxZ0djX0ARns42/NU0/eJuC8FN3B/HDttcqd4ZkX4yQsh9Ct+qQUNay
Dbbu3KNGMtvAGjZJ0xRkheX+8BnjqT+vPSfpni0Uod4js3L/iewvItekQxaNEbaevZpds3UPGvoM
MTMBIbdLILk+jsonwCnToBiiYozaQ2zmDNgrglWfc9Y3uemBIbylkVc6m4kkFAPNmRQdKxcK1bWv
OndeIXxkahQQV/jsUvkTNmc209Yr7QTMXojqc0XRH7u7wSyqdl0Kle+baSLrwuurCeWfMNx4Bxe9
+z70IzGjFkLJm8j2EIB7Op/fa1Xyx1y788BDFla3DkCJg/nVjtFufL9NvvZhUt33fgrt28qhF67y
CoTOJZB5YA9kj6YT2lrRDCvyc0fIoCLpvUMchQZZdjItOCvPM2uUsKKmW801tvKjzkFOFcFoRVt6
ZShSGT6bBHzZojy0w/lR04ViwjyjiIll19sbO4tce22NFW6CPCkim8QzN7oVrs5fezkm1+3k88eU
mTG0ULPEw4n0unXYpVrvvTOF4V9hEuTJT+MkDMnuwXO3ymkdADh384R/PpVpsg6a3hFIbzoCPTEZ
EUtlsQ+IC0uF0tujvbTwF1WIonDP6MZYkWeBIXJJHhu0MeHOyUiF90cvQkFfEtTUEBCZZ2j3117X
GoBnQlqFfQuc1HXeOCsMZEhG5qnA5rcqMYDsnTmXCahwXFv4ae8Z9xOLVuVm0m0oXZjtLk2WdZlH
RkQcWDBwZbHmX2tKBb7TNGLQmdK+3oeF7hY7fH+M0L5ddZRjLAzVtvPCr6WBt8wrloTG4g3fCtYg
gqBxGLdvZEHOnwZbfrcDYplMMFNp8CmH18ukzPyMj2KD6fJzS8gCo9x7L66qtak00XNBll076Bug
5XqP4LhxpKNDXBWGulJJM11OkpWuSnm1Jna5te8ZoEKG9kgyH+Yi6e8Z+1drbNaAlXu/eUKgQ3qH
LG4xA8VbVEwRqfENfpIe3iWyO5vYoALoXVzqYzZxn7oy3hn1PB0sVAynpPD7q2GqZ73VCQsfIOKm
bDamxztfBpV6d5RVvwlddERKBE310ED0ORb+FKw0yV4hgtp82mthoXLH7Pyq58qe+e08aysVK/vT
nEbtvVs41LFpOD2kFoQLHu8l8oUfsse+Ze6tsMxOLgnhT662voQy8q+YOPWnkTeIqJ7ZSj/HdYyy
j/yY/KSCKDaop4YiXQ9t674pUdAgAYITmQ8N1jMABgTNho9DP32NYPJGk3cvOqAHEnMMdBVSPBP7
UxuY1Vrq0b4HlUP+MVFa6iB6x7/308FBdUiuIoO1aWvqhPIjNTfzuOSogF0GnWRZBD4zjGu+RZSy
2ZomdTStA7kogOe+MbeedHBOlfybsUEGZ39xtGNeoT7OiHMO7eJC+Zq3AcD6LQNye+NPrbpBteZ8
y1B5DU9tMQ3OFmxAE28JesuzdW3icpttPR6ncX6vPL/bktPTXkd0AJC4F95zH5spkOPJe9d90G5U
JSksuqR6Gpmf3I2QmoflFeFxy0ys5X0M6Y7mu4Pg3ey7Qzi45vcgTr+MYenc2YCRwUZMF5RH+dYy
LOO7IYvuqiL8dT1J63MSqOYZU/k5Z/toKUYpK4nvgmWKZIgbch4PmQqDNRp4dafaIZ1hSxGAPhCt
doFG43sPAXSlJnKSIkTKW9n68xZJHwDizsC+g7MTbU3o1huJFWTruA78TyQuaxPdxjtUg+A2qMEw
W6ay+WCrvBfpcBGa8ykwZoCsOAH8o/KqBmF2JMQ7wcgl2yg8JKyMMFS+whHMSV1sqmFLVWquRFO0
u0n04XYYTCbQtrMbImZpENVt0uOKfDtFjUdyBkScAwAVJyGdZayP0Vzwylr1uFMdqXp9J8KN7CIP
tbk2bVT8kViHyfgUdUJ+qiuNpSkmIeKoTLSuAJHRaA9R+eLIznpo0XBcBdlEsSpHcUsahPNQEmFw
j2iv1+wUQYR1qrV6ovhC45TOOsPk0PJQFQGxXS572spv6u5YA6XbN447bMRMvtA4OSwpXssrByTC
uzAgkksDC2LQ99Oa35zsxhn4UAqFlXqlletQk0yIznYi4ajoyiOgBH2iCCT3pij0Oqo9wY0rYFNS
XBtgxrvcu82QPj8Bzx0JqpWpUutI5MCXaxT/aBDxBE/EI29J2tTDbp7t+EQ3dw7XvTMV/irMekT4
djWxarTBfBy4S7sktBJjTRFIioUz+bu2pwokVzN3KJRnO8nXnjBAAPsIUjmHDKgGCKyY2wt8rd5r
YVV9elkU5JQdHMF2eo1lpG3jVa/64cohBhdZOyQTKhardLa0f5XeQrCm/ggkW15aGdaDmxjlnuSU
kpfFT0jMRR9NlBlW57nYkauAGw7XmT3VLGyQNfkNXSay9tSx6sP7LURpHgaGoYvqXPIoBE3yIBDF
dnfKdGvAUMZ7XZvQlSZlbR1NNIfuPGPnOFXB14jbR5K+undVhV2xJ1WUhBOqOqLMtHn6H+rOpDdy
Je3Ov4iN4ExuvMhkTsrULJWGDVGlkoJBMjgPQf7670n7GkY3YNheGnfTF11XlUoO8Q7nPGf28o/R
hQHeIVVVWMIQ4mdQkVHjE3Uloy7cziqg2eyixhyuctwRGX+G+UmOFFybRcbmYy1G5JLIQqqDmaFY
Gw7ZcovqlhDLiEAG3dK/Vsoi7Ku6vmgDBh6ZtMNTldm31Zq/SQtRXyaR5ZOGuwsofm7KrCELT7Ty
MlnV+Ix3K6oOHhx98H46O8oUXehUdISIqKBRW8SCqn/ASd5c1OgVOx4e5wHPcRTsggYTyr4TEP5T
dtAX5fXBnW/sJrH87jhdcyLWXIp1S9iYfKCjguRfd/2G8Ux7tAyXZSPmksBcbb11TV8f3HCxv1pb
L798t8joShy6I8KGAJzjWT67vJ+IcfKiZs838Itdg2gTF5h9uKnYcNREDhTa28zQCNyNLAGH7XgW
CEcf/fDgdi2ZRbVfw4LMs0uXR1/OKuMTrcutV0FK3phyksWmIojuGCrrrVpQ+ivbmu6iNBIP2AWr
XY/2Fbmu+UMevL5vbF/fs8Q2f7mzfjFpw6Cw2BkB8qizLtMcBzfYj6FeZNMT25FTOCtLbQkq4Lsl
XkGc7IqcUVXVHyxZr+emMAe7jDCGZba9PkJVp3933BVkDcqvoyvHYItlpd5WlXbeKB7Uy1COFbh7
BL6G0JVBNiCv03I+xL2RLxFRpFADl0nelTIFb3mt7D85GTP+UhwEEe9SKilNgRFODSEs8t6IKj1F
XdC+z00rMpKPhuoViIfga3UGZwtNMH2WODxwPQYpKtRQh4St2spcMtcfd8j0rVe7WoTZoHiP1HbS
ukvmUbxfFfDPZR2QwDCX0++lxws2UvbLIiWiJCXQz3cxsasKCzYww7nZR0iiFGEklOhQ6rgwoWmv
1kfOn0CLF9zt87ealDriyXjrr1ThLZkjVs5ObeIgLUKkrRU1x3dDQB+y06xY+lvyUhvzKrqu/Jv5
GIWZA1cfMsRKPMgYA4x7xYaz9Y7+hGZJd1UXdPyYdRDEalIKL3s5CWQLYaXFPUnleK4jVX8HuSQJ
1JbWLcF2kb7BDmc9tuW1d0Axv3xEvqOpxiki7lIdpxMZ3TywOz0v/qvKrJ62guruE6i+l+R6Kb+d
Hvtim0bLr9mfxLNrN+FmZGA07xAIxOUGH2Ep0eSD1xeWjQVzzavovlvyKts0g3tOM3dM91m2wloN
KyesCKdE19bkq5U0FWT2bbxmIcUnXwfi9X4gmMQyMPYxoXD1t1qJ6Izklnghz19dJymmCbztMgbD
rzGSlPpoeIKbvg+DNy8rQsTeYxtMvLGjsdvhR/a5ntL897w8gAQhNhW55wYpZ5i4Wt86QYE3DFBT
VWw7+Ba/R8Ik1FY1Xf2QLlFg2Ao5Nrj12rbzBMr5QmqsvYov1fNST5CIEr1qz4xR8HKN+oVUrJIi
tBHOiPVWzOAyUHHLHW8PjN5hG/VPs8khiDm4L6pt2EwIWyHH2gD/hR74+gd80X4ftkRGmTST+DBL
gUWHXLae+o76K2lbrz4wUigajoI8ELsyDJuflD3xnKSTLgkqYN50i6o4uhD3QBuc5yFv9Qjr90Ps
roWdoMmxHyysL2bjxyPsvrntaCWo5cxwiY003bGiOVq3zHrpCp2c5iRLJ+9lKgtaFHT+K1FByMnJ
3PBG0qrDfCIkbe4HvDTuWCWYKs20DwvYA/w5n6gyDvD1UBsEQHQyJqNy72Ko9vm8Zqw+UOczXgpL
tonYDMatB2MZVs9A6OGm8xZZnfCdQYshTTodqR5t/1IjUo6ZQ4XjI/mIvcUgxtDgebxqzaYKw5I0
JuLJrHNbLmG+C7uhaTZdVncvZdkHZhMYi0lVaEoi066Aps3oKRoPRn+kprkuSSBJXAfNvcgFhyaK
Nt5IgRvXmvhMphVJgZQyo8Sa9CcespYXqJn0tDXT6P9c47Lf29gjUb1v4tza2aU/EWlp1aO/dV2x
3Hp4Qm3Qq24LPTEkDLOwCT/kJwY/deZQaqZTLz98Z4h+emL98FrryuxdS7fQaYDsLIclLshS6Jae
GPaKrSNeY+WQpVsHMzNbjESDS1p8Eas91mv3HWwIpskmsIR/DNqKfCeFzBfTtvCYOxSC9Dt/aO3h
OgRjupE2q5x2TLame7ksJtpaUWw0vjzLipK2q/HKxL422NaoinjsKwzQB/iycXuqxlb6TPxK7zEr
AuWe0GcR/ySnrDr4qAQxw5sWjKxdW2Sehn7udluL4Va5w67BTgqjNU8Co7hAbEo3WD7DUPmv/M7x
s4oWMFctCYzB1qi4626qceLXQpi6cHCGTeGdiSwowD4Vg/cu2oyufqCNfQf+ZGEzSwOSta8Bus9R
7hBJ1EqkFdhy7GGBTpRP7baMnfGXEh3OloDEGe/PEiGguIssDM+3VL1uu8mB0n4be7QVGckTxqgZ
2qF3GRpG5PjN/Zp0YJfRl5e0fSZ64g5a54wL2+WvAFgOpWMF4P5DlUom+VaAOeiJakxNaLcPsgig
5Jxj3AyaMxPV5VzvxIQbrNxMPmvE4agKvtZgC8KmtuSxrv0SXfEEIIMk4gLZ4QN5MBViKcbudNNN
QcvuCLjASXlVyu0IpSuwL40Rqo/KpbZPKuGCg246Qdi5V/dav2GYxHtb2/TnB1m0U7gdY1OmCSvD
3t4GzPUa4sFENCVF0RILNfGy5jcf8Lxiiidb+KZHfGhvp6KS11H4irr5rFEIt7u0LaUh/bu115Mz
FFHO5JFWM8H5xYSarJM822lrnUCWdGnTxYnnTcEhc2e3fhsIeKD+QBStuP3zysEZLOrso/PnbMXX
g0d01zZ2U//mHBndM/DW+u9kyzZnqqLo05bZYunCSBgBg9tL2nvTUNWibCMuc6e6wpVvzA669K4Y
I02xWy8EZVauaDEK0/dYG1Owx2dMMMn2u/B67ORhF1X+rjHajT9gn7BILVqCuZmseFWWFPxG2U1Q
5eMbub3YdXFGeuC5ORZVYln5ABdjWci1nnTqQYwJr93W/ZpdiYORTKOB2ZXvvbh+g6OvgJ7yPUy+
eGpwGdWbSS0gaNKSsDTS5gbvjGNAqENqmyq+eDmDG15qWXhj+S6xy2qaQqKoJuiWD2NRyyfmvtcg
sMz0lrUXTerUnJWRjLmnYIYTRVbHDiJSJDPvKQp6efH8yRsfPGYKxSEIUwtGiOX5xaapguU38AyY
ydxKImBkhuZl58k8/Mnn0WbizGwjBrMScVxs8CwFXjJxn4gb6NAtOKAgLFqO/4ISe7YDtuFiyOHq
1G4VYU6Xrqq2ZSqNPjY8ksM+Nbqpjpg1zA9lt/I4Y8gHf1Szcc2nqgim3cnGFiZB11HVuwJYgotP
H8Mn1DEduuVfB5DuQqGzuPGOWabV84K9OrJx+pLiy/48e47WK00AkTuObNjJXYcPrm2yb/RFoC8R
b/fPkBoRTXpLaD+vHoynTViDDCGtya4PdRVgIB18GfYHZ9XhsG1DgOaJXeMW3qx+m6tTMJPklVbg
Tc69TZ7ipher+6C9xnsuAy8ku1Xo8W8sETGdVzZnarPkrfXQuNPM+Qt+9tmjGf7tO1md3y6ka/24
AojXBoZ8Yz2lJKg9WVVh858NfRx/LC5A7wfGqfPzEjttcNNEQbueY5hY8jgt9JCX0cq8Yl8Ooo4P
rhuONcdKSUbSrsP14t+3hSqfjQwne9+7i8Cf7yDoja8jIZpp4CRxTnQwMzI68LXL1uhgOgYk8HVG
u7pLs1HSynOnTVuSv0nUyqrV97Y9d/f92qfdHXUYRkeIKF11aJsqwoIglmAmYyznhEcr5H8oVxFU
xvJrbHc2hkOxiWhleSbbPP2idBnPGuRVA7uD/J2bqOuyaW+klz3LNuZkjomb2izWoJmStxaZOP1K
dbqrWlm8tn2usgN4to4iZRQEehpi1Jjm2PC+CrRtfxtpemJmM5GqLaJ4X9WJF6RWdeadWjh3dMVs
RQSj2oEH3Xb3MCn1j5CE8iTREPslt+VaufvOEZNOoDVq+1QseVnu/RFI7DbAbdnIDX9cT0dwgXzU
oJHkJ13cKqfoz4cpNCissaRtDTHm2T5Uqq2fq9Eu510Hi4r9x5K6Iya4uVu3rVPJd11FmLtizZJ6
E3OrTmfE77TZIRMIDw6TX5S05WNfbvHw55+xWRs76SAlfRL5R+0iiDvJdkBtBPcfFFdd8tClar6T
+HSpgXF2ivOAQBojvrcG3/4q/GZb8+95kopuHG6LYTThxl3dlujhLNQ3w8LONHGFa/54es3PLPIK
dmh9Ic4aNgSP/GzaD3ytIQ30xNyasnDOXm1cjNVdnLG3Zj9QkDZKwRQx/LSyYGczOQyT2OrXoxrK
gFV+WvsL7Kk1tnaj1oR6d/wiVNeu1+cbiuGO/AQ/a7Kb1viuPqw1SU4gQ7DfHwzQAdBXq83UfxYN
HXTPmYiqFxbCpzNrNsDsPhizM+1hjsKK00JvP5bra00sgLiJcy8i6jOlAT2tUUh1KHGMEe/oW4QH
9hEmpJvr/hvRZ854lExQpn1GhLiLRQ+aaJcNZHvsfG/u7c2EI/w4l3P1LXoHNWOGnHOlTMpynPVN
Q9IHkJv6OPuSCrlrFnNJ6Z8Jbl1GrtgEvKI+EoRBCFvrU2Tva3a3xLIxeg3h0HgkJ5UExltbXnIk
07bpFflfVKu80ay6/yyxNMUOUyVJkEi+rvUXUxi9A8wf2LeKw7HZo2CFiNRx9j4RB15FgHWo3BJr
aasAZ6qbxRsV8zLn9G/c+aGcGu5I7Kit/cGu1nnpMD49uSIlry1Y/Yj0MtIVLE6s1a+TIS8I5O6o
cNibpdr6XpeA6DOsiP6prFrnF0VJ4Sclx7pOQPmmr17tLEXCd31tSNeCl8MVHz5uBzf1ll1UOEt6
HM2Em7wk9kCfmNIT3IwbX2X9seB+ewvZvi+bvGeItEPUAbpnECU+Z13aWfGs8GGw4g8qZwZVEfhr
t1/nwC9/40BJh0efGIVLquhELiOWGbkFDeDTz1mOMlfonf9ZFcYekmsxmZ7axmOF0FJDTnsHhlzw
7OddfD86/jTvSsfrn0DxLFjnm7LBP0vyeLdl39i4bK6D+aWwxTIfMjGQPNxZXpQeLdSBMWaGmY9I
ebPA6XPhfOwx0roY5ex1bu6LFmP+fpV08ndTqReTwMfEJ8uCxM23KgV6thstYzNyXfyoxupdwUMu
0y48hGPat59NW5C6stUVEwkAJgx03pEE9J8mm8Jxy/fIwj4P66sHfmzD2yLNvS8Q0vnLytUjFqdY
HLLS/IBndgcbLbxbSokFnazAmokuoG3EMn6qx4OC5e6e6oIOn82+zwRo5y4zlGcK7PBPG3nEvw8N
yCaAJRqghl/m9W9pEWpxrFD8xNulbMb8MHGStjdOaTEWX1tkkTerzDzxmdpZb1+szB/9hYldCtze
a8C+/QpXhyHxBYEx0YleA6v5V5hpKhGy26QZyk0eTb23nUNN/2U7Ss/nbF10vJkgtI17kGCABRtT
O+RDF7R5u3Bcs/kYcKZNGqGN53wTPuzDz8gIQduQhmznJwLdZrEFN5N/ESPLghQfuY9U2QRdcJ4p
1v4W/lx2iWpBW25KfLjh47iq1X8GSzaXm4VwdeIdTFB8T0gkXNYR9GE3YP2c74Gg2L8sOJnBdOCJ
2iMqlbE5MMzqRnBlK6GopITPN53pnPFpdibzweovI//Wc1MYUdPUMsIXmffTF4Vl3fFIla+9mcRr
5gfzZzgo/2Gg96KsBZTyBzETtKPZDQFvzL6vHyf8pFd6aDuzH4A9kCUhMTILvBRWZxvl2OYn6PIr
N7AWYX/Kpe/Mu8qwFydXNwBHmNZkJF4zEb1PyjDmDTVUOX1h1EnhhNwGbgAPs34n2oT/adH1Ib3u
IpddFPTwjFVE145iW0AEVjubLzy4LKGVR3tgc3Z3izwyA5viu1C78NczG3WNwp2NILqX21aPPe+/
tlghRDtjPuLe871y1zD1J4/LdZAowTEfttHsynwbWI5bUVOHvIaJ8JHhUUhZ0M/6QJE2KmtNfEG1
HdiJLAAEHyma03cGDT1VQQHWbRcgKPwb+JjUel4tNa0xMSo7iF09fndkXb97bbekmeHVIQsUAmQH
w3H22+VYxqOznvusLoYrOYRywgq6miXpMsEbXxwSl9jWh7NzXsvUY2I/N/VZMmLXifAm74nUW5a2
2ourM1c/J+Q9k5zbBWyov6roIYXVNjXtxrTV2mxLFUMYCZlWW9tKMR7cqokqfLuWreZTU80xwlq5
TufcuwayV45KkeKP/NenDDCef7Aqlpnb0hmb+2AQK9ni6A8jfnxR2omdg9YCf1m04dbqIvb5eKbb
ywxVvU1EVGZfUdgbTTk9Fm9hv1Dld2WfDiyp2Wpu8y53bsEHWV/EpLWvaCMAfqVeUf7YHmqZ/dBG
DOpmktDZz/rLcof5K3bukeAyh+ZjwYYHa1NsUAT0auP4VvBgJirApKrq+XNkHOFsIyqnp6GZS5/8
46iVDNZdhxRO1q0ggWh4HiZZBXcDu8tf3MboYuZ8rmkEpWnlpmU1ywCBgNUXz+tqMh3Z/0a82oeZ
Fjuoqwdybw2DqzK6ljQlosFNG4jpPaX7r+GVNLK/7kv7+wzWnkEfVnCDOSQk7FXgLV/YVv3H0C3c
j9YvWdfkVkrxEzNjvS8IavZ2pCf/ZqIZnop5NMvblEX+7znw5HfIDJTM5nrwLukoQIw3Zek8CROW
2X3VtBajw5GHK8kZuH3hPSzcpIMlQMspdfDlA5O0HrrYHexNYaOGOnp5GvxEEEr11oLFuce92yCC
WqeaMmxx1G1gFIP6nldDTANp2enNqMgf+Ax6t2OYnub48mRT4K3Ka4KFt7pI+3ljt9C0HtvVEiGp
mynHuOz5jJvUT7F5apBwzoXFSbgmdtFDCSU3ueNZ9SADU8c3/m1U+J5AoQJmaIOqmCKjWwf14/AI
k1xPs9gnqGSGZo+uK7JOXe0EXONeMZ7R0puiBJaLOOa030SkaiZbtz7sGjwFlYq3Th46lywnyGW/
xJnzUGtb/MR2McS8UJecKyX7+haXHjwNiYX9x9dF8Qr/lNc7LK3+L8fZiJrCwsKwGbx5XneDv9oV
coMh717A33k1ZBBfuoS3lnl7Wa8T6B+lcqG+2qhVxU7rrOi2g1ebYlvqWP1hPao1u/MROnotqYA3
YTkhvspis9xeZzRDosc5v20RP+XITEWtXh0ScqkO+sxfD2GTSecLdcE07hTzufWNn7hAixaGNiet
Q6aeLEYAfK9zhSynriONXgVayB64Y+QnVlkOi94Oul+8I78Hs8DJbyLQhXFomPz3IAJvNIHdXExH
da0LmCrmn03vpTk0lC7jgWC+x/6NrU02bn3B7B6ZQhq8YcDT/kcM5n+99AVhQWgtQn8X5uh8CLKq
CBOvAFYpsp5QXz33TjWc+xRyUlKAYWVk3IzXEL/RyuWRtZ9fJCIMluK4cp9B71DGKhOMXAhXvQAa
1wZD+JQSeiJFSdFfwX9qXepQOrXckdl2XphPN4x8GaXBSZEUfJ9tGa7rcYql6H5NAtzcPRUOPqyc
k0x/5Sskwxvd2X53a5UGhtLtUqqaDahd1KZJ6czqaE18SWh1YhVl4+wievaIbNiaz4xQr64uFmBe
Ril+v9QphndrADM+DsgGKZUizDRNICyYYXEkJIggCj/YX2SISQ7Jwp947+3Z0+XedhrmRflUEVZV
I7IIuGRfmdfmww3sm76H0WhmyE+yM9UXtcjU7TtDgHYLZr3Yj7B/u6PhBgGxiVQkGVhBMbG3TPdb
rJUsH2yUMeFuRqyjzzHhPRpF3Dwz/Q88A8mhnrv5XUHvG2+XyqnHI3o/kDHVvKYoTY2qhXNYCuG/
51K6Pz13sd62QMdMImunvC4lJ8I5ua49Ox7BedjxsrLa8qnhUQTohqp2TsyKOfciOLTfuH1Nd0hZ
snyXgVbpmSSFCW3m0leMfksavlOaB6CB+B2DiEcKSc02h0kMO9+jy/ytjYy8BHpDGG0zBNCZ4BAR
LP0t3XB+qIn7hEjeMM3patPhDSEbwjc3L1iHk2un5BFeUsRY1uLqcnbkevzjjyCukS6tTYCWIgMp
yKCjmm6A/QWR3OJsC/vj6jQ+Wd9mUlX4iCpFM5ZYPfcrZe6b70TueYL5TsUXzChDqh0pzD0qWEEs
OhLSElVXk8Aybda9F07he6ZcJAq5RgywbwtYQQyig2a68cu4WvaBrMN6PzAq0TeAXPPqmHr8Okmj
i5LD3iryObHN0scM6MacvA1plrjfxf5ijYdwwDBwRlbYiG22DmCNdbBUCIQcMpY3g+zm+JDGyKs+
sAFTwdD/LN3RWbTIzoizKyfJAJE2bE7UKnfsl6J1h9pRUxstTDw3OqNRvx/FELgk8DRCIPQauv4W
Ziy6SC61yM/GmYl+aZHI8prB5zk/8zQU9otwzHVBCdpKUGwQvZo6TRNcbCsVQGG6tcWHGnGYnVqr
G+1NwIluwYmJcELBeIp49BQDLe1W72nQyfZc050ywAFHVzw2TrooOjmXGVDtNJZ+6/uVOT36d9n/
tnK2hA9Fk9b9LxIVpX2JnXzBvBg3ZERv7RqE6V8F+2QkISRjIG5Tj2nG1M7sGfZ9c1VVj/1c2+Pb
KN3QqbB/eOAfN7ioh3VnkxHafwSMFSnyWNpD88EVWwKfXylyuPtn2w7fZ1QnAUVgU6d9AmO2GV+4
/8UE9UyU8TDBZzKOvvNwL5TAbUsEQVY2LhLREOPHKYmV1XWnHOKcvFnKEDXH0jQdMwr2+NHfWkEk
fYN7LqzTGNCHPa5DR1b7tk2LzL5fZ1JDUIj06/hRD4Xt3DZCRVGSriqEQopcHJX8lSLPDrgkWnpY
zrUMZFGcvVr2ZEtMcQlXAGW8lXYJHPesODQeWZV3TNm6+sLK0ldvQYiM5qzqrF/u575GsVfpuI6v
R59z0asAJNwDnTwpCE3tJmBIiggxznPoR7CdjjTALA4VVRxKkA6x4hW6avkbQVf0VQ4NukFAUSSu
x8x+IR57NMHDxP9xHgUNlhUeKQ1liILJRxqQHgZAgp45pDPVavMc54rR0ykf88qvjixCHN39joSq
eSKLEtXico4aG2vA6k/d+DgJMTrMknxdhsOviVmLy4pIF3mzfOm+pvvb82oLxHADKz1ro/1sBsZk
HGC+JxPXXkEE70F3ZDayB7X05W7SS4AQtGnSmDI2a330AH0fyZa3p8M+kNNYdsBiyzzTS5/UJIyz
h8yGScZqNwu3D55SAt7zbsOKM3L7EwIx3zyUriM4KiY+W/zsBiqdjx2LFcITwlYyFwXm2UHM7aPD
ULv5r7YYWQMrIcXj7K76R+GKIZonn/1vjrXJoyRto7cQIPZnjEh33DTIil/yMYoPRtgrmfCOVXza
Xeu/ke0Qv5MknE0YYjRxXfuOiEpGYgMh0DucRDYuFlUDGa7Ybv8Pd+k/fvh/DNb/kRD+H//63/7v
rPj//wWG43D73/vxL7/r/t+Twvnj/ySFi/BfATFNgbDhxgSEcvxPJz6u6X8JSBScRB75alGIR+qf
pHDH+ZePpZo8WKKHEFvEWM7+ceLb7r9idvPY0OC8Xs390f+LE//frW0WdsHw+o/9H1azprZUDIgp
PnnrPcKXXvwf/GU4Sf/dAfa/frTz79ayIpMkjY5WySSowtLgjIgYyXuJsPQU665zM+epjkv/zu5F
fGvnOX5/VcFPdlaKAa1WxcCDae/AzhvB9MZtyI1I1s5d9iG42z1RAe26Ecb3bhbcst/0istDb5eM
Vfolyt6GNI52wo2n+3UYmodIy/nVbVfi1eag+yAuuv7VAjx5jtpo+F7xAiQztgLJst9tHnNriJ+j
YQUNIvT8jt7S3HPGwuFcx/SjZdcIBNNn/GZ4Kwu276r46aEpPqnAcrd1b7vPvj+2f2KGpkmthrlH
QSVsQHLsdMiq6qvh6LQw+FbNLp7EEL87aUS69PvM0Harn6bbkjK4SDRUqrdBoBMSPY6gZCl0vId4
ysAJ8cSfqonHXcwpDYl/VO0pt2y164NFk7KDp6Wns/9rVl0kY2oUVQRnhxfXzHdJjvKOGKmDY2v1
LRaI2GaK03m32snzcwy6USalceU3PtL5tydXnW2nOGZbVITm7oqNYLmNJOUuZ7IMr44oOrTDzi4e
2vQWgRDYcLDi90HLZhNb0GK+ZubGH6Py2IAP+fpQ6bTY0WP6T8jnw4TLx36rUc5zmGfxyPrGj47x
MqX06mzoFw5hzfQyBKhuiWVnlFWQJFi1NJ52pE98IJ9YAsfeGr7bGyTD4VGhggWfYg/9j2MtDeMR
krJeEJxEr+CLEcA4Zc9AiCson8fRTw+pUwTHqXCYVQnPIu9gKqa95gF5QdcTkLyhJ/cBMsV4qxpD
zbm6vFYjYiafCxVam9pE6sivkJ87txCXkZaxTFa/1N52bNgZgdQR9z6somurFRVEW1tz+oN+YyBJ
0RYHb2JBtldkGRzHKGMuHg3zIyLPLpFxBvS9CsZNMEe92AJ2TV/Xemm3c0XjisWzOiKi8H5BhZIP
9eioz9xes1ufCKV7h7CNniFrXxxNOTr7FMM3kyCk5a9BYKI/c9+P1WagLE5gsja3cimyn8lXXlID
DmIP2KwCf1Zbhw/LaKzTMrDbT0eJ/gm0EzqbMvirey97HDvI6U2m1YHpJGy6SLd/+jDzznnepGg2
fIS2Xdk+TjEfXFtRjmemGMBlx1aMLLRJuz3x7qQQ0znSAvD7/Y28rj9pi+X2Bhvg0G46J7SThgUR
coGKWpSsmrABpQnnLE+w7qHq1GVOFKuaPxfK5HeB9elCxQGgBsrwqxKsJ1nf6/s8wklTo7x8G5zK
e437RRK0sI6/J4SvNi1D0O8DvpmbaZXi2ed+fGgdkkTcKdQW+yWFy6idGkbEoMFr1jy7llzrZ9lw
TIeVse+9RbvtuYHIz4ciY+HJwtu098vRukW+B+R/Enqi/qqm2GO37df4hmhpHwgKCs/cCvRRDc9X
sLjm0UHOg6ekiN0PW4fo5tBsOPwNE8LR0k/HEz+RR4pN1kewWOY1teg3jDual7EJuXjMjLfFVJpg
M46ruQpRoLCrJWI8LEZAtJgD26Jw3wXg1XfpFfZBdabXm6nr/NPIXGpvggyrWaj7s2d0uPeb2Ufw
mJU3YW6xjFb5/B6jqUgIzLT3zBHsYDOt1nxeqOl5Nebj9DTg8ifja5h5ywENeF6NEC+LGzBlgvzS
oqm3qSKRmIanMmPQsIlEaB5yVBiXPuv4NGy15He2WPmPC1p+SEoIuDsrhYhEpqixD5JMuUejVsSZ
Yo26J8QpftIqRx4mmff3uW31j/hip9MwLsOxGldgw6Ol7vE3+beEg8f7wJqmNxSS0WZZZbM8urYk
C3HFw4gb0Di1QF/IWI+Cv0/TPSs6r9vqOiXxVDZ1s4n8Ov/t287UMbFIkUuSLHCvOg91tK5yh806
M6NvS9UBqn+5NIdVFQ09dZl3jzA3u1NrPP/Z5GY6Tp4VXTpRLmBpPefNa6dFbQujy9e5ENNlRYny
SY75umf1RIS0vbj3zKBYFcyTXC8xL4JHsmCvekXV7bm0SCrn4oni41Opxb1bwmKBK4LFEGHt5P8E
Vm72mG+LvZ3r+CWtAjgCXh5f9S3FWQQIlpN45DXTTF3+1TTZfBqYAAKay/VHRkP06sxBfwNiXWCF
QtrwkhXF/JC1WX+a+mX9g1zTSkag7bejqdALI0WocLxITB4cefPZZqV58FzX8AJWMQ+rXFGomQ6c
bKTebAqn3dR27fPsh/GfzHF4mXA7Za/aK5zEbi2G57zM5GVY6ukiWr1+T14fxhsh05V45DBOgJ5Z
iZjT6aM2rgWhnmRaKxqW3Yz8FPunIlPMylm+gREhrKHzBTosLFYa8Xk13zPhSilj5ia+q3uUkHEw
ictVAXiaaAn4gxginH5ymf1AiXcFCTBWnAUfyB9x28Qrsr0YINwmEAsWKQ9fKuR4dzWHuNXRYxMp
xSFWsGBtxuwUzZ1zcq2ufJ4b494GXu3dsE4NcZcsLRMADh58YdmA7ACTxi6UlQ38102xduoge++n
bnlyZyJ26W+wPPOSqYqzXc1uiju2iZ/8wc0fvcmuXng3twfkAgjLDUEGWDsXzM2pHSMqZEkB2N7/
L+rOY0lzJT2yrzLG9aANKgKAGTkL4NcitajMDSyzsgpAQGvx9DzoplnfKnLuHc6O+6z6FRCI+Nz9
eFnq5xBN6yrA155aQpkXZ0aWDjUUZfZDOIzDrvOuIVjRANs+PARHlOGtGQp1Eq3qvuP5wJngJtsa
RmNCqDEl1eP18jWe1PAdXLh1DVvbvizscomCZRy488GwFvZA4XTAaoEmZuY/cGWjloQ9zYlpyumJ
f/LgpWqIAqbfJZMM13sgxK7WszmFcBVQCHLT+W3d5M5ppimOaIxA5SR7K9/tiE6cfuoQoMD4o8oy
UgII0DavwHcVHCOpn7lxl30RKfoM4jk+dcozfpaQjjCLlR6sHJpBHWx0TX8ZpENeTeIieKNEUUEe
KN0d5haKWaI5umaZEx6cDNUd9cG6TobXHrt4aDNaLxwVwGwdEf7lDK6aUW52omBP437rMYZjcIdL
YDfGCzWj7sVqjOmhVqN1TKvWfhWUX+EnNqt7vEbi4JVEp/ei0rVX5rQdWw6tX/ZYrbx9zNpxNxFB
e8i9LN1hJxlin2u6fhSxjDalHZMdq1qyZKKq7Yhwnso2YWV3FCnJ4aMbDUAe+XDTsMXYs4KFxwW3
8shG0rJ3WBOMI0t0+DoZ+vgCis590lsvehrDMblAl+7emfzW21EW4oiNmVxuWskfoTuwKbHbVygB
26UivFUyb9lUSRaKgI2m85C0FB4NXKgnN+mYaOKpoTaJsiyohb124wpuh21kggMfWhEG5DP6Z7UA
MQjaOKeKFZzTfWKF6XeRmtEH/pIa2w+9e4yJzeWeqGm+HbHy3rhm4f1Ml7wG8s90d8L5lTPRE7Kj
A8jSmNU5I097v4xzeepCzHQ+PAfGArIY5x02++GFurDyRS/xYUIxxEjPkY6c8+Kq6nujyfCa1TMN
y00j0Tfa0JwPJjOJu6Wo8wtkyQxX04CaV3btUGxzoysCj1DtoUgQT4Iwn4k74uY8LH3fbPpCuTdI
iuMZOV4yc8ESto/N0AhJzBHKDtEnLCbvsXxyS3c4V4Vwz1WzfiKnzp3AmDnuYFOPPrFbNXegDQnF
TJP8UllvP8ZQ6w9TjjTop1ZcaluI7Pk96ITkJrUXJ8DQwOUEa+NlniNuVWssnCf2VcT+yOVci9iE
bZbhibyMPSpbMZhMnImpDMByqXQhXlli8rbYEm9NF/WUV2n1L+gVblBrQ637Dmit3Twu+aVCBd5r
RkElEIZkGRThIrdeby1PhpdEx5Y2mjsx45TyErO8b/IRGIfnMtwb9RE8f9gAtRxqJrxD39YnoC7O
QYu75EzlESwPxyy1Q9gY5VO2aIQmOaYFpVDRxdNIYpqDZv50+qTdl9KqvyWVwD3WweOo0tD8oviD
+9AuxM0YxXRVsmzOy3aYqvzipNO4J9zVv8ZuPPGobiLSeqZz1/Rt9UiaJcFN2tXAoy1BFaMNL5Z1
MfoyS2W9mIuh4ObM5mxwCpliuheoyYnpayTu7ILUKfAVddBmQ2/bNgLYb4uA6FPSTmuZMq1rr1pv
b4NRCEiMz0XQLl6065XgCGrpxirPd9Y3w6hpvaL6uglQ0WY8Rw4psnBI39BhyxdUfx5wytYt37AJ
wpVS4DtkUydIF+kuwZXc+YFdm+amSk8DhorFzRIZy5nQtc6vPGHFV+bISJoIxxNuRAIpnFvFfoHN
9rPC6dP50+o09BANXk3ynXQ6eQ3a8iyKp4Zy0GPvhd5zWJoOp1LVzUHt4jxieVhdAlgAQ0bQokep
JBuBw0kad3OrO9+RlImPpQbBccFO9wYWANGmUVb5Xdai80bE9EYsyrMvuJLYcE9592LlifsZIXs1
526mjCkY8JQx1I7kB0zQjJ4qw7yDxu08FZ1Cv8D46m5S3sUazWVJb5ewvyRmmmLW6NhY0LTLD9It
0dWkDgO4vhQX0TtspHmWb1LlJTcQoeQbSAL1YZQZydhUyAfQWNFmzGmmR+GKxNFq3eyOcgZ9n6JB
fblGbu0qk22G7xbDtx4JLLeWntF001l0SUGZwIVghhQIRvWVKi3nimNPv6mYDO7acXFuTaFxVaQU
sd3OVo+Q24A0oerUeAZK2+wn9GlgMX37SDeUfsHfO+E6L1UdaJQYXUezKU6mgw3ZptwiG1OqDxTc
J5PrVB1FSaRDNJP3w8HP+E5OH+Pz0i4Rfs/Begq9tqUpKE8fgamQDRAe2RZhDLsFberFInH/EyxO
u+8iJ76ZqbgIIDrhh3ZF/j5So8Cjh72/r7VVfpY84Tcuw/GA/UB2QeNSkA/iEXfS4oGIH/IF1g79
ShOHgIGj98ywmmhRejZ5K3t70vudl3jWCzMmmsCSSDuwcX5ChVge3aK2Adf07a4YivpasP6tD/V+
1zTsF3n6ONVx8GhujNhWbufFGoIIA9QNVm4ehUA1yLGo5s0RgCG2dmP2bzFzWT+BvvKNaQPH1aJb
r313AsRQO8W3vg0f6VAcyEcZ85UyIk59PPMUe6+iPLRSI1FHWSAzFEkxBXKjoS2fjpM+t3pabjVr
MuJdJ3vtHnCLdi3LtnodLKP9obTC/orT9U3XQ0vmqtTDnc6zajsTYQt08gsMuwFRztW8cDjxTpPR
xvhAWTLYFayf286H6rwqVDwLvOxAmkq7CpwCtMkUHhyFBQvobJbyHW0mxH9AMhBUOUWQQ5PvS5TO
XURn7k1Xy2yvVN9f23zIbgYm2tPGGnUymqFeLruFTFfr4yFD6nb1urprkUDxLeVue2BnYpw4j7Ph
IimdP3ZWGr3FacmAp+6GDTdV8ZANjvflkO5A1cTQeiE8g4DYVPCLmcpZlMwOmcu/rzl+OajdtyiE
5p49HmaF1Km3emW8RqtTUDRVgX+rG8DrFvhjcVpM0W5iBGXwOJnNkzHbbJnSkmQ+G+SyfrDySuzJ
khDtb9n0iaDt+FqNifjhrkbvNv3cNmkE5ZTDWmjaPA433eioQ6tAI0DlmvZ64bAwKw7ogA8ik0dz
BxtvWuER6zrXhn5CmO2Ok6t39pq4wNSiF9WOEX9zY3WavHSIDzpbL2vcQs/oN2yaMsRrbCbSd6sE
8hyt3jI/gWcwflZJmr3CQyHakkSp1vkNFKcf0kG79QFo1VcqVt07q28TYzPFXb58OeEy3w3KkeWO
BQBPJAUhnGeGZKTH1nIk15JKRPTQOwYzHHMRtCDCGimYDZb2i51V47HACbYanGFkSNq9XqMQrdJA
EToLI81PQLBiailj0jBV7Q03VU1WyqOVGGz6kohhV/D8wJaGifE1GfBo4EiipCiIRNHtijoUhu+1
hXy2bJaIuxAJf5/D3L4wcXDybWehc+f4YO/TAdW3l2P7ZS/teMbytgZa24YiJ6cTxU7KYXyeRK8F
HCPt51GT2pdL9nUvUfKuMqfTzWcDRq0vlWB7x87L247W8reCbC/4FF1bHeb5cl8Z9nAvtCE66WtO
h/27SxsXlS5TYBf28FBHZfIjNwmzp4uTmr4p6fzyqkVumlRDZk/A+X5gkoZFRPWNU5PjKMlthuRn
SJUvj3HVdlgNEoqWskLTftYscNT+1F5xEpOT7rycOz9PUb27mQ0taThOgSbt5edSL7WbFH/CERhA
iU2zRRaeI7G8u1PMfecw7MPlrK2EeJLKJmNYTB4z1YvgpMJH1LPyrQf38IMRpfNN2kN06LKi+Vp6
zb7qGHXfl2ihoojy372jj9+EsWCTHZRVXyhGt99Ls50fkASAijl9bp2yRsteAR71e7BYKRo63rVE
WQan7qqN2udQ1SjZRVaXt7j1m++2xD6Kz9Hsbol0ZBs9ZE/qL0NiQ48qS5ZQ030hjwvELHXs66iZ
YjvoKQiGOTmkbXQbYsKgii3b0I90MFAmujj8ZnYJ3OySRkNndIfHEO8TBYXE6fxy0BlyVSQzt0mL
A02vMveV2Xlks3LlaIeui9sZ50HpfqPgcfk5jMb0POdFf5KTqFAJm6LbR17J5St4qJ1MfaRJmXnf
8tE3EUuOnePz9OhQ5MpUdnZlTiq+U5/Nprrsx3BDhpHovGGE5IAdb6/ktNR7A/fpHOR8ji1JP1Wu
zXWUAdusBIGmQwTyKQTJ4EhQB3LWSGWwupKk29WDHb1BRszfGidaHk3GMA8eVxvDiSK6JrGH9YbR
0H7sNG1fcfLpfWVwJuDkxGGmniEd9fEUZ/4inf6pd3RFFkmTJ6pFBsZl4DJw62PYmgniPomF1S+K
JKm6ilKExB7mbaZTCdDWU3c/E6gPqILDfjXUSVA0hYlYrJxtRjHvPYgEKBvxotH8YVOQ1RicfcKh
P+VpUd6MTEVfld717Id7rTimCschm9T4hSS/dZuTtG52XWk0O4nLq/WzubQ/8GLUB7jI8za1O3q6
YsvdiLhtCHj8PaVXAF/37V7VG76w/GAsA4kzOyR1OSbZjZ6FOBejHie8acsblODmELVjsuWBYF9w
yjaESGf9JRM6YrAboemG2IJ2DdLJOZvy/D4rO2IMcRpxFrbI0xhuqeDnaO5nNnMaDQzptvUeCrba
0xbb/cCW6167uHfUBpdWRICZNe5jjDM6N4tCGd8yY3CfigaSy6koUZSPJNakHsjMSbAY6658mR1n
vOSk9Y5GPA4XrbUzLbCxRdnf2mLEvF8PkGx2hlmOxZGx0vC8DJpOoaVsnwadRg8Y3CkNybjt0bkG
3Dnxlt29HEg5WsYHCdr+hUklDL9kDi8KXMWrkqG4NoMdM4kmS7HVQQowp18wvvmO5RKfnGPluLvO
pW1vPTF1HumyJDsQtWfLzGNHazceedZH1RtgYWyjC7WNbLvxCSSmcQNsXnsvbAvnSd0tDBplbY8e
+ppVHliV+571fWlemykXI4kGk7/AaWjYVIUx/NhqokqfSrsJjcBmpf3ehfOg+x2O8ZiDS1sK0IQA
WFi/LGhFA3ofKwk56DyYJLwYqNahd18AMst2c9lYw4G1LNyXlNJFZ/62Gj9m28jDdwHtbji0LdZr
HCvawgmXK8ujCS4hKsWyncmm2cp8Xa3tUeQfCR19zU2siTjex95i4qmNO3SOpZAOBRKOQQstkI7p
h9ZoBIs4wbXVVrgNhzTbWyzviN+WYngt1Wrss1U7TscucXMrqEvWF8egQW3nkvN7yF22qVv+67LG
IeLYTDndqDH2VAyrXa+jIwVRoRl7XecmWTSQWTT3zfFB4fOddnDYGzBcg5UdmBfmD6XymiDMYu05
SUzt1kjJUQRsucvXwnHVciYqVD00Vaa+FkIue6KwzR2N1HQQcRLYUz4Ihw9DGBy+eXSms9DMBotO
qZafuaJsyYd01TEp7mOSMhbRXb+iwRz8hGw5KGUEpJ5FVOTOtpkWR6feE5rovCzP9LZlBHVU5RAC
J/9wcEYSXShWSX/OzGl4StZK1Fhv5FGHzyJ2bTR0vpWxuZp1wf477rq9S/HlFZ+FSSMQ+VU8N81O
mQABCeh56kxGp34lCbUcuW+Lm8qJ4gMopewewTU6xV7NUAa/u/1UZYX9s9fz/K0bh7VLVgpiWBYj
qWDt6a5ZUWoTFENN8iOblCLYYDY/OlZJ+gY9D7vYbLSPiWGqLZmr3K8WARk8E91jTuyBTFBvaz78
j/6xmfvkAdTRHDD2LR/MeDLO3FYE2d04v0ayzgOLWpinDPAC5KpUXlrLnI+TWBDopsEM0nTJdnpM
uGaoKvFTkIi48aJiRutYLPS3JEKqUItbv8wgRqB31+lp0C0TjsDMfKdLqX5P0mJ86ZLc7fxkqNUR
09IKjSjkB65BBy9d1hq7CbbBXWK1tdxyp2ivXRpibw7rPob7FkXDztIBIA2lrZh7jPZL1DX0tbZg
827hUsRX11wZRZSYWwiIsr4BHsEJgpSCti2cDKYW8bDI8jtLoOnrdBAT+Okvc49v2ikw7ro5pBIf
N5u+HcZ+CbAixJvVgP1GohvjdFtmwzsNVam7Rf5xTwb/XYMlsM9Q+oUxy1v8pAbUC602vprCKDfA
rpYnvL+Dtv27e+S/ZaT5f6i9+J9UaOFiMfm/G2hufoz/6/3HB8ybr198NOu/+oePRoNS/DdD2NJx
LRtOvhT/NNJI8TeuIpenpWcLyzD/aaTRTO9vQLh1B8yL4Zi4bfhX/+Gk0YT5N8m5yfEkT0aERaw5
/+dff2l4+Ie5KfpR/of36Y/lEsZqbIHjF5XF8evf/gX0hWFbVN3j80KusMBU/2p84bFTzkOhurfM
mVxmw9H8isnQQkqrOMzLzvzGI60wNhLA2jUME+dB6HZMgE6spmoKz9/+8A3+F29oRSz/+n6kwQfD
caSjQmA/+vX9JEvM1domNtLx4BKlSurTYnUZookpNn/+Ur/y3vno1PlAkXdNwXSb1/sNy01P4kzG
fFLvHAFwZWC18F0p0Plqf562E9ykDFvP/8drGob0eGFJ49RvPqNOeNAzXV6z9VGP90mwBGobbbS/
cjKt7/2Xr3H9bH94nd+sUli8WS2iWb13u2lT7KJTtK2PH9icN9VffKL1WvzTl1rdWn+gcteo45mV
8FKOr/GhyAUFoa9vkuB7vTmMvuXL7V/9cs7vH0/y0fgOiXmY/HKu99vXmJmWDBtcWJ89OGLspoVr
HiPVABiUhTQlJ7qmijYOUjlI6IpxcC3BfW4Gw9HJekTCbRFgtWgJKqtcARZmgeljEA387sKpoFZ7
jKysIGIsjAelHbM6ULHDQh4j5t1aThEiloyl++l28KX9tprQH6zZyIsNhjDKlxvOJDBwB3ngcT/g
WJk4NfsTbPo9hujBCnpuIBrwcPEse21uQV9nk2N8hynIfkBZbfeF7VXawHbYbjHpVCGz4jFUT4xI
S57HYwayqmV9eZpmidoFCIKQRoFGD7kZn3XlW6NIvH0SWlD58irkjKiqPsfXX/Iw99mjt+kG5Ua1
5xUMyqaCScQFdjXAvE6zV1BwrtcTlsuoEn4u1+LhhfH9dVQ8aP1kUnlJo1JotiiCdpNtIoIjDzNc
dfUXV9ivdj80YcNYV0hUc/jyrm6tS8YfLjAPP3/C8H/5jI2l26NiL5ehn7X9n9+Zvy88EsuibbjY
HXklW9i/3TGz5QBqorfzc+X1QmrnsJw4aRl44MD9P38p4z9fvrwWa5wLbkZYwvpt0SWtqZqkzYxP
fWQN5MUqhuKrcEjymzlHtu3YAT2ShUyeZOeFP7JKEXbsPTd9753QsLd//n7+i48u+YpdlkFK2HTx
29tpKYVmSZ756EUkd8LQRjgQXXVoYEH/RVXIr2suNyqLuuRn9GxOAuCRfvuWY5dgkNkX+RurY7ZL
E2ARvSJHPs/gYe0wVNAOiDFAfPEuLYOL5//OJ11ffn1h3eOXFgQ1fm9iWKDNtAbaxBscb3Q3sgAY
4dhliVTEf7EE/3rV/v2lpGWuteaOI9aKo1+vWndk96cM036rk966o8nD3rkDNXp//oF+XXz/8Srr
Jcvjy4U1+3ulRYvNfna6Sr6VUAYAK8vmaoZdGKA4zGcP+99ftEqsj99/Pld4PbYchktJClFbnQaF
3xZehES0rtHp3kNm1oFEAAx6W1LySvP7Bpk1/mYxM/kAerP8xfcJTO331+aKsUj0mux9dB2T56/f
KImoLB9KYX0MNHN+5sbiRnuOoVBTk64Zios98LymWF32rl8UfUSnK+oqmTQ3qTyY3LFV73MOLwnA
JCenGWl0yk+z1jTLh7ELzqgUQAOOvbl2Xk0qLD4nhwggVltV4/FQs0XKr5nJ96FARVc71OLj2Nps
GyKDtXrPDo7TY1SDRVN2VCfHwtGsZh/PbMO389DxpTExjA6u4Jm0peuMaOZijdNLFZII3Cde7DCP
bKhS4OsL071CH3R3aGOZ95QPDAnNOrNxc6RRS5oFAjAKPeagsdraHo0AylqKio0MNKEjvKiy8+dy
6m7HUlUYDJpRVHuUAaGDGZsNb0MLhvUy2ZX7TD8ff6x6M4OinOsQ5UkZZwcmf5q14dluTAfhULUc
zG7o2VdkzcnzIXRK4xCjeS44BMNFHUAAWeZdTP4gPWRErCU1MmK45SYgYRhKZM4DTtv4NOUJ6gak
AxXvk9bKBXcf83wgrHGmB2CJmnAz6dUo9kRmQ8/3zCjnJzOzwrjzigQR0VV12OydtiIkuKpKcJqx
AUZBzu8yb3L8KdEWT15E1KxMmZgTRW4DuzaarRfDeGGJkaSpFKCBMch7V4fBpXFMA1WecpKNRtae
lKjUy0Kr0UOa5pQrxoXp4rAgtEMkjFXmaRHR+JKX+pwFhdOI+yLymnyrSkzUPrD0jPFb6Nivw8Ko
ZgMJFpsnIwVUuWwd3DmTAR8ka/p6Z9U00twbOOwYH8uQRD0BNlI6iwP+x3ctL++ZpebxS1979Wuz
LNH3FNSHdaotVZ/HyU7DLez30t0O/ah9DdO0kj+gBxZbIine89KY8U/k0ljhpESSCpAuMT3lWoWo
tSgrfqG1C6qemPrI8Z3cTO80x+4YT+losX0OJXSLWVtS39wSjLZXY4vRwQFh4jUt5KJ0M9n1UDDD
YLadxMN1InGjpgPIAehus3c/hq15mugdwv7slGMCv8RjDNrOo3FXEYhftlCzQhxFjWQ4Xi61espi
6RnvbOLc5Ctlz+XedFkU30bAS58FxmielvqcjpcCt4a66NBLu3MiRpy3bgumByq8p58jreGo7kwm
RkESq+OwXbqwYqbdqvEpkuAaMYBPmMg5dz97Yeu9VZpi40QDVcqM3OMqTa16RpBYQg0bE35A3wUv
cpvMBl7irijce4W5/QeZX++npTrjFVPRimqk1MU8NgzTPL7WSqpDNOKZ2SCZqAdA/eTNG8e27w3+
yzwA7zptewajIwzLGk2SNz/VW2E68HABeVe3ImoIxk0R7EtsYphloiyrv8C5jgKSu8ieNL1HNrba
QW5ZzYZ7i1nfG3B13DNQx8174c7Jy8DQ4QkVmGEVzvThAaadeo+7UfBRYg+iIrpZ/DjwYzHuzFyd
O1IHASBEiig8I/teXa00w9UIzrx1HlK+qr7AdEtG0m6/DyMICN9zBx0GYiqcTxLgBR4k0sm2T+sH
JqQ5pArccYZxg/9mDpG6tOxaMyF8ZOQOoxFczXgXGgUDEtaMZaIGuCju4j4GeJYqh18CBEN7b5WQ
GqAPpMnE3CrDJFWgYH3RJ0FOe7IKx6MqtmfLHnWRXnMdZ9ZdLVjXNiNUxW+RnnJ0JSNn77V8LZ+Y
Ut3Ogiye8vnGiWqjPxjKwZ1k5J6n+ALJxAtCFPPFyycIE50J7ADEG8S/E0uWaW0Kx4IODUU4m4KQ
WV61xb3cC2CgpXxFXQG3NUahdluz/Ui2uZWTNCYRvAAOSOhvSVPTfhaOiEH246LEy5rBMsMLXHhv
HTxBIpltbE+gEjzAZ90occBjCPTqwJ40+oTIhpe39YJ7LsAMFlGbqEII4UkdQT+ZsjVVNQCwI21r
MMLaJDmJDgbdlcNouVcYttIp1scNz/LxpKy5KrYYgNTzrPh/Yeo52ldmlOwpWo0hKeU6+Tpoj6AQ
+GvCudvYZgfqhlsW+NtQyr4lMOrl2N/yIhfBIPseSaTK9ItVdfXbBEZixnw858exx4fkh1bTmDtM
1JV7tED3smh6CgC4jvGQog2GD2QnACSL3WSSbqV3CE6xP/UNGq7SpBcGEv/7g62l0XfYmxy22Jt0
Z1NVCamxKXlKBYNCuiTD5sI4BTbP3K+0fCxbTbSDDlNPPs59whlLjPDGs0CF9/0g2luLrp+E28pw
fjImQQXS7NB5N1ONIpiha5aPIbK7ZTeC5XlUBL2f3WmoNJK1jDc3lVlHt05iy6+CbQR+pshAx2nq
3LinJFV+x4jD7JhWgh0QYtbATNY1VNTOJdpp4pOGLB+70xOJnshAZ6k57onWwy3QjnPVbk2zycYj
kb+ZUPHgvs+l4hRId/34lCV1Qn+OAlsTsIpwPsaludzZYwXaR0gZoovDlsM1OLafqp/b265AOACp
l8APG8sh/JzqaeYrE1Otr2jZgTAquAG4Y030pTlZ99Xl/K3PyS39yd55PkeZsrddeV/YGTptCYm4
2LUcfl7bUaMohQZFCCKdCcWVnL+WGhgWpHOliSgGnuUyoIbhZZWX3nUJS2hLH2msES6f2cJt9FkW
JQ6zxO0dpFG5Ep494saAzKfoPbWL5BlHDbGhnH6Ch1bqdo0EpJfUJjBcfScskhKhauEw6qnMP9gs
qe/5gPIGXbyfzKDoenUn5ghzZu3obrorl4LjVhQP3quBeHdn5dMUb3kqkrRPIBceCS+Pl8VMXjyB
3lsWUfLSFq4B8xrPHcGQsoH7ZYQWAJysSIcAGZ0QLpjh/mEuXIcBLrvO0M8h2xb8nctKEHGfEB83
ponEVN3gfbKUSq6gyFc6hm2M+baeUuKeEXUSN4kBnQXVyMpu5EAk6mS3tTlv8yWamPFMleq2XLVT
d4g1Ck3yWYF6gn93XaSBpsOt0T2aNaxrHk+AXfIEITwia+4vBmC5oRx6HtKw9Gx07mEKfTBt0ysk
8SYNLLMuGe9MrMAkn9WFMi79MV06g2oGqUYzqEQG0aCeolnfyAn3xkk1EZWCTctZoe6yHK91meYf
lY4G6HPHWC6x3sw1iUGEfAXxGNbTZ4bUycQjH036b3y0/QLh3bBybOvojBY7Bq1i9R967zUu6vIO
gBT4OvxRXWC7q1XZS7XBfI8YiSO5tVJeCghWAVPxOkYJNkeAXM1CsZgGCFL5httkt/QGrdkizVaH
dV2BHIU7nq+oQ3TchypLnxRdA/wFQXUYumbN8qGPi2yDDNI3dNrYGJedTsjns5jn7K7rrYQlikf7
UUvcgZWEM9W9XCZ6P/RmcJ/DUHTRca7zttqQ70jss4npHRoSslMVqk3l9HV735H+bwGq2NQaaVrJ
BCnNS9YpY6xC9HcyIQEjAcRkyJZdYDZ4KnHrOu0tldtmd7RNlk36onSGNgWoRi8w7NnEDwaeI97E
i5wKMDRze8dQbNB3VPOk56adjW95mXvfdcDCKL5RqeekII2U/nNgSTxaiSssgNlzy9ghzVEj0Cbp
AMJH8FgIYaTzn8oluQVdl/qUOhTjbgJxwE69AXy3kS4HcV/kpXbbwRLCVOgR1uRJ4g5frkI6ZgPA
AWyF8Wn9QXZqpDEgkxxsqjatgT85/A7VbBfkh/v4I4z06ig4w0mMA7V6cKN+wfMM5IaiM84vd/Ww
Zs7hOlhJ4MBW/OF1oQ3BHnn6lZNfCDWgQeCfzao52KqwNyaeB2BVrFisw6QmPzEqzoe5atKHmltt
K7COcwNyKH/gonA/qfO5LEm80YsHe1q1FwWv4JlTbDaDe4I4cOZh3H+YhUmpisB1cOs2K8ZdhrGW
kA3KypeVoBBe5y5MkySwB41mgjAe6Qg0afZ6iVoDQXOoqO3YUsTHB8Of3ManvO/NW5pEnPI8CwED
gEjf8Ia/wfP8kBOyztcg4hMoeS4yFqDyq8dazZdXJQIg1TAmpV8hAAxM9CKcck0shteYCcqnqSab
7TNnWNqyiByekiSeX7kQMPyliIKA38yyeCoM5labOFb5FMTK4luN0ja8JwxePsmqBoSCPcw546/H
0B12TX6/JHr2yKk0f9ftUQdtCGXgtdAL7sMuSpsXDufxi1ZWxbuo7f5z1LPxBQqHRdcLp+NLlaVV
eTe4AKX5KqXW1Mx1zf7WMuTyZJNe/5y5cUbAkVK8AUvtux32UNnw83dT4oeuF7Wf4EFRUGlMCE8M
OUL9jCXKGoNO2jYgHE+l33gTzWuuDfJRTdVE79PMQuTg6rnQA1SyS3eIefqUsCIXOOFc3ufwv/lV
8thtNrjPEnmM0bL3eRlpnG3wN/luOaJNevYyf6fL5FOPuP03YWapMyVwWKrqAmBMjzjf+IW7xgjn
zqKIdib++txUPXPcpIy8HfRm4hwIOrEH8QFW/4YcY8V1Ws76gqF4jDjjx1b7bdVM0RfGqLSvlIlI
Y9+lZtxdbMIj1TZVayXTOHnTq3KsXns2W1DK15lvL9uQgmrzc2wCL9lSB0QbI5z+4cGZGuDsfS7H
9jjk1mC+RktsKCjapFRgIo8FfM+0GH4mxUDSAvM85vhYcxKJm6IF8lO5TIuOIrRDpn2MdfFn6CXl
WWhQd4j7yQGVvGqO3np7rcFT73NEj3fOpCp7YxtT43HCvdsbBx2wFz9ChMtuF9cST/ZSTmG1OlJg
m3Fo5uFnmWoUmH6VSHaw56buFBFiUtuxtqDcFAXwzVNU2176vmgFHnOV2zPUIxk1yTFx66k/Rjjp
6jOs3DB9ZABREFqdAc+BB3Wc5cDvQvV1RiFKA/+iW59vyozvOpyfbTB5NXj2Sc+Hp8o0rG+cj8D6
1GLJXmLLtNnk6VDCdmHFEceDiuAG5CMNAyePbV+zSbeheC9tne+deCKXjdMEuSJj17fuLMryMY07
9TpwWSmMJA7WFZmKlFsB30F7SOyUc3bYjGysjLq36z3Pxvm5wMRIISljmXuFZEmFslbVr0ZmY7AO
QTNWZ8cjsBBE8OvE2czCyiLHWYhvRFsL8ICDKJ9yKFpgtPtcU8H/ZtoPIiPvrbdeyvIHvhbsfYme
WF9/Pub8T8NUh1oraZFGtPV1gLyOQf8gASzL9O+cndly28qybb8IEUAV2lf26mVZli2+IGjJRt/3
+Po7oHVPHBFUkOET+2HHXmvbRQDVZGXOHLMY6nFwXoPYBLY5ePY6i7ULg5zkUj8GIUOMYxX0gjle
IIrR49Di7bz2qA1XrS3dXWaU/dR5QbzahP2FtPtJLpXxiJAF2Q5bCHOeu6UPvwayE7ivI6KFRUZ8
zuUuUO8mqOHGbcWLbwfDRunH8EL94fRBhUHhjPoZ55M09ake8Oltll2tByaA2L1j1cjdsMK6gT7N
NSEZ3ZURNfW3f/x6nHVCqrplUrCzGPh4PKPQAL6Ti9074N+3GF+BDY+q4sLrnH71cWr68yhSnbmQ
W5nR0R0vyWkkSnYjUJevMDYtl7qv5Df/+kCTPzxmnraqSabLlKn+9AIn3bVS0ce4rzOaomHoFg/0
gjTP50c5fSAgFyo0fMNgFM2efSbyP5DAxjjd0yuYLnwuiVwP/d8NadgLVYST5YUQ4fNIs+XV9xC3
HTVN9woeVVeSpB2Ig/zv+cc5mXWT2kE1pyIelQNpzb4P4FwYOW2X7nH2ijZlZqcPHs69r0Bc5T1d
/srV+fG0L56KGrFm8J00CvzG7CvhkRyX9VhU+6HLlFdPydNkiWzZ+A4SKF7V2EvtUlyP3LjuH9XK
6zdKKQtyh1lpfhtNIMKG2xW/er1WLxTBvviwlE8cfpxtsNV/lAc/TR9t8IAks+D2BrvmttIoeDWV
oVyNefN2/h188QrQKrLysDvjamfOplBJ0YLjsi/2dVcmSyvDsZqkvnthP/nqeSzTYIVPZBc5cV8+
L4e41vK805N6H2LKQfIneR9jJcHhh9vt+eeZyVU+6k/UXNgrmUO6yQI8HgrkubA6r6r2gKncddJk
YkduPX2YhOk7pQBZVMCXvquUqH2JyxLdSt3ld6NWiT9G63kX9gFxUs6cymH6JEUA5cDONiuHweUc
Gzsdur2vI3Rd0srIpcXxQ3MbT8wSaBGo5teuKAB8FFQh0IdWubMJWWePSOz0X2CoC7HM4CU6NMM7
PXwUrvz4nDrOcJWKkJb9yEzhEwxx4+3yQiZ3Cqzad2ghyoNtdNBGRpnGP/Acz3BkocGWPhc56nAr
HOtBiVxt/Ne9YjolVU4uvoFN4DJbVW4S0WU1mvZrkATabRb22k9KftHm/If+YkrZFrVvXWfmqlSK
j7+zlRW2Yfpas5dc7/fEmMVdSy/Vhr6JavXPQwFRg3OE/E8CLpqdThYafjsaXZp+jUQu8B2Blm2l
P8OiTC881EkBE3XBNFE0aVI61dTZ5M0Vw8MYIR33XWmtR8W010Sfk8C6wxAsCHcRLQz/+GwOCjJQ
yAQ1yMg47I9fY9B0Ol6Nst57NVc3I9a+E9tiiB371fd/H4mFYE8Ph4riQ7HzaU9rbaHQ/OC1e7sh
reMGUQdYQ9eWtrDcCx/sdBPgqaZg0CIYZBe1Z/uNBRmocXO72euuPz4AzXQftcrooaaKcZmNrb/O
C2WK+OvXnsvlLxxCm50SgKVRg958Of/gH2HhUdzBr7EMBCNcMKVjO9O59+nJ6b2mg51Ox33I9W7R
Opa561sY8dQtKdb2mv3khgO9zlppPmGbp665bOP+lyQqWQ/6JESlvp7/SSeLh1806WSkaU0xnjp7
PwpiW3L1st03DYB7iL/qGsYAVHUPO4TzQ30U/GdPbwjBXiwkYkSskI6fHrpl13ai6fcK+FWgAgU5
OcSDjqTZpbIGXEHpA0ZTJ/oX22m4scvYcLalkVGGj+uku1csJNGLStB/tLBgffsLqOLpX93/SCNy
k78mo8YVE0J09Ru4ZfqidYryAttOfT7/LNNrOXkUE6wYOwFiivkURm3tjnGAMU03pjARQ+zFSmga
F84M7YuvM2l+VORMXHZPdoGY+qhG382wp4+jxJXbMu+BRuWbQubJky8BlhZJbUE0LrR7KwzKx7HR
eWM4vq3BQngbq06aG0Ru+o6bV787/w6myTp/B9Ka7gSCYoqYLy1NlBFCcbqjeg3ZMXFKsvYL7xWv
CffRB1n7r4eJw8KxJKB83bSZPrPDxKGgMBXzhz1VA6qOmAevcW7JL+y7XzwU8hjSTChXsBKY77ul
rF01AIy4V0x1SnxOXfJDIBcZUMg7UWn/h6ciRkGxrbPxcn7MdgRBd7akk2rYd3TaXSuCjlDNFtH6
/Kf6Yro6GtEd+SnYelLOYo8k94JE8cphXwwjHwc99+8kwyT8/CjaSYiD0BjQn0V/JCImvtTxAu8N
0dmFE2p7N7TK66Yw+mfbjGhHrHWKOQm5sy2S9+RKK+i5yiA/7zNyl2DjJG6cRgqvJUIfNJCyupN2
IEHWBYTcjnbTRBQd0w4s7flffPpeCEUtEPF46fEfa/aDzcTIU1fRtH0eecEmL3BqTXHXurCMT1cx
o7Df6bqD0lYaswClhLzXmK6r7UPah7YheKzVgEXWyqk7eeGBTqcvojmD2TQdMyzJ6ad8OmBCVdYO
fWPG3jbIsw+WLpatVZp3jl7011TF5er8CzwJU5izDKWaLBi2go971afxcKRtEBWpzp7n1rYWfUYx
JSPTpFF5LDRS48GwhemW/zo/7BcHqcWC4SnFdJjIuSoS0DcJ5bJW9oiixI5doVZosDV79wavnvZe
aSPvLhuivPlmI5OtqCH7xi9avQrY4abi7Ct6lnu6TPChvnDKnU6p6ZdN6RKDOxvK/OMv4Hcm8Flh
uPsa2ch3ljYoJ/q1L4zyxXuHKU1KwTQ0UuIfYc+n9+4K2MNKHSr7qNOitRqLYmV6WkFpzi+L+8AM
gi30Eu/CAv9iVKYWX5LjG5niXPeqFdLFX5giCvcI5cqD4vknok0Ri7za32oNlnkRCJ7b89/6dEoj
ijRNZHyE3Dzt7IVWQwH3DDDHoST4vcLeFC0zHbboFzJ/C+C6eTk/3hcf0FGhtqh8Jf7rJPcgcOIK
iz49MMcIETnX7gKEdRf2hNNRsHRH18okMSyOdnk8TSj6FaKszfyA09A7RJJqpVYAbs4/ynzj4ZZt
ctVkcZKmxPRzNgi1I5GjZjIOuYstNwhX3D9GufCNzNieH2n+OBLOquD+QFBPkO3I6d9/mo8YgOOq
RJx6SGq7uAFlpi97UBIP50cR0w/+HHJMwzD7uOixzZEnnG1vloajrmiYC2AQcTPSOkd0V7low+C2
sBTjdjC98I4KgYP7bSxzyqI2ApaVY7QGiAry8Cjxa7EZUw0PWq44qUT04gMZdrQw32LJhQVq0CGd
XymZ1n5zRtt5KTFBJtBMSrqdsdFOLzVFzOf3xzMxr1ktmqadCrzbKGu4PvPqOm2tdJC1hqQrrutR
f0Ah4F3YOL76UFyH/mc0fbaaEEY6buowWlNruLXVtbHKLDe6sFGcTLzpO03HEDGHzlYxm3jEGrWW
6FZyKMJIWcYx5nXwp8tN3LV/zk+J05GIPCd9+NTjRHZ8Ftn4VePhPlX4By/m2wE34EKXcy0faTZY
/fNQUIlpv9IIDmlOn83xJC3QpcZ9cMAUQ9zgakAdqaiNa3Z388JXOrm2EgjSw0DnCic5W998e+hw
JgCXpUeHtMYRpszxpc7Q9CPxrXN1ZegB+G4LRhE+lan7pwWFsZKl7G6huWWTy4geXQgsTufN8Q+a
PbziVSZ2XWp0QF9DUU5LlJ0XC0K78+/4q2H0Dyw0AgeDY/R4HylB3rYljdmHoPTUVekk6qMtu+z3
+VHmcSpvF47vdEBPwQN339koGRb1aVdnB7VVe1wr1eaWrEh/gyTe+VlDH1pU0vHXI+YJ6wb4+YUa
x+mKJzwmCcBGCQCNdonj4S0dpSzyvIxe89i6zURmXYUJLcpNEMJ4iKDW/ftbPRpwlrZyBaj4sbax
0I2aZGt6XbFt7La9MEVOgjJeK5lNGg55JnYYc/ZaDbNH2+5m+cEH/vkrU1wXdRo+vcagNes8Rgzl
azpldeZos/VMjJVD03CyBYKOEYwumUuMrJ31+W/9xcu2aAiyxH/dkYY4ftlhheSqEW550JFe38aK
ZbzYiPKQD8baXVN7xoWt74vxMD8kGalOkanmzLa+KG6sIOTaeECLOD706PQfi8ICw2mn6h1mDc7m
/POJ4wYhzloOXRTAXFYNjdK/NRtQ5kVmScSgB9fCYGYDGckQi6CqESXVre2/KVFnvzijqrzXUU+r
PqLpnV9VMS14nZvclz0zdVVwZgJLKEITK4TOwZCePi110WSRkfCXYTBZ5mmXLfTetv6a8GvUC6/t
i4VvAzMippc2XZbzZL3eY+wI0Lo6OHGDu9RoVzcZVjIXXtbpKNxNkboJIhUKt8YsA9UEHYUGf6wP
OAf0a1gQ6i4rivSfn4VRHBaBUCUJInu23IK4M2sdRd3BHDFg1ewoguBsyX9d1HQICzpfbeptOn0J
s+9esd0HgYzGQ8JVb6MGowtMpAwuLJ+TrVKykjnv2DCnW97Uk/w5sJv6KUoVYM6BIopSrX1fp5NE
xqG2dmlfvwtlr14hlOtwQKEeTZchrf3nJ/jJguIXoMOkO2qKj5jgx78gGQfuOVKF1Okr+s3QdgMi
ZEycRdIjq5j05efHO77kcOZSpZHw4QWXY6bkfCZqKXzzCAtlSoH5T6SW4I9N2NKLMDbkzgDIvfaD
iXR7flRtCrz+N7T9b1j2DNKwdBSeZtMQpNRNDlloXw8ye0qsrMYmt2vRxkYmbY/L0bKCawseJipb
6bfqFXQrmwgOE6xL7VPHMdXHTzEstpOpFqhrzseO8ymYFzgreqlODqwe7QTFdDpCzyURlvdO80/l
zY+heFau8XSzqhQ0ZguyRi4Lacmkf4M+lm1Gvwl6HN/dIfK8dDGfbZQfY3E7YDZzm3RMYcxCGCDC
SVz2sbp38gAirjEO0WMWuuhZCctbADfwb57bELUZaCqq3Ih9W08uhygu8JIaXbjxaMx2aPjoGpFe
rsobpU6Lh9RwXOURQ2/vGvWQ8oyvG/D3lNn1bOtF9eP8RDlekP89BfsKXfiSrKHzkYP79HGGwCx7
yiZMT1OrsHK1a4jsWoUTed8NT2Pfqbd0rhS/sSxq74bQSi/cwb6YHJNAY8qPsvtQbztejpjK4MAr
x3Hfaiaeewois4Bgif6LMruwW385FIcbYnc265PYvu3Tugapoe71gG7txlbGK8eNUXwBNlmdf6tT
yDVbfRyiU8filMs2529VxmKQqWpp+wRx5ypA6/QHRpVYViqu5YuIpEZdKM61r/rhP6U3/vueFn3E
DulHNlgx22CzPLTajLaOfY/161vIybHm/61PWVD/aowrSGvnH/Wrt0pWQ07XChLcJ6WLLPUNsLAs
ObocMV+I7Ouq8+2Vb2jlhdV9vHVPzza17XKo2zr3GXO+kQStprOwCrnXE7bUZaQH4UY6RfGLpnOa
lwI/9X+ef7hZu/R/Q0LOILFChM97nU1POj1rtw1GdQ+usrU2ra3nxZqOJ/+pc6pun/Y52uYgCqJv
rS7zW/bc9NaarEJhwF66xZ1OKsFxpeoGlQuucPMTGkVlS7w35X0RUgTkIkICs3GgxVHYUUArZBg/
Y0eAvDLNxdv5F3Ec6Xy8hyldxtnJq+fsnJ2ao5IBZq+l3Hu2117HowtWzkEVfH6U07mEXoaCHolI
lilAxuPNAPjG6NNg6OzFRGhSewcrt7I94PwRXZhKpyMhf2HOsnsTzlNFPB5J9BWsb1TbB6q8k4Ws
nmyMUoEfpgT1pXvM6bsj5FWx4EGuoU+9rcdj+VTli8apo0PuOelr1FNSQzApYKMi+C1bD+NFOs/A
NWv6i9KZOtt+rYKyTpF20lwCvg35b4Ap4YVI6It3ALvK1idpFNmVefZrVIrcVhoLS3I7DKEXBc0y
GypviwX5pcPyq1dABUGyflEdst8cvwLkxb1vGF5ySHHixdA1hffu69rV+elzGmoZlgktXHcM7jEI
j45Hqd0KuEFa5Qe8geRtSY6Huq7a0RVjBMj/e+sVmUO9Oj/oF49mcUHjkiYNHbLLtGo/HaB5LXDg
zOqcuBk4VK3r6dWQhv8eQ5HkxC190qWwHc23PstXlR58VMEdIHbxTi8QFCiK2KRAxi9Mi49C6/Hh
ZXDbVpHJqQTJ7H3HT2Qip2rKsSFjrVoerU5Obb6BRfNv4MP3D8x0PImJ73GZCTUDgEKMCCdY2IOF
PXhn++aOa7CJhXoZKwBBuhbvjDgf6fok+qVHBvYUoFi8QZ9F75cTYR94rRFMpvJgfIOcFl+rkoum
t5iVJILVvyltDrg997HxoyflAOSYvYderek+tKgtSSMF8t9fGV7wr6Bm+Y3IIZplqVnOM0LX9r1p
InK18PnSfOUIyg5XSDSV36Oa5PoiyXN9o6qtVyxJJ7R0CtsFKPoMMvkiQAOEnwrawXHhl7W4qSy6
xqkauOE7SEZBW0wq+8euS8md4W+S9bgtYJu3qFMsEDHGLQ3lpqY3SMX+BKYd7ToYbaxCOoqVpYhq
8eaRm3uqPb//mxk0OFN7cWlxx524OBjgpsWyrFX7dyqbmG5vL8jucIfvtUVSR9gl9VYdpqs2Duk7
TUeZ0FjXj4a5FDQo0PmGKqReJ/ZE+KDtzn5p+zK5lMWcpRYRLXEqEsAJMrNEHayp49mSR0iFU68G
vI3LYeP9TRJ7Q1/sCHYxA2GSkutOr7LwdxQ8afTznF98M6Hl6eizc0nD10u1rCZ9h0B6N9DH+5Z9
1+/qX+Y3XA5yjMSabW6t6u35YedB8/yZZ2s+lXbu6QqjxpIayGi80S94reCy1Jd0IAN/H7CyqtoL
29v8/J+POv2qTztNZNJN4NYdz0rXiwVlPXtBaBzz2mv6Zl39QmD3xQWH7cziyKIET7Z2HprHvWhZ
8Gl5MOlo9Bc5GpqbSA5/gsTLH8GQ0zQeKP0u0BpUNqJSmGR6/lzqBtxwfEJXhVZHm6Exsiudk/1q
rHx7XaVkkzy17q+52tP8msfiCrKFfuF4/2JTplCgig8UlUXMf/yqfLo6ewE484C1Xs5VGztvbt7a
+vw0+OIAJV2GnB14GbKVORWkjYsOw7YqPhQNbcSDA2NzGFs6L7zB+D8MRWwkLTgrFHWs2SrzdNnR
/y85q53R2iWmZ660uHauYEsNF9bUF6coUDabcgvSgulkO353rqQds8WN7aD4gt5hilbEBV6Z3rQY
92EOh2HgU533w9O/v8yPezQKKHJd83MUDgmgKctND40B2V9KCba9c+VyDGz/Qph5eo8gVc9FgumB
xgB9zvETajINnd500kMm8UO1ICMDs/SjXac3WC13Zbg5/2hfJGNMFeSPaiPLQXitz05UJccqS8fk
5qBSu10XBXUOHJCDVSUANQeq5f5U4shfl4R717ougzUof+PCcp7vWVx4gUshatVtsm9Uo48fWjZD
j4l2wGcN6QqrqVXeSaN273GkCR5Uy3Q3CT8Rg5AhWheD7C+ESSezioQMb4CLNxMYmcG0lj5tXroV
evBZEo0aiVb9YhL/wecz29AnFV7lCPV2Dma7F77z6SMTxUBpo5DMzYk87fGY6Zg6IRGOOGAZnF0X
NG4Xi1xN4IWlWfUYxR2kgqpJ7qyirNb2WF1SEp/sQjwzUSEvntEn3d3x+B0sfto1pDjoGKysBkPv
b8PRuHS/+FDSf47XuL0gAKVcyWSmX2O+cjrKH5zPiXEgx15puA4ExF20Hzs3We7FEDwrDNBWOuLH
X3pFAyEAFg9MjUriJVv6eJ6D1LXN19pRgENkYKQ1HDOGTNCt1RpgjLtOfYLqYt80mWzu2tR11zVt
PNVSxLT3ZtTBp04t9681RNmbm47UJcwK7wmN2QZathhCfwUISdvR8o5DOTJN2o082Y6viuiET+++
S199X/jjm4QHhBA6FmOxNMG8/bDdkiYUV2CsAJPMvtKGtlK3mtmCCkoJteCbVrhfLkAoa8YCFmtb
oASjq39d675xKwOv7RboX/OHLEuEvijTVL1XGoNfD5RZXnuGnrz1UQAGPWTiLpPUp4sYe4eiXtDI
1O4r+vu2jqUDanT7RBkubQ0nh7qgD4ttVqAl5qi1Zsuy92jfLvpeP4ylC00Z9+IEwiy8VkJszbwi
xkSWqnVZ8IhBqNNe0ZZLGy8+Gfhz1SUmkqvJiuWbVBTrJRdk1xddb+lPQxe09xrvpLlOY4zIzm9o
aMeZukdzTqdrh5SugbeNShVtdsCCZNC6CM/Gg6RnnXbqhs7fMsUzZWFFdrgK8Wsu6TCe0BFCFvCP
G1dTn/0xzA56iHnCglJp5q5My3P1Le7X1W3tVfXv2A+V706jGOV1nwoYHJpssJkPnLK/qZW+Hpdp
pmIr0DYtkJjYtcM3uu2xFWoAXReLdOrabOtO/DZj2pUXJTATnNxcq3cxD+wipE1dS189xCBAe5nA
MIR7r+sYm3Ecw2CpxVX+BjVJKVdRpiTPZtf2wxZxu66tO8c1YQYrOcZHTLfI+Q5/LcXQLrZBq7l+
HX+HGtcby6Dssgcu095diLy/WUClHl8dtx9uhB0kLm6VlXfXRDUkGAcPSn2hltH4zQowJll5Ua7s
ms7M+jWQm/DOU5veXfmOgTNEYANuWWlR4/wys0b7HtRVHK2DegCO7mXjXULDJ3j4krrKoqV6ckhL
XX3ojXp4JfMMvqFVDXa8aGitP3rU0FjIBux+S6ME9xc8uSLnpo4zb59VgLAWQJwhLIE44fYU+R0A
GVmGC1OvyycjS3JnqVYlnGY6y423qBsLl5efGTleL5UCBCoIwmfMMzP1LqnhU6xCR/ThNncSZ1x1
RZppq9hNOuVlUBCMr3wVx4hVWECex/5rhCWAQ0176PGKHO4dI1LCbzR/u+EeywRDQRdYNB0dyRoc
9CepurENMyL0snDXjC1G5hj/DGZ81/kqehc0t4q5A/fOqZeVXvYjpKkSg8JIifRV6EVqhR6CfNMi
S+IGArqAZcJNz4XzNJj5H8us6592O/JHNMMfOoRAonp25eR6mkclBuquW90miuKD1ka8xqWP8vg1
13QtWlRe4wKwHFoijKQQTng/4IQUYzhSad0WD/sCIlgTNrtOVnm97KISc0RXAUS9VBtliG4SW43/
kEAyb6Gs4yfiuwI/LkR65h35UaweZIUHDKUe8wZ8XUgXZ+9y6epzeC5Al0CYoTsKesBJauItm6Gx
++2k5+WfINXx15LCwHhFPTZVrxs9HJQ1CThY3lXv66tEKeDy6g3K3iuoU8UT7m0YCaR1kkcY+flO
8FB20qKvg1TVldZU2TWdwSlGBaEyxm++71pYQtomL1t2Sk57kfQwEsoT647nlONGGVL2K7eFTQ0L
Vfnb1Dlq+wFnREhYfeLCtYhD967Twbxc95nmeTsE4s5O84mRsBLN4gqetszEKpIdjr191wfpvZ6b
cbCsNCywNlrWQp2gvgzFAe+KxLoqfL+ROwSHoN5c1aOxeexYQ/RuVCAtMn74IrP7/M2CkIHqVFDT
3Qg+9C+Hlu16aQOvBqsnAu+pVesEG0JS368IBlxjrSl9hHGC77pXNfAWawGyJ35rtYLGC+H7o7pK
hpJtq4tEuhYOv2OVO15wY+DhHUKT0yLssKzCf5NVYMjtlBkA9J3k5jcvghd3Dfc0u6FMBJehtGGB
w+xyuPYqsTKAc8VxbtooRfzDcsmmLCpQYM8jxyzOJ1hfLbjFe8jqYQ458OGGYO9WNgQ5OrSx2M39
sQ+2dqN5P/EbQzAiWrsy2Z9qTYBDj8nspHGt3zUqXNJFWY64HhckoTA708EjkWqRproxm4HqZg3e
NlhAE+P24EI580hBiPEZ6RbI8cIt6pdBz/K/dpXKPXs5TLBMevpPfFGK33lRE56ZSjAZPErLz7a4
bFoHPu6YL/May9tlnfnRs5IHWrIivmgE6L2gfdfjCCMAn4ckiq81bS2DEsitHvh9vjD8wMKQyBoB
6XO0aMEqbTuS5xoYi+UYxpm6runTHBZW48QQbxO0A6uxsyVOE9zJlkWpuj9wcKpSqmJK+IPueuPH
YNZFRvapCsS6BgmFD0Dh2SvRO9FD1ye8CMMptNtSKvUtZDzxPUzBu1tuwJ8C4NLc2iaOFUsNS8Hf
bBw6XsUOLIeFlOSGtvgJ6fdK0kGYcIcBmBaRJGmz2s5BRqJed8hNQW0iZeVm1s4cKDitdFfFHaKU
qq9AKzNxZOywEd9Ecc4tPc3YZBdDnqivehA7LxT7cSo3+SEGAVho7WrpG5wOuSb++mFlxstSjYK3
LOjrBI5DGN/odTw2cKgyFbJMn3U4IwZx/1pWLX5bQZUVmIGmQwRBNYLvBUCkgZ2WRoH8RmgHsC13
TO/XqARxcx2hc4DskRWeWAylE+vw+hU8otlpyOEQ4rCwqnSE+KZKv9kXqZK8FYEyejvQa+o2HAKQ
mcAAhmvZJoE5GSzTDC2SuH7Bb73e59BhHp1O84tdoze6x/FjiWc9tfMnRG85nuo+EmqmLxFhzLV7
g4FBpi7AJkQPpq28mYXEVzLS8UkmnFIwo4Es1PK1w97W1r3mKBDNMs3pr6gxYI6WglG+ITLBI8kM
2uAdHGIC4YyEuLd1G4FdPe6WuvzB7q2H0NFGAemDAhGXz1qmjxbVCAnMYRj1bTVElLK6uOnYLsxA
/kmjOhYPsSfdu6BWO0o+eg+EsKJZ8Ae7OqdMX4U60MY60p4GO3EClKmh8YPMh2rdBDaWQVsNLgwW
qoLd+HvKVtstQb90w2tH3N8sZA+pZNtUsJg2pOmrhkoa1d5tjyNjuOgGKCYdaNB6S8DBasogxgzX
Tjiq7l4ntzheRb6WZ79T1YRwqI7F2Gyw2TYPpa2E+Pj2o/8k9UJAh+oqI9413AB/UlMHJd3Tu6Bc
mwBkX/zYscijOpMVsT+05kq3+2yP704MQg4cHHYckRD0RmU2f8LnIrSkEhgm33oNv7f72C3xYuD7
Nepr5KJPA2EaqOp1wTbjrWunFPGtz6YBjrsW8ikpyi7ZKUaYlNcy7n1v0+VRbb7kEHlvwdKbz4Gm
N3KDrEP7C3BjKFdm4tXRqmYqVquko3NsUzUSv4U+zvSc8mBTYBYfyOYG+Zkj1mFNqNGyK+8B3eTN
SiUjFazozawz2hiw2sG9RyleW7yfenSsatvfCS0erUe8cqJ+chop+5UV2J03uZ0r6oo6ZB+ycYmh
Wco66v404WApS1SB2T7RXCW/GpKSIKI0EeUuqOLhOJHqSfIma7zplnLAuHyjD1gK30I8Ce7ClDz1
SnO5yUFfgHa1sVoy5ku3yegII02tPiLB7ojUbat6aWu/K664xoBK4omT9zxXrft8aBVlo4A+GBZV
WVvdsk21QGCsEwaPhgHmcwsmEF/OyqtNuRiiEhc1W6rPkJHqA1u0km0ylVYZR+8SD9WYKa4iTcGb
o41b+VNxFWxEgV1CzC2DRr0NuayyYwx+5K7stsT0hb+x+tarYcGdIymUHBspt7w3y0LtNz2myJib
JmKY7L0j1b3JIzzSE5Q3UCA6L8akpBuFWGthnNzFCb0VC7Uwxe/eLzi9WwsA1NJtcSDzKoX+hAz4
+kb3RlVf1E0bpK9EYOHa7qtsSYMgOOncoDUHGhVQtaXjFZxpYhg4c8Ny9JZViyZzgeNttfKKJMP5
HG/FYtlCreNaYUZYdPn4ogWgL8mob2ld7MqtWgl1a8WwlG7xnsUENSg19TYaNfGYOE1hLPFMxSWu
mWrX3HZUxVzFVRPue0Ptf6naEKUwc3uU2VlZOeUqqxSrB3qnkBw3Wku1YHaNzW1j8j8WWUCtkEWl
d29RJfS/jj06T4PRaeFVrJjABxUf3xUhE/eXWjTjA+YzerDoatU4tEA/dVi6io1dmg4IboUNpFbf
55gtl/ci78c3wy2y8rocOijubjuxtwEScx/nwPnbydJs1+3g5OqyTiZiorAH/Xuc9qHkqRDnr7tq
wH+xN4bRxFSTA+zWhmA2rtqm6PCcwjfwPm7oe4Yx0HHwaQjL+mWQhlmwM63U/6UQsP+2XG+sl2BU
VQgBgMNY9VKh/Bvi2fQH+nAin+uewhAdZFV3hx56aHeuQ71qSyq0/1vA0iMwTXvjN7Q5J19lAMWN
VW56DoD7iWGGLQ0i5ucYyJy/zHLKjuxauFfwbrlx8rBBecjCyPa5roggpbAU9e8ObHn4aCH2DOtG
afQHLozWwAWZ3ATnjm49Qxiw6VIRwgPhRHa0XlJSBq+U0UEDklhxw3uIq5ZyBU4igWoJ/FO7LrVk
gPMrWxLuOEE1P4JuYmLqZmLRYO5GyUaGqAmmahv1Mzo76ajzjMkVSwdItFO0NpVr0VGEpyc9AYoJ
sTB4rPJyegd4kr70PX5MWHRqzaH3u+EeZUD3EOCl617pcB8wiLZyBZthaohLXWbtKz1dLWW0vs9w
wRsS8HYo7ZEc9VK+tbh5utfOOKKpHazK3GG/XPwZXdi1a0FDrrJoRt1PVk6XZM+gLcsbX5KYwnEX
ChtmQHH5HSByQ69zXQ+kMhVHrXY4ylfGAzAVrMOTLsMBV0MpsmtFT+BLnV6/oaUQzqwrMVFYJuUA
JVNv1PBuGDX90JeWhYMrJrnxAvCXr+P0xy1yYfVG1S0as61fxzGD85BZFl6toR/YNz1QFvdGSJ28
R0NEhRGOj0/YZALyY4S9f+vIvPPXVYZhxMoILevB9XFKC4N8fE8qpdaX/F3FXz+OzPeuIGxeOLyv
PahIrLZx9hUHGoQjwZB+j8FuFstfpPG871ELV4vbeSDaRUvgX4H2c/LHAnIvfXqZwuaS02tgsfUA
a1/XKu6uzwnLSYcbDeGThEbjso/kHMjEA1V6ayJWBxOJ2UO1lWZZ/ypx6/17Po00z8MfF7TIIx3n
R8GaqmrkUkYze7GK42Q5qH8VKwKB6F8on5xk2Y6KlJSoj0fqFFwCRdum773SPpBoZiS5NO2W0Bey
Vb0RzvP5R5unfuePNkvr5Sn49Qr3mvc8ogZOvS4NHs+PMC8+zUeYJbeNNPcUoKPpO9mXxdS/prx1
/YUxTrJ802tDjYNUFuEK6sDZa8PLm1KQlr6nV9VWX1lb5erfHDb+fwH30xCzF9WPlVHbvUjf0ZGv
y+Td1y4J1GZ9BKdDzN4ULYQaNCOegtsRe3EqFrgdvhSrcj1eO9+8x3Hpb89/m3nh4ePbfHqoaXZ8
KnYYdMtWkPbTd99utnqwLRoyU1sdg8fY26XKT7q2FudH/HK+fRpxVl4R5VCVVsSIJm1ELpbC1aWy
4JeL9dMI07//9ExkGDk1yG+9q4q60RX9yoTF7LrXUXVBf3JSLZu/vVlu2aXrN7CaIX2nm+IKRehy
sHBAN+JVU96BzV6qWrUJ0z+ldhHb9OU2gUILRNKkIDZm85107phTMkzfre8IOa6Tl+A6w1thEW31
71zbo1V4B4L++3A7LC7ZJn05ZT4NPVsHpO4HMxB2+t46h6b/wS3B68qVLd9V7x4XyK0u9+dnzJf7
x6cBZ6sCYXMqh9JK3xNWnPP/2DuPHcmxbMv+SqHGzQS1ALoGTWVauBYTwlVQa82v72WR+SojPIV3
Dd7gAY3KKmRUuDvdzMh7zz1n77W7e0z9jgjk+++v8ucf5g+X+fQoLIz8jByIGEuI5F+fz8CvXcBC
X1zmT2//H67y6fbHoxEpPQ2V99wgx4G6J479v38hX90an25/eVYFJPS8XRXk2s6jfSBd+BTORJrW
V/6qP112f3g1nx4AQU2JVZK4Finnhq89G8+Ai/Mv3jLpD1cxdaSPTIIRQRIupn/6ZOqlDFV5maR3
WZ/GM6IvcLGDHmJoTxZ3ji7a2roLD4ysFGKWisyhektfE/j8bk+KN4ziNp/s3NJVtymFwZHQx6EM
rcwvftFPLl3Wb0sSYXVc5tYMUbFR/7zyKHJfXZh9wSuKUWbjHECmlPBGAzkVTc84drtaMb/ll4Ol
TY4lyAs8CKSVDEprXEmTpYCS1ZZiZ83B8priDGD6PipjZ6Oo6aotWgCDkBTTornaC6RO5pdBtT3I
i4n3V4HNSx5yvvr72+nPN6WL/uACs7pYNH5+UUbNzDO/bN9msoaprpG8/tI+hXfWFe3DTVQeyYT5
aif8wyf+UxX0B2RYnpDEKSlUQbl5CYF/XoLTzBtXMY0Nv8pJ+1KZ9Wl9QYcOLCmnuCO39Rhv0ytz
o5/R7hmcvfcEn4Wwqz/yL/aOP13UfhCjfbqnA2loNYQE1HnzzWI9VJUD1uzvP7k/Xah/uMSnu3Eu
2yRn2shOi7LOFqQrgftQ6M5pMzyp9JOL/sWK3r5f8z+KtzzEaA7b8lv3vy/f9sbkC7Bt1H0PYPz9
T6fqo7jpmo+P7vBSff7Kn76RqMbfru++dC8//cErOkYeV/1HM19/tH3260VIdbx85f/rX/7j4/tP
uZ2rj3/9863si+7y01AoFj8FVsp8RH8dc7l94e54e/nDd/wWcXlJuCRLkdAboBUqSxk/bPxou3/9
UzDMX8BmoLy40BehFlwsGOATu+hf/5TMX7CSQ9PQ0VFdNO3yvyMuJeMXEYgggjHMcBr2Des/SrhU
Ljf572NyTdPArmG6VmB2WmAXP+MWZXjtvcVQy18kkSAnfZTjFzNmamePSHWIji6LKmNUY0nXpSSm
l2FxUdPLhSA/2zSGCD5QaQ0qTg6ofYKZi0KVdPElOBSkVuzpvSi5yxKcLN6kmJ3Tw7Nm1pkBkx/7
AequZXGKw7/DnGRuh/SBGUpYePDNtlEQkZmXJcqlJWroNGpDM0ucS34QmthFveSSMLQGpl4bgL8X
8KoB0Uuacp83lkjyiKIqe0IEy8c6I+OqrUhnt5GJBiczKwvK7HRQAfzrvZWsaq2Vzu0o5tY6wqJ1
T4+dwKfIuszs61Tsc6ajIwG9cTtz5FYF81iGUjq5gyxNHyF99oqmeT7dkVojricp5agoLlK64Y95
78vFLD2EaS2/EhVFnBSqtvill/VmtGs5DSUH9p1MJ6ZnBO1JSy/ez71Ac64FI7gel9R6NeK63pHd
BGs6NgoyG4mwR8PaKUmWgMc3hVtJC3oBsyvxPFDW1HFTJDM5LQtJ70hcFDN5rIxWIKwmIk/QXmQa
d3aN4ZSZUicRWESmkPBsTcnAYCQONNUPl8EEa98YL6VA2YcmJ+4e5VyJ3oKA+5PGRsWmP5YS2PBZ
bhRw+Vb3TMNHUQiWR0lgV4aqEkc4pskjbXzLafXBHNxYSklciMpOm9x4EOLnRhXIXxRyraW5p1nK
B0lwU+zICrki9hAjdmtbLX4c5EDJPD0UyCVQZ4WUk0AeaXeiM5Y5XlojIZVB1JBg0A/qFYgldPwR
TeGtOqsj6ZRCvkxfoSx+Xs0vTw+iGP6LwEK5yCsvNdkPR46kJFCDnxv7mhwVXsyHaPNgo3GwtK+O
oT+v6lyKxxOhMA4Niz0ZEs7Pl8r6OAvpfid+pdWEUC2Jmxmj4JiYQrw2smZqjHjYV/zrmdHuePhv
W9+Hjwb1/cc/WN7bf/hsny8dS+r/gJXe5DD11wu9/9KUH/9AafBSvLc/LveXb/tttdd/kbULqu3i
AmNMd4E5/Ndi/wtlFAREnB8Xo/TF0fDbWq/LvygXeS7/pyZfsou5h9qyv2wDusRfocxD3cwwRATf
8B+t9Z/uINzyyKEuYj+cIOA8PlepCT44RkYFD5kRt1cEJkkbmvO3gdnF3jDQFLWamOycflnoxQna
SjaT+JgEmbwlUrDwpWZ0zUqPbsiIUtfkORxNsg73otCljLiMLxo734FWP2xM339b3hf4ChYHADbQ
n+/30STko8S74EyB1N6TycPkpyKZ/ZZUWp22KiKK0E6sjSxX2PQRxtbX0dBQ79MtljYd9l2ioQhF
8ZNIMdeKlil2FmUcjoG4X4JL4qW3bPQkH+mUdEexzrtjUrOBEJxBQS2ryXIV6bLgMmzSbiozCIFl
WwKkDPKjtNoR5OC9DWF7k9JifXRBMF2jNugZP+hCepYgvzkxAe0E6JAv9GyRSvKVbft72vPP7xB2
HsZZ8AGxLQM++vkd6sZsUSEYkOFY0qPurXYfpeWwH6QwbtfRSNHHPBEXfmmOyiYO5RzJRRON1xVB
c7mDCLNxFr7AYxePJA9YpXwV1wWJOoKmAWxTlfqLcxL360/FBp8ppyTOdCpKU7p1n307eN5bRBua
5DRKKNx0RZBtxFKT37qMcEK7icniEOUquIvZDzvi/YJwDdn3mxpwsHXqaCZJC6X8wUhoCDt6WBsC
Nh1xvheZht8HHBNiVHzp2CIfaaProWqnK8alcM+ahYikaR7IbcLFhOKJrInkeUlSki+yIBO8TgYB
RprNKJEPHynRe7+QZuEkVAgEAYyFiTSpm4l+mKbqahmxwTDP7GvUdjNVwGhEtwYBxI+9QsAvwqP8
uouN6qUXeRkJDnrZXayqvxC1o8mZclN4ighRWc+S2b4T7yigisqIDO3Rts7usOgWymdDODNsRhaa
z+BALTw6Vz+sX+df75Qf480vC9WPtd/3jwMbmi7yn8uD9mn3EmokkAEVmzMqdbxqUH4Q4pHwliiZ
GcSYBBo9xSQeRLZQwOMtJKzPRt+r18kIqNQRBCSgLQm9ajOcYyMxVGLeROm2HkLseZmp1KcQawJp
0kqHWJxBcXKw5kqm6FmChjAtqZoPfVCuq6igEmoqogNtUQ0GWhZkLozSsCcUL40YMfV41muhi516
jjKYDCmrdCH099lQEkeKGpVypA2jQ0ECRGTj7UpuOh0gBjXC3DiKeAmIbvExphfnw0ze5SjMe6Om
RVKpFdoHZC2eEimip4ht6jBczHdCmLcHjI2a7qMiro6LwNCwG8ZoW44jow1kJxnA8Eyt91HOF1DZ
xso5lvUT2YHEivdFH63r9EruayYW1hL5YjWHPlnaxoM+U+z4eqlFNw1j1IwxurATy5AyU9KqU4Kx
7AlY7ASeVsmu5QX1ufPFZ/8nHz1EUTqIoJ0ZWn9aXZEvp6jhO5nQJ24ufCjMbBVLP8KpFFfLqOgu
0Ynta7lE4q+VBCc+jl9/ctd9Onbz7LMIcBpC7I6kGBLlpQfwQ82UhwvZi4ibnFauSu8SVfWEBt7Y
NRrmNXPINmrX1ytNw3ggjvjRLKFy5biPDoJVq57FxN8eW/Er8uwnL9H3X+vitQUtaPDK6QT9/GtJ
k1qCl5glxxpjxYtUY1glVYv4j04v8h3Cq5RK0R0UB6hp6FfZhhBmd2EZdE4Z4QbUlUFc9U2ggABS
xK0Qo0hDBRDuieiZctKUlDfKg9qpW236Yl39LsH+tBPADaKwoFbgZKN8epDnXs1JaLJgrKN13utU
/hPR7vJcrINUuimQ/hIDnzTWo5jlQuckaXNKq+pblCeBbJPuPND0GIkO40BnEWCUgV8+qamEXkrH
Ps4ATo6Ps1jX2zwv5YhhNjsMQ9yReYgE6WiOl/aoFDpKMHWuiH8yswcUDLMjoXAiM08KeFwqsdqV
zTy/y+KACDualnHXNsIpCcbTQnTR6GAtj2/lTg/54FOrOeU810+jJJGMEyfVdCC2io2e8JqdkqjB
tZZl0zEHYbdPxZnMR4xtqGelnaDPi4CSxzJ3AEpV+khyFfvkeS7rhhbImbPt/Ch3ZnSTBQlJXrGE
2DSWI3yV6LSVazVl+mY02rTJllnfi118V+t592LMmeVKc8s09vu+MRC0+RU//s/2dE78LMeo4y/V
z6cqv0/UIgUKIzkK2Se3ci+pa5J1ercpssFr0fJB8WgTZ2Ib3dXJUvtE1qGJCxcikvu+9LNcfEES
mRD7E6FdyNXYbTINa1xFuOXfLyHfzSGf7joDxywQJkiI9DBoUvz4IMOkmJUezZ4zDnn6UNPi3AnA
bZFKIlcDiepzNykr8eJq60F8OU1dP9VDOm4tc0xW8kIcbiaqitMJSUS6ryRvEK3Uu0UioboNE18y
I/UOfq/m4sQTXCLymusK+b1nNbb2lA5lcuxynRApo8/XjVALX6yRf1ypaHqyMYJOkqiZcZv9/AIF
JBEmx35eoJTK57KSTKcsl/FBnjpr3+Sp4Ukl+Zii6mLSIp8g9nROuAB1kSmGvf4usq199ax/4j2w
TvFLwQVnI6XFB97lU3evMvMAHRviPalQk/Mlf9ITiE51JJKtU1PChdIU6GfNR11kp5TU7YQS/YtR
w6dj7+V3wFvB0RcqCsuN/mm9QTrfTURDiU5VjW8a4YlrmO6Sn8vh8kW79Du+4qebjEvJFwQmO4V1
Obj8/BlM7ZwI8K8lhwyS7DzkhnXPC6P+NgzuoT4QnuOFipvAYa06t3LRPgMHC+9htYXACVAlXNQG
wkXwQPAirCbpFfrk2lq6EAVwpg5IM2exs5c8W1ZJyWTNLgds2Cv0JO1BJrUVuWqrooxB+wMXpcSw
mRmoXSUxrrdGaE2mpyrJV8iZS2/906s2wWMjtqSxoDMX+PlVc4gbxLggX3Sk6nGLac4dsInFHmzJ
ckd0gOqNoTFeN2VmbpYkTDq7HaFnDhAo3Tas+XItaQ45DXbNLfAa3NSZECP9nCXhNRzj9kYi9kfs
m/I2B0fAsLkaSs2ec7N5qdXFvKdu0PxBCOlVgYCk2NYA14+EcUpeMuoqOtS4d1UJkwWikvGk5Ev1
jgJTeBetPH4KS918xMxi7hRBNl5JVKKqrixN29MCI2lUKHEDGNhu0dCSKQ/BBBl5Xhg9mSDmUy4P
2WPFNDzzrPKOU9ograqoLVeqlHAlMfC0qCVW+/tq9v8b2P/8zpj6677G4eXtpfzHzf+5/rGn8f17
fm1qQE//5WIS5BCuSGAFL5DDX5sal7/RyCq6sJ9pHdOm/ndTQ5Z/YYBFL4NqhFqIlte/mxr8FUwz
lg7qPx0uFTbP7xOC36tH+v5/XU1enoTfnxSBq5DOpIFK/vkJCdPJrEiwHXbGoHqBdUxL5W5SDlQm
QFHPeB3kMXjoB3/cdcU+tZSnLza/y8//s+t+OnSLkdp2clsOu2H2l35LaIg4lscivJMicy1yGD9p
HWTCjHwtHNCtMa2NciuIHqemultnfIGYmY6+fIiI1PsMqApn0lI/jRlCbtVcG1a5MtOnnlNIEe56
lYbt9Pr3vzu7xF/88p+qC8PqhxyX67BL480kfiTaaxY/S4qH6NZJiieNqNHqrZC+GdNxeJP0dRRi
MjiLaKSt6WjNnEcbx8iOwlP8yp9yWu/lsl7kvSTvD52wrfMbI73DA0jh4cvKdgiI9iZRPvSmbflc
f0vV2UXhEm3KdbsuDsUzGbuJDdrCrf1mNa95st3Kbb3em9zFhVe8X+zYDr3QM138U07ipl5xEuxX
w87t1uNMF+2TvTzDNPHK4AFqoGPInNZu5fE4Reuk3gTSk14ds+yumLa56BnKXYoIehS9MXtgv7ZT
pORmQfi65mYEhA8nsfJJkRgUd862OCttDEM1vaJTFdn1taA4RouVwaaL1JW+1op+EBw7AsHSycbU
VStX6Xyq0bIGDkEnWXPLBS+ZuEjwpFZ3qsBPmi0HRrSgandfF9t0pjO1lqq1Hq0p9abhXPcnM9xK
9UocNsrwrpezKyMtHNZ56af8M+PamK/JAbaJXy8JAV6Lqle9Rm5/1yorLb2OloN2yDSfEYnqUbFq
1y2h5+SYenS/u3uBtMt2sDvMGM3Janz+kbZl5Eo1++FU2/HTqCNgJSH0RX0T33oFS4FTGIWtXwSe
iYAlBWMBiUuOdI3XJQiI+aQX81YyVXlFBvlUrFre2FbfYOkYb+LHSe6IcpEeRtp1KEXaYDW3t21e
OwuqjnS8nBlgqfGxCwf2FKnc5WngzPGLjvuFmnGVsYPh2vKQBsKRANepGG6UrTkwFoWr3C/8j+XJ
iU/HStvE830/kyWcHnV921n37eDXvuxTOm8UL9tmd9Za3mq+5Wu+6FmuHjiiukpfi/j494+Y9PMG
/tuyBAj607l6IoYp6shy2Qk32TnY1ltpHZ2Uo3ZQtsVxOhbb4iCdv5opfzo1/H61T8VRMjUKoeZc
rdj39/WxOU835TMN2pXmJcfmmD/NN4XXHBhWfVGW/eUVPx3e5dnIFoqQfiedxG2w1e+XTb2KTulB
35snbZsdxb2+lh/Mo3L7xTsqfqeI/mHJ5T29vNc/NAyGbOylCZ/wTjlhJyKlB1wPNYv0YDG1nzb6
NrtlUBQNdn4/b6VNvda9xU/XPALbxu+3/H9+4yqbdlvsrTfFH/bNuTtVfrwrzoQJa5mf0S4NDh1Q
G8kmcHhBbQAaxFZHX06dEAxW6giFg2MtRQcPdxBZDdivwIZdLB/wpvWvUuGMV/HkXojpoGxmgmod
Jnke1aWBq9XZH0v/ymiJd/T7eaN1jvZY7eVVKPLM7bvhSmwcsfarbqXpa6ndhkdr3GHapDVD/5bi
aP42F5jJ7PY+nfnDlDtLj13Q1r9dDPKRna/yKxHNsk230nypr+ujtbtFFpvbUWHTbyX4LD10a4Ri
xFX0j2iE5/Ms2BcZsh3DYeaSGy5wWghjsS0vqR3TrbSVChYelxBLCS2qbt2Hvimv6nzb1x8Wqy8e
Oesxbd+y6qlT7uXiWyhuGmONXmR6Q0S/E55goWvY7NEer3J9W4VYa+zmQ3xNDnSkv7U4rIgRegtf
l6cRO0PiToKdvxI4eHUfE6Nd7qb0eeidMHcbslH0Nf+CtbxhXpytSZjmX6rO44Zov116NG80Kbx4
Ha7re6W+stTLPqI4fEjWut3Nu5SJ84N+LV6LV9kmulUeew8inx/xSGaHcg2NiYeoc98bR3Z1P3XD
k3Xm3ZdGlkff6hyq4IF7RXYr1l74SRvFzfx0Vay1AzpNW3UWX74aZ3t0TE+xay89lrXDEWk/+JNv
ncRv0XmHz8tunNjlg7JHLp84xiZ7rD3r1N/jteITRuuv2JT3Bza9jeEFPtyqLS+x2tAzYULOze+y
c3Oif5hP0jF8btNVh0ZUYU2+b3kOwtsChVBJq+QSEly8ih/Wrr6unponboKaf1JPTVbEZTbt2rQc
1eP21NC12poTfhP9gjHmXbbTcc2Yw8YsVt2t1oROdJLq2S7vNIOcE5cfoBcOMdLStTjfmJmvXIln
c2QrvdZMX7kWN8JV85Ictav6UbqaT+Ze8FihPWUve7WTOgwr7cRd7FvdCdfltfCIhmx/eTMFJ3KC
7XO3sfjqxK8dZMl+5KcHZj/2k+Tofn+r+90q8uZ17T9Nztvkmf68T9+x+MdP3Ut8zo7BTf84NLTZ
bfyx+jndgsm6/DTVlrbLlj3LjRxmBOpLqqy6GBKAE9W4Ip129KRXqbMLV/QA3Kv6bsA2wTzIY+MX
a6RclBecoa657yb24NhjliZye9mWX/jDjqdNfU8au3wUgQwUO1MfHSpFDuqLg4ZC99ub6qAH7jCv
mDBhDl2Ve57EZZXvcyD+0WSne80TjuFVLNyXz4aPLTO2px5phTt+G2unsjYzN758EIZVq/iQ3GPF
nyxfNj2tddJn1QvX6lbxE6olfSM9ED64Vj1S7mm+k7mIvLE/Lpv+WB91lKPCbjmPV8ObrAGFWrcR
/RmXJ7Kd7Yg7mRM2WP23Cxr2StaRX3Fqs4toVZtumG2gYWNqiBnmY3NJd32NmIPZyJWmrJt2t3Rn
GQ2A6NQcvzvNJjJbXs7BfJxmj4hbWoLTtnoobtJduOv2bbotq3tZeqqMV9KmdeHBeAyX9KkVjTWM
iyBmkCWWdnsbzt9IQS8SL7nLrrKpu22L7NUA1IdJlQEA9j1WynGdHC7d+VcrIgTe9GZUKpdsDDt6
Fx6H2+FsPQyQFxwo2M+l3O4NC5e87AqpnPNi+OBxXX7kH+aTcS2fxfN8QjUAFRyMgB28dS/hU3c9
XIWP9XjOxo7m1uDJExrLyo3wvpay19f1OuucIH4Os5WGz22kzMdyjNsmvlObDefdrHBjSqjmukA5
3N2YH907MA2qZgZyJKj3x+6kPuk3FDn9/KgK+saArttOWNwbUPKsEZNhzy9xfBqGVThsLHmdhb56
Xb4nwW4o1iAFqxvzXhxe0/Z9ljbCY37fPapXhDAJg2bXcAIobklSs17l3lWwVfH+8IgzE6zAkw33
uCODwo/B3AFTmqg+iak3hmlfUQqHeniw2nfFcrTUhVFbjV7eOrWyie4qOpTwgu3uAR3+QRvdZbYv
kVYssprDfEm3rvOLj3WndOda8ivl1AsrTkbNjuoZR6m+V9fpqb4JfAZO0b0WOX3j0unJe6eYnYq5
WG53FaWeB+MAH+dEIRp66rATU7/IvVH1pgELC3dY7IhP7G68tGCvutZV8Ba+RyBAGn5sVZzn/EnH
Bxv1fjY7wrwZVF+bqXFdqswxXOG7UCUbAZSq2PlHziGjXWnS9WJdad2OBizrHJ9p8g39U3qW993V
zL1XraPmRVF2WbDP1VdLRdHk6mjDzS1nO6m5oynnVHlnW+MadkSGKrVyk8kJSleTaGfvpuxViqBX
yGzPem4Xl9nBfY50V5/eaQSzbRoUMJ0vnOZ71sYrg44PT72wU/qj1h/TK9WLr9MX7VQ9KuVz9khH
v3yIb8oTll4QE1J3jwmv3LTudC09n1mTvM6p7mIAz15Vc9KKMofJpFiui9RDjKOhBwLV17qqtTZH
JhzKpd3vztJDnxS7UJIwfw2OuIEit6wWLz039JDm9fwallfyDZEG+ZBewD32WNz2NxE/jXHug3QQ
b+szGpkKpsEMX9OdIofD5XQ1vuHPNEhHh5yIGCHb4DKEyOJzQ6ZvDIn2KIbUB+PW9Nszk8dkBZkl
4JiAQvamezaRfYm+IK8sMtrV26baxapDk9jIvd5N23Wyzt36VWUIc4cBFErQTXGVfQilMx24w0Nm
h9RhkV2+xt+S/fQUpdhSbf0u2qcPwRGNK4b2SXOkcE0K4/JeP1jUZGj+q0thIxPGZdgZ42m2b9hj
vnjNx2yKjiw6/yuezTopg3TYxQF8B4HFSOyVtW4mV8Kj7qh3kWmzA6QknLoWLVzxmLQHEl3sYHtB
HLTtvTy5BN5W/oh8ORoKT6hdURxXVSMgQnuS6hfmd94IISpTZ2RAgIQexwZAQPnte/n939AeO75g
LP1W/g/Q+0iXGd/fNMbIySBo8+Xnvhjf8l99MesXJjRIduR/d79+7YuZxi8kotGxJsZWpgOm0zv6
Teyj0fyC/cqQEew9Gk4a679pfVTpl8soliBaBTkQMgnjP2mLyQDbf+rxGFydYSBwVLDQ/BZ/GLMG
xOjICMryQ6RGSEQMteOmnBoQBE6NWH08tOB7YsXVqzof+/uJXjFdlziNwF20BNZWd0lpjeIHTnbT
POmVPsyMuOfxVa6l3HhJraAU12mSq/pLWrWjZJdYPRc/gWS2bNtirvpzlmjohlJLbdxWbiIekC4L
VmKNPC1Ch9jlIXMpJojnOVXwhafKogO9QhJ4m7Wa4iRaPea3eNSq8ax3cpHvBUvNrgGW6eKGXK8s
9oB5t1cYQ9X7tMgSYTujuysf1CVRMGubU9+uBQEtY+KlkCpauycbTJHsYoQkcJDCRlvreqp2PkBT
XNAM3PWJ88nUJ+HN0qpGGGEers13vRLMvZxIw+QQskVLJBj6gaUe9LEXDBIAM6BdXXFoMzK3d9Og
lUpjd6M4p2tG6Ya+yyOJbM0mKfPuMQeuYhxD2DTRBpdq2a5DqZLbd3qUVbiJhARGKmbA7Dlcqm6w
01gYT1KpUHGZZWTEd4tRl26OHeHiQa7mN6Se7arXWrA5OehNaCGyejuKnVH7Zh4KrggzD6ZMqJmg
YTSCABi9plBbmbsKkZtqIPc+YhJ6qZMKlVQlaA6IVhA/YPmNl1Fm6qHHiNe4KZra8pk+LseQiOHF
zukZK3t9GBPgQVMkxaJXtdp8aavNes/yHM96EtjC0gwN4I2FNRthh9Ze5QrS0a3aYaF3mQigB54S
zkxjSc3FncfhPQvr7lY2plStvbmQhP4GaGs6r3rTiKnJ9XEum7MG47Q8dlqO3MhJuqHSQhfxbs/u
bYX5QomF2mjsjpkJg+KhVtRCc8wa4IsL6Ew212YEIUhcB2pvmu9DGKTqZiRtb9Y4+aTVbA/jrGS+
lEhB7+vIUw13ADczsr6b3X6RhlF9krgTlIcR90fkDUUD7MUfpj6v6VJJ5Ht6xZDKyp069iJFbsu0
0rUCg2JWg1GXb8JJGKOzIZG/xN2fMgP3ygFxWWUXoTQ9k3phRvZSTWN/0/U5m/NcmAOqNj0MQjcY
VCF2RhFo9NoiUprKeKKP65FJynC+E4s4Xgd9W0E8QNSLvVZZGkF6bMy+YHbfl9j/HYlXPkNLIHad
j1zO1OQgGs0y5Z4wheacu6Dhqmiriwk5YxRfiZpFLtNBjMcQCqtkKZ0s7VvidFQdFp5qR2WrWQ8M
rywGn9OYxvMHPuBSe+0MdWxYI0otBfKSNGkSaqAMBg2jUlJW2n1lLoAiKMcs8sZt/EUE+EWmZAgm
ChA03H4F/LHrtnEvp2W57UlUzmMa6FOu3egQOKfVNI+N8lwpM6cZxWo7nEliq+i3QS4xSKulTl/w
7ltDdjdURqHZVgHFyMsq1BGOCUT/OhA1agFVDtR8HZvigvZDUfNyZ8mpxhlx1mKOkopgWOcQCjnv
fWJW7+FEHSZ2mK/WaRsJudNXUAcc2DBpTR9YVW9zoYAN3RZxQlEdi6g/ZpA8yqNulkA7UDY3hFPN
AO4eR0sXSjcdRJVzTFDNj3os9Hgzp1isb+tynilRUwWWTQ2e4zEvyWCuJ2naIFi0mh2G+X7fglo5
zEqbLvtR40NtEpJquJ2Qxa/0coB3C3hDhCVmSfFwvYCMeaxBTEG3YtIpWbW10xiKnlqrbOC5LSk6
kDyGDRHRWoBWEE+600sU1lFVlf5SxsJTuAjdE+YnGjpYd8B5ZY2hrMdRN9/FPJ05DvO9tjjD3FOt
ttjq6Lo2ZoX+3pQQkJN1aXLozIfwHj53SLmWMXgI5rb2gLynV6M05h+pGSyPgQS7xM41JCZ+L5ST
tumXBnZTwE2snNpaxkujRlOogt8YRZNzQ6Md1CQqXwGpiY/phG6TTlcdHsDHp/ONLFA26VLY2mJX
z8BJigTwFA+BOB+Ctk+DzEnjwew25thGtKCrQNAPgSD25Unv4v4Guo6cbUq0SPwoTbmelRrtuTzO
qB3Shr5EUeUXGkzOiQULvH4Wl+w2TXveklkwbsWwQ+iQBrnI7ReFBXk7GD7g3jRCexfKQkOroWbQ
/jDXY3ofakNDv2pCVhpYWWw4oPmrQ11J8xNp2fVmhDh3CkWTdSGEuJWHUnSNQE3YZmD+9nUps/6o
Q7mrVfSoN6o6CLs5XHgidZhQh1Br4tGpcwrvEd1Qu2qFhMNeWmjLTpwV4UlMC7pjvWqdA6nXt23W
mYdxjOZtk2YFB6QsOeUS96TZGZj087ludmZL0qxet+3dMPeTrTezcDAXIXLkEaEXmL6bVm3gL8Vy
OoAdMyVGLq1JNhqbmBf3CNJaBIj2CDHyXReqNRljFanpYXoFVSW5SceEKKsqobuhCLTj+oYOUCkG
5mPYT9mTPNe6R+w1905bxttgrsIncWk5ZfTLeJSnbN4F41A5OfmTG8CjijNizdiaBgKWWJEuYzdZ
JEHCyPrSnQEmwjYYjGt9WXrVqXUcMKMB6KNtemZARs+6kapTAjmS+I0LNiqxyc8ULA40PXcoQpgb
EXvySZxQG9YYYXYj4p11X8w0RrslvYuFoSRQIaDxaCTWUQdqwFFBll6CJGYxsGTOxbBcRzsdUutR
DhODE0tIBrqcpJs6pXpSu0VxrVKxjkEdmS+hPn8A9qCvFHTGVReq6qqX4n5X5TIjCbJgrxrRSq8D
NLcOMmLaWIMsKKdBKeGUxHXkVkV2rmMV1w2lJie/IHYDiim7+r/Undlu5ch2bb+IBhkkg8HX3XE3
klJdpjLzhVB27Hsy2Hy9B8s+dkmqK+Fc4D7cAwO2UTgV2mQwYjVzjQl24zyUnn/UWVxeOIyNnR3N
caArxzzMc1RvujCeL6nl2uUG5A0yrCpOjpOnvUdwqMBDzU5eTU7h3RloqZ8EoLizz7bkuKQMXi3Z
rVNa9b4u3AWNpOM8wUQBUAUfEEYN9ZWtKaxHhDg3M6RCPpvFpuOGyuEaI2Lz2DPHnlo1RlGN883t
9c84nE3M9+zw4OVpeuwsahRNu3qumdHPXvfpo2otfUi4Vo8p6B3O21nsuxp8KZDuc96jMKt7OgmM
ad7OsPhOnUemVSfpjWcX/bEx6EihaayDzhurKxT2dC0b8FXUT5oouWVP2DQL8QzKgaYh9MeDKWtv
nCGMfjuen34Hd1Xde9BEoG701RH58HyVhhOqYFRX08Rhp1Y8SBUXv0o0UF8aJ6c96Do+D9+8LQc+
5CCdugclEmNbctIAJHIOUi3x0QzJqLOCilOxjB7sWL/4bi/2KHeYFQLZSno0RJEKY1C6vdPf1cSE
V3Yo3Uu1DPOByzqiZbm0exd+CYrfONaKKlHrX+w8Xk6lP6LIK+Vn4t70tu8Sk9tryOOjPYVrE7Bx
5ktRD2Ivel1dO/OC70DKjt0CtSEODxtt3/QAITd6SkLwLV65jcb4D8LiPlhsi3snGmf3oU87iDuu
NoznAV3BJYQgdNPalUc1e6mHA/crpVkJ2zeeaZzjJlJs8RZqPrOt1badlCQiRRfAFJa/K/o4JB3q
aANPnrjpZNrtl4mCOhzA6rpyid1cwqGgSp3ot4DTjnnOOpDbCrqFNllLENeEZeRDRIUu8wZRnPNP
4yE+jCtgpauz5El340iE7YeHStrl9cQ3106CuljpdCcjNsKDH1HLNzqbsoy5MAnV9bR0AQ8PAADx
wfse6SY8jCIbLjPAlwOuD+KbyoU+mV3J3SHLYhcJr/wT9+YNbL75ILlYrgsYiLvYayG54rl5UE03
Xayl+YQCx7qvGU84OmAITzBO0YfF3ecSDtlBhYMP9SanAL0oM9w1RnlVEXqdIrvM8Z3wS3zKqF9J
I3Qe4kXFgU8L+cFymq9DVqyzZET2Q8ecllEMHDhTmfI9tuWuY/QMrW7R3kdRmh/dJm5RA2QkC3na
3TRNoXhIYzhje+pW23HyyxPzNaAoI1+fu5reVB8W09dh7L83fpxf3CyR5zgqJB95+a2fkpiocDED
P69onih7XMadPXnItG0AYSlavCtwQ9YlTpL7Xlv0m+sqpDAOi2YrUvEA7rF+LBMHzFHtZF85fr+X
ntsEUVJMYIiIbQxL7ZqmHalfKfswyO6ZDTYfTaLDPRYK1T04SW9X5Tzr1qZoOsmQ4Q8fttKgy+La
GYCUEgy0W2OqH9CxUDyHvHN2+4LqWbvmv4Xj/MltGoGLNcWHeaHAaM6UnwoNKHvAiPnemyhcEw9v
bMUBtokaN72UOVOUfWovx3mhqN7NtUvKIYqRTnoR3uD2geeShbz3oBYAyyDqFhpPS62p0lGa2Axe
m2/dPno2vam+VvWYncpOjns795sHsnxrGxFmrNt6LEiNaC5N8Xxnp3V0F4G3e+gr2wkWwwfIa+L4
GIV2OWwMzlImMtvPnRH7z/4w1ndJRZ5IhkqKjKF5tVWza3zrQWQc0tyjwGX28UO9ujFPoG0fnG7+
2Tl+hDFInWlKCU01AKaSxc6N8Hbf1AAfP+VtRbXTj6Z7Jvm9I4drelriovxMsqu/zWo2bxlcdy+Z
U9t7KuzFpy6W6RkDw2mTDzZlAbMogq6chhtvLCuKr9OTQ17w5FdJ/F2JnKGAyQIIZ6e0brli9pHs
8vNiL85dVQ2PldXfWW3mbOA0TxffnJrnTOqFadV5OFpm7XxLBppoeeLXnyJdTV9qPpanWuNdhZs2
UR141+FCcPClqaCAJm6XXwMqi69a8uhnGRMQqDmlyWI019pz8AicZXSRy0Rt1iTRLlWcnW1G13HN
du+KKQWJiHXTYYIid4hClB8dA1JfyVCm60lbyO3szm4DkLjDuTbVfN3HUFd9eiaLKzg7IyY4Vm7r
1u/jyyQNBze9NjoNWU21A6PuXZiHw66G7rjzS+sGNn64j73lc22Xzb4vI8EpRTkhaftPHNjjb+Cs
PalEVJdBEtnqZNe4NtUO5qyQ/60TLqG3Do6nAZPR+ksSJ8XeqtdLRfrTLg37bp8o5P94S1WPlS/v
Uru3QKGJ6IScfdrEbae2uOcV9CeET6k6tK59q2021Uheb5jmcAsUi8GOFGdCUrTZB6RmtbLZ9FHT
nhTl0mD27RuvctdPFrtjaZnPjcmkEQB4yGS8CWxptDymbdIeFy+jy9ugy2KMtjxxnw+XCk3q3eJ7
yV2osvbSGAu5p2W3BBqxe+bHl2dGoRkmsuuGwFM8unVn731zODP5Coi+ModHv4dWoUa8E5euK+5N
c8LYCy4vhffG+T5moNMYu252SRkaF8MR+B6i/U+OjYqiT10eaqZ16l/tYsWX0CjnPVMjHg2wzv6d
4QK1C60qCzdM/fjnvGjhSCQEbSuSK9pTtPQPE9/ixVm6kWhzcL4KtdTP+dLQC1NUGnfUbbpgTmVz
27Y1XVzSIKalPSDXG05LEKdRlu8jCp8/TKxl6GYY7r50S0l40+udXDFuaCBafTYJord9XKU7c2b+
l9S1POdmNzwVaVtvbeKQ2y5urAD8FCRBzw2/cCWHtFtl9pzaIRKvZaRtgf6QWL5KLybGQkdthojD
EtVvGmVDHTcHBBBEwCSMbglDMzE1k9LSDKhm4SI6LMYZQuA1fVwNOUCGqJ6WEcZSUtYIkvLltysz
M9kmIc+3WyawwUP0jVpKdOiWVO9zi4odOgO/uE2mBPrzEAOkTTsGtYCBPLdxbV2p0U8OzVSTQ1eL
rfaWz3cLIbj8OqfWfG3WQ3YUrWlsNQTxW3cCbjnPJV/qVI7bpZyZYq6R63ehq7/PDgZzG6vy6Cph
2vNp8hbx1NvJeChFXD3iKAgurzUZg8vR88GfTtwVfT4HXCBIplD4/ZK5DZi2Lwpsjjs6qaUypvsu
Vb9CTyxXuMiOJ2jPaAVqJYbAKyJ1SHIGN5jZxiCJ9P4aPKXazb6vcY8CbMrQtcI6aISLDjK6VPsU
mv8dNVPqYEKOdy6824dYU/Oh6uwGZu8sN31cSjjbhbnsauwzYcBG5t3YLv3FEKa6j3GYvfIzCSPf
s6fN2CAxq33tEP5EGa1v7NgOfjrWmCyExWGqNZA/gKyo3lL5ve2nftelXotAZ8mY+Wtsbj5h00uR
pZWRn+pwR3V+CDLVj5+tBC3lBgaoITahGsJdO8ThnTRI1Y0+Ztq18tcyZwbkgDvJNtSvyuD8W2u7
1CYo6MgT9DmHwZdw5UkP1bDOlNnmTjPrtJcTVxdl+Kk5MviFCIjPN9+r1MwDEZHWLqLoT1EKwRUs
aLsXxZAsBygC3Q9ZyDV+ngbr2ej6+FHCJqbDZC/j57gjnXVEpQL8e/JLYyEHNN26Qi7ZTkTRjaT4
EwLRJFIoaIai+X6GFypuhpF4ExYQEaWhpgc1MAVQOEv+uzKwGTOBxvJnYPuJTtZYvxp958jav9J8
xHh2za0VKBm7X6KKTD2FYv7JbDxNR32KTlIyAreBnmn8tkz4mFm42EE6xCvLi6FBHEvuACt4B4fd
SZ7qThtbAiyVofheSOYJ64SgQ0dm+dTpiZGbbqigKkxq2zfLVYaaeFvYCXZptf0rS9PxSGj7WyXD
lZF2IMkt/VO1w03CC883i9dat4tdOwgCrQYEIuNZcZqZyJ2WbEfVWZwzsMcHyX7cEBcglpoHuQ15
GMmgvmDqfRwwoWCz6frOSapznawXRW7ciZo2JMHro5ZoT9DeRpHxratsIifQj9+KtPkVxfhbz7my
iEDS+oD4ufg0WzVtYYcnThgB1ZtiJr16u38wYGbTlqtUvh3xV70esQE4AGoi5ZUZeZUs6j9ws/Mn
3B2OwuXQlDZl8XigqKOBQG8NyJyk/SUgBmSq1vPccFyQmK/z2cvDBDx6C/0QkVUdXi99QxxodqZx
mrrsLtEyI/PpFTvZ/NqW0fSlie1+1+LKvBbMoWu3VDpaY0lu2zGuryLXDa+ZRsAByHLuqaF/buj1
HmrD+OzOrnsTqobGfr3s+J6SnZ9M6tZI1aWS5nRD2Uax08hFp0FfZ16X/wTcWxJq1tPeS6kouFFJ
GhQOyQnTl3InZsPcONMI4nDKi3sFdfS7xRgeJR+fyK2qutOUTd13Wwu00aEQpNpu5J3srnyws1Ze
sDPuTmbbjAeHZO8YLpVBCWUWB1om/q2MLGRMXgE/NM681bMYCmuqu3vTxUMprNPxvnJWrPKirE0M
k/tLmCL+IBXKnyBWcMg62ZhtCwuq8OgWQNbDJIJ/nxh8xI0Q3dGci3Qz1eG4DgrCfh0iDfM8dr4r
azVrAEy7G3vI4Y1VGj86SgJ30sO3YyzYwINPGa0y6+42cool6KI5vYYXOz7CEjGCATNblLJ2QhVt
lvYBW6u/zvP4GDV+eouF4bAv+ro9pqTHjzSiqqCmYHcG/5Uce5/xeBpo7qmwKAaHVXY1yi4KJkVF
2qkWZkxxqrhq83E5D5pgsuRn/V6wuad5gyA7D70Oyn+CSQUDv/vJMNL7qYo519JBHqByh59RflOp
TRukPszj9ltracdHD3EoIinD9S9dbvfkEjjhYlFhoayqLc7j0HGvde7OjKGHI5KhYklnlNOWuSVC
Br7spLUktsOkTtCsuaYJRtGlKNVNjhdptK8TJNRR1X3zMFS44yLBqppJQ8lgcbvsnYkqEiAaytzd
4N2aGODRw1fkdmHkQ6Uua4aDUaKH5nDjiOwhdKvw1u1C60JBIvSonPXFkYHD5Ia6brz1miF57Bma
O7S5x0ixNJJsb6tG772B6vrGLpPHRPcPQ5gXn6rE72/4IcRHmDoQa+eT3maRS3WT2e2KW3+uAp0w
3uLjX3Kt69o9ojcig6dPdY2fTnnr98p5FrFBxZOSx3SfOsmy0T0GAcyV66MxhN4VXZeCCHBgLj/z
4x/GPDyXWZP1G2HH7RcKU2m0Zdo7/tSDeN+5otPnuuYq3Pj1aslRMQ6aLQUD70vt7xZT2LtWuOg2
KP4CAB3TuzbEmBnkbyiPqhF3DLyNP5uiHG9m7RtUz7CYECQjG9NtGsru3Y8l9sYT6d1MMZIgifGq
u0bS963d6lq4RPtL5qG4gvkzbElWmUoVSzwiOmMhijdtW7TJfp2tRYpdFgKp0GKHdX1HU7m4T5uI
+N/PHPuRxF46V2VRyac59cKWOfBIl9W249q00BZNLrgYsfT9T4xBqagYYqQHo8DX6sPi+b37tWwG
CAP93DrNEUBcTYLltBZUsyERP60i82nSYqnCdKjGsXF1MblvHSXa3VB4Y3QAVzzWh8nVKG/9BPPb
Da2MMWXWYKCYNAr7vuubvDp0Rl99rlpueCqVVbPDEbW8pRNXHqpJRmeDNlh0ArKA2Ws8dXKGYher
74NjFD7CwpH/vxxGNowkmF5f9NMAYfK6XQx1pjo23HFkUl/A8E+CsxENip0mfwDtH//0XP9O14v3
Y6Y5tBcxU4ttqW5bNtLGKhMFuoBex31SSHvkIwjnKwuKOr1wq7MfDbj1HT4xNDtqrA6HKzcPq99V
6Yx3pnb56jUZ23gyQs+9a7PI+ZrEo22ehrRO71ISWDRDOMwiccwVDoqLX+kbZ9TxcjYpMPmPmaNa
qjoxZ8Oz7RgIoMYhBM/h+CV+DTKlrcD5S/qaTzYPcaCCFnN1O1l908W9QUUKoNmD1yzM4kMZMPXn
2O/aFSbtRPHP3oCDj8kkuwffH9xgcXr4I3TkpEfp8FwXW+hPeo6SIAsJzY4Q2MpvM5fXQWYZYrKi
d1HqVSWTKSV2FEA0k0RTOTX0YyIN98ADE1g7mTguxSM1v1z8ckYO9PVIdFt/PJD3NUdlNO6NS6pw
mvpx+EHIi7+s3a5d5g5rszHrGWKH0Ly4WXvo6O4B0B/NY8m43XWVpM62FRhsmNqewZqH7gOzey3w
EBKWz8r1nLuMoPqnKRfncRlH9WQ2YbX31yHzzbjO54WlE18NQhbnmn71T3yO+sOclgylyMEegxmW
4pbWu1tsaLA1V4DKIDpFMLk55Sk1X3t6tH/proE93dCcgqHx5OiBw9Ruzm7VgMLuiq557CdQfFNe
T3+oepq7rlvDq1GIb1U1PUd1V10SaVnINN0epaPSt3MYU+fB46z7wQltbrOYYFOkPSXhdpRnM9Qq
aEo+2VET9Rbsoq1qdXU3z5M4xoasrptoYgsb04znGyKLnbSQLQgig+uEr/JUeNYT9gjieyOF9SOV
7J/MqOLHCW+kG79Fv1b79FKaEoq2dubwCDkpe/QyvZzozTwQdgvE8KCUAjQJvOJkZSoaPl2sQc8M
MCbAY9j93gP4OPOzRJh6pxhffMJIhGs2watiNxh1joxMo2HAOkVtOaLMG1QzkOHp0T5hpZQ9Rm08
XZti0jtkD9W1Le3PnEjisW/K+DwU9GcRs5Gziqzx6BnaZUam4wuaMv2IYIPy9CLditmq4WyOnvdg
5IO7nfVyHzYmKEHc8jZ9QtHBotp6Ls1lIEVzfdqLiQW5cQ53YDTtLd9uiSqEQhzYMSzpLPPSURbd
ZXDmjp0p41OWu9AqKruRh4XDaztx6H7JxnA59F71c4kERwaHY7RRWor7BHLYVjqUambP9g64LzGW
QGizfnRZftNUiAGkjOuTGYFyJwMj2I+AS9B/iePr1mrEnsLSD2gwGKQhj7G2uWqnbdRrmrszswEV
nIwjn5eAN6TdbbEG8Tkb8dMA+xIvkdDfx3V3F4FeusvsYcCkI0/+9NXEqDZypPaXrydx3ddN9WNq
Fvth5AhAzudbjxrHsT/oFIDm+/jTFODu1xbfvWMPDRZG4XQF9OzJ9CNxHwnrNmVc9TMw+j23gkn4
Z+enLPSRO6JtVKJBccjfkASlgY8frahmZ7joT2zDzjYhDg73aToznZNPP+csftaeTdEtF355XPLs
EXBUxchZ19xSt9TjoW4JLsLOuorUQtPXqWV48acJFXHjVDZQ/BoxNo6Ql4T789gK4DSx9jq6wRO9
gGkaET44NhGIXcWXLEq/KrxDMRrO0v5LVuVUnp3MfWRrIEdsnMzfKCmPWcSJ0eiGP0kv3tWAfoyi
nysOqlwQwBdoOk0TmPxGF7bF9+Rn0V6QlV9DvLJvmyINVN+1u9k2x2d2vbFbiNAe0kpn+95HcRKP
/HdVHI5HtyL8sIYefj09g6O0O+IrPVli49Eyf4iMLH6gVTQ+utToT0D3Edz3mgihyZh4cZ0KJSUS
RPFU0Uo4pjlUiy6UZy/0nUvLCPTGyKL4N9UP6rFxYWTWlkuopLlSjW78q3IKRiPCpFjKK6WdMOiz
9lRZfLNXCw/j02RES3eFCkceQPXN2aFLNHrQbPW/os+6Y5fRruqW5oHdEn7r+wozOzBz9qd2kD3l
PEfQuDfsWJL55OukufBOVhMtm8xgTh7CRLqt7bS/kjIZki8wbWEeLRHzNap1g6yOun3H1Pa13fft
dWlpNwxa2i3zLmnM0jpnHph/vMPqESR+mjmMWNIwTZ2dFqYxnZcG5caBDgkycOktV7lIUTpj+9Xq
Q79IO/mWmlSzmRY08EYI+jKx+j9YADLyB5nUZ3hlzpv0DvNK0TMn2LiPXoUqb+fEy2DxlkhqzC/O
iEvPneXNkX1lSC7FY0xzVyd7vzAhUVC28mcGPqPJNR5HO3EVXoKoji7AbEK9s42ceQVwJUX/o5+F
Y3xCS5ZHd7RyRyx0Gsfpf86OrzNkYAk8CQyZoHrjyqb8EsETNc7ULDe6BVUUP+PHYWV/YmM0wj1N
X/qwebYcXSLY8+A2S4GdFGUNRzfFThrdclOKadmaCuV1QnH5gXrMghYaaeElb8v5xuSbP8YKStZp
Dgu/2fUW6pnJh4FiNYUHWRDVu05MfzfAKXroEf+WcqSmiA7HtbKrlFb5H2pJ7XdPzvaza7i5R/FM
yGy3Mll+U6GYfy31aJ17xq2ftWX33hm/iDq/reaVrlQaOoXYUIHJQH3til91gg17XTGY4KGMomUT
wuxBqmaYQeGO8x8Zky5NjhNyXOOuY28IrX0XgzDNKMekXOsAu94Nimiojy53ybTH2MXlKhxoN9z3
+Jb+UZPUp9bKSH8gEXubNGnxp0Bgo7ncF4cy251bL1N/iSRc9GFLU8KdP7lJXUW7vkhTIa7iaUzE
16GBFWBsoV9OyS9EnzHVNCHTdtCPRiar/FOhLRO2J1Rvb2huMdSaDcbkcidHybV6VHo3fTJ52Vn5
fuYfonpMCLGV6od7R+AqlyIvNF00++hEIkr+8RCiitt7cYIJG3SIJ68Vndr19TB1uI+H4w0l7RHX
b68sauZ17LbfyjD6TiNBfyurxUt3YxSiLLB9qkjzzvJCGs37anaK6InDMc+ecFkhFDSdLj/609wW
u560sTqO2getSVrv9cg0sKTkzjSwRev3WlWt/pSOeZs9oiGyeyYF6lAb/0XH+38gx/7/DrcrGSl9
R5T9nD+jrXspyl7/K/8ryhYQGD00z0iegQ/8C1bg+/8hHZglLiYeSJl9yWTuf4uyPTi8wvLB7UKk
cleQwf+oss3/ILj21jleBXUFvjf/7BWd4D1awStNtvJgjoH7pbXF/8Zm+9Uka+YsZHZg6QJnWOqj
con6logqeR6G6fFvj+UfMFv/tBRPAB2551jCVq+WIq8oZYe7TNDbg3P0yuSrNZnmfhYEde+vtI40
/+9YrvfXjxIYsSNah/UAKOLleC4stgpHwagLTIc8ngx4DpRO6r1neN0Bc09xbyxDc5Xrtv4KyC37
/P7yr4A4/72+J5RtCcfBZPrVyPVScE7Wo9kFXmNMMLWH7kDRKT3Qugs/uzgsBUvYpD9R4qZnb+iy
S4OkbUO5oPoAiPRqKPpff8lfxu2+pazXg8qNHsCzC14vLtjUiHoE3HdU0xleimVxMrqC8dpZ1vEl
Dq2WEV8UArC54vtwNAfO1TnWu5oD/jGTjLbHaV/vTFwfv8xu5h31WPkfkNjWLfDqxXkebWfwTbw4
/t6XL86dkjxLp6UP/LlF2iI03XakzRySAOjOlZfNH8xw/8Oe9AD649ViCYzYxKs9mWTCn3rEXMGw
oIwphQLtAEqYFmZvffAuBHMZb34cQFUYReCJYGS+Wmv2MWcGcMOuIJbvNgUKshP2h7pHHFIVXwFb
lXuJWm89/a2C9lS7qAfKlmini8UuP2UCS128A4qeoTym3p4WPKeAqYeWvweYRlmXy9s5yzTrD9BT
FntvztNQ7lOUTIA302whebM9roz3t/vbZwhsi6kOjhB+nP/aE6HE5TGak7ALgEMjCTGI852UuCjE
HXbz/lLrLP/L/cFS0iZZAPWkaM6/3B+doXGAzSr2B5jmm8Gh27SWkvQGX1bvUyzBig0lWdn7q/7D
D8SMlsosJ4lcZ1derhrPPZJElfYAwmjtpbkcuMs7kI3W8JFjxps9Agibc4uT2ELw6K+Xxd/BAmVL
st/3GvTIZI7nbnLJS8iwPnhj/7QKZEHwzeDcLM99hUyoy84ZplI1QYlk4RH4qDqGSGf7D97WK1oZ
p4/v8UOAyUvIOmB1Xq3TIpRO08ZsAtWpMD3ZrZH9mv2OYUkiH/3dnXX9K6Qb5Oyo3Uk6mBkKKYzk
8cBE7Oqo7BqsqhMzku+iWUU5xhzC+6/29UwSfyJ3nuet80jsKIacXj5wfyYQXyqrDAajgROovPJU
j53zA2ds97hgw7hZYsY6bWlEu0J7YGe4TI+ZEuNODoN1LmgPnZeyai59FakPmBavj0NlmkhZlQkm
xoOu6q4b82+YCdr8mISgUAgMh9HltO3uK13T2udT7xfxIVxu3Vx//7rW5RQBCWJiISD5r2Cjvy3n
D71VtKZbBmOV7D2rdrfaHj47uvjSZvMBhAhzgQ45VyGwllysy9S6d++/jtdf2l9/gWfzCUDj5Dh+
9TYkAhmzaWQZ6L4qyDrngrl0kj3OQCt4f6l/eLZcMnxjYHRBPvmvYgRKjhh1CVUEiXQpGLkGNpN5
vU10exFN431whKzYk5eP1pLkCIrH6tq8yFdnPxF46aVizgNw6QVtdAMUQD+gaweFXDS3qCpANXXS
tvcpJYz/i8WhXvFGXUHR3Xy1uFIQh3tV54HtZMaO3z2LHX0IcQadL/fKsrttJej4j3LxzQ+Omtcn
tuJ84VrFU4K9JVj/5Z6K5tDRptXkwdIo99qScXbQytCf6giqM9Ma85ckFe0H2+jNorRjUUb4gosW
lrD9ahtRo1BRYy8iSOnRHzWb+rCwrfhyyt9hBulnQyVg3r+/od68Yhb18HWFJg0hnT388peGee9b
WWyKYOpTddW2Kjm27iCOs+ulRzh2VpDmZfZzxAz36v2V15/zYnOx8rqNOcaw7ODieLny2KT+Undw
ULJpdeLhC76C+CU+IAD+wyoOEhL+9QLWv/uXOc/fTgdRaCrgKrYDFXXwkEvAe4Y9NR88xVceP57i
HIYwyH/IfsiW/FePsVNLCrIotQOjC5vDCCMV1LNV7zwmY+Gdu515HvJ5OqJWqk8ectRLR8sLa4ue
+oPZ5zek2RBZ3n/C66IvnrDruwLtFGEOCjW+4JdPmKqAVYC4FEFbNB3HI3WGemp3U2Y2p/dXevOU
19iXw56737T4XF7xk1rGFGW/xCKIhVddcmHGJzud9eH9Vd4cfhKTE7xG1n0jaH+8esiUGjWTPKxi
NwjjOj/xAjNJoqAdhHPsNSqm99d786swk0EASnuS/zAH8Go94p0mWRYnD2rPyo7oY7wdVpnlv3vO
sQpie2I106bis+bTf7+/Ul1Gg+vLPOiXasIb0ZJXTVcwSZ8qmZwRHEA6i4TJ1IhF0ez9X7j+u1/s
ENbmsCHnU2BBiSderk1YrRkwm2jbdTpsNkPPGMwutSJC08oeT1kRuWAbbDi+icgjuJ9hXfxXBeb/
CB58+1LXm2w9+DiyXaVebZ3e6RYOHSsPMiKRO9UDKGLSpti2ip79OIzi/P5PfnPK8pMx/+DXIiVj
Q60v/W8HQlLjSFOoKg+KhBZBKCwmpaxYPijcXw95mvnHqY374/uLvvkS/1rUk+RQ7BrHeXXWOV67
MP3VI5lVnbsz7Vq73GgDBAa7MpoPnqi1/ttev9WVvv2v1V6F4zir8WdUHQM4oQ86aVo669eA1BpA
cF1/qdDyWGdGCuZvBMDtvB0lyrwT85DZB7/67asVZB+goSXj+P/AG4tRIhAyQFlg+qnIgCS5iHA2
KJ/jvZFV+/ef8duvdf2MOO8wiBJ0cte/5m8vVtsm44qMuAdhMngHVLZeMBSMHby/ypvsACs9hw8W
qzoPNoEwX30yJVM3RuoADupx3IMlYVn+wcE++sekCMYpUnoZJQg3rXFcKFWyG9UYP2cLuBanc4zP
wkrAg9ML8ECXmNgmfHCavH0KJLNcqzARfA6T19u7HXI6gnFXBCLnUatuUQfN0PEHN8ubj2htfJHK
AGygJCDWQt/fn7WDeCZHc1UEvULGMlRQHdNFgEJclUt9K78waW59sOabX+Zx4uP7BanUJa34ixT4
t/c7YcQ2lmjgA0Uk/xVnpfKm8yAOv/9+/3EVxyMuseRasVz/+d9WyTqT5EXMQxDWg39yvTA8yNKR
H8Q+b5+ftQY9nPqURaXlvDr0OAli5h3MIZBGPm4Nmzm0wZjFDR2F5Ex00X9amqz4d7cG57tpruce
/4cjXocDIfdLbWDzEPQW1Rtm2WbEWtay+7cfIFmzsG3XAvdN1vDyAeaMWhv8Tx/UiCxAfppefQit
1Lt/f5k3JyoHnEP1mX3IdwiW4+Uyo44Yv6h0SSygjN2cOsO28d1hV1RR8++GAZ4wSS0B9OJOJUi4
Xy4F/WLKReg18DYxm8hjV+5lZfx8//e83XcsgvMAxTSovoSsLxfR7ZKrCPJ/MGp072qOwys/CvUH
qfk/rcLxQMhPN5mg4tUZObolqH1jbIICUQQNOoq9DArYHyQyb98NE1TumrmZ4DP4il7+ljh1dTN2
FAAYeFEXiuooy8ncbgbdNh9sg7c/yMYmiuiW+JYKwOvSmmUwSBipsgoSi1k9mkXT42ws5gfh7ZuL
bO1ckJaR32NShmngqx8Uug2FNIws8mgqjlRljJ/ZUITn0IrG+wQs+AfHw7qjXlzggJhXFLRN/ish
rL8KCb2ISWgxxFycpi6CNmy9e9plTrvBAqA7G5Pyz4UncfCLi+GD8Ojtu3ux9JusTMwus9T5GMRd
DRyQKbQdTAZrD3sg/+CkePtUXctUBL7Comz+ZjNKmDYus2acFJ6srkRXIKbPh+k3mD/nOPqRNj84
29+eujh3+ZgjkaRw7r5OsI2xYpod9gXFk0WeZYvHIFJL39vbiPgvaWIWV7lbJPv3v+y/jqIXb5My
jYPBHSv6DiaWr86PJmxDeqAoTOykAWLcjUX+Nc9KfWkzDQc6jbL/5OzMluNU2m37REQASXtbUKUq
9a0l+YaQJZm+SdqEp98D73NhlXWkWPti/bHiX2FTQJLN9805ZvIEL6jyAE0yr+1VL3K1oxOj7ge8
YUmg/Hi5pQcuh0216JWzjVKvjvei1EqM1FKbvZ1V1C3RJPVov1TJjFrt63v4d9ezFgj1tbNnkcJJ
xfzjF4BsHymayuS+1+wWVUkTJ+iSie9mwi0hAXs46VcxLQ2AKdc6YjP6Uf2wszHSQmfUVvLZwN97
2i/ZgOkC9f/wzWg6IgW7vqFTriHjALgDr5YQ+48/EQRM41iRLw7O2NCuM7NivseAV78j3IvfRJyx
V0iqzARJZ/oNiUNDbqDbUc2cBQR9TOiovVoztrppRjcI2tFtR1aHA7rL7dn85oEK75MPjUSCdRqm
buD9E5OTRlal4/erTjCKOQia89Yrtwiq+zdp+VDetKZucsxUtYVJSlPmk0xj9Y4XM/2FfA8bhdu3
EDUrfVql2VWGidCSWUzBlfkrg5syzpcUVQBfkj3s9lu9SEzuyEGTh3TMLvLAhi101ojVRo4mMl11
rgZc08HL60Ou7Hybk5qyOms190e2Rr2Zsf2oRx15ND5q6F3ZedoubWNiZjyroNhhp5M+oo0D0rHF
gSTuc69ZCsSkS0pMWgQKC4wDZesNljhzYES4qIkce5msc+QwtrGXNdtneHAmZv9OH24HS0xdoOlL
9dpVcjr4I1WpYPHbDtAfetryRsaVrohcI0kKBa7jXRNa4Q4heJz42jJKTJHaoA/iDMEyOMM8R2xl
jE35NM3U9jftOPvGZhnHVu3qrE4uCwPBxIbbxheJISw6GbucSK9NYqgSJMCUFlpYAYLqQkRBZna+
FkhbQLPGnOyLbk6aixYplB0wq+QpuxLpvQxNi6ihdIu+QPMVN3aytTpJOFDcIlUPJisunger6s+k
N1GGs9pULvsYX87VAi+s2w2TLeKdbyJYdRMTMYrwVP5DZIP2oslCvIPpoRxscGZHatP38clSCJKQ
Wzql04YE2OahgFUPhVVi6tuaaQ8/JnLdAtaskzhPGsGv5W93JOM1Ckyy/PQTMmBtBDL1JF/0xl90
uRGQE14ddEFPhWoM/NtuUcqTHtMAlOp59NwDEzlk35kKRh+U7ejTa8rGHHkO4TQogdKhbt+ieZEz
akJ0xiexqiygOhMOuzBWfX/Vlh3siLzE2bPkYrY2eSZWY7Mh23iv40uOzkeC+sawJgApDw3k6Tif
6Ip7m94YQAAUuo7pTiEXutOxrA4bxJ/GDQZ/QLRmVqaA5WU6P5lzDjYq9hO1giP0u9mAv7BNzQ7k
Q1uV413M6oHYtwQRA92p7yfUzQVAUbKP1oeLNTIJRiRUFmqYuH3D3q39bPRae0uKysUWFz1wcoR7
qAjebqlHbh1rRCLaTclyM3gVwwvfOXgWS6+d86pdqp1jufkUmmU9iD22Y/lgtBPMMDHYHQyVOXVu
B4O9HAUvIzoh5UUtO02ffEIXE4+DNTuR2d0IGqh3bW60EJKMuTlfROaTOVcn2bxlIxlVG1VFiNen
dOgWjCuFQqJqRsCo9JjghBn4hUYvv14W1MwgArpMwPNQeXadx1oNrJPN9bAh3YRCVM3R8iVvswhk
fMeowj1iGD9VPbn+pkUCeN0zRxswlvWMnC93SpmaYjs5qyOPsIc4LYhDsPLV3KaIJkKKiBx22nQg
Hpudn+T2Q4JHSYR6Y2hPXWQ2rx1khCFw9dY6WDGR3MFkIz8MI1StzFesn1SmWiSIrhe5yRqmvGYI
OOZ81SszS080jpMqhOGX76Ws8uqucJapDaWZWgyTscecY/pgS05Gp3XarYHi0SGrC5LTnTPBS9vg
BY4XmBMDhM8J2M9DTYwwPv1JNGKD78jfFpVtjjvEdtUE+0GIjsQKqoc8XbXoHMMhLIUKWS8S9caE
PoW6E7yLWUT2Kd/rPJ0pGuSPJt7CV8Hqhrs5sV3CinN/IjLCWe4KvZSk32VjC5XPsjEmyS4nRFop
pW0w/ZTvesRv4JOIM8IIeJtaUNhLH+aIJEs67Xb7mnIXLpSMrECU3ZVU+YZ5tott7kuCf2AkdXKj
YA/ez3DsQLIz9KpwTHS5hJ0o2xIf46A3Yct3MmwQqehPBTl+4jI1VB6H2jzFQBrc0XG3rPumEYIN
5IdGBspiGtyiuG6SsTSDUWEO6hetcUKyR7Iey7vEcTZStTqbUMk6p5i1WcKITZXOBVbhAXQo0Tzm
LlkSmAu6l0qxb+Mkiq5qlZfVlvhi14VxwUQciAYi0MZF28wn1AvzdJU23iJLc1+Xwhd90GdkdSM2
y+18B5CqR6tZGW73UDqlmO9F6Ywz8YvksbMOdN7vUvjxD2Z2oQc6njuERqkabzvqL2zdegg9dHgj
MYYZGX0ioLRlnFsQ/sZgKhN499BKIJzFBG4TRBIr5rgy7c3fVizHJRSxnx/YXrgo8vSmMHa+sXTt
JvVH6Elx3BE8kSt61YHvJDX5lpSW4OkQY3Bm9RErpVIRLnu5JNavxsaksCERukyv9V7XH2mIVO7O
h29hBCqvS3EGhbLK9q5hV/BgWeXHcBg7oV8InLxAxGJtsM6Tiggi7JO+bn5zhjLNj4eaP/szyqDi
TwIvPb31KPdXZWWY3b7CcW7BByuHC2a30qWVBxiD3AvLiIJcUpHFHSHJD+j1Fgxsw5R4MKtpuu96
yhmhpRr2GhXVeIDIyKmMrdt73sUMi9EPU1FbBlLtwv3VEpJd7crMV1fgM2FUm5nPKvb1lvjo5Pm/
t7N2e8CPEuZnHe2ICfgmrFnW1qEnL5y4gVbhSprE7uurHO0S/1yFBixbbzR3LsXNjw/Nrnw7sWSD
b7pgi2BN2DpccFEHzyey+j9fivOYTfuak7SDuuDjpUZNTa5KY+cQTbQ9kAkLCpUdna9TG+3qf78v
6kMkkVGhRGVxrCoa5WjIJi+dA6dnEJrDZJxoM3CwyM6+63F88ghXESPPb4VRYiT/eF+zTi93rnvn
4JmqZb9F+mgB3JSELNLyvn6ERyfa9W3ZpuHRmnL/ZModjYlGitZEKmsdcBnmDwvWg72RmtqMczpO
dloism8OPUeFgv+9oEA0aDsojMjW+3hvLIO5q1FvOcBhe2LztO3z7gEn8XnXZ78nxZnMn9Psm5H/
+UWJ92XXwVniuOYytb5XIMuzD5HuJWdy6cZt0pMdkyWTsx2IlYcaD1t5P+BT/eYBf/LR4XZEzuTb
FMnw5328X38xOnAPjX3AWIw9HaMEsTbu8s0N/jti1uqls6pULcow3jqT/TVTjaNGWmOFsamK1t2O
K/XntRqDrd3/7vv+94YEM6G1KmYR1/ESP14K9mCVQy9RiBo5NFmZ1e68fnz8elh+cj/E01KLpZC5
ynCP7mde8GmandUf+rypLpPGN6liNv5V1wv5jRTyuBHOiBSElSH1owex1piPRmSEJaaZG284jFmf
nEZxbZxWcF9+tjW5VqrT1DV2Bzcw3bHeen7s7wvLB+NS5sOhV06/p/Vn/+ePhGfrIeFF0mFSwT0q
rcbo30ZjjtpD6aCqLwXw1srRhovGJmWmWFzc205fnBW5Z//ngURHijq/468/QBw3kGOjikU/N+OB
jSVMMBylp2yS6tBb9Obk63f870BCs8tF/nQXkaGuU9NfY7apAMIa3mAddGWy70eiELLN/m4u/ZPU
+Vcti9drUZu2mUrpwtMEOvoAO7+P8kby7fsFwpg4JigcmgWc9qxXO8pc5oGCvRewOTFfnXaMtn7U
t1AchvpU90HKEQtOqBJ9uU2mEi1M7Cl9UJNYAgemx84WpFphpoXb65Bbozm2tgWyCnPk64f17wfB
J8dMTTGflZt38/FhUYxOE12k1qFrHf2hMQaOon3mJ5vKL76bTNYB/9cTWyX0q4CJuZl2rE3x6OO1
DCFNw1ajRIZJxJDtxcad7PAiwsvtTyyAIiQuFdP0TW7W0XCgJo4ihX46DXULqeCxTkyV8IMrzQdT
N87udqAbHth+ZH3zHD+5yh+HANMXPVfvnzq1nSgFhBuCQzUZaJ45Ve0Rh5jVN9c5Lj/+GXaoCYGK
2zqzvnW0DZpk0QF4tEnHQKifntgy0rtgaYXZn0bmiBEwHbSfs+dGhIsIDDKCMw55SwvQAHhLIyFS
M8VJCqwsz7/pEEXfLcRHT2L9gRTq134hxWwOt0dvWcVeli2UDg7WkMmwEeQYVLNV7b8et59dxaM3
SeEHJTGKpo9jqSmpUnrr8pcnXQw5hYxsuwQB9l+vYluA91jf6amsypSPV8lU47WIhMWhHb2fKAjo
8FaVQAjy9WX+/QjZ+ul/wi2p3KJB+XiZpfWN0VlicaizTr/n/CIwmdmguQbSX76+1L/PjUvRHGJR
Z8NOs+jjpSxtNTYjcjugDxgPNiipHWIlM/z6Kp/dkI1cmBwDWGfen7nzrym4bUacjOVoggsp7Uvc
4+ranjt4sI4crr++1Pps/ppUGG5outg3I9qjncHlPt5Qn0IonP3IQKFDiFzYeistSAm1t6wEgkYD
ppf6USOhtXXVd3nVn9wnBhXGOvp5dmHHe3d0Oj0ALU4+ae/LcwCJMvRsfT51Bvu7/d5nl1rF2A4S
PjZJx5YU4hUsjC4W97lQThMGgVFjYlHuzMnC/vqRfjJG2NJ6XG39h8blx0fqShP6SRObByToGWwD
gnwaLf4/jBGH7jtRq+idUKoc7UWKSFoiUpY4xNVQ7Li5iJwGfQRpUE/ffF+f3BCX8vm5NBgM67jX
C5Xbcwe2a4fZrChful5K+zBSu68f2ydviNUFtSxVSrpb4uixWWXctH5VMOjxOFxSjVo2/dQMt8zl
3/ULj1bSddBzKb5hTqjMsceDoUoIGu3y3jwMDoyVlIIx3k7dnsRBOSWZMgC9HlIc0/o3h45Pr0vG
CbpO3htX/zgy9GLJ6Qy15qFqkueW6jiwq+zEV/4vy4JBro/e/f/hmQpz3S0gdrSOrSnKtgYfC6XJ
YuLTyPJT2lRo2bfQRf/7lRiN61lqHffWsXZ+nIaiy4pUgLEbjBtp+wRJg0e5oir4H+VZPod9hxWF
T4t10reN9Sn/NTu6E5nXJgPoYE6xQlS8dBedv/w/P+f/V034z7tar4LQl2+L66DA+ngVj/T6fi4Y
9JAuCWF1Z9lc966mbW2rApdQ0OywOY0Tr/r1Kzs2z7HX4iOg+L4e/jkS60c7FMMs3BJKSH3ox9El
bQTN+L1nV+ODZjUrcN7uPMqto5Hte9IRHIJHatGfeckYU7isWnwDX/+gf75+ChC4JHHKcOygcnT0
XdZMcrq/DNVhlMVCSBskhEkJ/Ru1wPo4P6xDXAXRClZQVCL0MI9eqqYi24nnqT4UAqSDRmlzP6s6
2hkx0XKZ0r+ZbD65KZYBPKkkunOoOtbeeTNcDNtaykPfJzgkG0HymIyM//q9I9FkI4ciwaIMIMTH
V/n1azD+V8t19IxwEzEk/FV7xbp5NCSd0siiIUrI4LPFjy4q6ZIk8FXfhzGX7xTTIcpI38HSSKek
60kb9scuKGkIXHfxpD1N7GweJtygv23lGKBtMpWDf04nFW1ZqtzuJBEaec9VRTBXUllGHvqEHHib
JjEGgsMWXVx0M9AqmCxVd+uPNKoCwiwSIm4ionVID6maU1C3uMSaxqK0nyczYJIiTVr+uIJwuamx
r1WEwSTlSoCva/AdiwSNOYOTeVFuR1k9JepA39YVDMmgxbZNo5Lu40sD+ys6c6MlAt1qgMLZWCUh
G4GvRcabDQ0k33ZD0vyIC6wtQZbR4sd6X4inup9AfaVAzqpW9CtY01NVOMFpu20QYBK+1Km+3CBm
t9EjGBoRHmVJet2Kx7pVqDzQYnoeMNBhLghtMYeYBsbKAb7DVOslOz11pb1BcViKYEZyeFgsKhYn
kAyS22pAshCy0UsulZPWxbaYOvZSJk2M1zK3Vyijx38esMPEhJWgli4ijI09helgyWd5txi4hTdJ
2uRrRKFyaVEPUlxIV4PAB0ecTAg9a5u7rquw8GgG6OQlqfsbO9Esd6vBAkAAHc+AZxqokm91bC03
SVQrD1pVOhjbkqCfnvZiVRNiCl6PJLzKpTa+zEsB4G6EzqQlxjQC1LD8oLfjIoB/oC5EtqREpw78
6NBji78ms9jusx+7I81pXD7qNPdLMj/LFi1ByNaiONfyuYQP3kTunXI180E0HiWavOuHR3+y52wL
GdR8BrhZvEc9SoewS+34Z2wpiHKOnZEWFeeA8MNmdLXV8VDza0fMxlybGTMDaNK7B2xsBhhNKHo/
4nEx3sxi4oSHSM2ztkg9xitOKj1j0mFIB02fsfvEFFy/gUvKkjDT04yXwElvr82Z92qLZThLTIQg
oRLDQgw3xyk/MBPfmohpBV5DkKUxlCdO6xF8AKE5okbrazFlCV+HdqEsSTC3l7XmL47RKt22dJ07
/hBwMtKYjNGghQeVuI8WgDuz3ZRnSrS1GdSG8F68pZM3cG7Ta5JlUhC5jspJ3Fb4lLfdjPw8rESV
POqxv5D4XtH7gFfX38xOIh/RE6BinIoUsUY8DIpfBEKXIOXFIAIoW/zkbG7qzqJ3HucHmmLjBMqF
PVMwjkL5gV5O8TPoXvuVYCKPpqOpT78NIg/KEEQTK1PnJ1KAgNU6VHmsWE/Ax5dfoPvkW9Wl7U0K
tPmBeC9v2mUaWfZ5nfcXSmJ7JqyXYPMgBi3x6OMJd8JkRHAUFBr4nMDrk+zdzYlTOSG/ojTPmmhZ
HuNizW/wYIjlQa0qlBBx73uvhCho5dZZGu/g1LSJ94vSiR2GHVJAYlPA8wTlGUIiSG2cKsjiq6pI
vg55TxUvmaw1fCeVRAraCym8otWvZtPRky1N0eXOhvCicdSnnbQ1ptYoNlBjqrcObwM8QlvLmxN7
iuk7Vz0ioaBxKDsiDCO5VwfeaRMmgD7p4BYkaAV17LSEMvWlyy+P5n7cOKNP9EhvdUSF9AP4nA30
TJd2H3ZPEony2bsyGdHQASGStwENlH5BmmLNV+Rv1XsBMRx4K7RHO1R4ZG9o7hoJBj6Z2rtF437O
Yjf1Xs1aZy2gPUc5Yba8UkChLhgppi1JYxzjgfBsAEP1wSfCC46olktjXzsWd7EsMnkDM274MIZx
5QaGzZ4DZqsnm8ArEwzVpqjMH2Yj+cuj3vZubL+2mMKHNoYtpJPvEyYAYHdoX5iqbamSF0kmxevk
5Y25WfyU7NJYt7OTGaYl7wYA8Kpjszo4yUvsq6DuOkCbbplV0bZBwWn+iJu8Y/ayFudRTggU4MJZ
EvqfPjqP8HUnVhdqSPSfF6/63ULmVlubJY2016G1U3j+BsoEOtnVs4d960yWBtzeobbZDMA4ygnY
rJxlIGW7Kap9S+jSa2G6KUMPksRzPVXkTDpDh6QwM8AYwmouDHuDumO5zJzZfZnHtk5PgCdZ26Lw
hxQiMYBFrC9l65CUq3UvLZKTekNZzX5oclv7mWEdJEE2tp29EyMWC+Ypy9574EFMNAM5RCGJ8tLd
o8yJ39WQyidFEpxNvLoGI94FoiA2aI5oheZ50WrBrANTQVHATfQI1uKQwqUBbEqa2ng2uspm4UjG
rrkvZOKYe+qtQgutRivHsJv5gYFJAk8REEvUuieaGrH6oglZEN55lryiblaAJQaA5K9czJF88Vah
cArgPOUE4tpW7weOCwg8AKAz6PekSwHvI/4KRG9uxd6bMlDzwmlLeLFQyOAljb2mPRL00okTvRjB
HWQzC1ugeR0tZxQ/0W0KK3Yzq959t8ZKvUd2HCPpkbaCDFy4nUmMgdtHENmIfAqorKTeZkBZ+EhR
w1wBwuqJHzE/YZyYb0mwy38jKPDfRzJ9BMQch+eiSX6IVnv1dnDUxIxZJM8agonfxuQBJ+/JJySU
N001N9RUFr1PUZc/5LWwb1AvejfLoMgl4TXo/WnRWNPeHVpkFpQhqTTADTSXsNZILYFGK+w0RHGJ
2K7XWn2NN7PFT0loTHqR5l17xyylu8TOOcQjpA2N2i04zT4Pu3FY3nrqaYTfevpILjxQZH9TdhVq
nMjKZXQyQG5EXAE4eNgZ0gdZac25ecknHE3AdIws29L0nd/8sXKSExjslhaQLTc96H2cgcfwltEI
MsttrqVdpD+zKOZXFoaIEOqZMm83DY0X+JDWlDqbmcX/B/mPmh96isKbM+R+FahYkHnRt0h4dkwu
xW3WldN5ZYnhte0RA3IbkB43E5zRcdOmHbkeApQamS6lF+ms840XTJO5APedqi5jH7h+LTTy2CpW
lImbzZx20Mu8ootvpLRH5CU9UV4eYx/ofAs4IECTyFZTh6DdhGwJ03FnDsIfQyBHkMrmblX1rOqb
u36acmxEjk1YNSqi9PfAkUE/sHWdzjyZSLX3xu5VV/ErPMg43bBJ4ew36Nl80rHhvO9KJ+nDyEa0
s6Kd6stcpGgTGWbuhbStmIeUmSkoW93Sh9DyekcGGElFFCyGSi9hRQgKiMOwxPwetyFR15TR9APv
Y/JTbwv9YtGz+hcpO+Olxrb1zfALAW5fgZYIixqJUFAXhmrpzS4R2D8+W+hNhsZbTcuyaEORadLZ
d4XJb3f9xnpzosW8j9GKtztpNeMpEDzncmSdm7fuIr1LFQ0GOsY8m+G2D6Jnf49SJ9oNaUKgil9k
/tNiAIciZazmbQmPFTQcB22UpA8OxnTmL2BsodgSOcpsnmhvKwgx8F2KvqBAC3EqOfiO4EOrZnrQ
gDfeiSEmybuxTCBqibFYHuBJh01H3rv4JWNAxSxeJu8QXGt3lepifI30pG42XuN39HeWvrmwgHeR
ET1K1wFdbiPWHIgCJE1Ytuz1+ixr0GJmVka0cpEtHhIPP9krI8rOkS6aCP9SVMtB6erZK2Bj7dlC
UMWWl30do/KlrgxYk74bFLN5phX9sxTTXmYzYIaW/4kbFcazxnBPIiKt3fa6ISbLtrytg9x+7rXd
jMPpASI+vvNlmAmVFrJlTZbF9IIp5QJi6fCcD4QEJ2hr2QTyb0Xn39nsBK4yPTOfkaiSQbrE9H13
Q1Z7xHQJg3jX2LuEFGBvWzIoc7cOl7y/ERNLIEJUOMLDmBlbqhUo1jJ52kzuXWqRRWWrcjf5Fjne
Ed9cgBKcQ5RmnyP8OVXgf3WgnsgPy0vh4nRuo5xgGkS5FtLwwJhSfxO51pXZSUSg5Kz8NCJz2bqq
iu9LLXE5srnTaZW2+nUW+/61Mbi9sSEI63T269PMJU5ESy33etAGos4BIpKxTtSLZ6GHaqJ7Yqps
wHrRcu77UX47J1Ud6vJFS8O0V9PNZDqXGSIwuaT7kflx9ZvTA4WCor9MTIl2PFxNS/4SmYhCMcBs
UbcG0tECV7bwNzN4hw5pT+Z+KKcr111Cpx5u9fgCDWmYZfGvmFNinh90Y5C4Oaf7QididCkaBFGj
GSzufcs2UTMXMtSbYACTMFEfj2eyKIXYoNSgpBxmTvq0LGfuCDtodIky0AiD19A1bDh+hIlatgVg
WB0yExkS1Zb26BJGPh7VhldAbXRkL0Aki0fW6gYEnbubS5Oo0Co/00TZbXujeXNnjhYazaNzF/7N
Iys+XwKCbFPuDOBmMnCMZD6xC+KDHQf4U9Tvq2QJLda00a9ZBGRxneUNmM98S9ZUGvhjb12n0j4v
k/ktLcolJBBx3DpYu078Xt6WXpze601qno1Dp/8a5NwfEMl5obOQ1ZlPfkiyR71NXa8P7Mm+cbA6
haWGuyQrbhNHaGdt1lSBKMWzwYY1SFBmE/0EgJJDwAXm8o5Ug9Z/dd36RVDMCw2nsLcLZ/LAbosL
chBPPNbZoDCIsB/a9Cf9hPYslsCfS6/dO3p9Z4rsdmZmQKw4bZR0DqCEfs1mei/kD/JG37wBYqow
ThuPaHGnD/3ZOLFS71Ziay/0+EH3FuK9OnwQo8MphlnBB/ARNpq/Lzv+U4MuoNn0s/czT8Szb1k/
k0I8CqqeJnr/iKT4JIYLMHB+RJT5MAP9ZKCjZ24eTCt+dbsmfo+zXcHUC32Q9SuPwmKan9VSVDc0
FpG+10+x1syXyLXVnVUl7plBzOnG6YyA7/ckd4iVtXI263YHHRDsr1F25OOMjbwlLFRtTLfsTwlS
3TNBo0Aocn0J7NjSODB67xzpmF9sM/TWIOY663c2G58NKSe7vm92ddL/zAhIClbRnM3JMTpnp1y/
Wanjv42Rl93x5csNMBu6s8b4FHEEJ+VIXJCUdZebgI80PVaXkUNcG+3SXCeCSktIkkX8zzb/TGnu
JXFrgUBKqNz6J6lr6a5PSpkF0luuWdZ2ovQurXTat2zpB0R7aRerjV1VJsnSSoa+p4zfyidpw598
HC9yB7f8irHya64f2oo6iNTuiTFg599aD4SDXcXQsdFOwWDlxzVnljoQzRSxWuo0GAZjcE4NUYtT
3/rJOF9CZPOiCjAbQgSGvXTAPXEji6zMNy2FlpDsVuPUlJ3jhwQN+kHkCcRREhRCVMbzGPqlGNbc
s1jQg8mk2pldtc/KtnJZaQyfHbDeU2/RqTkExC1RHYuJ4SR2a46LgwsYzwmkJC7p4EFT34K6SrJb
XyeH4ULvMlO7s4oWl9gGKayjPzOtdW5gtK7QDm1RF91VUsj+sUaKywNVTedceg4ZVruprMzufq5I
/NkkSyMPAxWMAtgnLUbSHVH/n9Cei9Hi8n/UuEjdZHptaZ5gK+h0Bmbhk+FsVU0DRK6JCq96mHgT
7S9o/jO0fx5QaA1T+ssym1nb8ceZyCmXRSQaeaW2zXKEGdsk69CNe9U4odEc1JScdIloCCLP2/od
e6ymNuikzD1aHoMqChr792pyWPL6HozDyVg1/Q+zlOkvvxLpo6iyASimHMnnm6hOPxFy5d6yDOCX
mEarfqGuYoqAkooiZpDy/n2vI9wPpgpG/TkPqmG9KERhBeRfVddTInhnyKqs+VCY2KtCnezE+Ipi
6Bo4O+XtXZJ4PVyTJNly8iee1Oz8gfOtrAGQKcqlYwBELp+Az9vTK2ENkr96URrmDkPZ0E6brrkz
pzK9HBzH3sY6UdZDmalLSTlj5+uNfDYxMjV7a8LssEs6DXk4qn7q+vDpKb2OgODpWtrzctYm6KEo
7S7jdF0PSfqKEhtHyZzqOadMz0g6Vvy0Y7M7kMinkc7aggxdv4F58Zon3iPo074ffGwHIh1RyC5C
/nLbSBf4kzw359WU7GF9WeiUk4ms8S5oNlB2YvyzSubG0PxgSSje3ZngjU1rEgqwNQozv1hcIH9h
0heieyeQ2qFwZgstSEwsLDjlBvVa9HlCyudMusomJmflOllIyoDsVDUD61fls4L7bXRftMX0bMxV
FIXm6JhvhJig1c8iMctgroupDIvK0Y19qvfehEenyG+7xb2IKbm+ZAPM+CtBeNapbzuRYp30Zmau
zs2pUxNv1jD7pSkF6Uho770/Fc8in8W5kQilbXWlsz/z2rwxtm0TOR1+CGcB0j9rd2O7RtIMk9VQ
YTeAhmwaNzUenWFx7/yoktXOJNbvhvCPSmzKzOiezcRpHpp2Ke9ssqz6DXV6NmeiJ4ptwxZ5VVVG
BRYLHQfXSS3TqfimrfJvn8OzEEqvRjuTvspx6xaekd3JPCKSVwHthxkzXC2W031zlX97VpyK0OnB
SliRASAMP3YmCtCspAi1+mHWGmM8Yevu3PhZ/dQiXdhikTO2MzmMe7PxxR1av+J0ohK3E5UdfdPX
+aeJjBYY9ZCgh4ZyjT7axx+SVWSSCaNAotsmubMhD5CiYaU10/liJ+43t/1vz8pZNaQoo+j3m95x
G1klhZHn0PcOhJJAceAY9zCxhGxnx+bLb2zn/psW0NrT/9gA4m3yMtHMrWDPY72sMTC+OM4OBy/3
o+7V6CznBWAe8jei6XrKkIPh12GZWuTEUxC3pxOfL4cUV3CJJ1//ln8GFv0sGH2rHg26Jg3Xjw96
kNPoyiyyD+ZoNVxGdSe1WTn/VXmA0oY0Uw85NFot3Iofr2K0KaR821h4wt144ld5cU7i4XdaxH9a
vetVTIBLKHRdBxTHx6tMXiFh4UfLIZIO+c0c+/bSEeMDObQ6x6142ImIOJOvH+AnIxUnIupBMIFw
c47BFwi7bIyb7nLoUp9GGSsazSOAH0hHlm8+ik/e1arDIoMRpciqXfp4fzC721YM3nJQZrm8G30j
LmPP6r4ZEZ89RWCva4iM+KMr+3gVwP/KaRd9IX0mJ7XaHpxmU4xjshv6tt6VgqOkTobZN4/xjxz1
wzfBDa0EEfR8OrKKY62UnRBrqLXOcqBjRbQr2bXsMJ0+N9+oxpKAMwPBGNZ2lnqwxTQ/zlRNnfVY
5OeUzjpBJKec1m20nlvnZhtrFHOlTo+yM1bb1dcv/ZNnhIAGMQZESI4LxyoJ5blEfKsJPfhExcuS
MGXrvghJk+lDnfCMTdIggf36mv/MUjS5Vyoa2lFev35s/EgLnICQ1ZdDQoetM9M8LEVGXy7Jnira
v19f7LMbZKO0opuZoRzvaKhJT04pOy79AFEcwF0djxDZpJb228lN9NsK5939MqfGy9eX/eRjQsQP
vhIXNBiAY1VnYvkKN7FL5a4v8rPIRj1BSOJ0VdvfGtg/uRRCF4hzgHtWaeP6BP5SnzhzgWhTmupA
VA6pYz6U/Y2I3eFQVlX+jRbks2vxzboeEz5SlGMlmZfMwsPouxz83mqeTXumkSooJm2KYva/0fl+
MkwAAMP5QeAPaMk/mgTZwydWZw9MgrXjxBy0C/i5XpmfxrxO4iwQ23wzVj6ZlrBQw2VkQVvRskdX
7Fimlb7OgHlUy11lkV5DN1fcfj00PpsgAFghpTSZ+dCXHKlDQeYjMze4sRzQ4uvC6P0f9s6rN5br
7NJ/ZeDrbwsVdiVgfFOhczfZzIc3BZKHp3LO9evnaUmYsTXG5/H9ALYgQTwU2V29w3rXetYdKSlG
7bSgaq/CHJVzkRATxhFbXh020yPDXfNjLnAhupqezKcwTOZgSELMFEiG0Za58/Jv3ul/9VrAveP0
b/xuf/nLD9klZVW3Uqx7iTHN79au8vuhH/7NUvCv/is3sC4vws0m+1c0zBQtzjy2zrIPV1vbFglT
kkaN/p23+F89tQ7QIxyDJkwi+y/ZpbhQ+3AM23W/WKvYaYWcNgsTGa79mEt+f3P/P3T/b5zW/+E5
9z/6j//xXfZJv1w+iu+//+1xSvr1u80/yp+A9n//F/uff//jT/3J3Vd+Yy2UnIU5XWCqv6Fmpu+u
//vfjN8AiBDNc7QbtU7jNPm/ufvS+o1VBiqsxtXIgIrE6tZVQx///W/S+A08F/kT9hEDnIyp/SfY
fYI8rJP/sG/jqdNNvLFsFCzcfLu/+Fe5okYNkTYmyHKN3zLpwI7QUiYmqkyZqCvNzbWRra1H31KE
V9dqfHUS1n3R5OE+XhslqGOHtko16i5O19ePXN/eayre9j0zjLtirpxjhvJ6cuiWOEd2X+W+1qXV
ubxNaJLVlGeYKQHQIY3yS/ZHtxyp55s5T3O8pvPFFLWSutrIUINb7LAdQjM7pG3fb9SuWn/MVkou
eTTsbl851XKMRt04Yr955BKbnGf+9Fa3WkRfRA+i3cAX3/rQmIOk7LuNVtfX3EDbc+ay9S2OSbYn
SPluLWa/aP8URmdyoHm1vWEl2jgxto2mwzspkny+pjUds6wl4DecSsNB0EjQtml9sBhDQxYq9U1B
LOpryudh0+ryu+0SLVCqRPEqR+qexhzyYOYUs01MM6CYtuNZ7aKRUnr6dLAYqNZ+GlETAyzhIzIj
NRrenHfxm1Iu4lMThMHVmvPTSEU8o4FkIY9VILhb6ix+MFfTPguSMTvEGyqmKrNxfkRqnx3aZMGo
xEgaH8KY7yBi5L/mSIt2IGw2c4j1q4uHZTdWZbmPq5AKSNIC275Vyp1d1PXz1AIcYIgfnSN9tY4E
2xuDStBu3FVx19Fyk+TGkRZD1Ru4c+/zzBEXPVEYWJhFtXUqJfWXKhXMnvWCJNAqGGJSEcjYdqk7
H8/5LdBhHsd2IHofVut1HaVxBa2C37ku7D1YBWdrN6LdOk7XHUcQDu6gZwCAshHi4ziXO2si5A+S
on3Wcoxf5DazjUp8iEY1GnNv4Q7foEvOb3ShPnFSzDVfInXiMGHeZqwhA1bKxuhp8ToU/8tU1Nuu
z6xPZC6+ChgJLx37pHUzziCIbaaeKFBmMXdCIbbAe07yXFJa7cGEgl9gJYVPlAVFujCsfWHjcUBy
7Xe1g75nTs62GEflReeq9yTNsGcqpKrCcxSy6DnNgUE/mEQyq1S+VfkQ79pe0HFkRFp5DJ0SnUTp
lsErKhvjIcle9S0GgUFN+Th+RaNcvDDStYYyUAISXT2re5CVmOmUMom3EWomfzE4GJZWEjDvpaww
oW/ccxaIAbqW6QGtzvztwns5UtKgqQETIHNwGWu8a9w0PGxI8ycV3MYTTXXvmVDb348tF7Udj3k0
Fh72WnWLpVG9w9IdBl2+iC2y4hiAGVQ2ZcFL1I+mem7oCqLYr6h35uwwOeZBw4HTGXGMxLPkw0sz
OXRSh4Qig9AY3gSI2mdtbGs/HNnduqrYKPNc7UrRqb7GUJ/5S/ZW2Z0STNIKX/moDqc0tfNrEc8v
1GJZu8EQAD2029NIAah+N8v0Iaf9wV36OaHSNcvuw4FebJndGkczGqkvDQm0IWB8c2u/qprsxdTm
eccIdrjr9dH6xlyjHhd7kDTkmp3uQSdIPJ15cuxRNNKfCqkgcE3Eas/a0BejW0RTRyGm6RDlzJr0
GMeFgSUja/FdIZOHw/oppnY5x3W1/mysKk+wXDJOqusOlJQ05w3cngkXYu58qyFAG4fvt8Xl15PU
LKYjCCKJe2DZ1DlWCSGN2qc+qLVcQzB+O9gD8uMdjV6E9kQzZK8NH/VLxfGFIbYo12slyjO1QtLX
bdIUbGVx6OLFRpSdqHoMckuWTzNOJcrsKDHaxqCta+gJM3FQwCtJIQ6aFU3+vKC89QbLXd7Qx+kn
tBcHdiJe8qGnsjgr0ieNQs3CmexTNLWUE+G/82mS4nWHerJFuQIQEkadPwon2usyHk4gxUwGv1Ju
tRp8v5ONX3rTs2PRdbrXh8XZkFkf3HnhCYohIHmYVICW3ubzSZuu58Skx35Mim1VMAdxZPlF9fSP
vCv2zP/eYOpcpBI/UnGLVSKOUjouS9rJXAJdIEGjud4RwP0Y0UPPYqmik6HeHhJdb3dKkncBg3u9
9qI5Unf1ykqZrt1lcQYdRo9KwUcui0NMWt5l2Fo/ZYm1vCdNQYX8Ys5ekw04YuE59IQtqx9a3rw5
AKAY8d3hP7uRjtqffdu0m14bMGaYdcBqgcMvs+bLKqT0It7WPbHuIwhgvEzSxiCjRhtMRZ8lpWCv
PTg4Br9lgmNgXdm2MY10NOX6CYR9FrOY6GmYsjcKUi8PwJ6iuxyYGIgJbDZ0CYKlGbLTkDHp8YhD
GpXLQ1jsZOIoj7d56wd9BmlKexXh4DlJwv2I7r/FSjqz2g356xJm86G11XVrm8jJCqUdzHKs6m2o
qVeFWTxo6LqVuVe1Wv8MmbNtVJOiCHftdetIDsv4WcW5dufkhXJt6xi2geBHvZMRuraHtgoOYDlM
oPdeqnE20mNSMW2dw/BLndB325BNzKzma2Sp+qPQNWs7zSsNcV1vuI1VW3vU8sm3eyP+0Sz4ntym
1sWPTET1Hr10LhnPG3uKddC9U2nzF8PY8mAqfloZ89HQZvMuW5Rl8iJIWtdoXq2PUsvvR/ir44Zj
1UpdJJ6hM28xoObeog53WpfhRc+U167iEzXbXYSNMMcTs86RSwVFvqnaW+FaMejPWigqOq9HI/ZK
jp4WlQhK4zcthwi3djBPG3ltvtWJzT5Y6+0xpBf1bFItcInbdHxoo27eqx2917FoVg8uPMygCjex
qzmz+OJnvPW4KCBwvQIc1IWEpXqMYvhgTkRBB9lzjIutFugRHCcgLvqWini8EJOWZ0yOnCJmLE83
pjPEENTrcleNxRmKOlMHK3eiwyhpORagaLDDYgqFecRE1epjxvRjm4XBFA7yvbcNG6O3zViqTNXM
I1Zm/Sy1FjtQ6SyXKqzj7UoVJG4JtX1KR3tgC1FBu41MbkkmK809na11v8tBqPozH3ZjF6cm1jTU
GPXd1uysdyNbnbDaFfa2SqJoY4W2eMzimxGqCk1B9smsX9Y2bX60UP6VU25P4XeuN4P6GIfljP2v
ttZNlePtYqphvWOngpCGq0hqG6rghddZTbk1zNR+llX3q9XFr6o39cfJCW3fLhhsxGz7hWv0dfHh
6HWv+Ep+mzIbvXNppTVwAinsF1zJIqUDSREH4qRbKEs5J5K4epQSZAIJXWPTUAz4YKQ8Ko0N7qOf
RjAcfbtRlhYsIqig3oXsV/jSmPtNzxt+ZwjzVXKW3NBfE26KyIoZ9c/pt12slo/HU9/D4VJ9izZg
RsFxHfBONDsiG+tzSTtSMBbvjdQMIOJl5lkK7w18o1PpcBKjwZyjqrFVix8WFZEuzs2TNNbHqIWE
V/di/Eh7IpXYf+8pSY72nFOurWwYy9eXto2/tcqBmVo+NIrzXeYMfmb5pWfaVlTUnkzVqp0MDkuT
Pe3z3LpneKMG9ODuZ2zoYLzqDFMiCp7EZdJGJnsPVo6AhRB8j8GZfoIYIuMtRRjrJybCmGVzQqun
DztNN2Fsdg/L3DArDgnx1ft0qApxrazesK4iS74sTrBXTej9E0MCnVRAb6ZuqS3RVURdwwsBAbiy
tNxfZ714DJH5cNjOqz80vX2gZDgKpnVa7xxjweViOi2G75VexqO9msJk18MqakQCk40yRAtmL4VY
vdmmD9HAl9DS6rTqcgY3JXadkyY7kHzcFuKc3bVQZLwXUS7urbUybay2/XqRtM1/K7LFXZNUcN+N
trrEIR4J3UqMe6nhcrLqBAzPrK4Ki7FubgdOOXMyb3NS2ryeueiCGH8yNZdDCyZSknlYizreUX9b
BnmYor1R5X3Cv9bq7L16c8THPnmqHc3nopc4aZM3s5K8EF05i31J0JmztgkIdcB2OBS4c9olVe/r
hc0Vy8dDvtJnXA5vZUFoc7SGxyJZ6TMc1mJn6iFIDRvkW2RYh7LopwOmn347tcz86MM95bK5N5th
DTozal4V0eoPDREOd9DSzi8XLT6bAJYCic7kWZCztm1qRXvsZuG2ImEVLBzB73CuaudYnbVNU5gS
C8/Q4CG0mmuK5fawatO0B7iFwWWZz/j2rpYxgonqJ7GfICSewwXTqaKUThrQclZkm54g8cPazz+x
jam7aVAmn4iLRusZYCpO3IOgLIOPHcCcrjPIdszJs4XtHOk2ch7UZcpegRZnWoCmE8lgIkzx1NoO
KBizcOTtGxTWKcLQdYqyJLomoVbO3myWdbC0zurHKiuCoInAI/HTerEs3yJdOhc8ijxtYyTGk0EV
eudHtXhrKzsN8C3yboW5crCpQz/gTOfCmutUDtXlfTO2FtfINLpfJ4qGWeGKB8NY+03c4nVpTEhW
BRmJz3aERp32gscOubT5CbqpejVoFcfIO7MOuTfTvqySKgYAF+ovc0M9SZWa2ePYLIo/0WBDOWub
72drzc54P594GDj8DP2iHNabrZ/hME7bahbNvh9C6oKUBc3ZSHl/46YbXO4f8va7xC5cxPmuWHr7
sY1qzoRa0tlvBQ/GsZswhLocMM4DOqkHQX95slej9qxhFp/huizAN7vkl0oY5s0kj7LPlG5++q/K
KJqV8AOMNkONb5+uDkNVqO8wSeOXtpQP1U6n438NpDxShA7DBeJBaSaGYHfBVH+pU1x0yRB6JNwj
TgvJlWtnelFndfkjXv4fCXRPVcH//uftz3xV9dImEM9+b2z8P/90Tr7aig74/r/9qu13dVO/ur9+
0T99Z8of//zpbqLZP/1D8LtOdh2+2+XhuxvyP36K6Lu6feX/67/8U217WmpkuK9qKIGjPnxTPFz+
oxDHuOW/k+8u3/VH/n99/R/CnW3/hlatM0S/VTdC0OI7/SHc2cpvjG/+YKLrtxo9/s2fhZk6ah/Z
THRdAMHk+G8q+J/CnWb+BmpXh9djIgQitv9Hwh0/yj/PeGDCSYsEMwLvP08+UlEsUc/9bWflRnsF
rzbcxXFY7MEvrIFhC3FVtNsd0elHqCyJQPvbam0ntinjkYcqAxfLYK0JwrYId0m80E6sa8OvokhM
PzOW7HPSh3FnZ9bNHJKm43eO7hUofZF71TRotwacaUPmUdsqpowfQW90l5g2a3bbssloo9Mr8hLT
fLaLMHrEVbcGZJ2U74yeRj8lYN3i8c6sHV657OoomJircVKe1pqVkYrd0H4gna3uTae330Zum/u0
yPPPFVjxDwCJQKsb0TQbs8JPO3GMOQpVTRU3UjL7jGsb32NXZj654fIwzZa1lxw99uxd1sPNH3bR
46l5bbQqvJ2QKOfEe6SWFvhRqW/mpqm+E+JZ10aLJSDKIRY/rImAlTu2YX0BN9qcORrD700K4763
Lc+ulOjYJZl6AXM077jlLw9jWudvhWZEz0nWmAwvUgefsqOAJZaxvr6PVd8fi0LclCEsgnj4smYO
4JHY2yyX/WlItPp9NvBo0a7R/dKBVF7IEww/M8qFTmnnzJ0H0ZXwzYxR2R2yUd032KlfZzNTfcQ5
/bAA1uOaSmoF4YbGL+k3sWxfQ3If5EpAS33VzVJ8VVpR7ldugj8zAx6im4pRh547cZwplcXvEI83
nS7bm7H5US3B0nLoQaUl6EKC0W2y6nXO1Z2JPTgwZeS4SYbpda0HDiuY1mrpEER5KlnnfFwQVkCf
R7G1oMS5AsAfx8pNE8VyF6v9RVdTd1hxnEY4HR4o5FJ3YTrpvqh+RbqubhM9yT00y4b76BCU6fpp
Lt1OdYqtUDO0W6NNsfVUvkYt9TjIh66UidsU+bqjEjqIHQ5difNBogeesn2v4Q35lZbEWtBK9dkl
yK78nDSEHvqkftX1OL0opt0FjU3asmETcSX/x/n4oVPovHPy+HVysC53epsdKbbx5+7T1LA0SjiR
vXC21mTRTj2jB2rvhsqPlWVrEMZiT9f81hJO+a4ts7GxiwcitDXt1igzmMBy5WmAKVcV8Rmgo4l2
GroIA+w/CAtWOV7BlDCwLqb7SQ85NPXDNqKBWYvLLwLhtquCnC5wIpvlvNfZBb0Yhf0GrmHMZhMR
Upo7yRj4EFtc+yvjh51EP4mj3GF6p/FQM74Ty7zPEg6ZxVTXRFV6bIV46lw5x6DVsb+RZBS44aJT
saLQdfBp8YHeW7ETxNbkMXMngtvmgp8xeVhj61qEVvvcOKIGnZpk23ZItx1Blgsca/qwS78w69Tv
oePOljP5OZVZE7gq7sN2uqtVnkRTypLiveJVuZG7dcTWaiAilNeG3Bcyf9Sa8teQP5MOUjyw/oPb
MvJ2dT6fFKaA28UtFyhqXx0Ai2quWPS9o/aK2/Kpe7JGzebWrfCAzN8mA/EDxKFnyjzKe7Z+fnV7
dmvM1BuHiGfPGptZ2AKLAVrloD+WDXHCNrraFsZdkG/KdWkj61d5k2fiJQyGsZh9o830iyXXD5qW
ENSoW7I/5FITdI4rpyUgHdM5DkCkuJptO3ygP95kwrK9m6QRbUVfpxdFq5GfmD/3xxqt2h9rNTxk
XEIWjnQr7NoRhmvMEnskCXoHSrb+WqZV/xDVlHytsVN+64Wi30dtB+GlaehIchCwc1viwJumF6MX
mIbM0NgZQn3JUUlcR6153FI8GLaBCG86U3vgknHDc9DA7pmZNClH14/A2KXXdpH0Vlupgm7o33Mi
qv1SElMQ63xUMTkfSizbQT4jGah9d4HEWnvInpzlnHq4anI+liVJp2QePwZu+ffIGTcmptLFrlWF
d6FlFl/oftZXTk5icfWhlBcn5aOa/Q4gpzXELj2GH+iNBPGu81Kmt41rGThKP4lpXND71WsRqV+r
vB1RjUTdGCTunkZR32j3qhIBj11nlrNsPuUaCMQwXq23fm4em0KZVJerX/hxs517NUEej/qdLSTG
E3xxnK9sHyypUWFsOpKOB6T7fAdrenFvPUm4cXSf0Zic/GTuDNVHiDRMjytm+1mbWJLBckzHfpRY
UVAWLhZaa+qyuUsevnVS64BlLPdlQu4F9XnQKz/jOWvbs5r0Pd9o3Estxx01OpHvpI3hYi30Riw0
etGbl6F/y+u2+EQ2QofOaH0gixsGjPuNoAcFrOJU5/qaZxveioLNmCRTKiw4NqnY8Sby1kMpqWJN
3LUzvygH2AGQKFIbucLyPVSpQSKurgAamCfnNY0z3Xbt1WJrcG4xaVvYrdcypHF1iBie7EfHX+s2
gB19HxmRDoT6lvkIvT7KEY7JtPkjt2xvTgk8md1mtdu3Nuv9aZa/bGWGFNzMNFeYHYL8Oj5PFfTU
YW2sc0LbL7X3hmmjIAhy6O0BtS7jYG7qR3BxDC4AkaMKrgsKABsHCR2fxDJh6CbcVNpPYfVjAPIc
9gE/p4m0V0mT93CYPousOYFj4kqjI6vN+fQ9zhPZl1ZMBsvLBKyY1W+USuKu+ajtGHRUbjbD0bOW
g51NhDoib7BUwp2N6XWmBqU4rB1P18nmCoOLTO74cZLvy3p8URbxPptNSfjA4hrImeG4jKDw41X/
henqbiXKR9h8OuhC7pwsPacZ7mzGfm69zo2LG/fLyghBJMvKHNCRXPf5G3XSm8DSu1+LYoL0uTON
9sdY6PezjJZtpYvmQDmmG9pwLKym+AbGQcLa9lmLyJNGzTuHnP449A6/R42H2LFr1V/1Ce3SyK7I
EsoSCrdoZg2CeX20qGnIbkUAakdGsTl3mPjeknHY6fMDGX3FG8IvQqfaKVJNZkm23+NHRocsGV71
l1LEmxG6XUQhQdeXr3E5EGQuixfVKLwVb9Gi3TNcOef9slfw4B9SlBqXt8VnTvRB5QfpBWl6VU+8
ItPXKzyT05JUF2DL92NPXUdcyN3IGr0ztPx1JQy6sed+b2Td2U5MejqhwjPBG0e3kUO8HwsywZwA
DlYZv3S5kI/lav/SKqYY+NHtuPHKPnurZ/IQ8Ku/HGtdA2pHmBTdBLDx01wTomAholzBwyowhw+y
eLcR2k9NY3iZgo2IKDQwCONi5ZnqjolOI8H8hiSb3NWDbP3by2QQbN+YhdGcpRTykpmPOP5fAGjs
DTEFTZPkD/ow/2JGgs29qhR37HCxTLZsf4rEOHYR4eQhLJ/HRHmaLKm4StGdeGYzDl3F201IYAmY
bG/J7ZVPWbaRWTWx5a236d16D35ZJThoEOLLU8blIrO9tsh/WNzkOwLpkSm7jWpMmqsufNLcokRN
MYoY6Selzzgr08tUVqeCGK1L5fPDEJm7umd6JewnfZg4aYDXeRwoZSQ0O3PGKIFOVHyiq8Ubkp+p
bdwPurKd4OzEt9z0NBVu2izOSa1XmIuND0bi3ozyY+YYZ/IVUANH2A9OUo67mtFd5TPAIElD5wWI
S+DjGr0YgjwagLrUHychA2POoGuPX1D2041h1Sjhcxmj3A771q5j7jXLNwu/KKLjwlkUaXQ5aJHK
mWrdYQfwEraVDvGcQbxSP+IRI+yWKeazyPQDLSfGSamro2M1q5unDxrfzVdlvsudhjmnfUyFgp6T
7rRG/0Rd4abQG3djxyJajwgvq3oXGhkn3LQ6sSedlLB6EfPK2ESzDxGLOIIY6pW6i/M8BnPR3ynq
HRLWvjOX6y3tzjtiMp0eND6s2ppylKuPZIcepdI7QdfF76IrzukKqmWKWDd6ZoMJ63RbP5ndVDAs
hgl2Iehh/giJ/hqpwjVsnD55YNmHGZRvbzNTEQ/UaWn2L8MACcL2eEpvMz+sBRcxg8C3lTcOU2HM
T2v4CB8cfBxlCqy2fLQSC/iDprKsVtnLSJUQnxMisOQteBxWhhFmBa+LtoGqROtx2p+tSZZ6gQ5A
lHt9tNhbvDB8Eep4sMxc7oqcDGPNwTUXpCUVdhaz7jwylGBFMi32p8hYvZIRwBfy9Pw+mM4lEYdE
9DMp+yjAAHfSFH6cvsd5sTCD4N7bcADqZe7HKSwNq8d/kFXPYjZ3E9mIbAC5X/ZAhvVMMkiV27KO
nks0qLBzmg3emH5vVwbVNDo1C13bPxaTHvMRa2xez0HbpKZ5LTM0Ui3p76oOnbkXV0tdd6NlADbR
dCKpzkFttWjbDAolj1T2uWJS402cjN6o80IU40VL1Tfo+42na9WJeNk30llyIaKbulIrPxe+pA/R
pkesYZtMoKg76tuoKaXPw9w9qOQA97NS8NUdd4QkR9pmiXynTEELqjka7wumA1fseZ2rYmQxWwMP
TLq2roUuWDX9Q6IyfHQwniDclie9Ntv9WA+tL0qBHSX+Ccviw8It4jHTxl9UkbPUzfbNwnj3Vk7W
XWHPic89ovYBi/Br1NnWVPOTYk0pS9Etc1NI+8FwxFMj8mWXhjXzOsM+Tk793cb9BDumnY+6bhVe
qHcaAVo1wuGAX6KeD/qkPPDOFwEGwCQwEgyWHX0B6OS2r3QwNXg8i3PfI31k2hSgZ0ReH6MPmIm2
zwHflmNDdK8IHzs5b6a2hnIu+ozegPHYhIjTafSktrhF5ibpt51WKD7lllcSOYd0lF9dQtrMuUsj
m/Gs/RWlLHHMHL5Lklqu1soAjwqBeayAk6PdMwn3hoUjtcXJa5FQhh2i1FH1PFa16gJZ3EZxcmzS
PMKaRE0FURcb+KBKbh+vgUbLhzst2IH6VOGDqllBnS5kfBCyYyRhTB6DvyqtultFy29qce1sABiY
C1HgsW+DRUgy+WOinmphkshXjoWxjoEYozuqTjZrNyH1EipbeFfdtnllygTGW6VBKjbNFCU5/MFS
e5FO+JjTz+Q2KdpRxoahtejaWhvfVaH2BtXtnhRDFpjT1J3i0D7UtfKZTPb3UDGUWIkyeYMiCjJq
81UtVQ3N3uawgbXOZV/diLEfrqXevKqj/mzH7Lrm3NOTOjCxMLaKytmqp3apz4nNz/Kp6IdAqzUv
mbqeDynTkoRqIq377IvsOQV2IdPqHrVs8KLM7twVylq+5FfSVb/CMLo9KTAYQB5VLLKJJyJB1o6e
6ybOfmWUnnmRLh50kd4r9cqTXqheY2BsMm9lSyt7X8bTI2OgtoK85CRYa9eFmau15jCohqn76tQp
9AtDbiIt5jxqOBtlledqoZQiajehjH+laoLdCC1ZncfnqCXlIziM1sgr1HZyO6mX5kVPtM/cZicY
646v7PI0SBXtrjBMa1s32MLzOUQCV6SIr2YOoGRxOD9wcfJhNb3xE3s644qiaMDPy0A0RXsXxnV5
0PukecVgRwy7sxGB+uQHeYb7Zam6gPHoYxXxIq7a7C8JhwAcQS/1PHPxWCwitog+Q9Y8pnEexGEC
sTvFCdCaT61qnct1OqfJyOWgOOfGM6xn26cH5DUB0piJ5RtKyKkT7V3cZwEoxWaj2wKnoD1gmxPy
R4FhQEADChJeD+IiFA5nML54FK2iBuFR7TVD7JxUV3jQ9aAw9JjzZVS7UxQeTHzJgC1s4niAB17b
2+JiSooLjNcE2rBKO8PGEvW+K9dTZ64byo0fRqYg3hLGL9kQbwpi/Rvm18emGS/qoG7A3lyHaCAw
GoOiiPC/2ys3jin0atwJJ3QBXtfy2Mq82ziZBWJn2ii5cz/e8njsnZ6Fecmd65TcrVJd6Gq6cyiY
4vyc3YUSXDJZ1V1YlptcItayP2VKzMisfJUzhD5zvDV3WVj+sCHCL7oNzkvlSvkIuJ229wA3Tlt6
Qxs+3JHyOHevg1nuEn1z40F7gxERSkD7waOsgAf5uhWsd6nSB0OsWveTkS3uWjHYjcJtqoX2xm45
qPCo70edFHB6FNI+WU51x8XzUPTGT2pX3ThTn+YRR4ySi5e4QsLqKotD/fI6RMlOMzTOAPWjaYnG
t6pXJ+OkDQDM7dpF303zowKvZWy5+zPhobAJJ1OqDN17TkeRULqjIA9KRrQ9oJ52XoUjaG4HnQlv
d9+TmvXWeHki4X0H0ebAR+qkr9nzONK/NFnTC46S1GVYQhqyOhqlfalWe2uaN/LCWqvXpcKG0s+L
Z4z9kQ8FrqXCU1X9JeRO4Eohdnpa36dT+5bWnNpUqx22RJxIW+hhfdTa5pjFyHyGvEsM/VHR8r09
2HcNjoZWy/wZxJoFIgNbHd4kFY0sb7jaabe7cvte1/AtBxNZVpu2RbRVtOViLCWrQFceCNISlSZe
a7caR/vIYIrbAO5VOOhLk8PnOiUXS+fuV4A0JWHjxQ3RzSk72KUkZqPnAP3VLyUWL+BFFK8BvuYz
n/qGMFK5rcPzrYysdWOWLw9DNySBqPr6FW1RT6vQjyduMhGnc0K7frMYP6yx/0EvWeLn0NhO4Y1m
p6xtdLGddmdk04GZa7pJsB8sbcUxa1w9WXT6rmofpdEf1CT/NRGjfTYVcvnSsNrduvKmjJkzXssV
dNqSADZsO/ARJllTkm5cVu10OOLmp1ovz07gsXal9QbbLguWrqu4jEOLGYJVIp4V5AzmedwSM/Dw
Cz7bRvgjLxwVlwy7nfLh5NGTMs4ne8QHsT7kGgfHhl7v0f4VcVKXTCZsS3/X8varVGpqi5JgNmB9
GOLVaK29qZnBOuU7ex5fVspc1jL9Sefm92JwXOnjR6FdSb5zdrSOiplfNcq6XEwgp8GOTmFaBzXE
9VQxsUGqIg0wjFdulyKnJua4HJUkkhjVksnDgBwIB2FqeUm1RvMQrCd2Xue+WtMnxqT3zEc43toM
BfBLBS3XO7qiQRrMU/Rk/i/qzmQ5blxb169y4szpyxYgB2eSmcyUUn1nWZ4wVLaLfd/z6e9Hlffd
MkuydnF0T1RERVQpDEMgFrCw1t9UlKFthzOFihHnHdbzgDcObRY8N2pMGuvtJbI2e2GYD8Krevoo
2nU8AIxUzMKA01z3e4ixE4pZbb4fKWm65Xiho2w2FLdVa4KwC5kOOKZv3N48CZEyQiCVrasH/mXT
IAZoyeem11BZ6629VDE1AHnjyJq8BDQRuOsDdH9jG+TqZc3OqsVwxwPuyuKc4MdCnFs26mh66Toh
uSuweQB3XSJ31aB8bav4ogspdSvhd1LKzzYNKTcu2DMx+dupMmpyg3OT58a6egzSuQaKDlg4a975
8FI3Gg2C0PmhIzC5kUF0MgThLJ7RbgGeW0hGqcjgTx5l4urPhloH0j7BrjPD7Cyj5TIk7S5Mc/0G
X8TwhBd/ceaEpGgUoslwuS8RtHIKt9Od7dyz39aaKg707HKUYZAFQrsyV5XrolWptgAGI4NRTwJP
F/uoRBMy1L8aLYEzIQ8WFNGZVaLKPahhStuiIfoSPSdvGYWigkSw6pMUfZ1jR8P5PiudBsAHfPPr
wcgt7ARt5yvwofGi8rL82aoponG4+TDEahCN+1ak4IKdGv5eHQ/2xshxZTT9m37swbW1kEwGiv2D
uE8KFcNpxUuLi76NECnLVa9r9ojilaecOxQP9Havhxhbjio6YFZ9DaQwQEwk+qaOyXmuIT4RpbPW
53QBBKGeBUJ3tS2Ky4lywR9l4WXXQ4JepZVE9o1vdhTu25FSWmKXZorpYhIdiibhW/l69RypXUaI
kwPrOHqlNe7Uob7LcZ094nQZSR4wAwlIgRcz2IkAC6lWRUoAQQMBymCPXKuGFmBkON8LLVJo3VC4
xj3CPsuxkXUTHl4u9r3lfraem9MMzZ2aNjyPEQS/DFSaP0XfInpmWpghellR/RixrtoiH9SAWGGO
cdbiUDhMfXOCG7h+7JEvvZQyVG9RGZBYaNgWdK8JvbENmb0XbuO21oG1hm1z2k2i/cMXZXIqZMyj
2QGsp8KK8KyCx79CSlmgwbPN07E/Z0UbkDGVpe+VaJrxH3zbk4Y8R996eoUyJ+X6dNhPEn27bZZU
w0FFo+lqNAb73FMkmjF+oVVwAcoAybSCkHEQQniYujoNt2bbUS1SNUU+4ojQu3Vc5CeVPvK8nmLH
OE3h4J3VFbnVPvIUbiIryELEkmpTOy/9nrypSzGU9EAx6q0dfo2nVPmuIBw4bYIK3K9Raf6pp6XF
3uKvy8i0HXwq2bHP/oDsCNWP6dIqgmlPp1ZmSD3G6DGl2nBjToUOANwBCkuIxJvI8+rDKJrizKcQ
dBIP6RN0yOkeSH1+MBxeGdxXgBbHcri0yWeuqWGMp1GOGpOBmQkaCiZVBqswT4XRBre4vplXQTvE
roqezKFLeMRv0PEw+yveOrTlbNSeSd6R2pxOMR7xqagT/X9UQSQvweXjGZArzq1t8GDf4vWrXBjU
dtxiCMduo0RO+NQ4QXVhBnZy1Wu5eab1TvWE6lI1AhazkNLMyYrPqbHXgMJlqNRPMpbNduoGsspc
LdI/UasxkOgC4bL3kT8AEub72kCvCQYA4P+R9mN2lmQtPaekQ8IpjRt0i6a+RfESoKp1zQEiqNHE
KI/pogyxPk2bwt/Jgm523+WoXenULw6TqXi3aqHcQtLlEyg2x6KnZekRFMzweVK6+tGmluuWSLGC
tO78UyzBhgvMDIyDbn9N7dI6oKITOJuu0Zy7cDJS5EyNwp2wMylcqwmDmzruSs6gvEEiNa/S+NBy
xN8CnjeuxyYU+YFo9/xzs+t5CvbhMOOOezCa6H90DqrV3nRWGoGgzIjwn7YVNhWZvV0317pI0NiK
2uDC5hmJyruijG6Xoh1leJGTfOf/FcY3hGeRXET2uzpUaYYLKRdDM0BKTAA4qH1zD5VCGvRke+tz
y+PqsRQS50kFwtCxNdvhnCobtky5pZ7n4+B9RR/GoiRC/XybZ9O4swPNu6gQ4HbzmCo+lWqyCDXy
n1OzjW8dgbfQnH3bZ76TmF/KAXnFzkxRIcmy9qaUpQnRYLL2cTYMn+syuIMUGtxEfufvNYx7kYyL
SvkEYMDv970pTDqC0LDNTmTqtVJNrXKHJ5u8lL18MpNS/dFSK96EdU+nz0K2DXnFgvdahcfxtpep
cxoPovCuNVQ+7icjmB5SLiWBcTg1t/GBfqVz14Umsl+QuTMoGnObD0yjEg6cCkMW9fhMDoAhHLjC
KLDlyiOaCKDXkhyBNqhglHcinGVTQ4yPLHd63psOBT1F8eIzlYcvSm+UcTJRQj9DsuR8RAAKIrtp
Gk9qYDuPE22Gg2Wme1C9uut30kdvQVqPrZNK/AQsFRR3wJpCpug0F/XG/h7HFevYgXhxY5Hzlmmt
CaCbY0b3BiAj5Fbo2YYGAmESJfd9FNEeqtMmAnYgBzxwyzjdgXjhDndQNkr0rj4b48S7qfUeeZ/A
pxqaNOmFF4yQ1no95k074JBM7QhojLAcjTdVTIsg0jr7soh1gGlDlhvxpkD+rdtOSeuAimO/XFRm
1VQnIz3GGKXYtLueRkHp1JOFeTFOhkfWm409svNy0lx0gXhtAN2seSwM5vnMj3N9iLSUtp1kkzhU
X51WB11teFQC69EzOPvooMiq7P/wFFJDxJ26q3wEpSY8UVxZeZdtlcyykh0n84hWn1bI+y5P6NI7
UoQq2BW/eBboJeYgQsmNoFBQbwV92oSkE5h19ir3kYHkd4ggTx4/jnbl+Kj5xd3FWHXdsxVr+g22
PvStcLoy4VZE/RfkAmm1GZYNQcKOefHT+k2vYNyI+kR3KnVnsMWwlAIjoCtOcClrxdhRJM6OY9NX
fwoaVJs+l9O1bqn1ORYq/qlKduoalgHe8J/TXv8DVN3/IrycPnOR/88LKvAnHu8nzm4G/P3Pf9/n
8Y/kuX2NmHv5E38h5hRNap80G3UDzKpmFZpZduAvyBw/0j/B/aYBa+O4Yb344v3EzCn2J9w/DFwe
NEOAaROzgMtP0JzifOJTA380Zys0Z3bu+9fkrv9isYIzfNdLwv6VeG3J2dQE1rXFpB0LuYr5569E
A2YRFcgGhXqnazdGeZWhGbaPshvkJHP9rIdTpN4WdAuRDfIGFLUvC+S9o/10NLFBpixBJeE8cY5t
dsiLo8/JjaqR/ydKL/XWuq/2fb7jxumiayg4fr2lUeubVxAhBu2sEddde+H0B390B+O8dEz4tqdi
4lkZbTmFeGVF3kNQPfEESBF/O+TDtsGGRBHFrkFGX4uOKGSF4VdFexLZ1aBeONNJXXIAXWUBICMA
4La40OLPPljg3EHB3DwZ/fPEv+voHfNPeVWXRyQ8PmCyv2iy/Js+/HNFoTvxyQ171m75dUV7VW8o
56TqXR1aX6zODzFF5pULL/Qr5yWPL4eqsrLvH5WhsS6kgUBbRN7x0TT+/mHxd0DMA6a1DSVazlz4
Vx82y2q7MHjOwNzQP1OCo4bnqyEJ/JkVRl96O38WhfmQQrzb6nZ10FVSYstIxjt4qDvEdh9eRcXP
jfdf5EvXOEY39f/89ywT8MuqQNVke9k66FDmYy4gmnlu6/4II/Cu0ivAGUXoAA4xvzTGeMC5/Yjb
n3KKrM9Px6N/hPL9zyC8V8WP7K6pfvxoLp6L/w04Xvu3ON7r5+r524/kv07rmYlfvz6fcFbjP59n
wj1Uv08w3B3dAZfLlp0Nyv46njSNg8sxOWkA1FooOsGS/3k6afKTRvY5H2kGCjevqfia9Wm2LZ1J
/ew7y0LSYnEY/e5w0t7E85ryRdTr1d5VPEDNsdfVRyCMMGIwN/bSY9yol3Fu7qZBUlhVvpBvXw4I
6OgVbUBH98lR/BPNE+0Gy/Jv2eBteQOc/H4XW6zHq238E2HMjBaaAIPV6Fi/j/URhvvRVkofeZyC
1r+TZhjcUCfIMSMBPgxlfWzObQt6UWnW6iad2u90eT6XdqNDTJ2O2Co8m7L0N5piyx364EBaEN7f
a1lyT5NZ7gFxkChOeAmInK440GLwkBRkvVQ9Jm34ZBpQD6b8fkqjSwLw8zjVPn35qj/J0J0+SSsF
dVI7b1zKBj4d4+kHtO5TP813mPddq3l+D0L2vkzbS5nGUEDrYNj0VvTFQEF8Wyrat75SOS8GccgS
9W60ch/+Gf9qG3E1Ie78+wU15rj/97nw/xZ0qVCmNQWWmuXQHZ0IaGRX2tsWKT+4GDbgawBm6LHt
RBLs2hDAtlecj0X0lGfylH6KCfQShkYNRM/qUUj18pPUFz+Q0N+k3VdgRciqDddNZCk7pLf9vZ31
6WmPOD/MWQDHTqR3bjWms7B116JmMCTbCSuMTWKKe/qK4E1kh363PP39r6r/qj7y71913lOvdjPN
N7UDYt4dR6+/BoxwVmUR0EbjgkU+AX7DWwHRgW1gefLRM9i/qEM9gXGL3G7i6QwxnW46leLCv+PR
dcCe71trN5iI1jjYSD/5YuQ67+bCyG6C0b9ufQAVH0z9V0mMf099ISkUUzdEd18t4Yb6J+NEzd06
hqhoo7O5kwZwd9O7tWma+zTzKJU+dUL9LOKGZnewi6t+RxU32SYx21cr6aT2bNoNNeZzx4CQLPNb
f+jvfj/VF6z/WxtqccEEGJdZsQyqY0uJUgvhSiH+GHdIC3agKij7fKsQGkBF/z4xorupQvTLC3z1
hJfgtsqL85RQoUsiP1Die++jL65fwWtGsyxAd7bRbtoQjfGWyPqZbr+bvr04q7712y7SNnzi6Kur
VXUEOHtOkwO917HflAL9C2suqnYya7aBippvZWoH7m1eGQFSuIme3vkpfa9IDa68GcJWY1LjJ/HB
sFBNkEn4pCbxnabXJ3kkf/z+27xznKvz7noVABIt1WFEUfk4ZAA3/R9OWiErl9HXA2wg5QdHystZ
/Naa6L/+NRbnX4hzUHnU8v50bhiIMmV9/AOQ5o05v+eq4rKl+w/NcPv730yf1cPe+jsXqmJe5kPf
S7ISkOt0Z46glmKQlY4Jga3uxZ+4UXm7ahyUh9hvMdWJTiJhUTVVpp3Ce5SN0dCK6OiJJL76JSpp
TNRV94cDTBnlZgxHeFGkH831vc+wuMOENSrCG+3iCA/2qQghBevIKs+YvgmFZxxTwjI5CN950PUa
TPA0bG0zfax0dFFtH6Qv14s7qs2XtFV2nk8DQ+Ot7Xg7YNlw48VZP4TfylC/RXh8AiCtqzv8jtw6
VT/w39bn/fL3xf5bZj3ZdYkUmFEep5AXewwIvkbXkXfUvTrpjwCs6P61h9SMESKodmMh9i01OfQs
rgD7XIw4gaBDeqMMgBj09rbPgW/U8hsH7Yk3q5zApFA/ODhffNTemurizM8ygDip55THqFaAPrW6
fT41gIcnyh+XTj8J16cWtg0GgPOAWVFq1+LbnHfYlaX5YpPOmEMA3xS+fXPjpDTfLA8IagZ1lkZ5
XZ8kOqj8PvpMj+9hzI2vjkaPso+TA1XXZ5WKIplIaGzDQc3BNI9ndirBe1nmvZF9pN2lvfc9FreD
V84wQlMr6LwGW4QIzoTwjqnAvcTCpydrL+PqC5/rzJqMPaWbM0q9+yzJlA8C/sUJ9q1FXhz5md1U
rc7OBPmfqNtkGjE/S0l6QNkG1wUpBZrkmIugprJV1P6P2DC/FXgn4tsikcl1jOogqO2oNuJ1yWgR
tu33IaX0MlgaUuJ1BBMq1VrothiFoZVRpjsIBzdFEZsng7+VqdgZRXWWJt2ZOft3o4ve77LAtlwk
85191urndtHHBzy3ThJPf550xSY169AuTiGxaArZFCW9h8lOTg3kHjdcSrQpS/UWI84ez4bqq4WS
PVAuD5PdAHBPrlx2WfMQJ/IxMOKnjkMcNB8gUt84KQLfHXpaxdCanj443eaT4a0FXlxiUoUHKjq9
PaoDCS2yWPd1B7K06KhEAz6lwhzo1LMqrBKUtjE2SZ/pruBQ3HETx3ubVGQLXObZCSidh9BS97Cs
aR2BOqj6AUPygUT493N9cWd/a66LGxEGGdIPRtsdQQRdIhslu0t0vK9NI6EFA/PLbK0jiCB9N0j0
k8kLEKSmuAk5ySFhqP3kMKTgd4IJElR1FQ9Pk59cSMU+lNSfC7s8gYhKdV1sammeVJNxSEyf39U7
0jYlxRG7qsQCM/9Ke+YkNXRtO8rqNhaSFzcAHCASo6fhz3CTiHPOXgq652n3fdDl3sfXLAQB9Pt1
0N/7ZnOwvrps4eZiath31dHCAOdAVy65jzMQNQ2StaeaXUkkRaBF5eqAZSb9F3amulMm59Bq1vSM
IKt/YkZTCXIyS9xaLeXOKKFQaXoHWMaEmlaP+ER8MNn5an7roy2ubGVEX9cHrHtEy97CWc4Z/VM0
KcYLLws8cmX7CpgiciJzAEK0kFsT/OasLXZuCs2H0YZDLhyHILy2ATbcIXEFymMyqwtshHBeyvJm
9hCBdlbE0M7rD/IZ8d7Bt7j1RxCHM4k0P9KManaTifxZ3MTiJK5BPHdOMblGUDTgvyLwuCao8S7N
bCBvQHhTvzzHoPBWlh5Q9vHE0gBSFxY5M/4vgTu0wtx2yMVvQpQwt0YaNZh1QT8RUGw3uh4JFGBS
bCIQtaFpDtjM8a8bxPUBN+omMk/oUqBspaNsiitIEvCDUoPkBW1iRGQCjhWqAreWR9I3Z41eneS7
IK5PujF5Qpj6Ouy1Q2Gi7E8UnZYeYBUlcyMPwOxGznIXvqHilQG0/dQb45g4mrN6NRsOdScem3hG
HMvcdzvw1nDjE5DMvW3sV+6WRQKjlbFoebwWR09pWC+s4jd13SN53qcUJ2mH+Fvfp6kg8/bHgIrD
plGKCepYXbhO1vZubtSWW+bao1Zbx3gybrrIAPoUlLxODOtq0LtzMwPElhnaB1fUO6+SvylOopWR
mTIqkmMc249B13xtBr6BpfYYXejBtXTEo67Lx1QPrpCxaw4J7LldKBS6xBm411IPr+tUex6j8Pb3
i/jujBaZicGRGwwyo5KByOGVNoKCRFJHb+48IzsJFAH7TXfKnV6MlhtopraD/dufJKVyrMw8kAcO
GOgGEzWjC9+bQuiLnv9BXL1T9xH2IqHQO6zS6kalkhxMPQFfYvhh1P7BSPAmIIkaTmMK0VIRV43P
sxmbQdRCsJh2ZaphcAKhjrZ0ru6VvtWpJ+ASULARP7hh3nlfCHuRbmggX+2iBU2fmfEp/INDj8OG
qtgXEhCOINRnHxfLsrepFtys/FrWr6c54jQqtst0Ur1QOzSxd1BTCx2e0D4DF4y1mnqoHWdXWhIS
HDgnKuZ17R10WNlUUKCGTAZMlaA5+2A6b5fBxEs34dXlwke3+lLThqPsugcjSsTWaDogwPFw7UW4
fcU1dRQrzn6AMjnDSOXUmPV4ePVj3TZZrtGA5cI46FsemoCoquhZ2MoHasEvVuVv3CVLBWv2pVq0
ytAe2wDYGDUc/6tHzvynNmrOsepymmXQFfBnMvZh2J3FVMOSuv6qWvl5hSvFtkOi96RDVXJPxSA8
kl32N40vcMTTklsLw6ZJRE9S8qCDCA5otrn6/aK+d2PT0Pn1xk4URPwbuz1qZfdgoZ5Bh2XYDI2C
vXGVPmlx8xUf1GZLn5jueANVIAGcU9D5tNrgEpfTizr0EQ1ppbH3J/Y7i6CDbQx/+BlZ7e9nqc3t
i7eWd3HniUKZAuh97VHXYBo5anShlUMMHy/7bpQtr6fcv6JpBe59ghxo5udaznWHQD8zS5keJ+z9
ZHNhld6jrEjO2n6nFHpzeJnfPyr4/wcNyHd7Av8/KnY4XHTvdyCvn+Owbp5/FfmY/8hfJX4pP6F1
JqWgX0yzUDX4cH+V+IX6idajrtpCYlrv6POn/pdoh/yk8kdAddMcmKU+yKb/JdphfJqVsXl9o8bN
z/nRPyjxz1n533YTTdDFSa9FEyYYUybcHLrWNnHQT4TS9EGi8N7gi4NaiARsksfgmpJ+1h3zQTer
v7bZu4W394ZenMdNbphx5KSWiz0PIorAujYOuMKVo89/66vjNQalB+Q3F64thiukIs7QIk4+COD3
Zr54F4wjnF/wGwIOvvI1RVXUVxHxeLXxrv/6bq+bfO+NvTjBgj6qY6+l8ZDr5l0yxM913678lotj
xzehjU1DKjCBhFsFYcDa9Rbn37qJLzJKA0poDwdMuB7Yya0v81PgmWK3anBzPklffU2jsOTY5Z4F
kp80vG+tP0ujLbbrBl+kcY7T923MzeHCpOfNkyrDrs2UdYtuLqJT6lVLw8ozXTCqyk3XqPZsPAor
bN3cF/FZ+4Ho7KG1XCttnzy03kRhPKwbehGfOd6pdVowtEzHaG6doC1bnq4bexGdOD8hu6fzhCgK
eDKTziOtqpof6wZfhKcXtYNXeRhm+lr2PeJpFqbl9bqhF9HJLnEQdOLM8kckjhJ719feBwnhvKxv
HOPmIjpx7xK1rkao/5DabRrwcFd+6FdnHL8fFH3fOVrMRYQGRqBEGmKjro77rVSVM7//vmpZjEV4
UiVwpl4NLFfrxbGyuufC/5mM/NNbYlbDeh35WMuUFmQqCoGIZZxiwRiftZr+Qb74zooYi+AU0MfR
oMO9qjPMc4H8H7LZ7rolWQQmdDzIVXPcm1AFAl0/xmp/sm7oRWBqWHmq1D95fysCfrZU6j8dAyT1
utEXoYnHBoIvkC1d3Rsfzba6pNK9ck0WgakLtG08NRxdRdW/Tz1wPTRhntZNexGZQTxm1oCipdvb
w7i3usLZ6YZZrjtm58Tv9S7MbOD9flcPsP7EtedY8MTK+3UTX0SlgqBPaYyD6YaF/tBb5nc0yqLd
qrH1RVwmZmz4bdjiR1BaZ2ZiXXZx90FT9p3QmdEur1ckhTmgJGE/YpmSAGhrosukd76vm/YiLEcj
dbpc7U03Q2VwY3fdwTLa53VjL+JShwdVinDAsC6FzldK508lnVauySIw66rPi5xHvFup/Y9CqT/7
xtd1s56/wqv8JzVRT3UiVrvS0ksU8y9VX/mw3M8Yb1w8Ly3CV2NrkWFi81ANLj2o9CzDwvG+1XN/
XR7+0nV/NbqoRkWPi2Jwe8P+lljmXZo4H9yY723BRVBWmNDC2mlHVxcjGPZAO2ZeYK9LCl8qDK/m
3U3ajNPOB9dr+4NW6xTIh92qj/lSFng1dOwNttI6xQitVL8xoPCAvF63u7VFVCaeNZUVhsluJ2cZ
MSs8D1DpWznvRVhGfuUJq6hGtwhjCNbJmZaG626GlwrrqyXxUWpK7HmXxHR7dw4oAzoOVrXu9NYW
cenZhVd77ETX9uF6tQE0Q5Qn14WmtghNI9NTOy7ZKF2L/l5mfPHpM6zbKIv70lfizlQ0Njjq6+Cs
sgHmfBKvS2WXfoh4vaIwZzRcaUXzBRtaXE5U9XzdxBeRmaCAjLg4R0pe0d3NpLGbwnjlpbbED5Z4
R2hlwaUG9eK28YMvbSzWLfgSSRfhKeIFrLNrkMzeKnXYPUZJte64WlqUlQbKLXaTjugTZPfWIBAw
TNYdVuoiMocol7X00/mej9PN2Nk/TGvdp1QX96WZDaKp62Sg+2QcEYOePZXvV+0SdRGWwax4D2tk
cGsrsxAkSO+DeFo59iIqfRRHFQ0Sq5ujVu8mjbZNEgxc1k18EZdkgqZtOWjXtZX8MxoabZOAPVw5
+CKR7RtImz6GdK6hd+Av/Oy5zMabdRNfxGWgl+jTqqw4mqgXBoa9Vh2uy7/VRRrrtKqRBDBl3HBS
fiDX9w3dvjWBQ3V1kcUGuVXLwKxHNwLGs/OkDo5D+aiJN2+Iv2U/DL64MTsoophw8C3tbLxFDwCO
eRx/0Ed5b+xFWFYJYKNQ42owTR2CryXA0qX9R+ao742+iEypNmjieGzxJlAd1+9hhIxKFq65HliX
RXDKOFKMIion3AQG9SnRGufZ89ClX7ERGX0RnpEYtBSfqMFF7ONBFdGtbNaEDyMvYrMxtBaTCouq
stKgKBAaKLYqq6ptDL6IzbqC1UhPZkLkx7zJRriuVfbB22H+am/tw0VoKnrUQXsrR1dFDKPoVFdt
+j/6NN1pYbhbt+iLEAUGTU+xzSd3KIO9Zvl7HJ/XXEAa/Kxf3yfC8pzWV5i9r6N/pxTtQ09FZdW0
Z8bF67ePP+g+enn56Mq2UFwznoZNZyk/1g2+CNFYrUYR59UEoKH5HFX917I4rBt5EZ6eTAK90w3O
8T75njTyB2/ZaE1Cy3IvghNZANgcw4Ssd5o/5bp3rQZ/rJv1IjDRMBxwqfC42qLmuo4QyJz+mSPs
TwA8k15EZqJWYZlNnFe1T4t4cGps7qBarJv3IjKNCbpV1BOZUzje+Vlxpza2u27oRWTKoLQ7WUDn
zgoMqDKBOFux7rCylxGZFsLmRNHdslHIsDyB3OvaectFTHYNRGcLpwv0O/Wj6qn3zrgqBdec2Qbh
dUgGEwT7yqJ1b03dI0nzUWDDsmq15SIgQZ/ayIEA+5pSeYdT6POUy5WnlFyEpAips8lQDG5FWx8d
I1nBNDcf1k18EZOgBcw4hvnnogR4NtjqzeS0awr3LPcyKMOqCFFTG93UKO6Vso5dv+2slQu+CMsI
BV6zGPTRHXE0tTX9RPGb23VLsghKpJTCXE0ZWsv0L6E53AGC/wgWPv/ub9yXchGVIfbN8YtH2KCH
qMhSf5R2+7hu3ouwRBwcWN6I5DdGAd+SYnqyZ8WRVWOLRVQ6jgjrIaZO7YzxVe5j0Djy8Fk39iIs
E1UzM93L0Ttrk33mIU5rBB+cVHP4vbHcYhGW6NdlU4GGvatGifFH2CF2gbYjjLqNJPQt014ZRmIR
o3o14geVU+mURvKEBNUuabzv65ZnEaFeo8fqNLEdVR7eYjAfJhx31g0979JX9SvQ3cOsWUX+EzS3
8YC2Qe6sHHoRn75oO9ijVAt9tb3yhbODIrNy6EV8RmaIlFnIrIuwwFRsdnQw8jVlMUzCF/FZNRLd
X1R13DAqhl2UjMNplivjB9nyvK5vbcdFhEKf6exEVpyIytg8AZerL1IvrD/Y7O+Mbi1idBhtS5M+
D85MaN/8JoKP0InnVTvlhRX7aqeYKQYKzZwpF2l60w7gbvvKWXduLZFAg+lIfF5pZ1LnxP0lLruN
isXmuokvArMGbwjjlead7OSFDpDfN4x195u1CEwDAo7A3YfeXeKdjx1yO1Ud36+b9iIy+0SgROQE
JLTJHTYnz2njPK0beRGY3Pe1Jw1/cps+sw9pm0VnnmimD9Zk/t3f2OHWIjZ1s89UA3aDi2xRjcB4
kAxXiTU1t3WAefFu1a+w7NtHMw27s/gVLLs8K0b7USvsw7qhF3dRUBj4tNQBqzNqz0qFx9Coryur
WIujZcTBVTY2zVivRLq4U/Nv7RiuOxKtxcHSqCKFJUFVXFebA4rHe934qLD3zhddYpiywFK1Kefm
tzGoP0UhetvBF5dC8dYdii90nldHC7x5kcCLpMCcx3eBrjxMo/191df8G4pJxoOGARctq6y1Tk0D
zwkl9Id1e2UpaNGqOEcVONW7SVD/cLCQhICWrWrdzzIMv17NZp/UiufwvFIDbGcQwnvwAdyuW5bF
4VJHtjEm47wTQ+emT6qDN4hVTSvmvTheBsXP8hEJQddRlHSjBeJbLxDKWzfx5ekS6Ym0LSaeBiNi
xUO0T2cfsnWDL+KzwTFa80fK7jDu4AQCBSrr1Fw5+CJAAwXjuSBmr2RQb7d1mnICGMq6jbjEA9U1
Tk6dIPp7dTzxM9yuqu561aK8iDe8Cs5exVAilXxO1GG2pdMeuzj6vG7oxQ4X2MKAwifVmhRML/Ck
iXZo2q4rvi9FjRp05AaDlrVbefEVlJLLylp5Xr0Qfl8tiZ8EVpJlrHYpoj80EhVNtW7WLclif4Ok
s0OnZNZF4B0GPmZiK6frhl7sbi3O4N/LfnC1ETT02J6BcFh3gM9qWa9fEUJ0GHRmGnvbnPZeHV+2
kbMupV0igXIPcwAcjydXKka2oRJy1slk3bSXUCClygFFhhbaUyXyggPuBTBVVi32i0vlqy3ipbVm
qhpZhAdw9kR6U4DCdb/uENQXGW0+YstUOA6HoKUcitE5QdjQXTfvRUiWRT446CnTPTGHAmeT2d+h
HNYdJS+snVeLgllTpJmAXN12VNA6T0fI7Fm+Lt6XaCAeEPgWSJs0v9Qu1Co78/Jq5aIsghI7yVbH
wpkEyICwDH7+T5mtfJ28iEq8WhM7MkTUlOzBorcum7A+cwA0/P5bvk0q0hBb+DUsMV0N0HulbGiJ
2J+gtidNvsm00Dmq+KPfdWaiXshpsG/Qm92KMekvNOhrj4Gp92fQeWrMQRKBymk3GGZ7GLoMXWME
Ha8MVaANXTWqd0pxPLgZe1XJ1yBbES6Tv84ZD9B6QKSKtZbGo6l7Z1aRnfx+Pebk5o2XyRKro3sd
XoJ93qEymXzWq+bUi5tVzAqmvYibERuIIjHSzp2cP4pS3DTTynfgEqbTa/R3sYrGsTpFqxNpSx0/
pHULssjUEgSj2lgbChcv+vMCBwirEOuu9iVIR+lCjJUGKr+9ItKdXoawo+VHOj/vfcjFTRbIhv1W
TwX60xjLm56dYLrTryLg8CkXUQNx3ofEzKqUapruJw9+px3rHyRq8xH9xh5cAnX0xFM1L+VrDiC4
b528Qxp43OJCs0+TylnXeFwCdmrplTnQRQSE+yZU3d5rnEsKiJW17jxc4gAd2cfFFNCPFb13jp3I
0Xd+ava9i5qf4+WN9VniAEF5FGWjchzaSh19rhRSlk1d2hiA6BmrtmrfL1FH3oh+fq1jwFYUzYjN
Gca7yAGtQhtqKOstTjAnqs3Yqgq39mKcK2RzwHb6ft3Ml8cMvGtNj5m52iqHWNX3WVR+XTf04kk4
oRwdDiU0+Qll3Lytj0pZrKt7LLWfUsUP4e07HLxJjaGPrGaK6ACsdt3MF9ezV1m4ttSFCdBQmjiY
Bc02VfSPFAfeOWzUxWFThr5oUgGm2xj7Rx1SblDhybxu5oujZsInNKmprLoYTp1rAfKBk2qu+p72
Enw0+oVlZ3YMUyluUZELwnqbDNbKwRdFMhw0yrGpsEvFW3R2MJ4uKitf9U7BB+zX+PGlOXQoXllu
X03f6i47laG9Kiu3nUVolggRocEACd1XMGpL+rrf9PW4ikio2X9DHqVGAomc0UM9dpUxOoZG/8G1
8fYmtJewozz0Jhm1qDFA4HzER+zcHlYRZZn1IgnQaikH04NvGjgtOiq+88NDSWHVSYv68a/fMoLN
htwM81Zb/1Q28qIz1sWl7SzisvK0OjZiaJtGpStu+X85O7ceO3FtC/8iJBsDNq/AWnW/Jqkk/YI6
6Y4BY2ww5vbrz1hb56HD3tUloZa6pShNUcaX6TnHHF+j84prURxZmOLSSf3PCy1M4EevJ5uc3LaJ
a1KHn+Zo/cie552PudccKZDAIMto8HBr3/xEv27AcR56773kCBS+xs4WIjLgRj73CYVNzrFah9j7
ctSA7hBWY54kHXBG6xSdoxj8yWPvvVuYEdgboXbo3UIP8ZYzp76EJhmOfcy96CjepJJJyTEJJXkE
8+u8BeTY/N57Ycw4HOK4h5PbgjTWzTiMAKa6Kjy2y+6FR/iYZIokXnwppzfkyL/aIflybMB3C7Oa
4jW82JHDLoxPAIoPeT3wQ+exuNid/3PxCNHaZY3a5FQbCwZyf9f2/OB479blvIqmcc2MBnZO4TA0
qJexDemxSbjXHUkFYNFkMCZqC+5qPgEfGJFD11rxX8IjEkOK7vHiRGyqIMhdryY41AdO4db8+4Dz
WupoA/PjtC4gS8MSOdbm+dA82SuPRh8nWtYTnHdmc19uwUnxYwJmwePf37oKVJls0DAD4ZiUV5cN
RQKocGyi7JVHAKe34DVhSOJ5eCs9uQoH/XJsSHYHZgLHrjVic3xCew4g4wHYorCfOvbs3bLknoRq
Buv9JFYIdXVD3qZK22/HHr5bl+UMpBbwM/FpgEsSHHpakg32Iwebdw41vluZggbdtCg03Qe9eNBr
+nk+5kRAQVv8faIQNOAZrafkpD04N039XAtxPjQkyS6ODWpOAqisL1YBFjahMU1StJua6vbY43cL
U8rKj81lioM3e44X0p4CCezusYfvzswFcAnw4PDuUfAWjh38zwN/rIYnkt3apBDQ12OLhMFaRn8u
CunlCdjdYwF+cplC/0h5gnBD5vQyVXwA/lRdx8kVIdIeO+3/49f3j6fjTFtIDLzQCRZVjyxqH7Zj
BRSR7BYnXaDHwCJKTsHgb7d1vi5Heyxu24uOXE+MY41PTlEbPkyhPEGXdnA8dgsTYMWpFpfcDxAj
5jpkrj7DcvPYHNwLjswSjqHbqgQ4OHlX+uazWttjQ7LXG2nZ1ZQDbQVETfDEFGggjQI+5NDa2QuO
6KXxsewQovAa9nWpkzfrMHxkQv3OVhjvFuZk+BKEFiPeJbCV12apf6x1kB6LrvaaIyC4sI1HMH2x
tuKgdTj9jNpbefCD7tamNXSpgAiBbVKzxucS6conr0z849iw747O0k/R7KEIgGUAC3MnwGeJVnds
W9kLj8p1qRYH3zcYsJY/YfDqMw0U97EX3x2dNkSdqpa4soEAAVQCUR3aCuOPbm2XXfW/k55ir91Z
ooCjjIINUUesetjqRqLZVzMGOGsy2WOR3F7F09uox++AjlNVVo9VD2NMMIIPjc5ev5OAzoHD4rIL
DDHN9SCnfE7Wjwxi31lOewlPGBrkri2mZFshPFQgDOd+2aJjEcBewmM7PHyksJZUA7AGY/J56fj3
Y8OyO0SVlnwdYgwLm5LosUq0fRvVXH069vTdSgV6ek5bhSnJRPx96rYr27lD+VqxV/A0QYugpYNN
GLy1Td7WIaJFa44lPWE+9/vxzxfLJeZ5ckLzLGiMowKsJdkOjvluoQ6mncYFPeEnX/q4sOECCazY
qmO7496IKBi6EKRJpFeqJgZ2d7xO4mOKLLFXNLZzHcz/sTgFWg69yvDjRWUftOJDk2VvRjQvcnCp
RU41SSK4CsPnH72GZXbs4fz3Dxq1W6k6iUA0lRHQYSH9szXH6ohirz5qlqTakgV38nKd7ii82cr1
o8bFd/YVtlueVRD7/58qqT4vE/tFpun12Ijs1ma7pKCOhnhrlZT6zKv6Zyfg2nzs4btDtJfMTnHL
cLUdt5u0hhSTRubXvz/7nZOI7dZmHKxaQ9IMD6Wlqt7s1pX3OJ3qs5mmQ/4kgOLtVugS4rovOoyN
i9A8H4LZeptekI7//gu891F30a5Il6TuOoKR9+Wjgu3bkohj8cVeiVT1KmTBhkcLwtH3Jn40ejok
xxR7IRLlkMHVHGMSO9CqkejjpVXHQpe9EolEFqBljqpE4FZ1Oy+bOMOc95D/CQXq7ve1X8GJAxga
DEobiLelQyIkJfyQwQ8evluhnYx1jNYdFFTatb0xIVSkuMu4Y1Nlr0ZKmzLS4WVrSWv2p1TzgBbG
sD/48N0incEtNvWIh1diLOqR3Qn1kbTsnTW6NyaytZcS1qzRSSrGeNZFofu5dAE8dtk40oOb+l6X
BDBJX4YOP2WWTXM/dMGUA5J1yCAGX3a3TI1p4OYfYlIubF1z4N7nQobxB5HuOwO0lycAlKqIHrBB
zsHUva7VT94kReuS6IPnv7PH7DUKLQfmPSovLy/9p8T2N4Qea80Qe/VTFJWBltMlt2hhXW/68KYR
qTt2cOz1T+Agl+tIZXwabfeQmu26YuLl0La7lz9BLq3tkuC96w6wEtePAAP34ljufK+A6g2kjmuH
XG4JwdpJd+S2C7ZjojDxH67NP9JFDe3HcTb4mN6Yh5F2T0mbHmv1RAvq75sjCaMpMFEAO7i0fkwi
ec0PGc1RIDF/f/LWuo2M5LKpi+jVx/pBdFwdnCa7tRlSKVwUIU28VJZnje+/LiuYVIcmyl7/tATD
gFZ9DMk0r5+qsbpJjT2YtNzLnuIosP0a4MXdsl04jJ8Co47N771iiFLQBuMZuyHvwos2djsHsBE8
dkLvBUMsAixn4kl0EgKmUwkJTt667eCA785QWvWLKDvMlKGsXibtn2z1Edb1nX2Q7KJc3JwjEw9Y
lxAjvK6EuFODZpvi3yfKO5v4XjOklIYcAYIVJInDr2VYZeiFu9LDdux8JrulCXV2NQ0DDEKTalzh
udCNr5bN6liouNcMjX0/2XLEFx2BoygmmUKwVYX6WLpl71gUJKRT5DI0WvWvMWM3CTlWsOB70VDQ
ubkHdBXhs7Jl1lTxs5xScWgq8r1jUSoRQNczbs8Axtw2XfsG6sqhSjnfa4aCBZplleJzeg2aXb3N
Nl8A8Pz3qfi/5zlwLL9vth3AnAMdEMvZOSj60dwBDnPoU/K9ZCgJDG5zHKEKM1uXMQf6aROvfx97
7936bIHsISnDe4epepD9ty5in449eRfdqoRMW3O5w4l6LLiJN8gc52OKeL7XDBHBAk6RpzhZGjzo
7m2J7Odjr707NbHHkoRzhienyY9m4H/PG/9x7NG7Q3OibTQPMCQ9oc0rzRggSKfpmEUZ5XvBUAt8
KJMmusTi/BVVqLOrh2M9b3yvGPLTlFTGhdgIAaGFtkeFGcS9x5blXjNUpdO0JB6jImOSR9341Pnk
0AbO9yCeMawHGa40ApEFXCo1Di9uGQ+VbdFP+PuCJ1U1MMEw3iBzgphlWbYy8xGC853dZC8ZioRX
3VhfTh7VDy+NYu1nsY7l0cfvlmYwKTqWFuPSaJAfVfig02OJeL5n1AyT9JpC+4D9ZDU0C4A0uBMz
ZIPHzoe9bsilQDa1EYlOgAw/Rq4q0koc22f3fkV0iDYl2ICSnA9MZrbqZ8XWt0NLfy8b2uIU9VSG
EQfA63EiCbkT1CTHpuJeNzT1lKRkwYv7hD+CBvQJ5uOnY++9S9vGF+jf4CFsBjRtIhnQif6m4Uvz
UfvROxN9Lx2Kk1XGSQnpF3fTG5jDFSrQ+uBc2YuHtgTSaV1BjbiU4tQz+VjOx2zb+F46BOPXoIt6
1IZtP4W3iS9JTiP9ES34f8e1OG1+31vGAGjs2Q7QCYZVBA65ZX/LsDZ1lo5VdfDL7oLbyg8wdAIT
BP30Mxj0fM6mgJv82LTZHaKkWjfcNaGCIG0fPZgAnsRomDnW7sn3MiIjVviMeAwP0md3q2I/0l53
x958ryNyNGnq2qEC2seDyIkSN0NjpuLQsOyVRAT1T522CG5XlxRTVTZ5pJKPwFvvLKW9iVEMnIao
yKXDQdHaZo2r0U/l5Xxsd9xbF2nnJt2HPZAPvj4TqT9t27FWJNCkfp/udqLBDDcdlBJLoTJZa5OV
6zF/VdyQf3+40q0E1xKVxCBdx1y0YOk6UR/9oruVmixkmWYOEEbCZZ4O6RNJjhXMoW3+/cVpj/Sw
UhTpsqSVGSbmX/NHhML3pspueep+VkrOkIfoJu2zrW3UqZXBsQIo4uXfX3yVSZ8ugmNnieYqY6S+
C0Z/zPCC78VEXav4KilJTuC+do9RJ/1pSORwbPXv9USg2XsWLxRPD8chI0Bwm354PbT493KirVuA
9xyhUJz0Ci7iNoqsXurhWAyw1xP1ccUapi8h+vAzbNJvrTjEHqF8ryXqly6RfX9RJa/ln21SOaTO
qmNmVDzerU7cPXW/mRY5M7lBKMvrdbgPkiX9cmzMd8sztYFWA+pDaG+EmIWM8TVcgeyxUHSvJbIJ
+G5d2V9KCOwKhqUn/2EH6DsLdG8CVFrRAaR6uYT6uHzY9PhDsFIduxXtlUQjggtFPWJR5vvgRIz/
5cy4HVI/8P9SEE1OjuWgkGTxaX1qkr6BeiM95uzC9yIiBZDkkAo8vdOuUE20ZrM52J7N/0tDNFZm
xT9IPW10zBrKvrNqOqSWgYry9z3RGK9SYJ3xQUdyp/rwTyHVwRHfnZ4USKA0vuQRaVk+Xx6dxPP5
0PKJdqszlWlHxh47+bikhbDNg4zsoewn38uHWtYlQTwLXM3LacwXhEJpS/pj2/hePWSc9v3Wo8+m
U81z2fUP80f3uMug/rcKj+85ZlK6NNmaDZF5zcgJeLr4h3cBsjlbNaefj436/vw0JQkCXLFOkDzc
lI6prEYe9NCz9wqigMzaKl3hi1ZqfGkV4MSQQ3XFvz9d/O/R2SuIOt3HrOxwOW/Lpbnv7FB+jocJ
Aks0WgRtlrYhv28xqL8Wm7CDyam9rdGoy6npJ4mrtdP32yUHU8Ll7IM9Pn3nN9qt2yFhYLTVOFbR
PEw+6yHW4alJxYCe0AW+bKd+XuIg64bNmbwseQTDQxa4YxNhLz4yq05dLQIAhaESzAFZfevHmH3w
raJ3frPLn/+jpklqtBRPGt/KhslXM4wqp7Q8Zv3M9+ZHzA9tlMqSnRY3KzDAo7BoU8+PLe+9AAmF
9aBeV0ziuCFPkd3C62Tto2Mb0156BHfmpUxHvHq/DjeThd6zpMcO3r0D0rJ0URfQ5lLxQYIJ03V+
gV64/cDQ4Z3Ft5ceJcDwprZx4rSgsaE71YKKL0QZlHynsQaSE0cm6c+8a1fUPbwWw7Gjba9LIs4s
YEUihZP6KAYsJArS+5J2jhybqP+lTUI9EiAPrIKkmWzWWTpnAVXH9sO9NGlLQZHnZctPzOrw8xT5
5qmehqY5NlP34iRWE6mCGpOJJ1XupNgyZ+nBUtlemxTaMZylxMC089wUa8VurawOZhP2TklJEqSt
WPFwmjb9mQT6z3Fbj+mG+F6dhDtWMEzBZWOrRHnVdm+Ome5YOLTXJE2QldhqxXFQpu7FKK2fqCL0
kAaP7yVJ7rK517IFxpSAZj8n4o9LH86/H57vhBZ7RdJi6NoqkkLfV/X+B0BEDckQmPesGG27fvr3
H/LOrr+XJTllK0UCjI4KljcE0GNGO3rsgrvXJRGHNqJ1wrZMkkHluoYwuWvjg7N9L0xKiE7N4rB5
JjGTmYGD5HkIdfPB4L83LpeP8o/TcGG6TkYgrBC5zD/CUt3DJf3Y/rW3CoKjFAsE7BNO00JzuC8/
Ghkdu/TvhTKcouZsGMZk2wiSw7UMYUXkjrUo8b1UZoyc4aZFbqvd2JwJ3MzpeojWS/leK2M2QjRp
oJUJRvcZfoZPhgf1BzHbO99yL5XRoMUPvdeX9LAK0AsqTnXpP0pY/EdQ9j9uAHuu11aPY1NPEdQP
ehD62ksy8yxIqyC60q1rnztS6jUzKXbQXFQ1/xJAQToVNIYTQtZrVfnCQwR3+f9BUDrPtgw/8jCg
9D+bxf94u70MTqZiI3JCyQM9SKK8ly5xY1aLJgwyP3rJs3rQyWstvapympjYXHeGLcZehdPopy2z
6wY3XAijmpXizxZ0dTQRrW5qz9dfa93xNIN6WhVSpv5mMmO4nqs4UGNh1w5q5BWIew+bdQ+7uHgO
Onjs+JpnZWL1m9maRJzSuV500WxTqfLQd+WPeFptV9RKzV8WYpV8gPyQ+6wUfdXn6zr513mdNv4r
VLqsYIDVqOG2M3p+WoH1ix6bSonkHmZcm7zfYkAZ7lTQVRIY223o3lB95PPdOjfG6Gym8VhumRgG
uwCETgAE5MuoYRsJAJRYzkBrbwr6WEMhIGRtOV4D06rqKzMjAfbVreGaXq2raMN8cEMpv4Dj2D9r
g4vf0ybits0US7r6NiVRQx67ZqAsTy2y2feBqfT8HA99t7Csgi1OjA2MmhRJ0Ra0Vp23qmXTvR/S
pf5jpiG1N3JViadoIkuG+iVgoOzcV+Hm4bpEPeHmxUdeWpRtKWTaWejnib4MnnTuBhG9FJlejHAg
/rTrdgZdFtDtIh7K1p2iSpr4j7EL5p5nQ+PDdi0c4U4IOJ4rN4N44LVKf862L+kvkBaG/jPjUD7d
2zaeu6cg4kF6N8xBqp+82CZ8ADGp0megNk9dnKNdf90uL4kyns45uhqqz1PjY/Mkm1g0UR71QG7Z
TI/UjPdgCSTiTYUDCk/eqa2srhuCUUaPSC3PotpKY7MEKq9X6WM6P41aIwnBu2pq8lnPnfsrNXM5
+NPYd/D2Z0Pv7qB0FiNDdB2LhKDdeZk+dWWDugJMmlr6uS0rFhbWSFEMzpKmCDZN8dXjiIDS10Wm
ysk2NxvKM3p87HnYP8qpjmCJKHX6vYyElbeJ4ANueq6Uw4ZfKGha3P36yOSJ0JfBsVcGo0ALRufB
FaOK669kM8ZdsVQHt8hIDgHStJUmp3Ww0TPtNb0ZxcT6vNOmCTO6as/PhkklsjQCTjoTfQtGJuyf
S5NNU4vcdAu8w3ddd/OaCSkkzXSAepVyZLgSgGScYSHHv6P1GzVbO2wm76qxbouonIc1o0Lbq8HO
7Ns8JGucudhaBaFyLeYCrGPpr2wcsb/qcQpAQm2ST3xIjQEVutnKIuaRNNemt6jSTMMmMzLF6We2
xq7o0mRezg52J9XjItPgHIDs0N1AXui+9z2Vt7Wvqj9DRfFWSsGuMG/nZGY3Y1rW5tUGQHjlFYWn
TrG1uk8zanU6vPSrUC+tQZ98NswlfV5KJarCNYSIImlFA3KbNjcm3exLaQNc1tY4KKdi7Nxr6/rk
euUgbBUL4/NwDnS32vM40HU+IXqOVQarDf/3IDtGHkilTJVBgdI3d1J71NAMGsTmm65RJh/KoO2u
2VZ27oQzd3UPUAXfdGIe/qabxOho2RQumKTEPtOzG2Xo+NZVEf46Khb9mDeoE71U6MYXWUjW+HmZ
eq5uwV+KoQWQjYvPLFrEJ9VT5e8iZ9EKVBk7q7P3Wx3cm7bx7hq8meWua4FLzoSFK1M+SRbOzyFr
4HHI+q0962FdFpCfybp9sZ1YrjhqJPd1VDVdQRkajOMISY37dEtaki/JatAtaZS7b5M56X4Nc9vx
s4w9X7JUiSHMAtPVy0ufVqiFSLZp/DtCxzIqgErQE53jUhWr7iYogpa03l5NXM2sgI0wOuuIH7bX
KMaWAcREatV3n46wygYRb2JF3VXzQwl1LwrcYlza07yGbM1FDSuoTPlE+au6bcG2zWI2tRlDp/cd
ZRU7T7oZ3tIVLMN5HcRw3Ssoem+HdV2H51l3tkTNCSLf5MWatfEPOIvK+MGN6fplTS2tz8GGxuur
RgTwXMhVz4BFA6Qm+SV54tA/nhJWoh2wVult62HOd9PBnVeprJE9s4Uf4YL1ME51WgMLRUlzhxnV
P1SirtHWPmuJ6itQPae1r+j80l0oaU8sbgzLvbL0j4jDeQ7pPC1hMX/xTfkiLO+r9o5JeJ8UsMEk
ZQ3XjZEWdSTIaTTyV2OD8Q0J+61AMwomepWmfR5weNnhehDxlxY1q6+JM9PPdGuXPqON52lepmV8
Y2tm4cE/Lw+RI/61biKR5GaAJaBVDbtz0zR1WTQbfYeMjcxHtNHl1LbkJnJdereYbSTFDOMHMDfw
l5rv1lX2jwj9u8/K2Gppsqi0iSkig3n/CoGYi64HtpEuW7gj1blpVdrkzdxOcdGHPvlOyzRBZj0Y
ly3Hqo6CzIS+p29YVL4sllQF/b1stwoWes1mzsqVdXQFmVVjM0w9d9dGDo7oZKPNTcUAEM4D4aM+
g/UevzZVs405rCiG6lqolD+AItf7zNRBu1zFVVNHt6yeqPX5sAzrOGcDWR17sqriUT53ABYVqWrl
S9vbpC+sI/VnGQ6uzUg5szF3TTtmnQcOLBuSRM2PQZNyn9cuVTema7W+Wzjf2quRq8C9hiHdfA45
Dsp9TCIEkWKt2VkIG5jrumk4Mj8+0hl8fv7SdOq68xDHjSvSWNJbtZimvhLg1/QnM5O6aBPhchZN
CKecis3XCXTjKRsdzoBspe33VgzpXY2O8AxeuM+N6gGyrVkTYqdHC40qqoUKdw4RcWQLFmOZsZXi
kJ6IaB6XttJZTdRMwAKfrkeFOwSfKc+YoSzDTzLFkJZPi6+/rRbYYLbE7HqpJ4EsjE1Q82YjzjEf
NXD3DBbo0l9G4nV8W/oqlvm0WOcfxm0opzxxEkAl21dBcma2R3upRItf6DMEMXK+oaTjfd6OulHZ
Em6LOluRjP0jmyrv83HUTF6bTcFTeKnTit+OHPFI1vd28r/WsI3TLNpaoP0mBOFz4cpZtEXfy5Dk
NUXsAP/1hQxfRVUGruipKH1hJECdeKHFfUaezNb5BvPpewT16NlncTn9NXsBfxoTlaTOZ4XZdJfw
Pn1ERnYrr4IYwdVVa1y8fk6HoY0xl8OZ5J0cV/3cVxP7ZmMbYo2sgUGEkpZBnwtY0GrUxUNTF87B
4u2KBXAhOLMyjegNWJBtWjBBpHyV6H0ijzqNN54hHJDXuqNBiBHQ4fiIXqlSF9U8l2lu25R+9TxY
FHJvdaK668CDspl1NeLWPI1rzR5bKBSqXNUOfTfT4tTTFI4og1YRTByyZINU7zpOK9Xe9ZWgn5Gb
n3iOfbO74iEVT82ykrFoElu7140O8yvem/xgooQpooHpQX1DNrBQMpjUiunnNq0iPIHmjTzdosd5
LRpeO/6G5uJkuE7w9RXPB05T+cPrEWTUrUaVNpNLl36OhVkamDpXCTkFgOLW+RqMpDvLDu66hR9G
v97BY8oPeSS7sC9aDye7HEE/ua9lt0yIfl3b3Wn4XH2FU4ogmbEe3pO9HRcYi3K7/JmG3UIriEzm
ubt2Ezboa9eOnTm5QaE7Du86peDLN3EFcSSO3pNnfdA+YR9Xyyfj0WN0t60V7qrhsip9syxxGhYD
B7OpKBe6iYKOYRTlG0366LqeQ4H9ZgorWHaP4zpe0y3BNXBuQD9+wzdn8R1I4nr423Y4Qq/iJNr6
P1WI9qKcJVQuz2tcrfSFTYGvTrAJKkXRNUSfk4jTbyak42PFcPYXIe19jNuCHtH/wNBUXLRRX25F
2hnvr61bGlaIqOmCm7SC2u4FgSjzOUCb9fBF6M3aBwW3N0RcU7cg9VGNw5ngyY9duSHA1Lpi7Zcm
jLW/b7qYp9+CNo7MtynUJHmiyziL6xVdvJ8nFjOLedbaJzMNcX09gO8TFwirqcp7+P13p8WnXZij
+YGkfzMGbaHJarrNkP2tPrgPeFKOt5FF2SPf2r61WDHWbFnfxCkUvBySO36LWZ9i/GHgEzzVpCyD
Z3ChEA40ZYAVhI/dVEmLdip8pzNbyTqjdALzs4wmoyfoV4iGz9HYJph06BtfzHdrfDP/TGFCWf4c
VUm3v9IJM9f9CkMsVHJhNbYDrqipSMrctyHx2crNwk6uvyDi6jqd77xyQ1O0C06vTA0Sl1tZj/Wf
kU6SbwsAXpesvJUkAS6eYwWgSjTLs9c4M9eCBfhvCQiA8vNyV0Zzb9ZnCsJltebpxNRkC+wFVYeP
6gUsURpcmkwRNg63l7FaQ9jyoQaZnmDz61TBarW6HByEkGRQ4kiLXWGBS8iEy/bbpNB0jiQ0WhM1
LxA2Epi9J7yEGDgTU7tG32jYMI5Iw9Agj6q2lk8TnZn8G9ts3xVzirl0rnzPxY2IJwvaQpwuQ/o9
rYbQvfoKGYLXznDb5i5OOolbhvQACbcMmx/HPlqeYkplnULgNbLtAZ81qe82cE8+hV1SN1d0YlP/
FDhGw2LCDtPcGtPPnwBABbHVdr6KXmytJkSnyBWQv33MInriBK2F1xA1TVs+IOSePrnVkSmLN63b
29XN5XRVOcpQ5trCX1D2zCSbjVz+JGgi+CS89GgHCawb4GzqWVe0xkf2js9z/XfXraWzmQvhLYYQ
3ijMQgrEoTrPLeENfksBr39nH7UV5hqL0H+rSFuKjE1eXIfJJn41hOO6mpCWx/mKYok7MVXz9mHE
V7FNpnqPLHW2jtq02dbMDF/Cb/Ez6Ndoelu3aMkIPm8xuzGaijDuw+ckHcPujqFcxxD74HjLZNvF
AwScrQ9hPexw6IF8mbJz2MNT9ZTakKmfC5WdP8FX1EXAG1Y0xdpCgJ1bO6CuMgYEzSVL3MZPYQq8
3XMMYpbJGdLQXb7hktwW9Ta66m5b6thhf2srlkEsjSbxGvfP8YbBgP5h9V42GahSs7h30TrgDhUY
VrsMVNnka9w68RdbAjJ+J9S55ani6MQ7I6kLU9nQxCV+haWLQQKDOq3KE4DoX/CIPr6fRCBG7EOU
egw5XOTgJ6z7Rl2TZNYApnthEpbDu4K+UYLMU7bAauKTohxZGSBdStw0l8SIG5w3aCeMIJa6QWbd
JACbKZYinwMLhpwE/VBDKoBtDkYv04JrQGJJVPSlgY7Na9mXdwPtNpDIKS/DHFc88TpXfcozks6i
y61w9bcEpmg3oymHMJehFl9KL6CW7m1afe5ln3xVnqs4p0TVf6L9a/skgInAS8440HHzidJsqlj6
nExl/QcnvqVFMKvuBj9kfWYrC07YWNWLks0YIlhaZp37UrirWC4judHNCgV1BD+FMrcqBrCkmQBC
Om8IA+QZZtpW4pzzoE/NJbbM22CYTfVJXoS/f1hlEeaEqMREv9CWK6tPGvJ6lGgoTinkawSuDnWJ
RNujSsf23q0xOTU+gI1PjeHoT8PQKPEKU1wy5zwIseuWOLU6X6B8HpfF4BHc95hgAUUqLWiHLF6Q
Rcq3pdIwnUZ2JIvr5aRS8xjGfP0yh8pfy1aQ9W6Upht+uoWUOCz0OMrbYHUaXZBE1CydsgYtNc8L
YazNU9XrPos4C4Jn1q/Vw8gqQXI5Wn6ziSUob1y3wP/bqFLWX7QEPe+5FHUUIkal05L7WsoXwkMQ
mFLn9WPsJgYASVua9WHBpfqG9XN/t5Zh5HPcneAyFJc4SEdcydRzF0XiB9VtWxeKIzLJTFynnxjo
orcohVvYWP0fZ+e1HDeypetXmdj32JOZQMJEzJ4LAFVFIxp5UjcIik3Be4+nn6+0+5xpFnXE04zo
GzbFQgFIs/J3a5w6qswpXb6A0VRU0AZGV442WT1cGp1jQ8x28/pV1PN8HhndZvqFF2XXzVSXPwrp
OG0FDiFZLaK12MrLcuLAdzl1rpf54ybHJVjzhXO+rgqDcCjNOzu4WTH1iU+MThp9dHTcuJdGZqQX
RZMXc9BZ+WJcqGgcG56mMzzRRDCPfT0OiePLzVrbg0XI1P3oLssUUMdFN6ma1Tsr8t6PY4J4lMA7
dwlZNrer3kwb9a6A5H7CSO+8JwjCu19dDhcXVSKL6KyThdAHYdnreKDNSzf4QzunHzT2xPfWECWt
30XOeo9t0blT1Vxd5INZ7UQ17dcErEVXj7PJlPCtvp/v4A8sH3UM1RpsPStnLa5jzpc3Jvg3vbN6
JAK7ifLpSyK35bxl73yPh6Y3zkt7ASIt7Gh+b3lqu5h6R6f+GnnFRdwcHptt9oeVTmeLJebQOQwe
0RKBfUSCE5nFH1URJ3fSZXClblqhXbL0eKB3JLa8DvliEwxlzqvIaEN0vcaFurbjbX2IAPk+lzrq
b9bGG+SZV8kvnlj9de5+6Hj6tBWFBFge4vgi0xuZZy6SzkvdJsk5L8bwm54mK+ho5nINh76bS5/H
rz9HxrZMoU3x3AWjUaRohcDYfpgbAXPMBhMMmk6O3gePQ/NN6o3ujWFmZc+us8a9Lxm2zNN+Ld5n
Yl6m/daYVr5L0hXcdRJWe08XF6HYuU0TdL403kvPGM6lKQZau0Rz9WjpbX1y16kRAJCrbtkSSvdH
RRLaH5aeMv7Ubqc8iFh3I3APoHmQyER9VDEANRa7ebxvVVUqf65MwgyKrhuisPacrPNVrKOF4nBd
3o3LkmaBBp//hArGXEjiMaqYQ2k/fwMibKr9ZLfuExNLndn2dl0ZZnntZTK/Mrduyn27Mceb1vbi
K5Zr53te0oz8FdXF/4NsOo0GINd56BudIot3JnWOd3UNTNN7Ww6OcxoOUAigDZVXKEYY4sZEuVUo
4/5tVPCJCDxOm7SdsiN5KLOzbGI5kmp+W6sb59T23U5WWvc0Dd4ty3H8NHQOT7fReJsX4dT3Lc16
TSK20R1Zm9I9S22xXageJvRtusdT4zdq9QzAG0nlPNsfRPROedndmx76qel7XTOglmRDdWX1/hbb
t4at3jYSTx3fkEsYPirGShxH35u5vJed+5qw79ej3D61fI+VU0RmwmfrOPrau1uQOW9rwWefGr7T
Pi10tsDWJkb1TZfwWPH07S0P2z41fJusrybJAASaVXRy0LNtQoI+ve2zT4SB5tAmHqdCTNmletog
WLxWLm8isBFuPRcjQB1hiGmP9kzH+E6TuCGUcWG9SYRGBNDzD+dks5SmxqBJ+k0WZhygv0ChtW9S
JNie+fzTTWsFQOyPg3CU0TsJVNGY21s/XD3/8IRVfC7zGjHm2F/baxaopn9TfIx92iiCrEiAdxvz
lDUsX4AW6aCefH3bSDmR87oDXJmBm2cXdat5m+aJ5c9bPL5pQbFPbd/Qora3JQkuewMqZ26NcydL
3pbAZJ/6vvUshGeLhuAuE2wW7gLpAufqNz2XU9/3FC+RsxHfhfTO+zK1cFIAdG/87JPZWS4k84N0
Iy/p1FnhjLuikm/ae+xT3/dkb23kuHxtsNz9XGXfvLx+eNsTOZmaHfGZtj4G6znmuAWzma9nad9v
4ds+/WRquivCgjgi3jEbvZ6G4V0oaUrxyo7pMAVf6k7sU9u3BschshcvTDGP1I6xGdFItRMLsguz
gRcG1sry5qy05fJnC63/fNYGrP/v/+Lnx7oBM6A308mP//2pLvnvv45/83//zfO/+O/DU339UD71
p//o2d/wuX9eN3wYHp79QMtdVLLvIYPXD089XRB/fn78VB//5f/vL//j6eenfFqbp3/947Eeq+H4
aXFaV//481fnf/zrH8dk7//868f/+bvj9//XP8Knqnzo8tM/eHroh3/9Q+p/yuPD5nF7jhbesc3D
/HT8jftPgRvf9CxLeJJ8kuNkrtB1J//6h3b+6WjF75RylMeZh4W1rznj8Svrn3yc8jyLpQUOAsPD
//lit/9+7/9+FTyHP3/+j2osb2sOPj1//Wx0UDa4JlfmSsrCiOmcqg/rCtVhRvBKMNed6Xutl6I3
aNrdmrb1K9vbc8H+z0u5aKq4iqATpHk6IEHYog1YaQnIY0x8Lqf26drn70h8qd4lJMkf5q4E1G46
99CkU/KKetx8Xin9+/pkspjKRnZNL6aTuTzOyRqBLwxBauVxcitV4pKXCbu9z0yAA99Iy8niEaxJ
FsSQBU6QJLH86EC9PMaZE90qyyNsHAWPKAk118gh4F6cdh/lRin3astK6BmZzT9AJJwsrOykTYLW
5ZF2RlEmR7BSzYCBbfVjiWrovlJljvTjuU0+MX7cmMN/G32PnXX6Ok1afRa9QeLbBOOymyGuP/9l
jP7i1cuf8s//XRr+fCIWDZpRgfNGTl2+ayMi1CbZEMypJ8DThKUeqkk7HL0bXZY+zY6sr4JOLQ+g
B8oMnSNZ5jd1I2I4KrP9YytnRSZtEum9kRSxHSLFbR57elM6vjc1ZRToKnMdv4hjnR2KcjQfJdGN
8hBDqH+K0HskYZIVxXc9Jm2xNya3W87coanvFnD1OkjtaP2g27LLfZzUy0iwNtKeELfH8EhfreVT
nzt9yZZir/O1XEeCHJa+VRdgm4m+SUi2z/eidMr+XLRHgtagrN18sobsMVxsYOddPnv26nedlXRh
UqbL8YheDQ+iEGXuV/Yq6/N+VI59tbnoIWEITfdbJFs3P6udZG52xFHJbZ92UM0hXHrqhNU2Dh9t
bcXxrVlliwqi1k0enM5R9pmiTc1ymJ0F6NrunF75fV9t7S7nMNkAKOh+CMWWWm2QdIA0YaZT1/I3
Cxmd3yLtGkdUF4j6g3VaRBsO25yb7ybazTuXfRQhOIksu/iQ2h7tI0mzr2SosJuPoeUWnXOWysVT
j9ywrQHMKCMCHHdx+j6PXAfhR2x4EdSf26T7NCMZZ18wKsogF5UqzoEbiiKMprxX5BAqr7rJZIY2
Dw2CQsmWzIUZFpnsbpRdbXVoEizkBbPuK9uHt+2j7+NmJeneGkxc2bwkQLbMaKH1N+LZktDJPXP1
RVWid/LyjC6M1ljMe3rNLFjbV1e85g7/1WJEIzmiGk1b0Of75KjdZ3rNJzEOQVw73sFOCEBDmNne
5FKhuRxnuoRvpADuJwFq6CI7+fH7yXcsd06mnmc5FliNZ1ukFx137b+omwdJc8XCLaagyeKKwO7a
usTpnF4oq5SHGoX/K0fQn1GOpxfUNBlSrq3YOfRJrWGjfqnJlxkRViApHCx7QHVRdZdpV7sPY7t0
Z5HarHDQC8aFdhL0j27M7/Wc1+t+WaXtl1lU7DdtmJemkSFb/f3z+ImbPP9+llBARVo4nlDWqRMH
3tJb2rYYgtaI2Ni8VR/Go46a0H60RvGSyiCLl+SsmkoUr3SwkIE5EOhXl8Zw6EdDvLJbvdwt2KuF
RgPssW+bp1JrjqeVkOYogr60WhVM2Rx7vrPSr+6VG39enx0XYU19YLEfebhn9amZW8IKzMJdRUDq
x3SbFDTK2rGcmZkP2u88GUu9pj7eQ6STdBvopL+tKVu1Rf7TUdU5Z2uYd+t81+rNlPsRobUIqbOL
Q2n0MBhjXUIO/f47vxy8nGHAzBxl8mQoQp4PXlc72pmi41eetuY72E9/iBYSs1N0oB/TDd3176/3
U5D/v4PDEcLSQNNKKK2Ey5w5ma2Gk9djbMChwadZX9rI8mxk0/Y8Bm68maHdzhUsuyzim8zL8y/z
3Jm2P7e98Uot/XxQULdQuQhTSpqjaQF6cTJrk003spEZzYtdY35fuK5Ca5mvn1653V9dRnqe1oK+
kKT5URf+dXGQ89xY2ZS2Qc3Cj0wmqbyPZXtUiY/F+gheEO0BnLfPZVNM7yJ0FypYBCoE38pseFBD
urU8q5f2IR636jUN//OV8/gMLE9QNlpKuS6V1MlC0qBc7y2YgQDEOzpvtWvslkImhyqfPiNiRyxi
TTKM2jyhidzUf/z9s/nV1aXLIND2MfXt1EecwmnH1ggtQ1oDreSGop79Ok9h0Nck7kPEA8ZVPqm5
DGUjCKJwtvkV6Or5fP33/SulBEOfhVufxtG4jkgo8hgDU5VVWzA0EbKaIWuX27qxCz/KivRMrf20
+/2NnyyQx+tqeBgKf80qaTHDng8KE25UoRBuAisz63RHCpT4XMQtpdGELPmKWs0hK7yWN7q0Mx0g
90H5m+o0L8JaF1uzJ+47WcLff6vnK8HPL+Wwe7GRetqz1IuGm8fnhJJgDLaooB+hBes8imX8YhXW
djnRGffr7693HPl/XQh4COSJw6v9rOHJcjt5CMumNiNnF5OV6YW5QWBKLvPCR2k9fKQXmIsSOFn3
EWaPV57/yzl5vLLJKel4elDOyRIEu14Vbg6z2GaUihAhOW3M6RP0+/s72aZ/PlCXIxKLnMdz1afW
pNnTdqHbbgqKJilhW9PoyuzMo1RHVp/GwumOex0Gd+nsrbI3fOws8WdviMWVtUrvoi/r/DzrrOpB
T9p9Ze6hr3/5+KXUNguADYgFy/X88Y/1qPrVs9ugb+Zb1Lfu+9RYEGNUokCBM/JgnKIZfLWRo2iN
13osd15ehjozDm6SL3lgZ1l+WXcO0oiYI6LwTbNje0O9Z0NcFoP9WKp6SAOaABp12MRH5UuSy+QO
DMbLdvShXg5N1BQHBv52a8Xe1ywW8TsSb2SEgc5FATGK1GEb1YhDKXvHHzrxkjvLWLrMr4Yk3XZC
N32MblN01b5amvXRQICV7JBMqfN51OUSku4xLWGUK0jyil4hJPyuzT0+CXFjYBYt/ZKYAUSuFRe/
zCd3KwPLk5MTiiFKb5QxZ4mPq1Sdi7rx+nNqZgL2ladsPFt5oz/OtTejW5rbTPqdFak4qLDVGL5w
SHOkcC/N7oC4eugv1nUZ9mVaS4wCSer+2GJXbP4yD95nW47e7Lcc3CB7+3wBTh/a7klFiVMGqG/0
FjYFtHKV0RzcIhxtC4tpHD6hFq3viijtn9wYfXqw6BIdk0Ys9ZRIjgDnjE0LtUy/TtpfuwXzHcLX
zt+oiD5hZSmXvU2v8e6MiU9MWSaiPN5nrooMX2KYJCuykE9Hdvq7K5PkmsPxZH7iZkAU+yrnCJD2
1tVoyIpjca2SFLVWXcN7L8osj+YkhGQRfC1epEUMOSlOdYUkFI8MIr1m45uxM7TuddGY6V1Z2N6K
1G7lhQ6YBRDNRGPXhotKvMNGS800qJvGCxdZrVsQSW2eV13hbH63juhQZs5xf6xjvn2xItZTf0I7
f04zdRqFGzOmpyBv1qkLWm14vL+CzvZuvY4P2TR4VoBSS9wr6tI/OEasbTjKcvuBkjK+S/JkqMJc
LHI5X4tV4zAyKvNTZ+TtfT3O4j0yQe+9UcyioKWomV1gMUEUllc880B5s7eAHWzL9TBtNbqxxlyd
c+7LeZR4mnB7lU7OHKst80LjtIoOnFk4vXc1ivGdaqCuL2Nr4nho2L2rDj2+zHg/cRLqwzKhs0lI
cGA++atOaw6e+bIQVp802i/wFnMbaDTTC9POuzxMp3xkbGKkGVjgE46lGNTaB7vMhz7QNLtAxydT
xYBsaiGDqVnaH1axJA9ubTZdoJdtdIM1zd1pV4qfICQQsORJknS3y/t4dC/WzraKgPbexvm0qsQI
8qRYM39gn/8eGda2+M7W2s0Fd94s17TSjuUhp6EUYgpTaNCYZslEOEQykv600Vga+2xODX1AsQip
TuXdiCAfbKsPSQRcq0OKDD73UYTH5r5QtcfAHmp1x4F9zrA6ROZ1zmBd0KIPdolcbEJo2w1IbXcR
hIQKrQpVpYdONvadOPeua96RG3KOFvDzTO6GN5gO71pCzPswtqsJLRQifz6wjNUdhp4c8av2mpaz
VGZ/mfsCKyIySKCiAlfUnWUW9eo7hjsa57n2nG9NPRhRCPspHxd7aN4bU0uyxWisjn0w6E/HO1+j
6hLfT1Ii/GqcD7RgRh5huMTX+8VgevfKMN0fKGKiu1JXG7BtMR6f63KcdqbXf1rXTfG9NzKOdnIx
PI3wJ2aH6R3XuEcKTrmFExenW5Ro8zaW6Vbu2Qb1QF9CiVCHDBp3Z288mp1uCieYm6kFRGgm64On
SbwOnc4FNKcibRNax4zzx2Zle/HrSfbrzsITInwUsh0o9TaV71L0cw0jdkjIzPNqcWmKdrudlrT4
KMRcEe1amBHevqHTwDgF/rkzLwMqDmjDamKM0I1xZg7VhL9/seU1GD76BFCgGK3vceRXfRb/oaUV
F8GSL+IiZUR4KCI7aV3J1eJYhSnGG9FY4Ijfu4NNodUXFqfQvN/eG7OqngRima98gvWjNzAkhdnS
Vvdu2c0eNrA8TcM0SjFdxOhvknB1rToUiR0TFZ3QjNtP+0p/mI+at8tlEiocTfR5N65qhiioWxOo
UHSe/YFeHuuXDBG1E3CsX75ORb00iCcZLGdWP675TiPpnQJ34OAf9s1aFGcInm3wGMuqR59zxPaD
lVMivIg4wbe9O8f+OCVxGm4YEDt/bIR9jsQV24TsENWVvqiLbdzPfZ03iI7iJlc342yN87sksfvb
IomISdzISUXOkxV9GXSEqGZ+UzXlt2rbnJkRV3jaCdZlM7JwIsF1PaRtXJpXsq08if2hznQYp1BB
O1NtCLzWRLtL4JK8Hu1rMRI9ZDUyYd2QSX9xtMeYYenZ03vaGY57maf2l1atxoetlttwjistv0I/
yU6YqESAsZrjOB6Mjfi8uTbezWPUpGdWlBN61Xcf0shGsEE0TRlsbY9Zs+qfUIc1X2U733YTZy1q
GjIbyvq1eKwT+++xsLMlGdhC4laSJgfU56UTbjngxQ6Bl8ZtV1CK1E0cYJdq6kDrLn9M0dLYwdFl
c5OpRZb+gqAxDghOUMgsDTX2WG+rFdNwMo9ZsDnJ+K1riqZHsWVYKMw8kVZBL9YsRXZdFOMrlf4v
zh8cwI9fHZRXmNZpCku74P1DsrlAq4veJ2g5OzTE4Xjh2MjhD+G0H61UIwdMZN6dAyqJRyyLy6fU
XECLJ1GZy2u18k9RyfPTACgEycLapB3d8RE/f6ZDwlGhyvMx8DxW5YtJdMcZMNfmg+3SfQyvb+o1
Ifqc9Ate+jgNmi5v3UDOafalFOaIh8SV03sk+RRVcyzAS5nItuuDyaTuDZLn5EkrOylDj5jAzifY
GCdchFUAGbhXrZS7hpEQAol9bhcls1VhoFbMB9Lhi+8tLh15sVVeOwepdoyzUfC+fKI1jQHL6Bp9
JJd5qmFe1vhTxHB/6EW0kC2BdO8HKK24LzZct37utWNJdRBVdSBmq15C1CpDEliR6+V+NDPizrbZ
kemlHZf2Z7TlYxIkkdndJ7BHH03UiTrAD9h2YNNpdSjcWFHfDQMSUQtw3bg068zaQh2PJMLjpIr9
AifFD7wpre1jWDuK46kndGiZVllgshX2O2ho55uL2/Rhytas2HV1h/vU6T1hhMoaYmBfarty15gO
Wdxj01G+UfvUe12VCP9LUUcEXNKkZPQ6CYmtncYMymOicVD1XvEtNsaYQlDX9F5WepIH1+nzHzZ1
mnVGu3drP1A0shRtZoO5kGs3AXK/JgoKex1uvM1B5wwsVLxjC8Oq1Yqm6cMlT9BCc4xtrqhP6XkZ
1UZu+LOX4MP6/UHu5cHYti3LxnrL49ccjp8PTZr2uKPo8VgtnVvvsQ83YZSZ7AWVPi6Xnf3K9V6e
zMAiQE8VRKJS9mnSR0mZQ8t0l2VZVRpni5F+reeh3NNjjjX/9/f2EoPRkGhcA7RSkRN3Mu3G2vBS
9LdDkMu+2HGnC/jHRgXeOMYlmHZFR65CEAaIXcquBvUKCPfy0WqTm+WpWvCj1mmSlcRahtfK6DEW
eOv1lkTNwVg7K7THUextLAuvIMEvAR9tAnKwdpOaJcVptnGzbO6c95QX1dLGd26zItZH2bvHzdh8
9rpspjKMivd//xnTNhEIUBEwY51mq0ALdVM22X3Qe2nzrvAW4yvukuliS8XgL5ExnhvJGH3GiYKz
i6P/379ny5WeMiEMECSdigWNKnWBHhIuX2cGEPhgExMxT2ekbKyBk0i0yWsuzn9/zz+j7p6v50cg
XP0Ek1zctScYS25NTuFUE87Kop/+qBgCViCnjj1mTptq2A/GkGeBAWURHWjSPGg/8pL1IRlUZILL
DGkVbjTgwtI0bPG+lTrVQVSM4xUWM7sIlNNxKrFmdx72WH+Ne2H21MWqKT5ta0OCRkIaAoETK/5r
z7zy9FTLsMKgUPml09V2gPa8nmDgXOIS1tIqdlulqjjEDNstQd+ukR3GMIf9wTPqHhpOGMemw+kS
7eoBwe4r0/AXiJRjKmHDPrqCeXiCEtPGMBEcJ+Zg7KroK/s+JoaiqNbXNG+/wNwcwFb6V0CICHDP
50uZwZWHrIlw1g7SBGd1Lc4R0pbH1lvv8Uax9FLGd/i/uvm1e3w5120qCdd2oABc236BusWe0ui+
YEtVIg8eBoVdbGVu0HjueoHfd36lyvnF9Sx0FxbQtqWEdcr6iKmrN6srhyCKvQ13fdOmUO9LdDMw
41OagtMR/G+/RghAjydsQn2hGD/ZKZyx5v83AyS8bXZBMrhIERjPzt/LS/xZgFqucyyY5FHncRpm
Jce67zuLVdtZ+/SWOZ/tR+y+rN+dcTcS5eRrCvFzcMkJBaWR3f5+cv9igyJWgMxsEEwoyNPyUYgo
2Wg/M0D+Du5+HHHUyJHUF0Jf6rvfX+oXL1GDSUOgsEuB2R5//xduVbh9XLAsc6fOtn5MxlhFfh07
9c71OPNoevR++fsXdGFVuTlYKtQ5zy9Y4NQyOtIlAjfX2d6FGDmjjVT5qXXs9V1rz9kr11PHHfb5
QmmjKFLQUdBDzL+TKVlXq93bgjHTlRyqiEyozKMXq6zCVrnOQfbS2w75PK44hzVC2wL/+Rcjz9bc
104r8L7lWdLsIz2N1/3iIWxwstjqAlcv44dsMHQWimYFV19rryFwIO7la3zGyyKCWzhy36wU9JQ6
HfbliP1vNQGWYhDgi25c8puyTMEBWi06H1tMfLHM5NH1dCY8L9Syvdbf4uW2zqJmoX7RR0IBYuH5
S4uB0sbKihglfZQEeMzNwyLW5scQ5TbwQbz4tkCO8fuR8nLNPq6kGGFNtDRana7ZDZ6xse88LCqK
QbnBXF2YpCT8rSy8n1PdPqZXSZu5fuQSTm6tdgapCq5i1872vqNCInzCaV6RW/40UpyMQsczHZr4
UKmg5zrZrplXDqBKOQfAF9+AkrvLBv9tKDhrnKfNQPyJNJxb8F8A86Fdd1maqOupKtd9Luwo9mMa
dL3Ws/EFVcw525U2s58THbqm0wjwaeu8Ns0XHGD0cr5xrao5c9es/jLIZh0DW5Ca7jZRKfwmS7N7
BgF+WUWcwe/f869Oy/A40HXszehpThvAVENsks9ScjQdW8vxMfGoz31eqo9Hlw/pZF1v3Dt56kYg
Lsvy5HaTt94WaSIfqZ0V8rjcdV+LMfzFiHehlOWRQFQ8IvV8WPRT75aO2SMBMaKHyorXc7O3zQsx
EZTuYVQ4zGgeXnkQL4uHo9YEqgj8DursNFTapb8wFuxkpI3Ulp3HUVyE0so9rIYb8mX2gt2WTeJd
Mk394+9fwS/u1pNsAKZJ6c43OFmU44U1OfO8ifN1Lm4T2NUbQ5GPEJMdRiBRN3wvquw1nfDP6NPn
c8J1TEdyp+5xnzudenVaxkeMjKln16Q/0ayccAjqmrQJe/bXyO/zASUxFlUIG9zXy0hwZb/Jd3iu
hq/OorIJysJKqmCl9WC3B2J0LfRbY7HQnqyasR4i47lGdoYwNnetp2TQLF/YSwFlYr3o/dZapeGv
VLz2IZlT4uLquF+vSmIIX9lnX27pCBzY1AVCGKb6KfxiFIXb1C7YoTFO+oBxsdhRWPX+MTvq/Pcv
88Wlfh43HWozz0Hxeip7z6OszJIalwtZG5+21lgOUTdr0LFE/90Byy7OCoq6QUCbuKeTJHXLtZQz
MBeIfhrOso3OK7AerMiSyKpeRmFrNv0HU1V/M7+QizJYXXlUg+ljuNlpUiD4ABknUbwFHklQHyuZ
kLG0god3rl2fbetm3xYVCkCa6JKFhqP2us/6+j1ZXhYmmtg5z0kbuO7r4/Lx+6f/Ytey+WZg58zh
o/D4tNEMHSFMTPISj9FiRyQrjfaljnPzFYOK+nmofTZ5qPCRQx/1yA74/2ncv85HVba1WoKlRvO3
T7E2JgGxKIXaOdCzd4NT1Hdi0UdVll469IhVNkOVmnU8cy6xFwJgoSkxHSdAMz5K6+6bt+Tu9zqr
F7lLMLC6V4rTerWbcyE+GkY73ZRuP7R7nQrCeqiQ2i2MVFZHwIaC/DjZGjb29LlVow+GO3TkPEEE
Ib3czIQs7bLt9pJggSsyeSNs+RiCPV/kCYDiaqXkUvRzx+E033rAwjQf73spkX2qskPNZDnl2Plw
itvT2I4pQVBJkYjLLhmt+iJuc/D4uRv7iWOuEP35TGciwmG8IlvPG8+IoOxY642Q2DiCyEZoUedD
SShoFGJmGeIfOKP1Z69dpj9IcaHzclLSXMZn/WrQGdLQN6GdytKYew6uEGYdmuQqLKdp+B7RY+wb
TFKP9d2IS0rLcQGXJ5y8vR1Kmkn4vKgIsbNjxE/aidcj8EyYH9Rsaz2mLRkdpCe0431eR9YPCGdF
RoFCLWp0eePt7NqrCE5ai+oKAkhmF1uWV0R/oL1CwWPGw0eIP51QgpLvEaiVHk18j8weySlbCxOZ
aM/pyEnJ8wyX2XS4utV0Hysdd+LQ1AiPQz0NyFjnodq+VE0lPteD5WbkZB7FBviSF9eH1VlJ2hqL
NgoxrTY3sbXMjy5ZNIKgkm79NmxRqo5pRuVnY2xtWsLng2sEiZ2brZ9zpCsJ2iD1BxHcXAEfo/BN
zpxN5vlhVHF1JhAgdWeAB26xz9tGipAQynaA2qPgDpGGI0ho83UhyM4d1A8rHbo+iDjK42NnczT8
BT1DxzYgO7+qdJ743qzqK0R5pefbFDcEDJb5HAcJOUTQBWVtNOft0BAogIBtXtEJjaMVRgnp/76M
Ysc8JMW8fG9ge02iKyNvL0abbmPj2rXZu9qwJ9pGp1Z317HK3dZ2QthEkbTjFYKj6muWtOrTsYMI
uTzFQlbTSGgKyXqqw8pMN6dPmbd4NqFMTfRdQCd+77dpVuDQnn1XUquRi9XKDeE84lL0Oum8en6L
o1qHLpRj4i99ZISdBPZFaWqoz6aGcu26rX3kADCel7lpln5frhPhWcnoPYKoEvnTEy69r6ytgvnX
Fg9m6gdk4t3suO0+gQ3mFRP2VAQVcCKadJJFZr/KmZJ+Qp7hH7q227tiA+72h8S0ULIQ9Xkp18F7
WucpZi2wk4kJ3dtJHpK/RHzZREwe9DJBFEZoooiqwoHcFUHIImrty4Li85ryPxr8ziB+KgAbjtUr
e9TL9fhY4ysEqpiPLOfUGpcOBNWmM2CvFbdTmDO2D43RbPvfr/o/vR/Pl2OHRR95J3UMp+nT5XiI
kFHBWkISjwS5wIiP9jeCDqVPYpd7wVjqb1XhTpeN1ayHIqnbe7QGjJm6cINCHEVhm2rPyFcuiWbq
SJLRMck+hvG55jW81j385+74/NuycSqJncWFEXpxCO/B3SbYXUFmnuUQUKUq5zOxPBAWGTTbJcRf
tvmOvSwfWHiiDy308nnV5un7uYrJdzzqnmwoCtl9hQbJXmt4+IsChkOucDTfTnrs889rb2rQosIU
MgcEZJvfB6j5oCaJ8r6uk4dXXtsLcAC0jIIX3TLK4iPp+PxSqCjqwoj6OUige0MVIdqn6nSzJ1AR
+2ZcvPZQj6sbwBbFV0m61JcTDO8rh8PjEfP528BhDmb3s5QhfeDkbKib2mTThO4sS2UcZvI5iE9Y
7k09WNfT2Mjd72/6l5eD/oCMkIzY03um41vduA5Y6ETK23UsyvL7Qu/Qc8wIWJu8NHplbrxAL3jG
cC2YcijX8P2cUCA5u4whUuArZdQtoq6SYKBjkulVJZKYnPvIOZujzf3Qw0TtOjdi7/v9Db843Ry/
APgWSlTl8XyPS8RfMK7ajVdSezFTCRLBw3QsnQuz25wHnWVP0/8wd149ciNn2/5FNJjDaaeZaY40
ylrphNBqNcxkMYdf/141Nj5Ms4kmZo8+wLCxlq3qKlZ4wh2SfPgLa23r++0xr/cwYxKWUa8xddA1
i0mrCsKEcPrHfRCnCR20WDyMwEKAouKFsjHUygfVNJ333SJ5c/SlUWjgTajN0XTd09SK430MeGXc
YTBp/xgGVB59J+qbH9QdsvDOTCyqtLYax49zEPC0c7LNTwLhqO+xkuifWyUEFQTjZO7uektoX21F
C9C9ia330J+CjyqddmTzrBz+klHWFASUWah/z4VhxnsbjOEdog/t1wK9oF+Bqoegs8iT/aEvvHcz
sovRSTd7C0BVm+Qf3CCZ+p09NoVzELA570bLQ30myZATPVZ1UvyaHC2Kj7liiL8tvHORshkHZDcn
E4RMqyTQTWIlR6FhUJXIunPQTnmm9ozmm97MUhF08OrwXQ+Cp/rY55GLSFLTOh6NLxRQdxVkwq2y
wdqnYJfZpLU6H2OZltB6aBH4r8iIxuxHjvrF45gzO6UfgGKB8NgyEF8Zj/SHwiaJHk2opSGSayBa
CzaJAMbTWqhoZoBse+yIfK9wsx3Y2OrWlbmysw1oMdSw+NthyCxuK3hbiCBxnkDdzvP7kQdtFwqj
fA9SpvlVYsx0wmxbOzi2Np0oidWgjAGbO6n9l/DU6R7cmnvsE9U4JApSuBt32+qP46HXyH5ZlyWf
XKkG1ytMsqJKG+PvRkTTP2l7hwoWwiobefbKtQLqlrMNzIPe6pJ50Hb5ECmGw1he0u/iqqoeRTer
PijTin8so7sAfPXGBF8sXRaPhUGmbdDzI85wljbPXZlEsWIxwx4Fh35fTbYd+EVqR+ZJmHpvE6Aj
DoUIaqZ/jyoF+qQXCHWnoezaImYV99MjJ5JnbkooaO3qME9/CzcwMhqBSfUdiFb72aIEhxZdY1bj
ac4r94m/08RkxtS7Y2+h0HonRFI+Aw2mR9gpfbslGHNdEpTxCeqc0L5M2+BTXl7ZPQd3DKjw7V27
q7/FVKROFHDzfie0wjuGQY06u2ko+xB/q32UoVEMTLE1odbYzWNdefX97Tt2JYrk97joepJzq+qS
zFJrIvAAT4PbxCcgJoqlP4NQF6LgG+PI03P5eSWji9iHrg9c52UTD3FrE5HCYdir4RTfd5patscJ
oOzHySkGbWcXUv1/sJPoF7ZUFtIa9jhUwMnz8FcyAmBA7MvA76AOLAS7Sjv/pBJbOOfKJPwmKW+0
at850/iRytH4Pc4Utd7P8TCivdsgCwrgKgrCfUCT0U/DdDb3SmGX/5D5an9SfXRIxlWr+ASFN3l0
Ji/6kGZAiXe20jbByVVVMNoJXpXftVmA20odcGx7YET2cxZU2Sx1sEKOhp5gOnZ73V7q5xfrBqqP
ViRvPJ0sE6b45YYJW8dNglhYe9DMWnmwFXixyhwYA5CYuQd56GjfKc7pn1zF8gD9pX2dn8ET51+S
wLE/pT064x8JPRoT7XlMJR+VYMx/oQMO61akDoUKj1/fHZ2m8srPjpPgGMWLGtf/5R6+SQ7gXfy7
LpvyuV2S/S/0AZ7En+JzW//50777JZb/y/8PZQGoEb76plJ24EIX4EMUZ7EQcfGnea0N8PL/+p84
gG7/h5TARZblhUsnc6z/igNomv0f2P2QwMg74InqPAv/EwfQtf8gDEEST4uH2gnFsv8nDmD+R/bT
iJsAT6ApSIj4FnGAxQ0Bt4vuKXVIeoy8CkBfLjdgaun09ftCfayjVDnpTt8dQ8urN96c61FMk1Aa
FiTesvQEF20JLcl5b+FlP3q9ZUjhAegluHPcvVr5D/89Nq+FDtZG4eaVCSKl0auGzMSFnnk0WR4L
hP72c6vMe5ci4kbcqi3uOpbM5O8GngQHkqVbOoC5noLupSPGR2Mo8VuLPKcBKG5G9ldF8+qn2bKH
Z7Wxqi9ZpeEDRxvMhXxhZ1pyiJVU32r6r8yaAJruKl1wSZmTscWrNKEzG3oCesSs1b4BgzxU5ykw
yo0HfG3WNrA5rivZ8qBYcDmMXeWUcEIxPMatAt8MBHQHnWdGr3FvRNyb+3Aw6HciJcrzrtKG+kYw
3hFuU+OMDqWiDx9uf205r1dXJ5+B4ghZEXrJEjyyTFXQTKyDNm76x3gu/3YKMz1pdflPr8zVRiK4
CFblQHThqY4T9nFTm4ucKBIGhUa96h+nMCp/hxiT4M1k58cqNMb3pVt6G+OtLDVaDTLrVG0oqJzP
y6UOs65JYkodj73TC1kwLg5JOow/LPQ6vytFkMFdyXvnGdeX5h9NE9EzEuTOHqt1FFNvL/LV5gKW
Rk0WgWM6JpRd5J+/2lxkglh3IPXgo7sPSBuV9X3LEdw4UtejcGYpdhEcyiBR3oOvR9ES4aHQ5Fm+
AoH8LhT2s1aq9ttiIdRA+HjMAFEVj87DEp3tGgW1Z1eIx8oqa1oOWvU1dkrt++0Fk/flxa4EpUwi
RRmI+I84cFGZqbtOlFUZZI8GgsvzicJtUh07p+7d41wlww/hopG5mwMauBufahl8ygmCvWFIWeeU
4d7lKoK+EdrcN+UjGDgAW0pIyf1QV67hQ3WLBoSZHaTkM4E4kxURd+xse7AopNL4R7M8naKPyP0q
7ac3L4hrk9ZAKAPAxr9f/qqspw3SF079mLhzh7RxJSZjJ2q1eM5g2LonPZ/NZ4B9iHXfHvjq2BIb
wvYi8NVkjunIP3+1dSOAdYCD4+zRg9Z0FzsWnQ9cSQ6NqsLdSc1w49heb2I5HjgJLHDAsdmLNy63
mzqkw5s95iFF8WHUh6PnlFt+dnK5LvcXfViJz3c4LWySxUc2PXB6SAlnjyW2Avr7VHXmCJ4PAmqn
LEDe0+/pBn0Bt5z8aWhMbOGCVyZJPMIbbhtUODlHl4uK58aYgcQuHymi8LqmyrDrxaRt3AdLiixb
mdo/+BYd6D9EueUsYYXnYVm5xSNUYERqBiVLbZwmCuUnUjJCPEAvG3/31IOUXdiU1dfec/LvkFbh
CYST03zLbYH3lN0o5UgDhj7yPk3wDNv6mSurAVECOAp7m+O+ZKqnRimsNNOLR0WL9K9DO0V3ej3n
B2eI4jvHK/pvIhzmrzAIkzu7EQ6EQgqW6GNgTdUWAcZGQroF2NnGJbREyLhStkEFbQjUluoKqlSX
n4m+RjJ4RTL5mdJG77u0R8SAdrbYSS+ec+7asx9iL3FPRmbfmzOAmQgO3z+3D+DV6rz8CNQv2C40
9Zfwr6oOB00HBOGHkdN9cawgP6tJtrlX5Lm6OBEMYzFJGZBRF17GASNS04DUpYb/EMNJyDB+zHbA
vAu4N+bgfUmiLPuBS5vxWaQUmg5ijp16r6uJe0JYni4AOrfZ1jm5Ck7I60ywkHTTAU4BD7r8AG2N
poo+jqOv0BrdRw0U4cnSh5NRKVvwm5WhPNIAKTAi0QUvz8Kre07PDTF0dGL9xIJ8MOqT5sfTPPq9
G9vPb/6igMF4pU2CInAMiyvOYk+JUMk73+tm42xYIPK9JhYbx0quzeUHlYVnWaqT9HBizsu1U2e8
NnDlarF3aLv7rJcxtFCmEyQ18bGqjWCjeLE6noE2FmBLWf00FuMVfabPBuOputIexhFXNmT1AaEH
pgXld0430pSrEAFFCYtCkUHcyhW6jKnaAQ3sKnQqH/zSfEAe/iMy4t9aw/08KsOHoNDtjQW93iG0
iNgiFNp5OHRnsaBanRZeRtDjYxk2CYKPJkAhvC3vu7RQP97eIi9f5/LrycuHmJknCuyqLW+FV9sx
rKcwCKCgIq1O2LEzY610diaaBdphqCt12peD9CrsPS2JH5xxxDvBrjQXpJib0P4th7n9ouMURRse
6xKMB0ou+z3XZRGdoqJRwn1qwfKG+I6BzJ6yjq091mpY1HuQiTaGiu2EpULSjxhVJYo7TweEtEBZ
WNZU4bnUSXwYqlk01V1VmD9uz/76ymPy1LpIjxAJ0e3F6zx49GswBVH9RG/QXQyxpmrK5s2RhkzW
EQrhvPOfVA4ul9ik6VcUoan5XlmNf/IZsbAIuNHX23O53jWMQkuUq5VoFnrMYpSpLBRhzprf1Pnw
LgugrIe4BB4DDBA2NujaspFUE/0btDRJBS6HQpE5K/FvVX17GgG6xXG9N+x4y/d65VVkRuRxsqBC
vry8vnLyNQwaFdWPDUzoqqJsCjAiqPJi+CH1P4cp+8FP6d7TozGl6kt5cJqueJNjOxQLCeem0E8q
zSGhLnI5Wa0GmD3jYuHTy8RtbUbdJi3dYWNJr7MBOQwEB7CpqCESClwOo0e4E2foKvgGYnsP2AV0
+FK4zfQU2DU671WLFBOGFGbxFd0XRPDNWVE11IWqDEfNvG3sj7i/gNS4vanWvjQVLWqetFbpcyy+
tC54xweo/L6I5mKPDoK9K7xg+hejcOWZEMdAf19h5yerhpzZ6hoWjzXkWc8JnobZMDb63ytz4Tal
9kLixcOx7H8HnRd25ui2voP/13eFOsF5EMXW2bh6nSD+EAoTXRLv0/mWr8mr+xTDJLdBoHXyzTKN
fiHUZ/0EGOHtUzbapxbd17e+TvSGgEYSNNLIcDiSl+PhsjzQeLIGH18Dheg0cOov8ZwVf8WdUT/i
wRns2zquNg7F9XZ10a6kjEVbkFqAtZScUp3Jdfqw1fwcpVIfQBcSZ17dqB/R4uxOaqNhQYevW/xR
98LxXGtG903DPRk3nDAX93D184fbO/X6tiByJvggk2OfyvD+ciF60PWYR2eG7w0AgXZFj75Enlfm
R6ep6Uyodv7OTqoQaYRJfZirGmQS/VzndPtnXOV78lcg5kc1iJ1GGH35K5o8SThIpeEreYSaApZy
uLeIHmJHGETHSkOZQ4kM629VCdL720Nf7W85tMcDYILGJbmRddBXO8/witQLwt7wncJOfwbjGP2d
K/GnNw9ick4JSiRBgzfgcpDRc+OpsFvQg3mBPU1IF2NfGqX195uHoZQGKYnX0oNstrh3SvKDmUKZ
7veId/3I8Kd84DFSjm8eBdEu9gsPJ7HPUr9rdJomAjum+zbKCRhBV/lJJbsq33q9yWoGZD0Kc5QC
WLzLNdOVVBRIN+p+EqQmzB0j3rsdPsNvnwwNaVnQoCJ3JZ8ZuwVuUUWi+5UrfSRVPT4qWTlvvFMr
m0wWrWSSCNWXYOZyLqkDGBiWOqOgA3EmU0SKZXa3aKdXITcrBjTLle8uUdmSOm0XOI7nSNP6XRKI
T/ifTT9zWoIHNaGAofeApLLIjDdC4eubm/sDeBYrCEyKi+RyarUzzrGOKrAPGKTyuy61v3FZKfdt
0Ux3oaPoW7YfK5eoQWUTIjM1W5vYe3F3G6kVQbiJCt9pgKEldlW+y0zQkJnW6/eeK3C2bqfYOrez
afqeWzVPea3091i2VA956IECvr2FXtb1Ihkg+YX3CFKNcIe0Z7EEY1ag41NUuV/ZPSg9dxDlJxu9
rceyU/s/rj7YT26XZ8XR7iRtxAjt1t0B8Gt+1Rj3hQclHsH9NK4RibvU68CHyNDt84C1orZDEqPY
wlyt3Pq8QWB6NShG3BMvf/7q0quDYJqbwM59TH2bO7T18CGp+/AznRvLD9GsTo9NMw7PrjZh95v3
inZASTbaipPktb5YODLslzI14gKgMy/3Tkql18agTvjWAJ5gp+auc2o9UTwEdp+gyGUbWbEvPbV+
VwZzXO2ibo66jdvsKgHgmkRylMWgogmTb3E1d6GmdhX9unNlO91DEA/ewZOYlG5Sg43H9voWkPcZ
p4XLBnzI8kYbJy/jsRH6WcmC5kEPMm2HEa7+L0ahfQWfGOE9OdJiUZtciRoRGWf2u3OHWWz1ECTo
xNze9GvLJl8AQ4IhWMDF7TzA2C6TSTXOce28VzXvt0KTHnQ2oJQ3D4SpqaySQC7SoG5cTkc3CAi1
Og/OYAC681DAlQe9np/jPny+PdLK5zEoONM3UWmgUEu4HMnLsF0xzcw7uxDz77RuLPZxhJb5vxkF
pCPpJkXfJX52IrjQLbhQ56jHsxbgXIjdIN2T26OsfB6iGsAWXMzcSst4urRQIEZB3j3HjSax/7G4
jwtP2eND6m5MaH0ompPyBuQlXSwbnY26VibPPZdIf8OZaP6GEmNThDBH5/D2WRGx837CLEK8cRGr
tSUNFCVK3HNHB/+3WZnOybDN5BGhtC2+/nVE+oJVQKDTkGXvJVYt11ThmNkUnHP4JbsMLfXPCYVW
ojZF5AeabK3flg68KiS4qo1pmvLeu7wXGdwhF+IZR5vXWtyL2FqmrhWVwXkAhB/uuYTLdI9iqPcr
bfshftDy2PzltWWOuzw4pV2LAeKfEobzQ5y4kKIVNsVn1fYESoZ6nCFDgaFgf0qatPrbrvV43JvN
CDBBxSsembmpqB9bR0cXSE10Bc06WmX816E+/FMnptbvCO6QKWtcDsbORSnpazvns3WYZpe+NGQC
d88TEd0hYOTAf7AIBg+i8ppPFcwjse8DJ3zP/15yJ11uiWPVCvVTOwp9OgoEin5ViNFDy2gqFDWx
kMWZtALRtfFKXwdHVJLg+Nou9WpSu8XeqQRgulkE7tkova+ZKL94GOrtukL5gB74ByVqNzLMldsE
0AteGZRi5C5afENjpNerZrN7tgWBJcbVwzkP6nijqrs2CpkkxXe0vYn85J+/esgtVZ2cTJ5zLATT
QxG41j6pc2dDc33liJMrU88hYqD54CxG0UcL5/GeuQQooj0opjF8MAv2nalvnru1z8R9L+GrcumW
GF1R18Ie+sE95+3cHmxzLN5T5IB+ptlNfE9R1DqVDbSv2xfL6jJKVgNPJtX4JbDPTcI6UDLusACj
7rs0jppdHY/9xijX4Y7ElsiHmfSfZZTL/OpjzckcGXOnumfXQSQxbbzuNE2iexBD3X8I0YHj1BjD
WQ9d/b7tkmnjol6J+uiIkuOj4+SQiyyzkLqw8EbBzvHc9kVz6Kkt39UBnB6tl6kPyjHn0kOALcFG
XnRN/OQZgbuFiV5baRP9Z/YTtA4OxuUatB3GEY6aemfivhIFzaYefqIbH51uf9C1HSsh17K9SkNg
GZJnmOR2PY6353LG3UTBwQPvbCc2HhGU9zYqZGuf1dK8l1zEhVaw+KxWpgdFPBveWS+V4EemtcPH
nr7xH5QgxnvDaIN3ouv+jiB/PinhbP++PdOVBaUFSrWX3EP2QBdnUyQF/m2DopzHHgVOTOlb/RhK
lf2N3bM6jksYxqkk+19WzIwQPQsjdZQz0kPTe7VTHVzfNevT22dDMxyIrUVVngbc5faI9Za/HorE
WU+E8O0W9b+xs95e8wGJCH6FKIxLjY7Y5ShjVOTegAX4Galb99DpM4Jy/Wgdb89l5RV/QRQBxkHs
+0r8Hrs6Nbc62zkXMdH47BTanxg/3Q9V0URfGrirWy3FlU1Px5ISAHNjcuZiIxYYxHQh3M5zNMqW
DKWt89CJBPFWZasfvbIbgC9wwPSXutnSbanXgihK9Mo990Zr3tNWcR/IZ7eqtCsTgg9MlUm2mK9P
VhTqE3bJlnsurNl9gMFqv6/ayPPRWU6/3v5YK+8OepZgiixqGcR7i2M09V3YdQ5r584WzL/KVQ9J
Uk8fUqE4930fa1+MALXS24MaqxN0gVhq0k5LX/Zqsp42PSVP5+xNZnEeC115J0FMz2Wja4+pWznD
Qw834LPTaY6yt9Km94g9g9FXaevADxh1+y/a+6AtFZSEnV3TDPOPsS1TmsmWHWj7tsvUb1Ak0PR1
BVTqQ5YGLe8qdYF2J1q457vaDi37juTAffQmrU13oofBjfhwYf8wxkJ8cKNi/KYgnviXzjVq7lRU
R+8ss6wmcJChOh1uL8pK5M0TSW+V1jvJ2Atq5tUrGY1TF9TG5J5bpcvvXNctHzpTzx+KqFbu9NTT
zmkiZRmRNrXeJjeDHD46JxaxGtQNIBYvn+vV0GU+ZlVVaog5F7O6q5zUPY8ZGmu3J7j20cGxAhSm
00GJc7HVUodnFY9kIlErR6y4Q6Y3GWMIUeam6tjaUPKKowsnea/G8qKrShgRheAKwoXyPtTS7qih
g7m3asfaiBFXbgSSWcCjtkPeifbB5Z3a5aXqQvl2zm4WOE99pVs7XM3F26NqpsGaScQEMe8i2URL
v0hSkpxz2I31Pb7w3tF0m59v/0CgztkAEitOTns5FQKz2BlwBjrjjIW1ppZYD1al53cpXj0fbw91
jYJly4F+99jn0jpviRnneiYkHEdugDaaUAxlC4Bte4ztUOyjsdF34VSGO3wQ7nO9QyV08pEo//Yv
foSN0CkVFvCCpBOXExZ52ChiIOgGJU8WUSXJEdnl4IC4ER5l6DoeOs/+WY1d/o4PqzxYQZjeBW7f
bIkere1XoMB0FSiVc/4WxR7XJMVWcO46Q+WP76y+z+47BXkU27C3rCpXXmciYCowNBwB417NGY8z
8NwE4wb7dU+DNfwcDbl3rxIN+GZmxw+3F3ntfMhrHjYDoRqDXq5x0fa5HeMhRyBgtSdcyMXB00A1
/ptRwBXCH+bELyuqKI45bRJazpnk07kXvaWd9Rz1nbePIq9IAg3OOo3by7nEltFHJQ2vc6NAU6c9
E5NDWFt9prUnGao5p51ghpRlUZmF8TqFsaqYZyQQtDtkxkzkMVwsDWdSo9oa5mORF1smvdc7EDwP
uTQnkX4QT9Dl1MAKazEO4PbZaTT0K5waS7c8bXYcna0S01KWgOeGsbjJNJp2sGOcxW5X2gF1fD21
zpHoy2Cnu4hEnuagdnqcBagf7CBnp1/qtEe3WHOQy97lRtA8Wuj/O1jYZ9Tm8UvI70JzUA0YGBV2
ly6O7iXiEUU772ZV6S3e/UrbyHiuzw7EfG5fwlrAHSj9XC4SIvxKBHTfPFt6SM80n8S7wczne3Rd
rF1aW8pWo+D68DAgxQzaZ7I8u1SuzeJOgOmqzLMUY/HbzggfxtByN7b1SoIM11/q6CGqAyfpRSfu
1fufDPPgFhS9zy3K0vdWWFlIZdudfrCnmrxYT6MHfBu9o4X82DkL0+HZQwl941eszZUqKvUPEJWw
oxaL6wVJEXiJYZ6N3FXvxsr6PTXDVpC1NogkVhFzwrDCue3yC/aqWnkdWeK5zxx3X1oulG1zjg63
74m1fUIsxVstfYacZSgXAPtR+lCzz+EQEt80NkRR1RN7RFf1E+nkVst47fBCZATTwZD826K4EGmt
1hhmYJ1nr0WgbEyr85Ar7hPQh2wjdF9ZQBrTlGgp7XGOl1egWdndGApiBLpLXY90/VD5LfQv7c0X
Ol0P0hLKb1QziH0uP1Sg11U09YF9zunDvGtMYCGJkn66/Z2ub1r+ckgE9AKpS1n64qYt0BFh47f2
2RCNcyyLjsaE1EZv4atipKhH52mut7zwrssmbAhyLs4z5w0qx+XMHKF4g2pX3hnIxQwBqFe7b3Nd
USkZey/Z6fzxkzI0U3Qw0cf+mU26Xn+4Pe+1jyhpMvSVmDpNs8ufYLtBXHvN7J2HqTc/YyzpPVnd
5ju2sivlpUJITGxM13WxK0kjS0/rPGpRg/nZVXTjSa3G8Ki2U7lx3lbmA2mPw6YZvClQNC7nQyvG
wuSxCM4VYaUUs9QOYeEod29eNUZh2SRPjBdssSUFvlY5pinBOSEd/ZDDFMMHRMs3IuO1uUh+uezL
cgSW+UQWmzOZBNvD9srgvTGhUtVkSbmRtcgvfNlpAeUNwNQhBgdjsoTVa2bCv3obESCnwoskDZs7
btvUt72E2l1fjY9DreonvRfmm+NBRoZgCSeatvOVRNwwuwiveSmVLuFq7ztshmLUnuJ66+lcOdtc
wGi7SM4UOae8o1+9aTEdZ4xBZuGjPlL6RhSY+s5LKz3dqdJWN0VE+FgFnf0/63RYzut+3Cvfj52o
GsCR6KbCFboc10rtIjDDoPSzQtOPkaICzIS2unENe2vTIxMEDPKyU5aCF7bZTko/BomfoSuo3NVF
rLDzKfEjR+Jq4q7NB0PdFaGhP9eKa35SRwM9iA5DGV8gJmdjQFwgaxIpU4neCr1ZY2+rlYh3xGRt
im/djF7WlEzzT8VM23AfV0I1Tj2evuM+TW33CzgJQz1qMEuC/YhVQrxr0czSTq2bi2RPm1mPjkMX
6d/mYB5VjIfsEms3rsNnBahKdtAxJ1B2eewgGYxQSjp8qOh4I8CRhTjgjUmAuhoBNmJqOMa4n7NS
bcWuqrMu/B7PkYMuUeXhjupFmvozneB4HuiOq929qoi0fGinAQeYjkcKDL4d9e0RZHfuHEUL+WBv
jFU3HR0Uywqs7uL4Z2h1GLSVblu1uzgIx59TK5yeiZq9tncwJPkc9FbZHtzAUZ8sge8Toi+NcR+n
M3D02G64slsVnbGw0JLvTVwPGWa3mUlZPNczrPQCaMNPqFpZfyUOJuXv0FFFHBIKrBo/mlmTGmga
5OI50tyPDggztzBg06Weok085zGmKKWdGdEODVwk2lpSNQ9lA0w1RFh7NEpDUJ3YNGfZs5FjBzLX
VjAewI7kAeyxOPh++yJ8CcUWt4dEdIF+kCrr4Icv9ziqVKg/I+fn931dfAIfFLxzC9P4nHQNzuqI
xbYP9pwM95ir9Cd7VJqTgdjce6OtXWVnZWGwM0Tifdak6eC/+Glc0kTNMO95eRaXNCLpLatfjH6T
W+mHae50X636WdkrJdRNENBd0DzX4ASmBzXlH1CkS9vyCZOBlN3sZMXfJYrX/wS5VtY7w+sbZX/7
F17fD5I6IV9+0jvgHfLPX91LxsArVkIk9dM8QOeio8r/3kJtaysjvn59GQexDzxOuWxJvy/HUTsR
egPCe35XFc5DUyjaR03o+okykv3t9pReEPyX+4GxbMpsUraNksEiqhZu1JQqKriIOmmpcdDsuP/i
9WHWIJCdiezoTV4dH/uoRSJA1+mHD01vPRrs3a+6ixzNLp6JWQ+ZWxfvx6Ir7V1TdFLhiTy4wH1r
gm3fW954nBo3Os9hUuDDSIf/ydCEZtKazz2YgFpemPuRb5bu0yIdfw6djTwA3bawPuNe1nuYK/T1
G1XISWZdicWjASybqPBvLtfZnscusces81HTMw56nhbPIm7ju2GeCmy4KnuPRsp4vL3iax+XkSVs
R/Lkl0RNQ6/jhPCh86e00M+OlceP4HrGUxKHykbOu7JfAVRRRIVmAGxuWRgwi5jbEicvny1d75tZ
Dx5Er/dvjgqoRoGqQo5YqqIt2xAzJD0I7loN6QWhlEEg1RugWnl487JBVuZhkbEP1JfFmehMrYwT
La791Or1fTa53b5ry+FYxtFWornyhQDqEP6iModCzzIMyJwws9sKe3altEP0ZFV1N6owE6tCqTdu
lJVaKrmslAwhoKLGtuwto2FRxbYMdaAPGrsxS3DxG0NjL5Q++jQKq/1IUwMFohDbrB2olH7eCZDn
xxDXt9PtFb5ObmiVwtgk7gEjDRHn8jTw3Cpt4lU1AEulOluJ5b5XYKZGVHAymGLhhNquyKfwPuO+
OKpdq2y8TWs/ACK6LOZy512VN/W+hGjgaZVfD9pwQmfWHg9Nqk/FIciL7pei4B0qtMY7YU7jnSJg
/xtgh+vzIstDso9CCEiHafEAKcIe5xJumO8KDAeLvJuPuCDkG+u8MorsdKLsYsAVAxl2uc7JmChN
rQPf1r0OEbfYqu8LW23ffColrpcWJN0mLvYlcMJzvR7x3kn3sfVTjjZ1773qbd6gK3MBrUYbAAg3
Pc8lEhX+RRolk234idmWEomKoBFGthsR8+oo3GT0U8GiksRdrhhdSArfUWr6URVjOxhrw6eEyG7r
2V0bRorU0KLh6DvL4m3Weq2FbRyqDEXaPNVYNb6bx8R5un3M1kahic8O5+MbRBKLyZTCwdhVMfwp
U+g3WVnx1Cmj9vn2KC9v1+W7jrKYBCMzmxVILaYjFblgbPoCc/ruaKqD8lHHjvkQO60K2q7xPkxj
3h3cIR+P2A2Lf0xlwIcmrxAZDtMsxyYm145GInoyim46IDuJmmZRFEfCS2Vvovp5zEwzOqGxLY5U
4oZ3+lANOyFBQZpaRXd5m4eHHBT0xqV5fT/T8SaHR22WMBEzsssV7B2DKN1JdZ9uwgSD1fH2TYz0
/UC96HB7GVeGQl0FcSSK68C7lvSErox7riEN3tPguT+9xA72gmv8qx7GysZQ11khU6E2Tf2ecuAV
LXAeKdmP5D7svqg4EvJqTwLW2pe0GvFtDa3wufDyYeOWWJsfiAjSeq47GBjySn4V0QbZ4Exl7DIo
Bqb3c19Z7yyIbPlu6jV1o27x0rm92JJ0PwGsSZrPizbQYucbQlfwebUHP4+E/U+B1sH80KWB3uyH
rimCo6WkIUjpomiqfWAP3CWpqzjHuJrN+NAP8+yDEDN+6q1mJ37jIejh1Uh+7wCl18PO0JsIiwKn
C57RjKy0A7Ff5XuYGyPWaJVNdcTymeRPFDq0sGQio0NJvdM9rLUqoz3kdYtJZTE0tYdzRG/op74e
pk+399PV4Se7oS4ESoBNJbUeL9e7VSmVO6ky+oYTxB+AhMwEtpvl+KuvCjEB/jGMWmmAchXABIqa
NAVEBN+qTO2Exlf4roK1cCpRPNzYQNcBDE/mS0EUXA1X9LJ+Fzkq3saKGftmoaIEourNQcu0GN9Z
U0fBtRPDB7Ue+gc8JIwjjhzFLkIEZ49ltbXxel+TbPgpYMdpB0uJsau+NPbydSEVPfxKdZqPZPa6
tnOA/vq5o6UJPuBuWNyVRWP9rpE9/+qWaLbs1Fmov8ZppvCB0R6FptsffOVTUAgHOUHgSndkmWK0
UQemFnFkv9am8Iimrn7KxiI5ptQ33hrtM30QIGSN8uKnH3i5txDi7Jwicxmqn/td0k3xPjGNeOOa
WtnBQBlg0rPSMhWWf/7qxoDg5hCMWSkaCZmz07os3TdOPh9vL9vatiLD5jizlU0kJRdBEqAWEtZq
SnDTtJL4qPdG965t2oQ6FNrHCaYM2ezsgbGFP7wBM+99GrrK7ymdxGeIA5P51piNch14ONqrwNsN
DGYWs84HXnRFSf2pAr4hMPe8G9tqq72wtrbyw0ksEVGwuWjkqnneKG4gUj+Yq/5Iej08VAPSkbfX
Vi7d4hom2zDwcsGHTlY7F3PBvMIc9aDyAdXHB49U/ghwv3lAnqXYF1apH26Pt3IEYCsD9AZSR3i/
VLKfYkOtZxtVDTWatIcA7YljPc7Fe1PRxVsDRTh2MremlSCZ7MsCDf4jnTvMKpw+3Sl3deCVKOXP
W8JZa5sTVqxEfOJ+zLFe3OL6MJL9oLLnK6Lz4Hw1Zv41TLHHODiTF/6je2V2ZyJV8I+jTZhltDW1
qF3njYjbmkOqxRt3zFXkQEGPjUnzF0wIr9riES/L1s6qbMz9FvTNsYeTh4F3WrZ3lebl8a5jTFAP
BhZztz/s2ri8MFIuAXwthLTLjeS6LaBoT8l8tRHOg2uE6UEZsIdBtBgGSKzN1aOmkIZs7KelU6nE
2UDs52aQCmKyIXc5rhRVxREmK/xQr1WefwerUGRqNe0zuzrC5QJTmQ89BU3lW1hF2W/kIkS2GyLT
/q3kVZEdrbQofK2wccSIayCGeyONsp/MIv0541j6Me1mcRfo0ejsWzrOYBgQsHQQu4q1H6D74191
oyMOQXcvOyilmub3iDBCH2pFOedHPHRwXQaVPswH4qv0d5O7lNMq18j0Q18p1te+KAKVnwlRZudO
k/sEvih4UMWg9RufaOVGIZl1qCFyMKgBLZYq08JJr4ehQKPACvYONdVj+X+cndlu3Dq2hp9IgKhZ
t1KVy7biOImdOMmNkGlrlqhZ1NP3p5ybWC644AM0Ghu7G2aRWiQX1/oHF1vr1wNh+yvPTxSkQbh2
QHTTMbT2gVBOC415o86jrIDjlMEF+gxMJHvom8pqr4ZFL9NAa4v1d1FZTgAps/3y+g/YShP7H0BE
bAwkntX6Po1FjqATteblqLsk3PSG0yY4tmRz/duzy+G2QsLwNu0HlQQrQr4XDp2X24DThnxOwH4C
frfnlguzgea0lvmmaVEGS5pfW0YvrlbYmEE6KaIH/bk3f1fCnrGoDCICA/T1+RYoRcula3M9FsXg
fDDzBpZTlcbp0+vr+leObLewPCEZA8QcBZk9sKNB5FyORdpF7ZD5Ry9HoB/5wmn8jXx33B66xeu3
vF3H5NCbtv2k98qsQsyetJ9t04Ob0BoVk/igI4gRPXqkv7zUT8crLop6hBzrIC0wcUH8mCzgURdO
ipc3D7p/EK4BiwARQKrj+SrFPi9aQ9LryIiLq9jvf/uZ+Ymc6JIr9tmBSBE8dhody31x0hwWih5+
R00XIv4Y1LorD8haxlElPe+t9QOyEL4GagkEHAnO7vq2JQZ1FQIbUTp5GCHgWXUjMn2oLuzpl1kC
3H9yerr/lMnJLJ+v3dxlsW/2fhWluYb7loAiF8Takh9lBcAyyzXzEj7/zCJuTR+ALZAwgOntrpMu
L0fZLXYVFTnyJhMO0DQfFuO42vpyYXIvj0Um989Qu0RrXidbKsTMI91uu8NqQTpU49t1JwEb/juK
8XwJVTrUwkzdKqp4hIb66o0HV7uodXh22Tj4Nkt44m9fDcFKeHY8xbJV+fC5QucqbAthUXeJ19Pr
p8HZVaMCj7oyeEMYL8/nA4KWHM9iJEM32xtXq7ojXEnvwqZ9eZazav+Msvs2lhrLkZp5Fbmjq1/l
fuNcNbJNDi1VhY+F4ecH4CT9DSSiN8M3yKI2XAOQcJty5t77IsthelWT30Su39vHUpTOwVDpt9cX
8czn4kttgrCgiMiedtNLq64wKSkxvcnXQ+zV8uteFdWh0Y38+PpQZ74XEkVkZyhIIoPk7eKvsjtt
kYA0otlI+p+YoPBPHrWHt4/i8sUpZhMTUBGeR8XMMR93+DZEqh65hYBubLlV4z6+fRgOIjbtJswH
iO35MG4FARArAZCUmKwGs+3OBwQOy5vXRznzdQBxU8xGSxvi7V7ArbJTT3oWHcGyG9MvYvLXY+Ur
9YCY9Nsf0kgYkTxvHHRKQvvnutniDW1jbhc1sWecxsHrsC6qLnkenznGEb5jRrxPAYnu6w+SdGhz
s5DR3NT20+iN8kplhvtuKcr8AQfE4QIP4UzM8aYkI7HgT4FR28Xc1HlSV74joykZrXdOZajQrZr8
whP27CjE2//1N5DBeR4Maa3lGPUqGWmmIa/SHlSmp8/j4fVgeJnY0Zgj5rboxqV6z30t8S9bu4Xk
x+ur7GMxr/Sz01GFeekO9z3Lepq0iyJ0Zx6XG892cymhr8KgW4j+U2BRdrI0zuoDfiJ2bh1jztsg
rmRyEKM93SdOktwIIOx3YtLbU0Lz586d2/4RB8xLcIdzsbOp1ILMh9nPMfL8l7gqRpKvj2XUxwI+
V2OlpzYfs+/VaHVXgCywlnt9wc9U8PiWQFMYE6UzisXPR4TntmW9mKLppYxcbbCPhquyg1qwIyw0
MAYBsm7afTp6/hFTQlx5Z5mfdG8xxnCpLnkv7T22KT0hnuGRaPGr6KPvqz4O/qN45yV21KKXGyyu
FfeB0QB06jUredeuJf7lqIs95MliPTizWR2KFjG/NPOWR3BmTpCuvva29O/vb+L6pTO9xSWVsedL
lBv2zOef7EjovHGKDKpXb4za1etfYncO/h0FYTX0gQELA8nZjSIrI3c6VzhRSVlx02rwrkqkEQ/x
YIoLR+5fiuc/b4xtLDqhnIMgQGl/7IHyVa6LYVWxFcFoT+/nsTZ4ppH4dhg1W9ljhhWMHiDN6P2c
zB68d2t1Zo7QztQm4TKuOI3iOZaFmrZ4c9C5VfurqfUa19IKJe5gwbv2UU0GMqR1PPjpgcpNf6vZ
XflHGZr+mHTCLkM1pODVC4WNaQj0VrlXvdtU2Bly681hKw3/xnMXdN5m01gKCHC4ygVQgfFfJwGj
zizHim5Z3ZuiCOm2NN+r1evwoYiX9XYu13o+FMUqIntKu4+GNfbOcRhMumUZaJBLj8M9J2CryPMG
ITZYJRZ2rwpTVV5uYdFpUJNfGkCTVenfdaWR5AFvh/k4uXVy40jVhotid21CUM3VWvqXsEVnfwfI
IjrQtLS2zs/zWKXAmSBw4Yuo7gzAZdLK8KGYRSO1K0SY2bOgCX2MZaGKoby/rogGrqmFNq3b2OKC
juHuyvi7JuAaqAtyqwMy2EU0+gRpkwF7iFI1Wx8KM20/jMg2XOhBnB+FJxPoLRgE+344yIxhyDWd
rvviySvXgP656E1+IRHfn5N/J8NnJfj4L2xbdndEDXh0MivDiLRZLdnJz2dhn6bZ7H+BJemePK8X
nxVB0gWx6tIf0Bw7EJVqzp44P+sH3sVtfuHspsvC19zt401Xe9P0oA9D0/n5107RJMQpHZBqP039
d42P8BvScv4wA3jwqXbFPaLDOAkeHYQiK7yjvKQKKs2u61NcV1hx6U6S4d+YuhJHX603p6tCo4lN
TSEFf1omlBtDo5i0JtDbVafBp1n4EjpWu3JUmO7inkRXzvlBt5fixlbu+mUdK8RqJ2Mor91imT86
YwqcsCvQqw5teB73stLbIswM7CTDglgdQzdb5iKcUz9Lj92cx++BVuGb0pl9f5926frd6ZZEXE1W
noHX6VsUyCAxaXD+13XMD2pMWrRrm1Z7UCt/NihKi57XbLben9imZnPsugQ0Td8L71fjz0hDVXFl
fOyYtnU0UfBocOl14hw/Bl/Oh47qszjwJfMn7Brsr9WScFDpjYNnc7NInAkdwFZfPQ8La1B67qDx
Svf6u0oH2XecNYeal7T98VGjq2oEvD2GqwqchcSmW6vNYzZ2aO1kcVU9mLObzodKYJ0btIPVjaHJ
qdgFcAGm5tAgwsOGxSg5CW0dGw2/9MX73ljiH6Jp/sy9YXxO04wG69yk6XvdnPurVentVbXQZggy
PHAerNyt37dFNz3G9LifWjTlzBOypuJmHKuO6HDi7Lpz+vE//HvM5sqx18EKfL+ksVv4Q3efJCO+
DXgSo0pdeh5vJ0srenHrLXlzU462kZ/qChvvYJ5btZxS25h+ecrqunBp1/ZJn1b/OnX77reT4Ikd
dHDZwbMOdffD9pQkGuOxfii7abiJDbP/nXZ5MYR4fntAFO1V/1WvQrvrZFIaYYOd9d1AD/HbIPL2
RG+UE47Se2MfNsw4JnJ62/yki05tQctaN6KePA8n0L/6h9LUkDis8A37pjdt/rNN1Hqfj3L9MaMc
8ElhZLIGfW6BaF5Z4MBWaY0CZ5VNxyxz6htpFeKxzfqhQSYkdj577IM1GHp9KAkHw44MpWYvnOep
vMNYs3nwB9Mq8KpuJ2yvLVvKcFhWeT8XuZ4H/Wi5DyX0pvGoaVmskUo3iXU9lHb6xRf1/NhWevwD
hTbvoZoh1lxNvlush9wztKdhGHUV1LJrMNfVJhM/7Tg15o+K3s6nynbcJGwwLJV4s2NBfvJ6c1zu
khSw4qFu5vGuKjrraW0M4L24dlokNGBW/ixOAhJFwrbqr5OiE9VDaVViuMOC2/iJmcD0aINLyw5C
tcgIYJqnJ4Go0rT7MA2W/oC287ABWzT/a0/7zA5p13kiNKalw9khm9c0VC426O+Lqhe42nlzWQd2
vqj2TqXW8CHNK37fOFWcUksxuJwodaPdqVKv0TtHdYBkY84qJxhsCaOE67ULoQbNR93O/RU5xHJt
0Z9au88I5FAT7Ar7QTma8wsp4ULnyjfdx2JKmt9FaxEH2TLiliFKOdKunim03g5Nlv0upnhOPiW9
FI/64lnZ0U7gUwWFQOzhVvSLQw4+tNUdykQtmWaXYyCoBq9IQ1qMQxbOCLf8NMAsq4Cjz/gBlnFN
Pma2qIpjPDWDHyjN6sFrZVX5bhHgCT9sGsL6SVQ9yP2u790skHlS/Acgw4+x7LaX9Fg0ufeHy35u
icpJXfcjj8tQx+o3DhMOsv/ENI/LlTuNGuAhqFLNryW2kSe24/lbIbQ8O4xYxjaBz8R42Bix/DFA
MgeeCu/vACPf/1P0BY2QysyqJozlMs9BPNi9HfhtCpthQKe7ClzV+85Bk3WKhePScA+YmYYkkIl6
wLXltkMXEJTEYzXq5rVpd3IAvV57X9MV314DlkeHyWui3ZZePX2Ftut+7vV5/QIaRfPeK8PXvul6
WeRXy2IM6ZUJ7mkItbz1V1zKu3EFkdNy0CdLET+tq+WDPsK+Ux2GuADDrODjfo4pM3zP22G9K5OV
O6Wfcy6IFBFAnpDLEMtHR6mqvG7TWdR3dQYM5WDkxfJ+7BaoIGOj5V/huMRfMvDokZXYPayXBH38
AFSx+GZklX8rO41rSOvW7BOOL1pyzADuRGJudRN4+rBYB4CuCDeHU1vLLBrTVM7XGtzk7o79jTXN
JNLFflf0I47w0Hdz/JcQ1/Cxwa29b2s5eQtW2WtL2rzG3nWdecnHoTY7zNTQ7m+OTgGOBdK/TCa+
aOWkIYa/jhFISDvs4KSrvQNIgprILirHP3ljvjk5ZFxPR62v++y9J1JAMIlfj/lxYE4GH1IWS+ip
fP2U2BAlyOl7Kw/TXDcQQM8G9a5MzQqgOLDZ/LDp++S41ov8v9Egnw1yrc7gkLWrIHH3Bsdnb8by
aXWLrj2pOdbqKzCm3PRVh9dDiB3Jeu3HtHTf11C6yqDxcmE+WHGttWQbWMrf+LLVryuq0let56Tp
gX8bI9060Ko/9Yvb6qCO+ul3I9r8LhnGuAjsBN5KOJISD7xTE+J1KuaiD0VjI16HjZ89h1pnGU+d
tbQ+tT+53lmAbGsuI391ToibNu+rfuqaT2lPOQopYQNhfBF3WBZPfKY+iNcJVBTNgOI+9WdsUtzJ
1HjoTNn3Nk3ye5jAphPqaMTgy1ClTom/q9U9QPXo9APNltTnV4pVo1A8CQ8ejDFdI+5tYedJg/0/
mKqDdRxd7BpO2AFLL0hcq7nu7YYllmQo72ox1k8+pXMcHGprZb8lrnPnF1bOX5a8iw+d16Y/Tc2x
/rNcjW4PJ5qmf5r4VAvrkWnqaJKJkWytWHGFUhVxEsQcTH7QTNsqNnHjmyHknelPnVXTf7FtdX0g
t9Z8ADRwptPreMsh07v+4+LlkM8pf5ffpaUly7HKchdid+Mv6rrCde+L4q2I0+kY2+n32Onr+c5V
NHSDxS/ZbQjlSGooPAaDxCusxzXOYsQkZhc3UgSwZXfERnWpDrSw0o9z4Rc/FbAfeBDp9K4BXPmj
SGBuISjadcGwZvmneLVlGtbZbNI3iZexCeJJ2l9TqwBgEduDZgRaOYh3YzYm2Jf3qKod+iHbpP8L
Nd5QHekmZM2yxrxa003ysCVl6QOrngoQBbpI7IODZdiXsveL4UbVtfpFblTkxwlXv9s6TwRv5A2R
gbPQkN+jrzAOwSJLswhg584CAlOj/qzIFWSBRlt38zFXJYkanYYhqHsnecAbMs2RFEq00+gspnek
lGhHdt1zpSI9tchwyYflptQ7zEN0p8DXY2zT7jhhXlSHEI265qDH8fy+SHxVHPlr85cZGmn70c8r
ErtmQPopnHONcLaGCmlZr1likrdy2nCAmt0AQPfib6nlG1kAQw2FxzhLrI/96E/vkkVmfQBHj6IM
V2pvBWkjCprwU5X/gY5fdYe8M8RtOgJYOsSlGbNd1EDCoGkSgUjYwtN3cCuDxXNerz8Y1sTfnxG5
QkanLthodWbM2YNZ0dIMsdaYtQBISIe8SbLM1bUsvRSPNj/zvjtmZrsBaukKfYdZZT+EozU9QIDW
xwDEwgUpsDoU6UPXnKo+sitr+lAsivd4wVVCfSXp/IeyXdfuquTZ1x3R8at/1wsN74M5Z35zg9xR
96RE3shDmWIs9FMNa2OdzD7lEk1ar5RhlyI9FviLV81BrTlYSqFDQQu6XnieB1y5tsHx29d/KrMe
P6KFpOJjmcr00Sb/kaeqnLTlYRCF/6Me/OQPrqjFN2FX7Di1KFTuk8T9nGLG+8vpJv+U+7CFjmnq
8VqvFj7I3TIVCrcqTH9B7beOhQJpmnHOgXSK9XAp+hVKUc0iH1Zzmu1jAj8LNALVvvYoEYJIDlOp
HHk/GpQyQ96D0x1Vz00hcnTUZwsXLHkToxY+v1vnabqfZneD+LQmW9jhpvtge707B4vSRALYoEvj
P5ZXMPNcX5f3iVa0A686BPECM0eGBMsCO/3MCU7Pmt2AB84kSnMInEU4v8dYVCey/ng+JEppX9zZ
9PJ3SLNgsVC2/XhvxDPHoEbZ6pOR9q5/6kGTp9fSaozP+MBZ783Ot/s/Llgu41BoPcJzdZ7Vn2ut
J7pSaIHmcU7jPCZFiuUfrW4obc5dAwmqAYXMTwKs6xw1JI+6G+QOnOaAyFxqfijdyvkGb19NoSQb
jgOeP96TKln2IKGY+cVtevfRzpNcD/zaU09p4q0iTAsaC7O/FBRbtJWcX2txvEagQ29/gKHR30lP
H7LDqoT+w+3r9pecC6zlhaHs93bnQDD1DbXRs8nn4rB1nfqnx9PhPRgfkkRoO1OCk3QbJ9crhI3r
fjC8PmyMdfhv2RzPMI6p4vxGG2IzOZpYVugHGymOAcJoPZjH10uXu/7hVhsB+QWFEHDihsnYqtr/
1M81nAzisZNmtPL/u63lJLf6uaIcM1drsRx9q2xtsrXBzwicTF2S0HtROqWBSHEXtUhK2YIOwvPx
KcCgoNcAVnacToY5AsNhlejD73mV5RvFI7a5UgMCL/gXUYwoxvOxkr6qsYhr9EjvbPMTKgnYVSN8
fc2euqROuWsGbEMhds6sAPni2/gCNbhVZUrAzdEgzQ+dsdTvqF1kR8Cb4vvo1xeq3GdHgwK59eht
6oS7yqEF9LqXiS2iWBr35bKZUCnqpJLay6mT6un1kBEvh0MRCDikThWaxt/e+WdoB6ddhmyJsNI1
ioON+7l2tbRTcQVfWs8P2pAktKG1viSZcHGQDzXO3Ke0tMyvgjR2DsbYKfW7zksTUHjtOn/FXX4V
QVon8SWiwMsAAwCyxdhm9wtYdLc2lacWrMimlY8OO17xaAuXeKEEPWnG2/psfHSE0inzU84DWEC/
YRdfnmamW0MqQtBPHBdtaQ62N5ofXl/+XZ/t7yh4PzhEMVPCOeP5KGns5o3SOhU5ME5vFUC5+8lq
msDWjO4RAyZxGPr5krbyy0otuuxYt0BJAN4E3uD5oFAIRF9JqaJe6SKMxTSGPmWPw+tTOzcKsDiK
ojbdPLhYz0fx4tpbKTWraHK9hhTSt66rdH0bpODv+pk6Gj/bqQcEYzeVcVNqs7JeRVwGeoRCQ3qc
IE08YTAxXr0+nzOxR2sOw/BNGQSlw91QrdL7vOKVFaEUml7bzTo/eg7+OqNJd/BCRfncWJuoEDFI
vx9Zs+drt46tmyEqtEYDL84DDoCUuORaHxkqvzCtM/sf1g4HHJwiONB7p+64ccWYOHgctZQJjGGg
3ovJc6yJmOqQJS4Exbl4BwMCAJudxYfbTazj6q3dGoUrbkyFNdGCcCMY3fi91HOq42tfIrmwTBei
5Fwo/jvq7q7QvdzlqV3hboZG1GNttI9+n7Q/3x4f9FYIws0s7kX7n55XPJDCCzxM1Hxt2G11inst
/q6Wdfzv9aHOzmcTafLxwHjptaP6zKypqIjI0MREmmzbYRxP64UT8FxkgM8AZaw74I333wo8d1Er
F+fObtKr4zrYyU1O5TsLN8OMKWgNhcr8GydG15meKyAX+Jt0RXcfyihicpMEHxiRVf2pHChX+l0r
Lhy6L5ZvGwW+L9B80BoQfp/vrt5aUkDUPl3XskqvRDW1IQl88Tac6t8+8vaJ2MckD/C/no+Cv07d
FNsoc4q1TipkF1RdPv5/RrE8gAPcjAA+tw33T8rnJd7gysa2ol4s7bEspY71i9PcvPm7oPAM+A1G
PXCIvWyLTR5fmKtwowxU98EpiiqcSr+8MJc9/mNbMuDEoI8Ad+rADnZ3rlV5i0/TyI2m2jY+mV2F
o6ZcfZJzqznZHjry6Qpbo54t4+iXmXdqscY5qRxY+hvny8ELrh8ELZ1k+qa7HzJXeTf06E1GwsG0
vB2mL4bbxxfOwhdhuA2ypcpc/n/JC88/XRFXTZvgbxi1CPaHlEO1IHVxR399KueuEtBP5MokTha7
+fkoqm5K2iBCRFqr84KmsXAg60yOTmY3F66Sc4c7vlkcTHgLcx3vhjIsyqfAVTgBhUHtE3T1jR6b
6raACXfPTD0qu5VapguHxnZnPGu+Mjs6/lvflX8iiX0+Q6Ph6O9nzF29QjgooXXzieqozxOrK+Mx
sOes/FIba22EteCJdGH0M5MGskui45uouaMn8nx0LAHTLIbOGYkk778nCD1bV8YyJlc6KIos7LpK
L0NpOe2Fcf/mG7tp4w7AluGQMaBm7WJUdgLvBdFPEa6a5WPWpWjoZTLOsuMizFY/1WPffquQLFl4
iaUFNAR/bD5ado2KkqY2tmvuJFDyUr+urhEYtOncm5ZEkMf21Vf0VpDwmjwxpIfesvqHEjjq9zwz
nJ8IJdBLU7Vq8qDLpyS+a5sUgarEo714sEa9RL6nVeqLobXl7ZhT5jiscFhVaFax9VNPZnu+Axsh
k8DEYE0F5qR3T5RwtexQ6tP8DRg9D1Tqw4Z16BJFWWxNUjTm4gJcaqh3anhXNYtawBW76Te0jSgN
2V6KUHI9mWjhWS2lxJL36XKgp5V8c0U5lFcxxjfoQ+JQ/zmdmpEKN9N1gmmekWw0rf57P1nptVdt
hBkE0mqUvpbYPaw0we9KAkeLEN4wirt20vxfixabdxKRGDfsY236jFBF51xlK1k0NDZb3pIQ4wam
UMPN8BOQ1le/zagFGWMhnkyjqoYbgyZdHM61kB+rwqvyQMdF5WfRm251Eo1FEcvTsSQJpBTzZ24q
7xOWKEN+56laCsrp1Xw/q0KK46hBcz/SITfNYKBFeMmI4sw5RU5j8yKFyIlj0C7xzYaSNqkJUTon
JK6yfu4eZ9UTAq8fVOc2Emvpb34CHCJ73JWXaMiacT5Ecpkoz0ECOCESVX6omqm702sXMAOK6xdy
nHPPX+LZhUUG4Av09W77mqWgu5pOS1TCz71Rs19eybxrf5mzIY/92Bch5Br96HWmuqPb6V2hgphc
+2Ztf6z7akZQS6IS4OlComy9NgfLmbTfry/MX93N3U7ndAGbDdmGTuBeE8nVE1laRbtEoLPkN11T
xnulkuSnZgxduE7Zr9xctDCm6REReslxma3xvV/F/s2I/RBtHs+hx6bXYZI0xun1H7etz4vfBpmS
nwXuFWDf8+Ovz1wu7YwHLOARcV/M0viU6MYmhaAPX1PTl1/fPN4GZcJshoQHvZLdqTcvINc0aZDK
yxLTUaP2TXAbc/yODvrUgD9Lkgsg7zMXKMU0EnvEojZBid2InCh2z2NZRFY8/C4Krwa+VraHyq3z
N1d+DAIRhPxG5do408/XUjeqns8srMgYhQdNqOAJ1izLbbU2Q+CCkrkw3kuQJ0k2hZ+tusWLFrDa
8wHtMeFRS/sgsg1gDhK9lx9S6lR+Nao+gdVr4kqKxHJpA+XuO2zpyltdmvXPtF26J0BzDZ0J7SKt
fqMm7UIKPCSENvRuqfjuSbOzDmTEnlwroqjDYqdDcXSwg/rPz/vlm+lK8WUBLUlHuq7ucb4aEObv
beAijVnfeLPZvW/jNS/enkbx9YEWbraRQBN2S9VMbYdJW2pHxcSTtaspo7siWwJayJcI4GcCbtP5
RX4JJhhe59t5/E9Kz8zNkTvOitrY/KXbpXM9+vaT1S/9haz+zN5FZ3IrczE1bI53c/KXxMsLFEij
NVuNr7lU9Z1hFMcMdO1xLUV8YeuemddfPP5WutseYLt5SZS6zQkGXeQt1O3Siu4bMikrnUy9v/CS
ODcU0UMEbfBLNHqeL2ESWxUE03qORkXPveoXm57VlB57EV+qn2y/+nm0mmS7PBVMqsQb9v/5UNm4
rVuCxwcSj3bU0Y44ZO3YXThmX16OfCWdlyRlLqim3m6UZbJzlKgyFQHP8D/o1EkeE1i2XyDSWt9S
XXcepTfRbn39sD07KtxBZ4sQMvttp/4TiWKtUzPR3TkqEfTHaG7V+y8jmsPf7a6uvueurK9XlcNA
fn3YM0uKxitkbnbbX1uH58NiH57a/TyNlKR77ygGichN1V3Cq76MfuC53Pmb3MDGnDd2o3gznlvx
gPofhPFjSwOcliqt4kdOE+vTHMeXlMJfBqWJqitnCHU2vuZegzqZhOIiWabIBUF1aobFv4Yp0l/5
S9V8e/MKorMFpws5Ha6T/Wnl26NtaZ0xRP1a6ScbC5pwXhzr+vVRzqwgRRSGAYb71437+QouDUjJ
ri7WaE178cm2Fv+qNKbslFsY0K6rBKr+9gE35aONkUGZYM/2Vw2MlLzxVIQxctoFlD70U2x18UFT
pXMjUxARrw94JhKxSaZOTplt+89uA6AXJbQMsdlIVnPyKPJJ3U6Z9C6cw2fA4pugE6PAtGC77Xlk
S2OPNIBNRYNphifPq+ijPsIl89NahMmyWicjS42rzRD3NjFgfvV6/EYL0u1U2cDhlDzopWEVvrsM
JrQgnVJb1mjiOLhRrqsfVIUYdQp0/e2rynvBx9ROWGC496ez6SfCnUGlRvHQaJ/qaXogMe0u3DZ/
XcF2BzMMlk0JjEMEMtEum/LnLOGp5qgo6afmpHSZPZSAJ257zys+2B2gvXVBHcD1Fg20c2wflkYa
yKqU4/VC93kKUrQ6byXIWjRxTf+rIYv5ejb17mMs6eSrvER5ZXOvLhsjuUAlO5OZIa4BoZBcF6Fk
6K3Pt1YlsxUt32KG6rLQvceFfm5CQMP5bxjksMzhEIHGaPJYn++nDgzaCVqY+E90SeLdUPKJ+0jO
OdARw5ud6eH1XXFm39sONxFZMQ8b5OKe/7jJwf8jXy0FGdZBncrJ2pM5AXrKXGQS89g1LmTgZx5A
W8NlE/MjOBlyNyCqwnATzVJFVQs+DcEhVJRAstN5d+UiPxp5D+C6K/z2g/IyN4GKNDcnMy7m5l2f
xuKnBtLkDx144JRqmf2vgztTCnj7opBNwYTnQETfdHdUAKWyuLN8hW5v5gfGlGSBWNSjGovuaKSi
Cd883NbR8DAiovqEhNnzb4DVkO6kIJ8iY7VapOoR026TOLsz/Vz/JGpjvjDemcuLKiJaCKigb1Jm
2//+TyqQzN0IPCpXkViWKjTcRR3qJGtCUIqXrHfODLXRDqFQ0nog2d1Nzc01a+lTZUWYI0oSUbcF
MN1NN1o9pxdmdeZ8p6XPwQ6xCc7rnuY467Ehu9iwIq8tfvQrUgl0Xn3j5+vf6uwof3nPVLhRqNqF
LxwuJ04tnllCGuO1SSnjbug68/H1UV4uG3/a2xrJGwbW+ruJ/vlCUAKqHBisGeECVABXSeBgbVhl
My69C1WTlxPCLQisCWSXv0KEuwnpcrBHLNCMqG4yWAw0YdEj79oLtCWfkHp+gNOO3Db+JmSxkfGe
h5yj9MkaF0/A7pdPXprewah9j1dNT20Qga9SuTIYjEsk9TNzI7OgOMhtv+Wfu6eDXa/aUqLPHNVl
3By6pVeHeXL0w+sfa/vtu7k5KGbz+N6IatyCz+dmgcbKakHLOl6snFqCvM0cc0Zdyyip6Ihj7nlv
7a3R5+LsBFjClcjBvQfMzDlJg1EU/o3M/PmOqu94qJATvLCj9h9tG8WnfgGoBNwEH+75xBIg6rkw
sH+slmIFb+nk3Q8DYuJ9bRg9tWVtde4bI69vLOCXFC2HS5zKF1cnv4Dwd7f6AVINxv4DYsFt1bVW
xjdu4+Qj2CwTXmqiKusGAXaQr32ynDx4U3fDONePAu/NghKqcL6A9Z0hjozufQff58IHJy/effK/
v4vsblNxdai47PKRxtEyFCdFfBPLUXuw4XsNwcSbLw5ysY5m6KKk0t26lYUAU4lnHryOvsAy3RvH
FspYLaB4ln2CKSTQXys9DIOVoXO1jLLglh/sIUw0o3IONfolPwo/9R+0fF7804oS760obbqcI/hw
GeQpnQG4Sb52l27ol9AGbtkGsDt0uBmj86O0hVMiT555DjRFa4yvySf0G4gpln+lJ25uwEkFuHAd
m652t/RJDLzWJX0CTauaz7gI+EYw5msMCFhPIblMqFId9EUTKeDGfC3DIvbcgzDzvjmYmm/DS9OV
FDdVbpfXWWumn7p2FB+lJcf3RunADVqswgv7RhZ/pKBiRdV+xWghKxH/OcZSK61D6feNTc2qsyFY
ZKMPrkBmxYO0YqCNazs0flAZGacjzJlxq/EO862LAnGBg4hAUB8SiKs/OlWeTe+8NTOz0Oit+XOa
tXYRVtIykHtPZPZN67MxC9zSED88u6/vzASmCxB/A2u1yas6wVu1dRaI82r9YyeleVenhUQ2BjeU
/1qIA2DGG3u6a41VlGHjyDrqS63+H2fnseSosq3hJyICb6Ygqaoo295MiNO9e+M9iXv6+2WPtpBC
RN1J9axTQObKZX6TA7PFPiUYsgFjLlzG3MCrluw70Mnmy2ot0c8mEgnUvVgpTjqEi+hUNNQjQdQb
VYLDQ+wafu5CfGvMWBNIVgNFOKDlvPxwVsP6B7eohXAZjbMZ2MUEOjl19PnkjVU0+hAs4AowTCk+
FAngx3wwvLc+xw/9OFu68qtWI2/04bkYEEHGpPjSD5C9fUMMSx/Mdaz1vgskLj9okJ9eu6HJ/pmB
Q3w3PQFXz4imzjrUs4pN9+ApIjoNq4mAoiuGdgw0oa4/kb9BPBN8d/dLgxqJFG+Tzl9KgGBonMkJ
2CGanfXngixd5ntFX5RkWKTOuKV5dCrbZNSnEwWnUdCkUOI3csWVOaeGAeWxq8siCYSR18/CzevP
szlbcB2jZYUkESnpGChJ1f8vFjPkvz4fi7d26VZYm52W/GPVQrOOoMONKDC6qfunQD5FOziTafwB
Z17Pd5qmVI8J7nfVMfX67k9elvG/fZxLBwBMg2tfyxTtW2ZG9U+r8cpPFbdzEvRVob/MZTV9hyk2
fB5Ghj+wF7Nc0vXAIBEZ8qwhwbdmiG8dZ4KTM5edn9bT9GkwXf0pA0DR+dbSw2dtFkdZjw5fYgzc
Ms6Mk9a3yuobcw3wUoEl8NVM0+LfKTdncQTarb60XrlUQe+a9fc4aqvWp0Hmdg/YSbu/3NZxX0yz
iD4xBYR0Q9vLgPc5z6I/GEabiyBu5inDvbrNY0YewLyeMEvEdCIGifyiqtOsHNTG019xaCHMpUnn
/HAiZRmPpaLlr6LTovVYj8aY42GVNPOBrwnFXvEq+zliRvRjHY3fEwjyhldW+WtuSRU79tX/6DnN
WbDoVdz7PQr/b6laxl8oz0cg5mqtKz7OBnV8UoDPV09WG6dvMA5iGAciKlsfsDJd6xYZ1u9doep/
xtHLumMX1fGnJZVcn8EoRQy3aYm/QU6gnlnqBChUYiqK6QvhsV1Kzc1elURBzDC1h/iL1aRWA700
NQH+Fl38LTaT/k3L2TSHKvWwQCw9UXwXUeo9DATg4TiWBDVfs6Fd1vbsQERR0qb2C6tov9zOM7al
GmeALJq+gqwVaLxuLp0OmleJRS80UXd9WrzC/trbSX1KDF08VFri7HSEtmnN3+WwNZcKqVI7YXP7
z2LSjTiClaqB+H3F9zl6Kjoz+pxToR+QfTWht6fGXutim7L9XRUusCdZ/9K+4DznyLRloiI3tNBZ
tSFsoXidBETfnQLv2ipo45A7yR4No9DzVea2rntVKbRQaSLoxVnFftDyYie13mbx8lmAP9mywEbO
9y/9/T9ZfFaYLgoOMx8MePNj4ulrQDwFPzmAeXnv3uAwo5oLMoSyGgOU8wdKEgQZpfrHg91Zy92k
JOLnkJbV75aG/EuX5Nm/t9e73ByMCEGFkAjB9mSadr7eVJoCarOGnASc0l+lM/R3UBDqZwvKjOEv
Q4c44wSieKeMuPxuQA0lali2nDDw1M+X9fRpRRpz8B6sjOhgKNn8M8mXdKfGu/xurAJ6kthMpcJX
PF+ljGBXzWqGlCUuUxAvHM9PRriSapbtlf5XH+g/S23eI+PfssxpXj/Y9bocConj0Yxiz9v3Aowl
81XkaKSgAU0NRq7nTxQ3uVameE092AXwFV8F+fU88+KET+yTmouNaqVBvdCg8guz45pwc6hCAcL0
5ito8abcKS2uPLcD6JuzQUcWUNamZuKOV2vXi72HFAb3g7u42oeirpSdY/53G/63NOO5GSszEpCO
qcBiN9GEpqGGifzgPHjrAJ4lwksiPRVLiidU2mrpYbbs6UM3VBBTrNJGW50s0ng1VMCs9EXy+FcN
2jQKVNPCIRpvagOdlBY1AoBIsGEetMKc37/Dpe8uRdffduffyuM/MQOSsZHgWuQ+KG1pHrRpcQ7L
AAPw9vG9fP2MpCnr0BGhYmWbn++HlHYol29jPax1OgX41KVB2ujRzke+6IXLAMjFgaAkVAsggJsr
BBmCyHK7XA8LSNsvhqqkjy3Ati9541Aap3Ecxp4F8Yrc+16Px/Ywonm7Mxi/PMw0XUEgUZdjbE+w
P3/UHC+UTrY/Q1HBoMm8JfqnT8s4mCyl/H77rV4pV0EycFVSLMtRw1bDMFczZFmXRQ2tXOUM4Sa7
vGCWbPqTE4GeGsboXmnS7KRrThnmaH8/zbZeBeicVK9em9cvjlG7f27/KHm0z48AfRduBd4BNIGL
UrXCX0RJnE4N9VbMD2pbADJyOu/gRQ29aB1+6u31rrxvaJb0/IidHD9rc7Jt1AeFApMbodoSDX2v
NP1hWbMjgW6vTXsB+GFnwcthmEmrzOKi3URP/FSEiY3oHGpKlz96bYuIWqR7d/rMTgNJmwbLkpVH
ABrLsz2C8orwWkd2op8+xxhFHLrVoqae4uxzLXozgJjo7R0BucU3r5/oAz+D5idtw62k75AlSgEf
ZAipN+GqzuZxbIpPitD+VdALcTFosbr5S53AeVQG7VnBHPB4+4NcnnXcE5j7IvyOVSMg6fMDUCXA
BIfEmsKmgNjvODD+5ghE5e1Vrmyzv71KNF1pil6QAcC6ztlqtHO4mpF4M421+UB2rAXdXKenfFnn
ndzq2lPJzhB2YKa8RjafHmBdDM7RmMM6y5XPOsxDmLb5e1XKZOgiOgJhZgxC+0lu9v9E41XLmsaa
TboL9ioeBqsdT13Ti0+3392VZ0FflTEyxS/Ite0XEigI6TOKp6HlVdYBbqUT1HCP378PWEWiG8Cx
y8bh+bOoBp6NWcQXKmtbBHY+NKdeq9+LrUGgm04dc0BHnkngrOer1L2lZDgOibBFXeeABo9656Rm
FQh6JjuR5vK1AS2SPCE5VePPZmOXRZ1J2Qg9jERchQvsU78UVrKz0S7jGQAuqe3GLQKQawsZQz1m
SnNHGGFDPvo8am18N5utuGux2bp77z5gKUzB6brS/Yfmev7usG3tPeRJjFAfE/sw6nUVIAG+h8i4
PKmsous04iV8AXG881UMc47ccWGVotPsGfGgOX1NHa0KMHBrfdHV6fPtx7pyLbKig/g2cn9yzLjZ
eabeLn208KEcunCv7dQXj1VSLw9xDfxqqVH9Q+NFwRcjT19b9Mb/jOVCxxDS/091EvmjNRXZx53f
JK/987jMa0YIA9oIku8X12K2EBGXpdfDvkqst4rJ3lOidsOdFcv2mNO49rFr2/kw6Z39Ac+eJjAr
PUsOhWGgDaUO2vTSKF3zPR4T/SWtjPyTYcyOj+Ruf+jUYo+Ne/XnAuuz5BScN7nJYhwl9+YZycYw
t+L4IAaj+8Ft577Br7Tv9Myyg16R2HSl3oNMXtsuYBEYvQNVohGw2ZS9aU31gD5pSH7suD7ZXhZm
hd75KHKYz0U71h9uf5rrC0pLcKahDIk3u6VxV0DnqauHUzypD4WiKL7KRf8tp3N2MpCM+3J7vWth
hAERLQ7yIxwGNg/YLtjUC2PUwwUFxdcx8rST6aV7h+BKGCFKkX+SbnMXb2tKpAGRS7JLI8wSrqpy
6JITWChayZP37ttEhiqgBvIf8B2bpNvGzqJEqFcP0SAqwkKhcV5m4x7e9Mpbk3QyloFIDUNksyGt
pmyGSEWXwmrt8pSkdRZ6KE3d3/42V/YCTQSwAoyQCSAXhAyvTqKKGVpIu8l8pIQt0Bxp7PsK9TmU
09phR/fwylc6W29ze01ttcbWQIutLofhmMXmEmgKOgZCYJFx+9GuvUBJxcPXghIYsebzMIy2eYZF
XaKFNBjnIHH1MYAMsGfqcO2BSI/x0QLTDdhq85lmmqaklKUWzmWZgiMfR3KzYbyrsua9w1ZufrxM
IHJT15NjbJPxDGmOJYW4FE7D0B1UhEv8rEZp7PZr+wtO2ARuzpAkcbMhoHQZ5++tg+Oeu72qhirW
2PZBRYr+fzT6+j4g0Lcne8CgO+iQNvlRtk1u0dezFZS3cP3UA5rb6gsdP0sq1Uzx4utasSAuCSNg
DpDgcx9EXLTtYUjd8re5lspvyY1CbiRqJER4MviPMBRVDhQ0TAPw1V7F+5MamTWRRcGco27bRKOp
EQkUacsNc1O4h2EZE8Y/057gwpVzxYmR205WJjSGzl+iaTbGquaGFyrKgqojcyjCu9cGC06tp7KJ
sp0U4Mo2hAlIAU5EYJSxRYnZtWI2gL+dcCaonNReGe8mO1GDqbeNnZBxbSmJFSNvBzRMNn3+aCnz
/ckyUzdMut44TYwzfJMp3ymyyn9vb8UrK/GdTKlgwMVBj+N8JTgD8zgNnhGiwwV1SCDKy52sPK2a
Kx7evxTK3XIMTvOT8mqzVJwtjcfsL1SnavhZ9arnRxCjfmZ16rx/A/4V4oBGILUMtqSMWHFsVUkK
JxR9kTFP1b3jQJm8AwO7Ev1csi6mdqALYJxsTvE4YBzYxa0aVn3lnGy0KxGaRP3u3a9NDkocmeUy
pt/Kbwz9ZK+m2qthDqQrNDUlPxZpY97FzTocby915UThcU5/VTY9XBCY51/IK+DDQVNWw6Eo83uP
meLRQyLhWGkjou65/b/by8mL6DwKulRx0sGCEMGp2iTxg17qSu30NW2FajyBOcgfJl2Nj7WiMvwl
SM/IctEJub3q5Y6HOAOMBpgVmBp4O+cPmUvTh4z5YliZdn2MVLP9WpVG+c1BqmxnqcsNIl1HKLt4
Siag2/rem/SesWBThgNFKwlvwzC0R2j39gNdrEICgzKDFHXmdmQnnj+Qpa9WLxZ7DZtoFdDBiuHR
6ru9ltjlKqR8TJrQzuCZ3O3pxVe+YrzZRmHkQHSE5l+hgraYOztQxoCzLSHVbACMkVziXMBDnT+L
oWf41GadF7Y1FMLUW7rUdzPbOkD8L44dGp+Fb6hV+Wynhr1TJF/sftYGdkedDIaMKmWTs0dSsdCq
yyhcUvTaytjrfFvrvum69XketI+3P9rFLvy7EMQdB7ELHnTz0Za5b8VizG7ooCL1qiIs9obaenZC
QbHbubeufDkU6kgy0O2go6vr5+8Up1fcP+GuhRHIab9LlSEwocTtfLlrD0QiyICQ4bvUCDlfBeFn
QnFkeWGeR/NDR6R/QlKzO0xWNe4kuH9v9s0ugd1iggWSH+xiqjutmT2NiNCH2pLM922MEKhYtOJp
0O34XwTX7XuUGgrUFHT7CWkyKfPqeR+dRGSBq+flazR41kNl5UnIeHG1fAS30CFE4DoB4FB1p3d/
amaZNHlkL5lp42ZfgRmqMGl2nFBxleXe0tomNPg9391uWv8fSzGltdjBthy9bK7Yue9Q6+taPgI0
/kNcTs49oB38Dt1kj4kAC+DirErvK9l9oG9tuNt9hbNIAkbCJCJMzohLclerA0jndUJLUpXYg2q2
Io0KBzT4iXsURvHUdJ2Dcl+t/57zbvpmz2Nh+I29VNldFkVJFQwYFnr+qqTWxyjrSyZYULknXwE3
9C1BJu4JXr1RkVMuURRqiZKDKI+SaDggvW2tgTVwXSMumzhfZihxH+wZUy5JWqxfiWsLAt9zW37S
B5fmeVUnqT8DoH9RklgDxKQ2NpApvexIV5H9+BcgXvM9arq0O9D8sQB5zbH+oiVj9WquyvBkll7+
YxCalvsakifIJletFR+UNB6/2hMtAHQNh+kb86Pmg6041c/G7cySqBY7/6Zx2WbHibmO/rnxtLo6
wC1W66DIluGeWX//p/LcwQPT7Cn4fAFsKR7majGHUM5BXqfa6p1DgZZD7JdYYTRB3zaCBc2xUn04
A0l8P4OLgSOFu8K/TmooUAeKbAYcW6d0yBZID349je54stWluzftvNeRR+4NI0jTWfmw6uD1fd1U
rAO41nQ6Ga2wvhlqIT4njKnAicbGNwNFtRSEUzeUJztLtfYQdxZKzW6mDwvUdU99LgG+MBSuvEH3
PYwPet8b6tU9xJmF3KhdxflHpF+j/mgKDiRieEaPbLna4/8sWkxfArxlovXJaY38hz2s4ACVfK0/
25mZfsko5/5MJlwsEGOV/o+DzFd7SBS8AaFB287JMdrhpcYRUOIVW9sNB6NpAQGOhtce48puvCOo
XUP9oFiFVLuYEvX3rCtsOM+KkBvPyRGMu7ZCFDtwKhNSp1UYkDKMRKvGdwdQGisILFFaSIzMtuls
IVEKbU6rHtGtRqrWZtsXft64mOXpBsYft4PS5TQdzANZPwQwGPQkfJs0aAZGSC+/7B7XodE/q8uq
zYhxRJHjKyTU/+hgxf7oK5fgwV154SC6qgUWZt65wJXqEi2GvR90GU8kcRFpGljU3InbKxHIAKD0
BSHlzs0t+yCYRC4HEbn2r9qz8zpwZ1V5VEQB/WfJbSV6oOvrqE9mjH4isueaMfp6OVbzkfEgxbHT
F6iYqFyy2clwU/1/6YyHMTIRVfK/DruY7k5PXPEVOKn4lReTAWF9qfPkqKdd8asdhwxlxriP35AT
RU4L4fzc/VjVqKD3K2LW3KOrVoYjoNJvLQVn9FjEkZpRQVntn9L0WvCqAC+Uu1StjeyIfKiaH8fJ
BZuQdyUaE62S125oZHn25uBOOPo0E+27cuz77FBEsfdbpd8V+2J16u+trZUCPnGriUNuOe1bqlXt
zyJZYD8a8P/vUONdmqDA8gThc8covONqoDLrL0XR575RqUp0Z7s572nKvG6+x7PAhCvdohnqa27p
PvV1hFmDOyzGHcKzYNuSOsqQ9MypNwLyyiF7QLy3+tqIGZNp0jAkXkVSoHddYfHsgPTtRR0gto/G
NJ1f5a3TSjs+NO5Uz4d6qd0koFNk/h7pIMbIy89oUfD7leo+nrlf/N4qOs9vo6ytn6lEsecuOwXI
qZ15c37nISLyNksrq2DW3AoOttEqX+YZy8qDNyjut4Ev+RNzgyQJYjtdez571n2OF4fQTa0kQjqn
on2O425keB3HLfYMhvor98ZpCb00ioe7yq0aIYlVQ/UwasoKCjanL71T2F+UPHRP6VSQY6JAh/b9
Jr8dUhT0J6uuH/shNgHMxv1XEjbzvgPPG8w4HJxK/lQ7Z+syA2RVXIFdnKyYmGxnc/PQN2PuWTUW
Jel4qtgfH9ETbnYC2GX+LFeRdRzZgAMq4zwDZPxgRJXV19DkpUwIvQT1dU4dcQIZMz4JbdhDBF0J
GFhTklpRgBuqtfUlLyoxt7aatI+IqS2PYIHLx9hYvdc+F+rOd7u6lFScojaW2IhNDm2oM9IRaI8/
TqPl0ILDJGDNVCbRAxajtwPh1aWY1OKsTFPLsjZLdWWDrIu9to9Q+bBFsupgVWscdBeQALdXurIt
gBvAnWKkxVjLkJv1v4NhA+57MafNY2tZ40Nprw72SLby3rYPF40cSsg6/68p7/kqCPnODmQ5tkWG
5G1H99LXcGM55NB1d17dtQeSozBECgwbvP8m/dV0tYvGyG0eF6Ep4Zya7nOt2t9vv7W/bZ3z6gMq
pERskIYxTNpqjw11wfDP7JPHKlL60q/qUuYFhrZ+shNsEoD508zx59XKHtu8j5DuNbrkc24MWsOg
rprU+9nzKpRZanNUjxipwaPQ8cYBtzU1Rdhii43oN3ZRBumXnf0uInv6acVqHCYl/UmGjTqWObcf
6srZtUDUyQEFY84L1ZQOeYten5bkEaea4behJobvrEX50QDX/LCkgMpur3flSyFlJi2gkKmlC77Z
5PPq9as9WglKD9ngD5PQvnul5+00mK6tgs6nR3uEcp6K6HzruXiWSV5I+lhlSnJcpgJrLRWN6tvP
ciWmo9gDx5Loh53Ytg+tDYM65snAKpiHhKtGWqDbuYnC9jI2J52x9FdGCnsyaleeTbKmwEQyUiIi
bZqPWK6mykxH8FFzKhfbJGOFXZHS1tvZGX9FXs63O3M4j/aV7Iuw5zdRQpiLGXXuED/iZ9CavjYO
8XpvRq2Yglizkvhg5WlmfppsPf4eTX1s+C7SZqh/r534WlvF+C3GCAqzDTGtz8jJd26QTvFs+hWi
Usu9pxXkSlXrNp+HYok8TD6Yy/litHGQQkDdF2opYenrPP9GcEIkgTut7g8kvY3vGfXVGOiJOX1i
xJc929AA/9Qa1agv0EL6jFEottwag9jZH3JlAPLo4WHra3kzNU9x0q/DoRri7Ocaj3Z/sKj3RlKR
2Stf4sZKp0PdCnxPzMq148CO6BsGsxMPxSGr8/FXLcrVPuCRoL90eut+WpK2dw/qIpbPs5rDBZxJ
apD8n7W4DExY3li4RDkeWAZsmeHYAoOuDiX9d+9ZOG2Rkvx52oc6VtJvk1Vqb+o0evYJ94DsXsWU
7Slv4sa79/BIcfxhSK3UH1VRGMfKq9YhMLyapxGmVvxWe0ztoZK4VveYLli8+aR01YQDnohfqTXr
X2KpFVgQXqprPmYJWKUvZmETb6p0TXy77oSQ2MLlzZ6L+MWaB/OFn9RjcNV4EP2rKjOJUQmvH/uU
HMmU2yfqIhrRUyMW0Wy0kWRlgnR+blvGBxgpz1momF52lyZG40+VbmIFsER3Y7EHlb6EeErFaTkF
BuSmSzTe+XpJ3dZqj1Jd6Gar82g2XvcNbMX4O2ohHJVGoR+Nrs6xLIgUJff5AvH/aFyXO22tyxPN
aEQCFKQch4G81vmvWJPVXbMmzh4RKhanbGzXJwq3PYbxZXpBMxDRTIlcRvZ22y1OraTn4LV66DVe
fOwjrIuGyJzI6R37vZ8RiI6JZBDXJJzSSzmfLI5RoeuNsE9i83fpLOrLYHHC4BuXuLPb09fb2+Yv
ymETqtgsaJJRRAKE2I6jsxqbCwWl6tAgE72nx09LBkrtg9qwW63Sq096r7V3LeYcL0pqLx89q4oO
JRYqr1pkUinlZf05E/UuxlNu2PMfJqe8gJXJtMCubTPViK6BpDRmj3NmaF/XKLI1riNScL8wTKMI
xITk4DFdM6wyM1uYR8cZqbNnTRFvO+9I3nmbn0KHAWAb6RHny9nsspI5wuq0VfxoFKnNEyfR8pWZ
uPuvNczl77I09W/gxatnzArNEa7YhFuSo2LF4TuqMH5RYRIGPJgL99HorL+LDOG/A1yQRRzGUuB9
U6na4KIOto7O79u//fKAANJQ6WtKzBPKxpubCKfClQ7cGoV5lbGLVLs9wH8xdi68K6vwekzJ94cz
dFEsIa1fojNSRaEblcj+ldFvNbbfaedL1xpMJmM9IA2kXd72FLqg91NsV9zQTbD/a4zoVfSwONfU
+1ZU9c6c8sKikp6z5OGzDO1nRg6bvDjn56hIUkQPS1kX1ONRlwV1V5avWSyyf9GyLXyGnNGxpmHx
MECmP/TCUl91b6ljv8D3Jj+980syZCTKkQdDpOcVbwIuHOxo9hZhPSTFDCHSJOp2UxXtxJ+LL8nz
MjYlAZS8CeRdzgOqUJLI9gSg9RI+3LEb0dtOR2VPJPjaKmDFpeKpVNvYNtKmtonXgbcZGpG7oEkX
xUE0aWJnOHWRZBI7JISX3iCmGReyyo0xxKpwm5hnGfS7qXB1aSkTcweX7SGNl+KYVma/Mzn6uw3P
goVclWJHNuWI4ermDc4JvVBL7+IwBZWuD/OXZPYCc2re4PKGg4cMUDM91dl0V8zNPyPa/U6cYynT
vyRifeksM1iN/GEQ1gmhuoeuj6djnWPB2Dg75YTcwJvfSYAFtMNP5KduKTJeiTeL1Y1ZiJ5bmtDw
Gq2fzWwXv2akE04GhIGfA5kRhlW4eu68pIsLVb4jB/A2GuGMX7dYAxAA8rBzcOhSeKdmTfOjqdDa
7mo9+nD72FzJizjJcLqYJ+l0PDYBsLfgQK0iisMxQfjUwVQLFkZWAug106+pibXgznu9tusQHUN4
gnqaCmBzWUSRziAvYk4mEFcEYmR6vrqoJ/jauY+3Sli20XtdDf5CKf6z5GbL2TVCyRPqwGGalt+7
UtOPSw6pJ3fjvfTk8uAi6oqMKeUNNSgw/PPwsHiCjVHNvM1VWx+KKPo59o3YYe5c4oalDjqJEHkG
two37vkqou0m1bXaPMwmYqzfmglTnilxW8KrJv5EmldMR6bBie3rQ5pNPpRHkyJfKXrdT7UIUWJS
YftZLQA8HW7vpytbF2MACQknqJAKbN71oKnSiJpjQzERH8GgeM+UdMzVBrv4c3upKy+bIlxe2gbD
Bv6ev4bFhDdVGGsWVlWJFht0++PQZnsdwaur2BCFwFyQ/m0bnYwjDU68k4VWny8Hc5qr19getPfS
25CoRLOGDpNJ04z6+/xZpsbWotKqspCKDJ9gpx8ZqE/WTh5y5bAz44bvyg1JMqJuiiDivEg6xc7D
xLTb5yhR7Sd1jpX7WcfK109Uc9q5Yq4tKCsCF34F626ZvgxbYfqqeRkCdEMNelQtIjVKmCDPBZjl
bDy9e0sweWIsTkoCh3k77+nRefXSWk/Cmn0fpCtieUuWm+9/jcBVJCGFBqQcL51/rKbu23JJ5cU5
aelJ6fWH3NSTY1S3H8aMufHtZ/qL3NzcRJbErkCBsAkrW4JKMiqjbSCOHSaNXiT3cTe1r3j+RV/j
ZB3DVUhxBDBO2m+rUwrhM3Cd/sF1HiENr4prRGS9otJPstdQPlbrgtAKtq+9ds9K/QfpJIcWQG+r
acCgvcXCfmzbIMobwczUknS9GgMfsPXLMN8JdVaLR8hlqhUws57tA9Sm9mBge2kf+0VzhJ9kUflz
RJT3o6UXxbJze1xuKNk1Ag0C/h096+1pZGSdDpkTaeGUCydQnB78aQUWlJoQBXW02Xc21CWVjuqP
oSVZtdTthmNw/q3XNBlwzfTWMK2VxgyG0S5/pm3U1kETG9Ps687UWH6v1KN2SA2zMTETznXjJAbh
xUBvE0dOGfX2TW8yIzrlKg6rjp4x8c4TelC3t8plrOLHymIGIAsNZXvTnExz0VCc8mM7PLWehJs9
91U0v7enIN8INzgdUAmz25ZMuj4M6MEoa5jTjj7YBs7umnDmnTN2eY9IkK9kstGyIWBtQlWk1yjW
tJYe5pkwDzicNvdo+Y6vEorzXq8oSacgGJII01wg697kQKlWIy2yCDOccCTyU8suDzp6QTtPdOXa
hjxPaoCEA1AwAsf5VnKBQ4zMLfuQdDsoFZHfZV1yGPMqhFXjN3lyktNU0VvPdIOe1rh/SOXhWr1y
Dyx+ZZ/Ql6JcRDVYglo3L7dRNOC/qdcCsyHBRkUd0ZDSeK85DK8VaqWMWZRlcvR0/rzk7Lm2CL1D
KMN2v3VkQsEcZ++mqbAKoYBwDNQBRJp+vgrK7Ivd5XYXwl72TrHSDUfIrPH7Nz3TVXRgSctt9MU2
YQBsRdIZStSGtps4p8rVqoe6pSdx+/xe6Rqi+8qsCUgusDrO8PnDeHoyWKVSdeEQW9ED9gf1M/bU
Nk73RfGilH16p83CznxUduLTSjn8rExzdH/7V1w5eg49Q+ADJAkkmZvd4Yzd0mJU0YZYQ1iBrSfl
g2Lb0ZOmj9nOIO8SMsJpk8cBgWISdNK48wduDb3WeaNtGFsL6llVeQDNYgZGlL1gw6pAFc/AaCoa
g4jWLKBNzw36atPw5fYjXx4Iaj2J/5PNGYcvff4zyJXbsl6MDpyIEd8VnWgPCtzpnQhweXn9FW2T
QBymfJyJ81WcFl9sx+Yit7pYoe1vuycj0VWkefTkOV77dOfyuvZUDJcpYBGYZPy7CThGOilqPE5A
SpI0PVTInRzm0XQO7353hGc046U2DbSPzZ5lME7XSVHKUJRFFLhrg9LZAFrq9iqXmxLiFoRtDroU
vNv277VRcUqt0KvQEogCpGuqHzMbc88Er9Wd+upyKVANXHLU3kRIItf5Z0oLVyBdpBJR5tlQgIGl
VuAOU3SkD7CrWHjZZiBGSuMLSYCjytgsthruaJngq0M1jcY38CIa1mNYPdh1yz4ZB+NzE7XgAL3O
td9uv9LL7cEgU7Y2pIyhfLXnzxlVDhJTSSvYHqOBoXZdfigr27q7vcq1tyn1hEB6cxNwmZ+vMpFB
pXVhi9AbvOG5mc31YLoL7BrHbPfqm7+88/NU2WLEY5KsMXWGzb0JJzSdCtMayxGwaqMfClxjHkUO
HgL9YtV5lgYBD3SRXcS2RpH46PQh3QYnQPkSIxT1p8pn/KqtnAA70MqsTibC7zsx4Mrr+IsvxjKN
UMPJPH8dyyyFK/NxDLthBmBi5uXdaIN+xzqq+Hj7zV/5vpDo6PCBeScZ3HZazFrUsz6rIkSssjo2
q9v4DgDh4+1VLoPa3zE4tgAGAZSG1PkDCdzKVj0mdCKm+iHC4Dmr+shfO+NUlCi63V7s2iPR3mam
xXXB9bhZzGxc4aLt1YW4pZmvgxK5d01S7sXpq6tgFwGXQyYXWxWYok3RsNS1LnTXZfm42jX+g6YY
dqLztZ1AQkElg9QkjZlNBz0113UA28QqrTcHuTN/Q00xO3TO8un2S7tcyCaWGbR4od+QT28Wgv+I
CToybyE49eIhW9bxDnFn9YRT+x5J6nIzsKVJbZGxhkWP9uv5ZlCYQ0pceBfGc1yd0HGcfdvIAcxp
a3H0RLKHQrv2aP9db5P8oZjXoRzPO8RGtvtqInzhizaLPo+2Xe5MPAyZ9pzHFiwiEBKTDsIWAIlN
WpTRIln0OevhS9Vq9zMHAfBiG0XrPaD051UgrHEhB4nck6LkSbH+U8FENhEzXKP8LqeoTnBJzzAC
F6airvRBomRgoq7l2ZNTo2h9ZOMbbmCopWOeksFcvsb0VKR9ufA+aOgqgWEvreW73lZJWMD0LPzV
tqcfUVqp3O6iqb7h7KzP0hUs0d598Lh+Xap2aUdEXDXOP2yb9MXKXK8M+ezuXVUk0yEhbB1u79TL
3jA4YFod9NmYrlwQgtpJj4sqaaqw1Bbj00Lb7U1aeMd+NNrqnXDV4ncDuvvr7VWvbFqoxhg+wlqk
Fb7VbMNtoTfWVKlCRsvYqo8IQK5AtEdyU7+v9xh+V1JeEAjMkGiJIXDGJXD+KuNCb7y2tisq27h4
olrEmRjUzZvlKcWdKKDFpR2qn0oGVW4YEhHm+LTTG6+LauejXn1wChqErh0qji1Rk9uhGijmK8aS
rRr7uZkaH6lRq6MoktoBr6uoO6mVTCk2Z8iQUZUBmoQIbuO3MmKlYUVGTjeFl5vm1Q/U1D50lQUg
WPzokfnwdc88Tcb6/p6dRGyRPspJtWxgnL/1SB1S3VqTIrStMbmrVmzpckWrDgJlviMisPFOvnqZ
11H2klmQ90jowNZ5hdKMyQb+CWh7aFUWdEw7kB9c7J8RfeQ60Ko8QWEYY6KPs7YUOzv68gJjcS5I
qjjKDILx+cPOcxbBejSK0ECW5VsM0v1JK4t3i6WRN1p0Eai5KfIRNzpfpVL+j7PzWG4badfwFaEK
OWwBkhJJybLk7A3KYYyc0Y1w9eeBz8YEWULp33gW43ITHb/wBmeOzTYtTorUk13bVvVjaw7TRgn5
1rdw75gYacANugKX1G6VuwOcnlMHYH3fh5rxkMRmc//2OwCCAIRYYmHQg6sZi2zpjrJLqYxjBXan
mmNx1NpYO6TUme+9PvM2brobDxcbYwFOU3fSETq4nLve6OYYnzXgSH/FZWyZ137hgPWawsj++PZv
g4xBL3ERa2K0y7GGKuQxg/JzahoFx8UalMghKsJy5HazpiOCbQi1vj7kjUVbaIgkbBQhCSZW0+lR
vehnyLgn0LPezjU6bxejgfv2UQg4qcrQIV224qrAlABPa1Lw+Kcs0Rsf8t3wXhqxtVH6ufEo/Q3Q
gHEtCqJrBFDkzOqQtsScqtEVT7GhKUeh9tPjjD/UO71RkwcVqY/j6xN4Y3+wORa8mskOIw+9XDMs
iHkGZdWcgFnIe2J3awfnrd2Vofn2dJdI2sCSGoAzS7YWAuycxNJ71apO0lDDoDPLX1jxGRDc4urt
m35JEajUUeOiNrjaFak+5gi3R/UJAfJiL9EJuMvhld0Vab/FfLq1aGw/lXiNfhoWB5fzN5ZxPHmj
CS0y7odd0jvyyUGZCtJNVmWRP2u1PBQi3iqs3hoWDilWUcwnT81qWM2LdKhzfXVazvxOafMoSJz2
fT+kNNk8dTqoWvVmRjgqb7w0fCkjo2a6mtVqRMhZzabqVOnZc46CaxCLyd1YuhuhAo8ZwH5qrYud
w+oOsaYekbyM+VSGtji2yUQXyFXUB2y+8v+ypI83+qE3KqH0tRdLI6rTyLOuzeBgcpNGV219socy
n3wubu3ZSKT6BLknyndKPSnJfdYOUEK50PSjdJOx8vEi3wIP3LjK/qKpICGDA7nC4sAHs8ZksOuT
aAztAbV35wGZ+TdT4Rc15MV1cRFLWCgNl/tVr9JJkVhycN47774xRHlvt321f/1WubU9/x1l+dZ/
2BlTVRuJV+v1yZkie/IBEXd7W02pgZS5eYwnyMwDhOetfPrWZUbMBckfbu9yoV0OK2n9hzo4ylO0
pBaIPIGdLiUt7toc460e2K2d6lBUXvxhqKutoxIV2V41Uek6JCmU+9GAi53FQ+3HDaafDYH9RhB9
Y39wHOiHgdThBl1nRi1cQRwmq+FUjp7Jt03NzlWSrSbwja+iVkeWwiyiZ22s3gPdaJ02lrU8ESi1
92kMqNNuRLhLVaUIqnkTTHhjyRbfQNJ4ivLA0Jad9M9OsXrA2GndSlrcBOoSx4D7zkyKg9vb1uH1
TXk1gctDh2sgrxAyIaS0l0O5rkx7o1DMY47OX85JN6xDrEKlfmu0sBpntflzMNbd1Lrs86bJznYB
LCBM+3DjiF3F/YyycNXIkkGOXSljlkaJjSpB5FF1ysJ6qDNbfe7tscPpWiu7B2n2BrjhqG0/TVaX
buzFW4MvKsmLvA/iAOvyJ3yNQs4yM49upJZfLTFixNi0dq7tRCo9716munY/ytET90VbiPrD21eS
HYPW1aKkQGZwuZIqgtES9STjGIsYjUt1UnzLiP6XdYQmRcxC3kFVebU1GxfGOteocSTfiwMzyaw9
CqXGxm65uio5Z7AAF4QavGGgK+tvsULHq53waNVqfDdFqfNkuCM876L9a1cTBzJPxcvrE3h16pZB
l6I8BlcwENeYQz3SjZBCcHj0rHj8oFScbcQa4yME5a2y/DWwneuYQIUiC9hxYufVB3atkbfGWDpH
adfGD5wE5R1IneyTVlrKoxJFxbuwzeJHVO6ru7xulbs0tu273CvqQ+apymcptUTcDYndbZyg6/uA
H8YO4vdRrkJG6nLmQzEljiRiO9aYzB/yOK3fz5O9JXR5Y6rB0ywN/wXMS4H0cpRBNzvhysQ5xlSE
vsWz1j8Iyv//zZnQN2KZv5fzRdXj78uHuhf61QuHYLVjDem4c1/rjBXjH27nKddcD3CkD4YaV11/
UEq991UQJt+rSG2fLMzNxwC5rNAKKKbrDn8jjR7xe2nkDofq+DPDFE90sWo40JOX/MJTpGsC/k10
5WalRYPNK/URd76GimEHa8jIUp+ta4ZByWthwQLUwy9UeaBWxUUhWh8DEOpAKaQCvwfOsVUYvo7n
mIMFrQcbhrgc2MFqvi2PnZIZ9nFWBJrODrWRT6Kf6tQXltEfXC8r7nnVzEctHsafs6Y3MxqjerR7
/YTd2lwkBGBrFyA+kdblz0gNAcmtwCAsxgRo0dJIYbgN8cYo11APvnbpuyILpaPTtH4+xzwRQwRf
+zhrnA+qUYbwq6Jp8VVJykOcd+PHENY5cKLae0IgOpvwrW8xeJ913ddJ9E6gfOLfb//2RQEJYeDl
8lwXHvM8VbUhx9lVT0Cs61Wr79vh7SV5Pt3l6iKXRFce4NTlDMs8jxPPmnDoBAgbGHODjl7j9kEq
vK2g+eam4qlDK4aOH827VVFvsmY4NiVuoG0unc4vKhiS0zBZp16qeHl1kRVociph57ieLzIXjQRH
ON396/N64ypZhPKJOSFEUOpb/QoFRGXdhCV9AKcxv+IfIF+cyUPqADRY8uX1sa7iwIXssyg7MyIW
BeuxpjzEFYxWD8FS26Nv5mp75JHNzI97wwrMOZdv1opjxMWoBQYU+m1AbC7X09CHqPMQhQSkhOxN
ZDXivs/Cr/gUvVmhkJEgvAIZQsQS7MlqJAQkIhcPM+U4jD1+20hBKHDUpaHgMDRr/8OiLZVvgAuk
6ZzRy88iGnKmOdeVI2puxlMflsO+NKT5nKHVsvGg3dofywvDww7kHe/yy6HMwo6VxvSi04jZ49lR
zORuIIndhxhzb1w8N4Yi+ON+pfrA074u9fVLx7so8uiULvIuo4JEk44q6K6tRLMRIN0aiqQbPwMQ
h1Solv//T4ZgDANcZG+OT+qk1feTO5sPbjx7jy4A0o2wdpmg1ftJeW8JieAmc6uuNkbiWrWe2lFy
EhLvZreNnTtURhrdr1Vl+NCrVfUDOGgsg3AU8lMce1slluu4mrIwbB/rb8eGa+3yW8VimTCHdnKa
5j48OAuBNzYRCEOEazcpDEeEERDQ2Ps3n3ZnKSahR46MDeCay3GtkjBeKFV4rPMu/ZFGrfmgpFr+
Ls9n972BYsFGpHJjTR1A6PT5MEWgV7v+Tk0KJeyFcoQC911PmgRb0j4mBk2Vu9e/bHnu10tKhrDQ
KjmFaBBdfhlZUARLDW671rmztzON3mvuZ88rUMHJDf1j5bUz7D9exm+vD/w30LgaGXDdMp9Lw28V
iMRt74QDsetptDN9N4CY3s+aQAKwkuEuT/VfuQifub+Rh5qeUGDYO66yRzISXI4Wl4fZSkr8NiN5
iHT0l73SSzYW4dZupziqLdwsttrfR++fg0X6WJnGYHDheq12yqPY/FEORv7FFlK9i6TX+C6KN2eY
WuFznSDi8/oE3XhhgDzRngKfsjRCVoFxwTEw1IY913VqHXAq8hfc9roHlGuyL5VVxJ/fPJ5D/4Pz
TaGPTbe6HQsXwyySvfBYqPg7lciA72H6Z0+pO5Qbm26501dL/+9Qa2Bjhx9shnZEeBxyjI7cekI+
DD2/t9/BjEIaTmZFTX2N6/CqkQs4ZRRH66PnsVDd3awo1ftpxPP29bm7RqdTk8V/AxIQa0YAstrM
JcX7stfL8JjOSn3Ux7D6Dwodtqp90/Tgn1J0wad0vqPEX5FgtM19VbjzHVb0PXamwomPSabr57DO
TD8FffzZiVrv+fUfeePyBDaBGCRVpOX9W20oNbaHVlXG8MjPOZgViIahqp6dcTipuBrR7w2fqj7e
aNrcusng7cHXIXYBDbbaVYK5ihq0dI9TjAOpMEr7JQEW8eCkrfm/DEW9BZQzCQXLcXmVdZTJPKgs
ypGe6yfbyiBaAeU79Hq49Qzdine5shaUFQqf1PxXQcs8qLLHjCzkftbnfTIU86NWAkksnQJyoBn1
T6pb9fdh3IwHd0in+26Az/f6ct46RIvMykIiwl5kzU0dvaiuG3S/jo2Dmh3PcriDfL9l5HzjFoLS
BSlq4biBzli9RGqVQ7/MXO+YOxPAF7rd9X1Hk3NfGZyjHQKg1cYy3voupMXBQiwhIc/f5TKKUKZg
yRs4lwCgd/gT4gIVK1uc21vfhRTskgijxQFD6XIUaDvlNAPxPg4hDGi6ztmD6sjsOBZN8iG1pfL2
MJdnHGYZftFM5lrSBRXLMa0Bhh3RMRy+RhlVnook83lAKGjjdr115OAqU3VAN0tjHi8/LWmq1lVs
Rzk25lQ92HVWfnWwEtnhHLE11K214rWAYMjLQYq52h0daqVof2YRrP3EPok46U5WXm6hkW6OwjNM
dAvNi2z28oPwHKqNEgGI04BxT1AJI/4Bmyb7+Pp5Wq7o1aMEt5AhVCJ3ZItWwa1aosaHQYR9NEtn
fugUz9s7rYhR1K/M4bnPEXEjHii2DtjVapGt8j5BIl3GviJShU0fZ2YxouaSSmc3NpFxnyq1uy/t
Yt7YGFfzuCTG7AsOKcwJ7q7LeSRNScMqVtqzm4/Oo+EhYNPUwxbV8PpyXHwPaFeQG4NzBPJ+OYw9
oEKcyag9h7mm4aSLAE8dTLHeJFhHFflIF6M23mGUm0oK8FIHfG920a40XeXPG5eUX0LstjCxuKuv
asc9pXkP42R+iW0NYkcUPOJcpWXOUzq18XhnpI4HFD+x0RZ8feSr2JH2/cJABqrnEBWs0eReVRMD
zGp3BhaP/mOSqjoij86g7d1J1+87twsPllrYf8ysU5xDV7jmBkzyerFpXnowKLiziV3X5Z86EW3Y
mlV51sra+wVC3/yQweTYuNaugd5U15YiFrVb9B6QQblc7ITHvY6asTwbVd++96rQ2Lfq0HwBcmP4
dhGnHkHOJAkvqOH/mGyX5NDTcI+ahNMfbFFBJMiU9gEceAHNKnc2puHGbiTFIIgnruWaQirj8gca
Q651qhVV5xguJCIGmMbvIIVnH+qYX2GBP/gmaWO+G/EVeJj0eLgDyPXmgNchdVwQEIu4HK/o8hr9
k0pkLgbyblxX577r5ycrE+5JtIn1VoTW31H+utv9JQSu3zR01Kup76tzqjjNru2U4rGNjXT3+ta+
xk0uw9CLpJDy17tglTJSURXaEA/VObO06cWN0ziYZKKc6mrgKM+VvMtlFz1ZHgJLjWkOH4tIDPeS
LPPN99kid0TWyhMOG8xeXTR9renFJK3sTPHeRh8ZEcfvmlX3X17/4BsnCZ4/oA7waICcrrlgZBho
muRnJ++p6tuNhzTNphfp9TtAlPUXjwk2kubx6vlJQzer3aTMz1mJu6oP6VJ7ysfJgvZb5uP31z/p
1mAoXrKQi+ciF8TlfswztbemGTGactKdT+BalUeiMe9+qGe5cQBvzR43A40QIkiI06vzF4LVHurB
q84egtvG1DeB4kINfP17rqK5RaCDRgJcgaWasAZ5SrfMnMou6nNHdfiXGdnaoR/L8U86z9FONdmS
r4/3l4l6ESwwILhoakKE4FTwncsJnCLXwS4mzs8h7mMKWH5PG5EwI0oJssnISh+lOsQwzaR0HupQ
93Bvz2csgIph6BCuiuPOwU0J0ZrIRFPQnyd6gHCbkPwO2iGzfk+pFEAl+sb72lBxPzXtYN3LduiT
naY1LVJ9UehkvtmM4YlWSoNoQDekT8IVtEbz2KRsO1Wz8SOtJGwTzL1CSoO52rzTc5qLaDRkHmLQ
SpFEuxbNyNTPpJWau6gX1bEZmr4B6Z3UkP36WUy7amjGD3Zn6NGdMcjuu7GIw/kx2LLWV8XgZrgk
x+pwFIMHuDVHubVGZLsdhO9Ktdb8sYkTqD/h0ETcvUX5sxhkWDx3wqnj48bKMPGrhYGYiLUtWgdM
3Vp80myRcY8TZEJrHi0U4aHNO05W0FbbVLK7cYgolC8M+EXGF8zQ5R5QSC7iAdb5WRWps/dqSAdW
r0IWNbf4g9eypA63Dw0W5LOJtq+ggTQP1WHuGMoiLd118F/v5Zjb+7AV6gk1b/fUKHP0yxWx9mJ5
YbvXK9N8idC4+167nRYUldQ7VAjS6B5V2OwJFa8iKNPC8UXV5wS3c/wAeUGcZpRv96aTGb8ROjDf
v742N04pDXx6Ufg6M2v2clX88wramNt65SLhGimWQVigZbup7pFFDkMzqNP86+vD3Vof4P0sDU11
h/1wOVybKxqUZJVLTkfnbDRy6VeNqx6UsNoirl8XMx0waSipQVXkBoLTfTmWQdY6W23bnc2a9993
I2fKdl1fei/RPGvd3q3qvjq63IPCr73RvVO9eBp8slN1pzcgPLE8DzMn6B0Rvnho8PzqYKhTSZq1
di+stBEbr/iNtUAeGKb9IkDCc756AaqwcGTdt+05rdzxD007A40aiXAfN5c6P0alsxU3XIfEJpgU
TiQFCzoja+LozP7qpqZUz9HYanvUh3AEGOQk/9NGut+7AjT0Q4562DGZnOGk2WHXHF7fEMulvLob
FsoQjx7LRAth9c0h3MtFxk49W72zM4xOPbhx9z41sz9WmWcHEABbEBkcrK/H5DmC0wEJkk7QOndF
fbEtS5sx4zjHe6LpE/BUXPr6/BDlsdHsahtD2ruMnXDnlHHIRo1cK0QS2sCkrmh6ApsZDDentxsH
y5dg2jw4KFbyG/G57FiUzTT6ph2H7xQ7HdM7tbSnLzP2S7kfjtTYGhvHDMoo6Cj4k1qUz1zp80uU
FeIFDXUBT6tDCsCwkpo+CuZxbIPBUSQvldt9NK1iAnU2Lj891wf5bEtP/q6NaMb7A07zByum4ug3
czV8zfU8/e6kYTy/DLaSZrw6YfahBJf+dRrM+B2cKvdj0+n9Tzsy6zSosyF9LLUoVfatCL2fc1bb
SWDIKEJfvBzlf23kdINfoJnyMmUFMBzbDD/A/e/Q/7dm82cElZYnVtWUs5om4Y9YFaXwZTwBU9XC
qECwPx1k4Y85tSqf1rf1qfaSutjVbSQ/GrFAKx+ERu6LJGZyYCUAgmgTGE/ANZgqdGlbjC1mzenw
Qyo8qrkurXQ9SNp2fuoLR/xHnusAeG/L/slRlSjc21Y1iLtsCOPuIMrRFUGbFR3LVnXe4EsYa/3O
iUPtjncV1ZFidNCxTFODTnnTDXOQ8oMG9HIGvATCTg6/lULSzeIZK9pHKyqy8QnLgaq9CwXy/4FQ
05zHNzTdOSC3VnXedOGVd7EEUgowsYnYVShnFwGcufy7O6A/7huZ5rzLswFdGbBnfL822h3K/LOb
7FMr074TnhQT+Xhq9wGveF8FoqmTOtDcOtP2hXTTZjca0iqCfiiLhy437GoX4siAEq/eK39I7PnY
LgkVG3J9pSdBHI7mL5iBReEroa6GD/E8KG4g+Y/wy87ufi5EoNivRaqLPcinXPfDJC1tn5qc8uiM
2ZQcEA2T4SFVtOgnQHm7X5hZkxqweCgJq0bIP44oTI8nnDs1CaaBpvycIs81BIJolw2rSUwjkgq9
fD+spzA9AoPpX9CPzr9nrpP9lvNgSZ/ASuQb8emNIJhKALECMo1wP9Z9y2YBOamaUM8tDLeg8eL0
Iaw2b9gbDx4UDBNFOojs3HDLnf/P+4qu5uBN0pzPFH+qPXnvvMtRu9zVjtZtXKU3hwIHS5GH7AeY
4+VQlWHMUzcX6tnl7XosKsSWvKyb7iMP/4O339qLUhalYBAAV1Ju6JXGHRH8fNb1ojnltBB2oavK
fVjm8qeTuXC4Jqv58fqgN74P7AylWvpg9gKUuvy+uqK+P3O5nVNVrZ9LBcivTwmr+hJN7RZQ+hqk
5FCQo0y1FAh4JtbMfIc3oi86dTpj8BN2vsmLwRWH64bjz3PRTgGcKOVp1qwEgWx3jmY/gY31By8X
bfIlj+qHnivgj5l3pbKxztcbFyTkAh8CmLgQ4lcxVNFHUTcTW/JoN9VXC/3sE1qEtvRfn+5lOi9f
Zvg8y8ezoxYY5KqKNLlOHkWRK84dBvCBadKJrqqi9GvWd1fHXOKvj3fjsxiPOBolqaU/uIoE1Axh
jJaS3FkNeWKa2Ij3Kf6I+9dHobB/67vQQKM+hqQEYcdqGyGvONFTbc81feQp0PVBOVGKxz9LU9K8
2k886nS8By/tHjM9jk69M6aoItihJXZWGyZFAEg4r3ee1Y/jwRo1/Wxao0wPAFOdj6VZ6J869Emd
nZrX3exbaRrSuO96vdtFoEPxzukq55NjtjVy5HVCB2fMtFHdRWoT1kHimdUvO2pq1ZeDcLN9Uynx
zzCUVOk6w60/6s4U6oGi1t50aBxH0fy6F2Md2Bh8dkE2Ku647zHD/i6ySI0JJQq98NPEBsc4lhK/
hF6z2hcn14aXkhSXNHMShnEo27FL+crMeFfw1I444QDM3umKyH+4UdJ9z/W4y/ZixijJl6np4gdk
elm+62nUTEFPlFL61ujaLw12VlnQF8nQn6NJocAX5omb+ZJflkDrxJP0KfPmVv/ApEN0UDK7/z3G
nq7cdXHc/JqKPvkR1a2ofLuNWlr6Y9ETg4WNo/ogFBBxdpa8HW2VaMAAzaiqAOWW8nmoQfgEtERE
HmRYoyC4ImrlHGvm9EkBCfNz0Kzh3qynKPJ5jcS3kXhJP8QCR0BR9kp+8BKLJYjbGa00ZVBVgZS1
h06wNveeuo/ZUM5dMsge5Z9I0ebzmGVL8tAjzbwbwDD+CnM96VBunhGWtIu8u1cNIdod4M3qd2m1
ifRzuycZEYmZv/Cuinavonv1sU5s4we7qtF3yHQoegC/OCsD25hJljW0s/kzkx4yK4okInr9TCwX
xvqk0/CgKw+ae9EouDwRwhy1XvPi4dzGybiLKZscyabSxo9kVO3iPJzfD2Gb4Hf5PxRhAeoBNtVg
wLAwa7Gt1skHDQ+i4TyUjeYDeY0Ctem3oP83rjLY/cT6y1V2Xe+SKOZ7me7259IIkweoCe2zsdRA
0mLKd+Cc+43n8cZVRgUP0AEvPjj5dd1Qnd1Bi7NEQKRIrXfzMCiFn7hh/ebaMqUFUAMAKUCH8GmX
66ZkkZS1kYrzPIX5eTYW2IKJvvPru+OvZt1qeyz9N7phy3sPSPlymMZ12q6rYnFGwX40Ag+6xDvk
AM3WR+HXaX0Yx+PZVUT7Xa3Klqhz1AkAOAFF5CtObn/rcif8Cl7LFL6pNC3sgCk2P2sFIW0wWwjL
+DMZSRmYauUkMOvn9JcetnF3NLFW/F7qTZrscd2Y893QK2TDXTiRj5SDGEI/xSch3YUd6G7KY6IV
+9wZcI/o0waxdEVGT5FZuE+DmvW/RD6Hf0zRZAc2YtP5sIuT6RBLXGD8KEm8fOeq6MX6upgxAOKJ
Ex4OEpQDAkJIgYEGLLQtmu51LrrgYMAr/OUuEdWsJhfTrS6P1f4cN16HlYdQOoxqkvTYxbq+R1Gq
+FOarfvh9TW9DqUYFZQ38c0ColrLFLZNmTeyNTgQZhZ+jCene8BH3nqESTluRCs3P3AhINNMpSOw
7rrhb5TZ3jz2Z9JMOz3opPbPJiJ/z2hIe5Q4vWrJaraqc7c+ED4dmGPmFdDeqsKdZsaQhaHSn2vK
NKMfqnX4OOtG/kmJLP3u9cm8FVGQsFEChP9Mfmuuz2HU5rRxee1co7bGYHRD05fU+QNhF0rQROVU
+4ohOj9Vo+bA86G+76cxexRE0IGeqt4hbGRzn4lE/U45S6EWkRdPGAGM906mez/NXESPDfZ8z44d
Fw+cDe3U1GaxsVI35owa0CKOCREZMYFVAGbYMnHF3MuziXPMmbw0uyclG09tFcX3r0/ZjU2xoHAX
cDEBNvXAy12vtjhCDrqQZ12ru88UIfJ8RzpIdUClXmdnobIrTA1t89eHvfEOUO5BlBapQkAsa5B/
7Nn9lPaDPAsV3KLVUgpww64425UqP2VD5W585jW5hT3sef9/PYNDW1f0eroPiZub8hxVnfpTT62Z
u06p7DTQqsF8aMH9/0jMvnvJ63kOBlxZ5ZS5v5aCA0WOCv0oH9vP8ltmevKTCJMu2sOKEJ9bW9bv
sHbHdboB+/u5iENR78fQbk7DrFVPfaIoH9u+C9/1Wtx/Rr4y/5XYTqv7Wqt8thMqBWS8WlEdphI+
ZfD6NF8/f9yJS+Ns0S8kTVndaa4zxrk5Z8O5UjwH+9Uypr+sbxkyXS/mguYGwLOgxsHVLP//n8w6
skWvGoWbnfNCHujt1xAbhu5z1Fv6saINsfFR11sWHSoaTIC6gQwh3rAarsxrC7x9ehZhPPK8jIdU
DWuQsXnup6H2CeDAFgzlRhJKGIH+/FKnhHS0bpxEGa5Wle3k5xpx6DywRTymy6MLgRAmx5wddHLi
H000FP81JIWNbyI+/BU+FZLnejnAocLuUhF7miXizd5v8ITA0MP8phO/2PlczoebAbijgN7jcSip
aUDKWkqOWyf2etYvR1n1tbUckyV14mrlEXfvRKFMKTlYlJ118gWQfkIeBk8Ud69v4BsICl4qeukg
A1h07orLj8OZOpGtnfRnIRDUTYnZn7XWnndSqYqjS7P9wTbjEuRoOhyN3tHuGzeZvqhCswMp1f6u
U4V1zr3Mex/WSb7x667v6eXHkZcDiPpLCbn8cR7fOzpO3J8zcEoA7nULjWFV7L28fbNkP4vMChM8
L2UATH4uh3KUsZgnp+7PFYERPmP9SJlXbOpIL9f9ZYTJMLSI/0JglwN2OUxZGnoXlcTnJonnjmpk
+KWk0/mUyLFCIyJFGzf0+j1dEZ3Omkz3SjeMn9rOzu7AujX/w/xi9MfaU/2hULDM/z8XSxcpPbms
RvIaz8oZTpp8j6FiexjRp954cq9vSjrkgH9hMeBmQox0OVTbkv3jJcIh6oze5291gVON6f717Xx9
U8IkADBKo3KJ99ZdHt1N2yLUeNipdyf3pPnCN6hn7VpQifumm7uNfHJrvNWhrZBTigW5yXmy8v4z
RBuxMyeBfGytPI76tCUycAP8wtYBlE+9iheB9v/lLEpchLva8cQZOg7SKXjkVb4T68V93dXx57Ds
Rkof8ejcdYNdPojRKc+okLeB2guxRbu7cTiBVNNRWxSRrxU9uyhMNKeyqJrR+vEjJZ8fkFNFYVK0
W0Y41yxlQijg25YHWdOCqbXsrn82at96surdsD+HSuN8zKDTJ0HXtVi0O21v09hKk+mDW2BIHihi
Kj4rjis/I0+C8mRmUFYKxpr7bD+R82DDR7F/y4druSZX5xoFNcS04PzTYF6Tu8rCGQ0xU0K0I8t5
0PMptfwGDuCpMBoZaLnW3mGl1AaW1OYPr+/5GycL/yVoGtjMYXP994b/Z25MVK81XkR5Vgoyyygs
jDu96beSm5uj0EKA1Em/Fsrh5QrYVTFlWhfKc4x6wi5vZXVnjWG2cX5v7CnQ0LRpF2wkDJPVOuPC
l5fhcp6sHKFNI0q/mVPr7CxaPxtBzo3vYSRSGHSjIMqt5YpDJ9IGkwbaeZixiCqHWu56XKs3Rrl+
1F3KFmSf/IHJyfqCnfjhqlty63H9cQuNpraDOoBjlDHNAY2U/i6ZlS2N5FuDQmpnEsnRqMus4pWe
En1ap+ShCuinQyemGKhpVe+ScRpOxlDYL22mqBu4+euVg7WD3gUYEe4l3pTL/QHIrkmhMuGYrIwf
+hqhtkavvuINkWwMdNXI5/JjEFhwfB36+asrsKqnacoL3cL6oZXfwr42UI8q0JPR8075mGA0nx3q
InfepUilPMSd0uxeP29XXwq5dykkAEEEuHDVLWgUCqgQyJtz12Su32bGvGv1zghSAuqN7XO1SRlK
X2ASBpgixlx9a6gqnlCcqDn33pAH0ehowTzg1P7mDwKPgCgPAlIQiv9adf1zgQw0LAdPKZOzo/b2
AWrZi4O7+r6Po4+vD3SNU6E1yJpRPVi6kYheXm4SWeAJFJppdNYzUEPYq8ZOjZvViOxBNU5VGeAr
mlM+n6csOkyGOz15UzN9RrsreUoMKXPs2SuM48ymcArcNkT026rktFAwK8eEy45Axv3rv/nqMC3b
mo4lwBrOMPSly5+cYfWYmJGrnCYQCT/QoOoUXEzt5Byb/fCEo11iB7XayLdaf3Glg1FeaC8MTc/2
cljbG5AlqaLknBtWiUpSK4I6KZs9ft35Fi7qqqqzIGIgE1HW4e5dgF6Xg41hNMaDORvELWn+I4Fq
8TyXIxm5Hll4uXu5lqf30zxFpxBekQzA187F107OzYvWtbrybKCpY74XSZQcs0Qpal/VJ7vcWWZh
DSjgKI1BqdRTvCBF77NHVlV1ej/M1O4/lC/Dp8FKQQOoBcQ8P1WmCYhigaAYUIEutej/OBHGvlmR
qru5lrX90HuVtuAWWjIxJzTr7NRbUfYctY5TBpmsQrxW7NRoDx2quij4V7PcjdHQWGdv6qbPHtG0
tlMaO/zTSX16wXAb+12tJ83p+gl/NS/URiSPMA/8XtZSUY9xgfwJByI128BJIiv3pSYSEcS6nVsB
pvDV/RCqIdY5UbPj3Bg/CzMtFl2PrH0I9TzSgygv6jCAEmSNSC9ijnWQMJhwrJkTMBzFKN0TTp3R
T1oxnnWI7KFOSGnhdwV5N1nhfTYrYDUSSkXvSieh2Ua80XS7xprtJyts5v7eM+d+DiwTRMHeTkT6
xa2yursHh22rh0nLa9wgO9GXL6ZI624PCC76rKgCdGKLHwGflKlC3akGvTDmvO0SoCux9TP0hpAD
BgEY1YTcTDXf7aqq4XHW4185TAJch/BNQc9LmbH1DIt++JYXRYelidfhxjONlvLFKDL3oM+d9rVB
WmQ4TFgCP6mtUiiHPCnyD9ikdYcpsdxDNhVqvBsQon3PTJvftaTTT41onKPuDd5eCq199oah/ESW
bB68Li2ey34EVO84n6a5Lvl5qMZ8nmxddgHCe2wdaDUou0/mf4gdcdGoc//NQXbse+0AQW4x78sO
uKZTjKz0UnwrdTueD4o74J1ex0n8pYj79BeF89Hz9ZQLblfWTgtJWdTUKVDRBiQUu8YY/B9z57Uc
N5Kg61eZ6Hv0gTcbO3MBU4amaEVSukFQFAXvEgmTePrzldRnt6WeHe3cne6IjlBTxaoCEml+q0yR
2/SXNii0B2IquthsR7+hwNByx7BaTPE+nCEq/LTya88Dzllhq7qPm5/nz1CwHS+uMBslVpemRahR
an87BmKmwm0bPsKpmq82jXkfuWBZBTW/OQ9WWfhtUpndgh62bqwmRqNTulE+GPblvJVZEBWpae4N
lRkdMSdibblZi0pDewygtUnll+VdD8DCFrqydRn2Pn6tYVT9wfV6vU4aoulfm6A/3/auq1YcDGLy
Q7fUBu51hwQ/qn2/VccUlxyan0kXr5o71M9iC2QXc+DjhKI0AM+9hUXxtpZFLcJBoaCJBpGOULpb
2axRaazn673KqTy2KPLMyG/97K2oCkMmGwXGWcR+Z/5gMJk0FLSm8ynT7PajMw2i3eGLyh6KYmv9
KEOtGJx61MGnIBvUpdlYxhLm6JVMyhuD1Q3bgEr10HdKtSYOvfeXHCWJyxjTrLpe2BltuIEXePHZ
7tD0DPZcPeUr+ZR09RSyuuAUOxYlm3uHaAVHWXbS8xBOkTTq6ViZo1vioFrNe+GTQB7J2pRv9AE6
E4lmORE+mWBPtBv5SsE+0OSwJpyZahkbvZc/8CBO+mGDqj6NbtEwJ2YEGoTUgU+3tkrVEjd8qSAc
RzXa0aBSP1zLfJl3PaejPHSG0h+StXToLukxnYRdtfRr4klrG0K5rCVhzqmfmaGPUNtNFLMjcdpy
9G2igXJjRvpU9jwGE7Nv6AcCISBm5exx6cvKDMsJeUy0rUywkb41fpdkjYXqOC8JU2vyyrCjQHOd
z5ld+g8Dq0B6Pc/l/LYwhO7sTdsIQXbgQKPUKsWp6hXlObYo1pMuvI57Ki33oepnOcQEgFTg1a5W
q70pUM3GnvLS6bqvCZ25lqVCVK6lBisvIvj+FLRG+7IYPZXpZdH3H6VmIkMHByA6QKCcG0NJFwTu
GszRGCjSkZb11FBNZDVlL+HzhXdpV1aaJ5L5Oc7MLcujyQzQxHv0rb3MvoGCV1sdsLD+zKC5Dd7u
fVMX+r3LtHppUUfWxhK09IS+3m7IuQdrueiUqVfMN/bw4qZbdyx42iHY6WmoQy3vFPUSNSlbEaIx
nvfJzNIb26cIJtSlp+91xbYjyhdl8KCNi3XXtR23Ja/7XMYUp9ZuiNZO3g99ZU079tnmSKG9cN5Z
vvtbMNzNPhjMPSLk0ixfkBuVYjelQKU39hT0dugGpczioE55noXvbV0s9HH8Cvnu8kNt9ftz3yqS
gGLa6oXlFmHslT95sOWOQ+d9jBi/8/dl6dF+6qlV++qliv9tlvy7IyrUGOJ2o+8d2rQu8tu8JD9z
t6T0B+1Va2zlucxkeicOTy93wxR0TkTuoXQOeMdYjrJ50L2ExrtWJIK9/Sfh6NV9MdnLV0NDVrLb
UGaoyCo0FAmexFk/ZGv/Opl194bxoqTuusVvjwXerHaNyXLHtcssNzGcXLWJ2XRlEZdGz5kvGGzN
CnXSt1C+9ut6Y+tZoRJwiNQ4WPT8cgKtB7GnoEExRcJVDOFMdIUd9l1PpraxVTeaa00wO1bjvY1b
GbyUZG196pZtcGMDGqrdSWwJj7RtIZpqemIkcn1YsEIS/p4EtBfsemsGzqi0DLVoXSpqUKetSbWI
ggBLxlC3zS32zNKMtgKdrTkOyo6ocbTGaEExmEdubxGoVTvCcgg/6r0Xy2ztExqdsrwT6GOqeGAX
SLKnrW1r3DhDiiDALXvUufj+T1hCWNqoemIq7HtjQOuRQ+VGWzpg1S8G5nVn8ecWp8cQ3OoEiL5I
GWgfnHp0hrDXRmNFFWSbZagZbv91Ig3pWR/92kIS6y5XhWNwcddRaqdh0olZrwOlvRqVqd8YVmMs
sbVOKo1ImtkuXbFVD6YyibgYJws9bCD7zYyhJLOv1SyMx23Sq8+aXvhBYglq+0Lpi+6rC6RqhR0H
wjoUXqWrEHkvLUR5PVvvBSKdmtmsUEXYptOQRbS+9pdoTFWT0B/iW3HrcDKJlsligFudcd7k1UzF
8dgU6YqtvgZBm5VZvbSz0T1oSkxZ5NXnrMqsM7TPTVYjxqnn1D2MqTd+bkrX+6hYZBj/4wRPagMB
DNEkHCPliVCiD8mscjEognyBiIK1v+ez6JrDAoX2FRNJzeBN5WweRBHQFOGoQCJEQOL6oDWLSmhA
4HdsetH2kddkKAGCpe3wtzYWOexG39lsdmpR3ARYDqDPlqxC81Wu83aB/YX4EiDS5mrOLePF15RJ
GvI2O0ddDdKLQDO1x1ZHdReOcqnfmnShXbnTg6bbC05C944cdSvq65ZFMJUeMqGlpPfpUA/jdGdP
5mRF01jlL47sFhlSttCLsCI+8AKmtHxrpy334oJoj49l7s+XwikrsLENWC/0MKM6t+280HOwpr1T
hRlBrp/80WruVoS8WriuEInRaGaDFo0e2/NSKY3GMIoBjQPhtVpUOuZqx7Y/lubepU7sc+eR8pFM
+CQ+VTTJBxHLb3rZzJ1b3Q2pzRyQj5scIx2f4KcV/OFR5c3kf6rdYvzata0sIiMllBExKwKbSNUk
jYUeo7MgfKhwnsQceB9N6dXDIU8XjqLo550tsetqPI2lr3zydVk50VJt42csEeQ0eDLIsWuhLrv1
lK8h9Zp7pwsXGgEezawoNVTCZXlfTzSZhvZc9jP3WjceAdmtLxNBIP1uML3MSbxcYQsHEA9+FWHy
F9j1fDAk/sU4J4zBc/6cY11pQPQ668tFkS/5Xk8z+QQKalzbQtS3S0NdSbjY3kChUJFt5+6R9ZDW
sn/17HKOfC917gSsKaxh66hfCI++oRJ/Rly/fzZc4yyYcJQ/V+V2zTxvhTtbF0AJWZTNzkSh6coK
n8qKvbxjZM5OpD6F4ZU97AeJSL7ujWxXbSqI9LU07qAp/GjMeytxRmNjRyeXi9IuxD7TSRT1dQ68
4TaIdTeAD3wHOv/P2/of2Xt3+/2Djv/4T/78BiQliiyXP/3xH9fFm+jG7qv8z/PL/uuv/fiif9z0
7+2DFO/v8vq1//lv/vBCfv8f7x+/ytcf/pAwQqW6m96Fun8fp1p+exM+6flv/m9/+Lf3b7/lUfXv
f//trQPmOv+2rOja3/740fHL338jD+RPCMv59//xw9Nrw+seijZ77Tvx/pfXvL+O8u+/gXL9DsN9
1rCRZsPoA/lY3r//xPodEJUui3NPOfAHUEzbCZnzot9xRWOAomUDjdgZhfztb2M3ff8RYeiAoJQD
oIPAbmr+9v+++w936b/v2t/aqbntCMwZ//6b/RPhA8IJFQlNfQ4x4PfpP8FBa1HYSgmNLME2rd5y
VuZGzJTRF8gdShDLJ9NVzavEGFaGZWDhd1jT2ZBhA1gZOuMoKYr3UurGUl9lR2cReTKiEIX286ZV
RLXyOK8Os+Ht8AHcrGbvYArJ9BKFbcmoFr2WzRHju70Rtdhu+z4t25A5osbOWGgfTAiphwL8vsA4
Uvkq1IPtRkcfT8g2mfB1lKbb3tA56oelW7jP9WT74DSoH62QLZgWVYtXVaFsMPOEhBr1UV0N25Eu
YP0Xir5vwNmfnl+uJJwRkkFwVFQNf7FDsVB6EgFot1835+CmGOWEcIqjP9LjRf9cyjqmmp0Avmcl
0eeLGr9OWq4f7YaTHHLY11Vq2YGAnPYkbOvSTWWNr6N+7zInSMbAurO2lMNINwtmz3673lA0xF5Z
TCq0oS9GDtuI6lJ7+wU+fR4Bf/leQJzYjc/VtT+PENjfblz1pdu3i/Y5QAqFMNC6xp7SRkauPZYt
e620Gn4F4v2zdz2Pc4NkVcCFM4z5JwzXyfOyLlFE7jVrBljF07Mr0BaFQTPbIVEQxv5PD+0fD8af
H4SfYNFvd887p7zAZZPo8TOxIZrZWjXN6fbKNtUt4kP9ynSGITaWLOd0tQlcM+avKod/Qt7/8qY/
4ZQdsXCuWP1uH+D3DZEAMX1XqZHQl+bt/vX3+zlS6/t7nUUwZ/D3nKX94wVt9bnPfBH03Ea17RDR
cwixLkby2LagNGKE1VmsSHPcbUF9qqTMorydyzevH6u4yTUznJqmu243rEAuO95/j3f+9ulQUkID
n5k/5FY/fjqBS23KPDZjk//sAtVdSrFtIGTlcqCA599jIb6/GSfrsx0FbcTPTuM+g6fHH9vt/XTL
j4zAbLfU9a+CJP/ZiCIwBN+0T/fyX1pKhUpHW0xjhy4stY+izCRn9V7t66aaI2dFC78Z5fp9Gf5h
Ff7zMP6JYPn+1Tz8PT4eXdD984j702PjukVXSYuvtixlGa0tgf2dXv6qO8L5ibPibeDrkSUgLeZf
qLkf30YuXYUW3+32uXfMpntfHFOhA1YESdcZl7Xok6W5X9qDpj1Pg4rtHituX8aB9lXXdoYIdnT+
RjL9gF8gbDtrR4veanwBUTynAyHaqaKCw6Aqd/rS0xy4Ty33IKykzsbLQf9iT3aiYLyz8bVJtyMm
EL/29rb9SQ5JHhzT+rp3nNABbqpbY9+ld1ZG+vOsrjAWYqlboqZxomrrOUGAYsklcbpil0n8/4SI
/GJgf4sm/XH6PHeioQ7G1A4n8bMeSQRjoG1FNexLhH07jjU5J1bHuWtLCrrK3lPRYA3brrOY/IHt
jbD1F6JofbACx2nEUV/q4lSAIu1TTel7ioGQZmfD60Bpa9jSoLYDVkE/9q+ni3/6semyoREQpx3b
gp+mJvpGZ1UYQuyVj9E9tAnkZl1+8z5YXxtKXMM+wYz4zNF+BH3LQnfv3t+53xMj/6095b/cLf6w
y/wfd5//H+4pcWX96X78ZU95+ypes+lV/XlL+e0l37eUmmP/jj4TGu1b8QjOCO7O9z0lJrXfz7mj
HJdYmJEBnGMJ/9hUakbwO3zYmeuFbP72w//aVWqmd96LEnvJP/yXaIR/Z1v548L2TYhMNhspUZjD
iV39mTxXVeebSPmrxMrqh9YgrMm1Go7XafarluZ//k7nzHOkuqwcPy0cgNmuodlllVSeUqd+0p3b
ZavspFvHX7nP/9lbYc6k0YMryK79pxWUiL0JPy5fSs+NW7LOi0gznHtA/1+UCZ4frf+eMb5fPIjS
80EQZR3X8MfJlb3lMHZVUCZkNo91NIJ/86DnxmWP5xpPWlY9/2lw/XLv88cbsvPh2Ikg6S8RgXOZ
2QU6/ipxWlHfBJ3/qaQZ7Fpjn7Sr8oCzZ45n61+/p8GS8fP3RBJDdhN7O1YQlP4/UcJpMw4axok8
IXXPY8ul6nc6j9KE+sT8YJGE/DCv/XJSlfISS479oTD8+mLtZ+/EWcJBTGoBUPZV8xxAqu2IEV4u
Zuwwt1sO0Gw3wrmi+kccaXXoD0bmeg/lvG0EMmBlG8eRUu+tCQp4PrSwlwg8/At37aCjTKdJPESq
ONGGtoN0q3oZ67NI6SytV+Ml3WYZCavyPs562uxzS5N2OC6jduPPtv8Gb2p/srl1QD8bgFYjqpXg
0kmqKw8y8dXr6i95NZcRaozTPHrlZWEGaLr7KjAAqGXJ9aCnYAVhjIbGwp8DOHHwDfDxCnH4s2Hn
/snxhiWhFYXML3caimgdvfWp9ZxxX3B2v6kWn4AYAgAgJAJ5IBrtVe8G85AOS5uFA3z3k+52xquY
KuOhlxk4jb5Wcgobpd4QVuJi1xe/JhUY+71mw7GESLXnWHMnh+zygq1kVJvldOOUeL7YEK71Z4ks
E6zCHa7y2unwAwBqxlWjiZe5Hqt7w66XRy/vjaOPlgxz4gaJKFrzs7tZAFyF3hJTkBVWvKWFdrWa
mR/TeOSEYvGnt8ylcyXF6P+oWTgFoe5Sp4iUbErWIlEdZqA62rt8PTE3QnFSVl0aDy3SdmuR3Uo0
NMRfym0m58eqDlOja0YEvFcTIK6cXVWUtssBdk2jojbni34e5YMCUXap0m4XIxzzxruQpZN/zM5V
SeHmw8hvc+0Cu1UrIV26dYH4q301s1GQMCWJW55TA6aAtIIJKt2XEB0SjW9tCv9gFEUJ4TYKBYKX
GbFNnsxe75CEjLgjo2GbvhBf0F00FNoMoe4uI2J1Sxj3UgdXmXRy8ErqFI+uzsXdHJujEYxqHunV
ghqwHSgPI1gcUqiWw8vgztnRnUsrLMw5TzgTg1Ra01n4Pbcth9Jiiy01L4dgNZwnHBbdrdm7bKSy
torSrk+ffbmhJiCp/EWzG/3Chxp7cvSZuvGBQBxFOTJGV6/fl5v/Lo0WZqAtvBejc43YAY5+LIIm
u29nx71yZzv4kDYVQciZ6+/HTM+oT8/ba52nD8I5NfQP1pbrN5PVpyfDKEhSkig3HvLU0WPKqNIv
BcDUzepQPYq6uboMirW608AhXjDwePLOlv1QJxofY3zTcnpEElMFTXmQrdK73dJi4Im9LcAqg/9c
pB3KsdEaiJ82h+Hgr+7a3M0YgvJ4mDR2mi3Mab1DqDOldKsOeChTxy+yEKlu113n+oiOwRqD8kNF
PZARogfWv4wzXWo7pS+ZSrLCIGx6QLiQXbOkcL23bK38KFXS/oQR3JXxam6et2sJEJHIpyt7uXCL
3sPhlvm3umwOHu0Wzr42ScENOb7ZS7zBNJSH1uHDvvqemh6LubMr4OKtYs9owyjiah+bsFZ2s1zk
DpGsFy1JBs9to5OOSirA+koMhuPCBcN1RIM5rm9EX2jbfmpH62khPsS7qJCpf236UT3ALObWIzHK
gOJt42oT6LzJwUloWmXHCJf69TIvLYPMAsuq7znL+aFWpB+KtBJ7vafEgb4CLUpHeeXoIuCo2XWY
qr00nqRId/OcktIVeH2MmfQi8/PdkFLYZrQqfbLmAqEQjM9XO0dgOPd5jf03QKjAcALHTHvfw5jY
yX3moPZpfdpvp0C/1CaX+YLrcdRm7b10vPkKSqy/lX1hRHpNAlDUOeah09AZMPgfKoZXJ/VoIUTp
oPN+e2P1GHt58DhO441w3QMYFyytrZF41Azjvs/cC9NbKUVrJ/RMqW3cmLZ6ms7XaMv3rECJP4hL
TheX1CQcm967rNf6aVmGF6cbiv2aqjdnMF6tGeGPtPeGmK/gmT74ej5/YB3aD8o96G5WH11gpBC7
4xROiwRnM7EVZ9l0hD7db6ajhbO7PVUoHkAQOMP33vZaF+Kqq6prVsm9DMTXseMYZNk3tt3HTd0/
dEN911ps6/H17hc6oQsvnz5NzA1IP1JcjJ579ECjwwoZ1IkUha85uYOFIJbFYJAEpN6Y06n3TJF0
efAsNLNHY0S0jZIpHazjeOf3jKN5O3j6cJnXnF0UqmE4zLdVD6IeyCoL3qdeTSHCkhiU66nrewnZ
NzNl1qUMK8itNLUiY2ivHGf9iAPqAOuIUovulY55l+SUmoI/W8pXsC+EJ8ZVXqmbxhYX2E+HEIUG
+01CeGw57EaxJB5NV3JcmpD4/lPWmaz71nTtcHh/sD2RAEHth3klXBFqnCC27nrw03ObGOMIOboz
GTvVBxaKIfUxdUDlS7e+gHtObFxioUlADpMl5u/l7Iokw87eT5BNcbZielXt4kbGIvaEQw3kpzmK
dHARdX6thTiH9t2QQ+4qcavl5fBs+ABevWWLm6nwbunuILkuXa3uqt6QTpiDXe9mCgbsYg7ickD5
4VX1Y+GwNdSr9toVWrav6nY3bcURN/OlM+avdVd9aUm/v8/tLFHwKyHhiRdkXPNEWfhn3eIhaPxL
RVruTamVyBYXLTjwBnz5sk2gweNeWPoOVhpz/eo/I914t/uODYrjTtGEy5DpFLaQULU5dKXh3cGK
9aeCDsa4ruHwdF2c+p7TPqq56U6XfXCEH38ZNfjfZVSXAUlHO3KdjgMpKPsMc9I9EsF0hzBr2TVa
egg2c3k1tTW/HrzNu5jUcktB/IHQ8CmyhbldV5pzHHytOxTLdhTZuMarp32yWOsPxrTOYeMb1/Pm
3rXrUh2Ema14NsryI8aQKNf6U50H40vOCSlasIQSvWDuVUrMQgP8JafiRQbuuBNr/qJc3pG21xGz
6Ho3zsVTRxwDHN9lsIxZGJj4j7Mg3fe0PJ1Q91wvXjBEuSsX9gX5A52mJ8Oaj1bT3wGnX0zFeDUb
YqU5EigwDvJ22Q+df21sxH36evOpHrJLl27Ebl1uugHeXU3mFaEVj+hNvlbFcvCs4X7I06e6du85
zp9gUa+8Or+tAhxW80b+j9r0sNZhMAu1vrl6EUMvJnblH+FfD+Qc7reBAg4e1xABwq4bq+suz041
BrSd7xenbjY+W2sTb1OxnyV5GoX6lmzgfzLsgdQro0GkRwZwVSfEsuzMyrgRIxCO7jWxgQ/nytXb
R7npn1tSuUJiZuJcW4u4qzuNIbvkgJAKzR5fPKMuC33dqkK3JrMlX6aKWEdXsC5tV8NqXG0lz/oo
BHNhp5VhUTjWvTfIk8EPQ9+ejAM6Dhmtgl6kHgFCKHtSX6gG/QCff2w7v090sXlho8/qGCxkUGvC
/KL73MSqL8JAo5/MqLS3vrb1nZNNLoUzi86kOH6oO/uhzScNveSMQpCkJqAPh2J3YYnizhEDUkVy
0sLMROJYocUI6WF7I4WBarK5v55cYKpi0ZKNR5uhEryMdftpFW3sjeX2sK21H/aQ/2F11jQQazvs
+iUgd3Ounx2wK37l8lE1xnVTs97AWXJte2AszRyNg72NXSxxB30xZ++zKes9qt5LJbrXtPVVspoI
cQo/QeRehXVWy13vVkE4uMa2o/0u22Hvwd2RzQ+iA13KevfI9+eruO0JAdJ7vY6Xvk6e1OyuipAH
q4iKMUU9mFX5Je2g7N9K8i+dBimxRNlymc6jvevkqh23mjy0MDU6el/Lqt1T0obqtdX7kj0r2lJj
sHA0deq92aY+rmoEpK2FRAdLO5KWehj2Mp2cNjaReIYkD69PW42vGaOX85YFWfVYBeI0jiUpJiQJ
PWwTRStbr7XxkqfmVVNJDiKIwKcnvUVrXjXsj/VmXD63wvSzyGxyAriszn8o0KvHXcaZ7/wsMuqA
wyMwlo44vXy70no48Rki5quX5fNeLpa2opoq+1gVVR/5eSWDxB+DDd62zu9z33RfK71eDzA51xtK
rN2i+9WpVmbxXk6bJ2ML0e4nzYWhmmzNYXlgWx3JLK1kiB7l2Pr5aiJN0dWxmAxUCyXJDPuN7Lsx
zIzGvCICrLyQulFE9gJNAdC73aa+O+/cxVlPourkg5Sjc2OR1nktquAj8aWkdUndfj/niEMUFZLj
jZu5UVYxRjvUjVeCWXBvy6666jHhPAjVloluTc5JtujiOrNesbsLQva0QUWp7sw3bWG7T+RRb2lk
52ieU9WP1+4ye5djYYxTSBMGbS5B1sSVgWuJDA8ep3mYngviny5bzTDuAAeIRQlyq7o2t6Z41LKK
7W+q68sQVQ7mB0YsIbSG1iU9C+jzyij86nnEr8zlYn5eA6u+0kFzo8lV/WXeiIKsPMSQE9LVHL3u
2WMbhA7P/kW1LNnezGbvMNBmfU3sap0genufxsHbZXogYzvN/cdyXa0bPNbDw7KZWqzGhe1ZYxxz
Z0uJPfC/oNlJk4yJ5ALrFTd6NcmJ0ftOXTrZNt0LpzmjGl65DnsUG0Mbr+c7RdRTpi0ZD1jOrsm8
rXXGrbrSG7hh/yslrhYSRMwimnOLBU6p6RqlXYGUaHA3ZN9eI3W9liGh34uVDKoqoVeX1G2StfYQ
wnSrZlyPaBztW7fyjWdpN8om1qe0iDSwu+y+sdUV5WtMrs0yHvU8I4TLhC/YS3Pwn1uFoExuRRbZ
6YJO1HO7xD3rTQaVEzGUCnNH/Pxw1ftmjhyb8i1/nfWkU8OUOH6tEjoZU2y+9OiSKrwc5glCYNjm
szVoIK/eirulb3dV03pAMKUdQcNBTvimf0UMix/aU3o7LOyWjBWBI6e2dd+x8JPhV0ILLB63CzHl
nq+6XiAy6ZErpg9qXsmbyhb/mKrCRcM2JKVcsutyhFf1t3fs8iVq3bP0yZJaMmu5dZH36d4W271f
ccjBgHaR9c0SBV02X62Zol2GZLDdukJkY9efLmRViOte+sueDJL6kgCqmgpmEm80ZVkvaeC+rTzP
SCycs6KLFsSudqekoO4z6Vr7MTXZBCuH+MKiRF0iTWigfg1y5DKpeylNFL6Oo83XhE71u7RvxVF2
DgbAhly/sN1W7TQ1ibv4xo7yOC1G9kMsrrN9DkTOyLNXPWqQkiCHH3iwlDk1UZO7d5hV0CApN/Gt
7YrP40SIrcwYHRpasI5Qubj39eNWdN4VjzK5F8KzCHMyuPBVbt+Ivj+tRUebpKvLXWavJCYHC0I/
QKzyeUSqYoVjn5FQLOrPfTe6sVvLKsHeNCejX0GBY0xMaCFwogxtUFws42tBQPYu99su6gpf2+Up
3op884eboZvuyyxzY09kT7OukzCMWDARg/q0SqzLvT6nSWN255rfxTtkq6sScyACOpj1XdcAQ8yt
Yb0oojt36ZyLaAUnCBffOgF1qtMAUhtzqmxijhjTpVOtW2SN+MU4bThqB2uDVYdlrTEYmKgK01AM
qFe9TEsvOai96mb1VbjtZe4zNS9bU5/KVfnXBfU+vlNznBDm/NEKtPIYqByVdTdbX2HO0iEcjKn9
4MzMgnWT3fVSL658DcVctVnBbtbL/IAwTP9oMDEf+0oXsWwH75opvoycwR8PHGPqhIVgCoFY6mgt
CzPBPIikbXTIyjGN9WUDXk1G11dX4ODNTbkio/PKsv2spelyh8YEtUUZOOVHR7ZV0vu0N6V8+WTs
V8LkTWkvIRB+epyavLkwdeXtdCH1+wCVRh0hCxmirNH0D/6ANNDU0JoWTTs9tK1mXXIW75NOeMNz
pmULAWzDcF0utEVqFBKUob2VAJtlP3E4KoOeTJ7GP2eqrkY0DsOTmqrtqNLKimay8SPoaPLKSCQM
s6V+NQu6jVguGG/N8LTZ1gndo35zDuJgXgrYlXlDi54jo42giCsVeE8mqZNxsZGovQaI8lBq1KR1
1A0gRPeh6oHZt9jAR5N7lGMTMRH6mhYh5DZjtVp+aDjbC8OhPIxisxO5lKgHyy7AgzezBc15PEJn
ZqTYbJRH41Njd93BksRAlpY2hDxPt+6KAiP3G383VeD1JSFSUeD37u081M3JFtaJzDh0xZun9Dgo
dPeodcUHWRsfDJ/YsRG3AammDvs/NThh2gpmCYYEjL0eIqSNLOk+DZo1hq2NG6nZdhunxKVqj8HU
Jvbaf/RK/0Ba3S0SnU+4bz6zlXLY4pbzflh8eUPQ0xcbCfWutMcmSW2PY8c4fs6JYZNVr45DoXHI
G3R5NMhGv+WZE9dkQkg408I+NKUxUihbq0OOKDlBmku+b4FU8RavRoWVrLh2SFGwBvWqlcPEiW1R
D+2mj/f2AsAxkHuIr0I0bmJK86afGraZ9rr4YbNgZrCL5RKF5bJrnTZ4Tke1PjtWzznK8rXrbmLz
XBd26GGmCDMfo3Rtrw8k1z0htrqkfqTeQanHdeWwwomMFNZ1+Ehq7xCb6bLv5/WCxIUDm4YYQPdK
ebb/acDGEVa5jq2lPcze9LCIIpGrHzfVdu/2NdmsYHJOCRRS6N21v83k5uH/spyS9iRRFHeLGGMA
cBywftw5jMVyGo5LWxy91Tl5aIkDQdjl4kS9be63rLzIBvvgb83japNEgOMlIh78MHXMl0Fxh/Hv
/1J3ZluyGukVfhU/QGMTzNwmOdc8nRpuWKfOwAwBRBDA0/tLtdtuHbWl5Usv3WlJlZUUEP+w97ef
p1y+DMQcD6BsmKnu87nZacYhCF7O2Vhs6/w3rfkPxYJgFOF2Ccb71lr9D2Au28GIbS04bFc5bp3e
2nXZsAN5vb6WYXNcUTn7uY+Wd9lJCvW6tq6Gnqe3ja/cUAAMn0zC1GE/W3PCnXEfxS7a5+aLbNZt
XgzvSwZ/lmmMubQ2a3bOwMI0PoHZwt571qLepybYD5XzFIDmkgPuRxQK8XmJg5dU6gSRxK72yGYv
V7Cm/X6pJAVtnuIgsZLA4XwLw8Qwft9kzffGlf3tjMnhaJxuy6lxNo6Rb8Z1z9jhQfGak3dhqaBh
PmWArnMEA45XUSK007Xq2oOwqE3QmF+3ypwYGCRzPiYTv2mVde+yHLYZygjOj23Tynu2oW8klxp2
2BzadnDd+O1jOzJAim3FaAUCcp2qfdgJtgKCP4ZOSoJN5nA85MGUMPO4d13pJhmpHXXO3khFewvX
0zWX8ib202elBqqMb65xrsei2M9Fde8Z76ovNUDzenwO0vp+iXKmyzM/hOkzzU7sTHudZdfQX1k0
Fc1TavekZDP94kR3lbNd+wYDYGBLSGruQ5brPlnjjwViVc3Dl3F4MB+1jrNT7iDLOkkQzNfVMN6M
keR9Ed1YWl7VY7+tfZ5lqzu1KW0/XMNNPLP420gDcJJT/kHW2TXMjg8z6vsla3FOOOrslGuSI6R6
ZLDO+l/W2y7VClRzcKPhEYJMvgwwYT+23TQ/uIRRWimiZ8x85T0H/gNElkuOyn61KwYIDqM1vn01
zRT7sbqa2hwKpdSbIZyuiAfd5ZpBbG3sQ5HHe+mJq7nRbTIa0ACMne5bv7m+xEihRDaPk788wTxE
FedcFdqektYdzU67A7nk0Du3EPPR+3fYS1RhHwvIS+xV3DO97S4ovQ83wn9kV/q98+A0Ifk9WPW8
bqsROw2WwG1WD99tozld9E+gFKfBlCevw2TQFu9THj6wMXrB/BQxedcftTtdrZekN3YRzx5vLclu
kB3nDTLpz2VazvkEPKwM7olUPmZRyuuSZY8o4nw7pPE+FMOj8RkqOCZGq13MV70nTn7VHNLYf4lW
647E03HTkVOwGTPvSRftmKSDSrysvjFT86Ps3M3cOwckxHdxkH+NxwnvxVycUo/G79LKQR0+Gwvi
lC22rl2BKMiv0nh+rIL+UZNjnOT+eG4lguN5+OiAmyaBiF4I7pwPjaOon8IIxxSpuM3a3oVDdT04
ukKlsr6ywd6YZr5qYn1X5+1KX5Ha1xHS/ieR0Ydbupxv15WtnIm6jEpjcvTTWjTPVWlm6NaMSSr4
38tmodM65V4qTmGcxxthV8u1Qe6J22K9lUOhjhFmUlrRvj4B7g0P2exFtxgH5VH1oUBfxF7QzggD
b0VExkboKKL3Zq9PHN0y8ImGNj8Yytk3qyRPkpsuXq8K2xU3DpagpFJj3e+73sp3SGEuJVCEnzwI
WSL3dXWsVJ0/NWtafhIiWt7XC9SOTYXDGwRtam91UTiPqGj8ezfMcW8sRZwdG1zCP6YpZhJjCaN5
EQHmBnKxon638886n9PhmBbEgG26MtPvlukJNvBMZ+7xsEiTzBgrOKycyjnysz91DVE2bdrhoWd7
eOwqJ3zCy7K+BuAJ7yR08Vsr7kWXMDcadvFF1j5OHkDUoZ7vGR2676mV2x+GSfKxM3UMuL1O5T7o
7TTBICfrXZHFPVse1aDgLcwjMDsLp11e7VIQuVvhcIa1Y1Z8jfsQR9KIRy2Y1UxGhnSpxxfePqWa
r3w9u3vWCQ6FXRo/+mkNfMse6Rtriotig8fN3QumJLzYJ3PjTU5xEy0+/omIvIkvUDTmBJBGeJ5w
7XzNm5jz2WEKip8QulGkp63x6vnF1goJv5v9yC7x0N2yFBejIAfAxUR2HJ1WnyNNT2SK8XuZ5x8Y
PdRdwfRghyWuf9aNZ0O67MbpOp6r7rSsunoafAar0hQMZZirbtcBQBmcGJzZrFLshslPyouSpSQD
VD9cP1t2gzg049icZmusD3LEx6TsNdyHUS+vIPe0PEC82sDJA4wUtx0z9/3M2O0RW0x1VSj/gDDh
gdWQ+5g3K3VwP/Cf26h6tnPUtruJavt1Huf1VBOOs3NIxhi31LDTzs9qBurFMu0UI9QtsjS1nWDH
3vdFGt0ASbduFxDjFxD83MmNX8xMLrqpvsNFy8qs9bIrb5gNZ4fBqlX3KC42Rmb6thhdHDC+KK/S
3CsfwH1+9IPT75n/jPusCrAPVhhJrNBvio2Nmi3RmVK39hR2BXfAyLKpiv3qrP0qfopVFYOt0d34
naR7e0gyPTT7PjT6Dr4Ipt8oaPOtXh19mEy8UvRTvtHih95h9cZBURaULNOHPONFg/bOu8EJ7J3H
KFNnr5J1wfO5Bgw6cllN+2aey6NmATpsY3AN1P7O4D0LmTly688A5NkYMgFQ2RrfNY22sF1g8KVi
VMvtjBV+s4hMvYlRNMdqKnLg0SZnoqP8m4JFHT/TCm5lOuKps0qmlP5CNE4EGGDzN/y7ypdaMEqI
nSXnXs5sJ+V9ndJKdHUq3uKgDPI3NwytDM4Rm61tGMy2e/qbykUvelaRu2xCYMV6I8oEuzHV27dB
H47q8LcKa/QYuAwqZAnldJMXfBau7VZjP5ZL/iVLXXri33Q7/ydN3v+qtPudHu+OSAmlhx//hs1j
/DfiGb5/VVgr/j84PhxUZP/xD1fFH9R5z/nXov7afv9ndZ5z+V/+Yfjw//2C1mBoB37tn8V5cfjv
F5eHAE7mCx83zn9L8xwbwwfC54stCQUJiIz/Vubxw9Ap485AtB2ikwLm/o/f7L+kXX+34fxrv8fv
NWxhFDgIvOwQOTL5CbAZfpF1+pxnxMGWI4oZS92U2CucTbUGNKxuzgD6ny7Lv9CV/V7I9tuHRXhb
LijXC8vVd38vZCtaq3Ac4fZHcMEXcYPTH61izrZgHbIjtk3m/P/3DyQh8mKNCV3HC38RA5ZCd240
FMPRiYFksOArrFsaEcQUdt3ez4Fx/+IDf/VGcDlxRCCIcvi7IpP9RarXiS5nEIFJjuCPEnNVFYRX
NkOu+3Gi4e3SPNvT2MrvmY/m+8+/6+/Vc1xc0t8uRhM0dLhOYH///uLGuZW2wka1YpXAPtjlOvua
XIW/+JQ/3C98Cl+Mqwk3E03iL1e0cVcPOwuf0s+TOkP28L80meXshx5ow19czMvP+h/d49+/EbgJ
2yP79gL8/kVUnkrO1FWZ/mhMt9MsnTZqGp+0C5Ajr1Lk5H8ltPxXX46MWAEhkXsU2evvL6FrBotA
u6Y/hiylkZfl+dHm7Dssof/tz/9YjNEvf4/ffTuMhH7koIX1YsE/v9wqwBwU5liEXlVkphunqq13
cs5aGupcrQ99U2LAxELk7jpvjojzybMtu9aQKPfSs74Tn2t9tBxh34dypeONa/pwlpdxaO0LERdY
jPKVCYpPpE26saAjsq0bl+kpR4cILU7UOe5NjpSnrB/nW2d17G6DcHB5IzqOxABObEYia+eKh6q/
UAZRGrpPtio8fwPFlLnTkuHOJDxRQMPBetz2W5pj2tCK/V96XeVizI516TLYmdS4IuJnd/IgcqAq
7HbDABIx9IZa8Xs5BYrCeVNMTZSfVzglBStaftcWoY+I3pw+7czRsvsQZR0Fe/Xq5E4Fh3lxQkwT
IwKxqd4yee5Um5TjOuR3fWjF4A9yYCPmVZugR/6/ulVqriY8CeTTqPQyAJ48VnZbq4pp/l04SO9R
WBTQODDws811e4JkoKHip31vS6Lu0b1Osgfj0g6cqA7xbuG1sT10nna52NN158bEErHcC4uzdhzr
ua9TyvZANnpllidCb092gL53uJbFltzeTO2iCK7Fzi+lzM8+w4iPnjUaso6MoM+u5ZoAyNkXpCNT
vMRj21xZztKYvWuXa8HmGST2fvGlYMVqKmoWsndRsg0zVqmtTVQVZazv9AFEigadTWFng/1kty4d
dIFnl/I0zhx3U040uW/OLIqXLh5D/SUjOlvuw9ydCQ6QC0OcgWgr0Hgk5UU37FRj71DlfVts28FS
FxOWadmKB3k27MMss5dPL6+Yc7K2tYLizA/27icry5mxsN0i8LBBooaONp/XBzgyqf+yZAOAujYv
6gncS1Y1V5Sv6HwjDZuJYVOMauKDPEDHUhS/7hRf5waP/jbKWN9Anvd6SsM+zOOzTT88bfI5TrPb
sXEjfP6pC+iUfwXlBERCyo69zMXM8DV3WqdkKCAL1JFxRh24sXtyPGjsQHRtcM+M8UOVd5G+JtPK
2F9aX6A2tXsnvtWqXrh3rWUdHmsQVyOTVm5PCEl++zJIUFFJg1xXsugx7OdULfWrS0kMLqFFeJl4
bTXkr1HuVTdyHvtyI+s0bI9eTxrO4xRm9rqdeTyAeNjaeCevcd2bvM6x0rjNQHZbEdoOlPsZ8v0z
d3v8kikQDRsWB+qlKzJb7KwcjQzbHX82YNPbbCR5ogRfFh7q2M6/o14EQmJXvBBvR8hShG2youwS
BjNmJReMWehDwGTXbEgwGQV6AgEkGeKeB0xHuFLMR3dqTMj3DCvwEmDQmTVODXokdneTs50yb7lV
Y8VWvHQqUyaDai96q0ogV0zpr5xtufoVYt+mIRyGyU2oQZaMRt+69WKzqyR34MeimC+AN7Ho2cB3
fbZ2n61MNcIhTXxgqFifQ0vfyyGTHRqCQn1r3SD9RL6oI7qjbqkT22kylFphW5TbMYyY463lTDoi
MBv9IK1y9DG/C+uH36VGHrSbr68yLxt9Jjtu1QRxZhCvM7EU56UyKLjZGxiyEtZyHffoS6KHqJlz
um5eShXD6Fbfj5Yamk0FlQKpur0igqrzTEabhe9rkprZ6Qm6ecFaCsBMm8zEkOVJ4abkJxCI6bg3
YYuSK1Ek1l1a2PlJDugXDuwrhnqvp7y1btuisi6i43i4y2MVUdMUlyECfXVsEglC69VFhxUk5IOJ
b4HOhq/TOphsb3dLOOzxovVPmpLpgrfPL2wEMuDa7YXXIG+yUeWIRBp2Xy4bUnaTEzieTR958lT4
KIcO+TqS7D0ul6YqXAP3FBKvyABuUsysIhV6X3sbEQS3A0YF1mu2Ye9Exhkh3RLzbtICBbwZEM3A
WnPgqrZrwLZttaz5pbDK5sdadvUnIPBy33pqfo+DWR44+xq0kuNK6xUzLBjjuWRkTB7N5W9mOLQa
aGrziaap9hLlahPyeAr+2mJc8/3EMmQ69spYP2e4HXfU3mi2inAu3v2uid5rdxielSAAZ1N1Pbv0
Ds2qzZi7cuGNFov6Zlg/5yzAgkwmMDPKh8Kq05JL2bkAzoi2+OGIFgiIZHbMletG+aVIM1Y4UR75
T5d80Y/FznZuATdKs0HerShdydIr3eGzLtzqGrLgHtE/upS0IzfJNDJ6kW1fPVu4a68aRmGibt/l
OO+R9BTbtMmBFinHfW+K3nq1hzh4Vat/TVCvvrFkOSKFNdV4jeyD6LaonLfaqcYhGdqVMTahsfm1
sqTZDZZuGOOQQtV4643jdHrbjE53I9AH+TBsnPW+6ANcA+y7wdFBucOUHbIQsNxXpxE74+aPMpLh
fRMtcbRz69n/CQCrvFOpaM42/go/aeI638DgUXTxcbOFO8kEyq5euCkEbjHg789uzRbDXvyHJmam
6onJ85LRaknQZC8++tkZXdXljbuG79ZKwEWHUTrHyd16Z4u0YMmCLkcaOTDX+tHPkfPtIkf+4Wi0
mPtwYZsR5vNrYcKfhPZOZy9e3fuxre0jSZ3t1uME+eEvuW22BhVGnDCxzprECQesDlKTz+i3AXm7
ahHxZkJP/ipTad+WkgGQP/jqbEWrzjZoDaNsp5WwjnUcjrvVhS+4KXx7eXbVdNEB8yT+KGqNyiKq
4uAh5LrcIj0OHu05/wYB0OfFgrT7qqnn7EY6YbbeD3KIrz3o6XunjlYKpR6ZAEubxb3tAeug8+yz
4hzbVbaDWJy2R8huiM97zS4cIYDTXVbY8P2Y3ykSZohmIehIe8RSHdhs1pQf0pc8wRGQEJNrZ2fW
dn2QhOl4SV2YRuyREhZ4UdSy5MmglwAdnXCyAQ2aqsQGM6YfsMgJ70hFqhq8G7H/Jh0kdwu8luna
a2f9JplNRO8UQQPYvs60T0wrxGejZIfksJqN2UMSm+VtLjLghtU0TA9Z0BNi2KxrXd6FfTisDHuq
uDhZ3qSndzEgE/mOEXl0T4t057ehwi/81sEiO8+9AL/dIoBhcV/ZxL8Ca2OhIqesRJNEhb2XpaOe
SB1mx2+VxYAexKnCwwUI0m6M3RRvkWBVCInAh3zqu1Y8b1PFl0qcuWjeU6R568ZQnGwbaAYq6Tun
/0mc23RT5ozRqXXkowu9SDxafszhXrhe/RN8CxGSkZu77S7mJRkmbVc29/a4xG9OFSPWdmUrX9O0
6XZjH+QM2CpPvww+vXjieD2ND8FgbHXYjpAt3BnFIiNI45jkTG4uUnfAxvOop2WBPkroh35sp2Nc
XQ6XpVMFYq2muSJgB/IkPV7SpmnF49/005fKK5dvo4lCQnyR1Fzblk7vVunAURgxgQ/o0WTKAD9K
KQlBQ6bl14BATyZv/hBUxKmK8i4qS+s5GJaMTIWI7NXNvGCYuqsxeKiDNbnZG08s1S6QQv06Kysi
j8qpvvYpBNiNHof0vkvhQjDzJPc07KhjC+1e9/GEDAUcX/zYRTMJa1WYypcl0khuVDuhIEo9faWC
IU4Ebo8x8VB1HRdEuIfCZSnTtHHzsNK180gH2blR/ry1LZBCRRGk5JOUr5Ub0EA55fLlEhUAvEpX
17AmgAtZDnLO7NKJGQiZLxaiAuRWVBchNDGKIE2BzTYRNRHuxi9DEz/goyB6zDjjToZD/3Nuh4Dr
QP9z1IKSt51lv2H+p4AuyhxvS31o47Y/rUP3bov0yh299i5qnBPAtD2e8Ib3eMtmIFbXkuZwGwTV
VZYK7ycR8yf4cNSzFw9KStNX42ayovLgZ+KOfCVeOzFHathmryTeZ0mnmAhiXBtQ2tj7y07Cz7vw
1lLjPp0hsm884hgujKUVUMeBJewXKnWPlASBlMnN91m0jAlrqb1d2ver5gXkZ15HEWTKr0jjqo0I
G8Q0zFF1mL/kEyR6JqrAIcBPHrKY6p+iqz8VTnS/2LyvydjtSOJDALMRXht/0dOCqzGjumb1cZcP
1RXnxLhhiTEfe4c8uozy/qZliLZzgO3gfXBVUnNxUFjO5rFSgoQMdhZDiiDGGnxzsBjV95Rdm6bN
z9GQ83fRpU4mY5yjNxqYXm7/xW2dfVTy/6Y10ZAmhLWoIGFulsp9GnMe7FJT5RFPK9b3OOxvUTjT
utUm+8aPR+NWI7RFy1ZjFZc/hF1ezWOq74m0ixWaAVZgYbxvUIZgqumQkdZjfK5iPtONbWhhXY7b
bXJOoY/Go7AJYW1R8KHzJCrWXTp/a8vxwW7NU1YgtJ/D8GaJhLphzeQ+qXqex8SKO+vkSSfd6aGy
n2umGi4+L0hf3Mfk0uws7Z5sjXJ5i3wHcwDJRFSjMPvkIS+UeS0anGJ84AgHdFhq3jAgRTdp7N5W
RtXPbhuySaEsKvh562ckqh+21whGDeOYsQARPDmU/YvFDjFK0z27JJrFMeo/NNP9m5m2ersWE3I3
t9qVfervaxVXZVKhLvHiL9Vq3nhHsWIp5hjrhCNBFC40caCVk2bo79YWw4UO7OgmrK3mGrYeqjUm
DLveMtYPl8NhYwIjb9ewQZXVX0Nxfyxd1uTUdDeipYwV/UkF4YnhIHLt7rm36/A67pqXiuyzDQut
aY+LEm0zuwxaEKaC0npVY46bROsvjba7cpdWhTzVlqGNlu5rqUmR5m32M6vbGcFivKfHAIcxR/Ed
9P7uSRinPldN3OGe5DnJNIw42BnVPkihlLnV8Bj0Dn8DYVIMiI3pvl9QQfehnqjkMut18vL0qka7
+BziQ7ps/o8FO+d93A8TgJvMax8ASrN9pWFlwZQ9VWP31OeV+8WK85cYLeYWgpuLKOqyZuOwDgBf
ERg5Rg9h7rXvTIzab1C4Tlk6YHToAR1YgruuSwkPt7JH+GEf3UocZC06onxVypEbavEh0iZ+65wy
ROvozvUHn3Ea2irbImmzv42BH+4NRa/ZDEIuR+7Y8VCBDaJFEtWeE5k4Ngyy5qUiaPjUIob7rGyU
sTeBggy043ZNY+YDaRSibcE25Qar2FcMsHCuOr1gA3xBNdI/3QlVjQ8e3N5qK4MBIFYUNR9+yY+a
de8fq2yoHvRUNjfU/VGiVP2kIYTyRyAe+lOg6rgVsQq4qGX7XHfoxxIjh/qQkgPJcoeC/06aETTE
wGwc5eXo8J1mTC87ZvJin8VmPCpMc99Cg950q5FlbNowOLfOMByhbXWHorZXIj5LNZ6XerKXbU1U
9uvEggyXiV359z36uznROm/uwXU9ZQzhNmYJmmtdUUiggRHZCoPEAo05Wk1xWDTUGaiOrP55PFEL
Lcg3Q7wL3bDt2ybHclrYD6qbGa4FyEZemLP5741Q+jZrVrtPwGovP8Vi2Paui35ixIIWKQjanpM9
9jWxz3Xf7jidyNEixqfXx0w5NvlhsieViG7gvbHV0iYTEUIPrjcrwf27QnlTFfc3UvC0tDAijvl1
2LG8S6R1cQ9PS28/TgQ2ogZnmrue/cvYFWE2xLsdXqD6CYsvYhsduqzLUKXEXYIPGDqIv46ewws7
grhsE2nDAI3iFSpqC04SzmjrXTQEDktfyVQf/O0IMZpGrBTs/7zyek1Jhd+tXq7wF1YKYVPoe/Xl
mWiakxlHb9r7foga3JPF8HNWMTaWuTBjcGh9FPus5IxDDzsLVphBJ+7k3LJaXLrJtAmg5PHNGYf8
o88E9aQolxZVY9qg0I9pvjK6GKd5LLqpY+M6mYpkcjcTpHdHDKpQhkUh7gq7x7AC+5Kw2oDQHGfr
2yOq/Ka8uPscM79aaaDro6eK9YHsE3xZPnYEcIX+pMKNxug3nKbWL+NNbmHa2FdR7bNdMFT9e7fQ
FRrcya5JZRxqqpRR59296zXrNyEDOSWLzKP6VBiJr8X28wod9Qxcco6q8mYhbk/sVJ/7H35eGiuB
O77WJ8a4RgF2ZMuLp5hYpA33k10nflSGE9akycVSDO/+cxl9eeONM5werH8XpC5EV158Mq26TT1K
9VkVKbOoqPKLl3WRYDm9QFPdzPaEaCWAU8lrZ2WKg9aKd8VmlgjCt+D4VofGA+tgovp+evCbJjJU
3vijN/wSyJBCU4d3nWBOumv7DPcV31pTg6C2sl4YJQ4PxtUCBX/FxJpbt5DLPlzL4pAyRJfMgBlA
bALh6td+GhAIrrE9q0v50QFkUcOcJUXTt4ixWmsssAcb6yVYWtC4cVWhFunGZn3reu6VDV28eyHD
V/63NSJDbVcPF6Ej84AfPHQwHsl+hTC0dk5+rvQwLNsw8/gGUeOpaKvMoJ6t1PPOnTOJ6yYcI05u
y8Xtuq4yeu0HiL5YMdGxx2NnTjJouo+Y+V+CBuPVLAV6taoP0yExzEVCHItyeccIIo9ZoNgJTYGX
C2RFSNM3C3859t459t6knAp9u3oOEFMySle5YevPSKrVWeDvqNoY0fp1hy7MnorA2ZKUvn7Cuslv
mIel3+UoHejT0JT0xukz1LI1zHneVfPCeN+ZcEr6kTt9wnU38DvnFrQ3kUU9f9T1sleo1rmwUWtP
0YDTtlyhkdpWBCeNo9XeT2YWArki3g8qxEBtbBU2DwFFFmy5sUdBWLWxeQzszgdY7vVTwKsW/wt6
4qk7Lmz9uCkBPdeAUeOS6jTz7OA+uLyzDmlV1nWSFxhfSKtuwFq7s4GBPcVzwxBCdIKDdg6qaDfa
Vvmqh9JpzgEzwrease5jH3jAjLzed+58ZszgjDOJuAoDSSEZ666osOoUvdK+yLWNIkiHF1TrosZv
sTvbpw4FMp9bc303YaR5DFE2AE92pFV0RxIGW7GL3WntkjENimuOdKpITfapR4PN+bKxCMX9Mfqh
AgftiJr+sAg6eTRTKU6rGJ2foVQeYHT0RfpHqNPAPw357M/nNC7Co1Uhqdhy1/u08uWsf6ItQTU4
tfKilSSazmxqvKL3w9Dbb0yC9SdPNrSlaKn875CdWZXpcND4KoKlyO5oq4qbco4g0MYcQLy2KgRv
UWt1bznvEYFJryHECQF3851xdrok+DiYIvCtqquqAT2I+qOiUGL20gSbrA25QSbddHddHQH4cCzJ
cCPV4YL22ZbzZ4DElvTtQiK3UWzaZZJ5Yn1sqS3KLbq2tiPNzg17Zrw2sDJBU/qzckv1BcvB8FJF
HgIVpFbEFjROHjx3BZampOAxfx3KAqFUZ4KiwMZn4Q5UE6M8lMcye6+dkHPOtTCTb/r5IuvFy+ED
wMi48+RQQkghNVrbxDSu0TthQN43q3dboFduu5qkaxlHbTjFYZYPK2bZbR1Po3sIF4T7ex/PDU2a
l32FlOwPe6TT4jpga5Ye8NFGuGIJ5NlI351+oHnvn7LKcMMZ9ts/qOkmO3EWNMWbbomir8z24+uA
UQx5720XI0uZMJ3C4/Xt9kghkjHUlxmE1aiP+30dGXEITUT5Y4TlkjLZdBA9+s62XteZAw+Tfo18
07/sfw5O7dNNtLAd2CRMehEckVFVbAMm+u7WUpoHF3zveOFn12zkEHAXILfcrq1fVuOBAvEy/xt3
V7ski1DDK2p257EFS8LHF93KwxdJczXbv+mSQnaKO7IB5uDs9y6lWJNmzd2gIl44la9wL8Z+xMBp
zhR3WGwau74vovkyV5lU9k2qvH+bDOEaxFE4Zt0HAj8SqqEOiLLvzurVK0ObuYWg6bvP2Aabr5Xs
sy+MBbkQRDYueCeRZnzLatqCp9EbI7TXumNkbAbHNqh6BLTJchSYozqSNcZDVoZevg/Hmlj2fkoh
s6wipNYevImDtWvdzN1Hw+i90x7O1ratlim4yXF5tRNYlbkYdwPrTblvqhCPeSvqhUoDG9ZC0V3y
JYe6N/XVspQ4cMREd3SHuG/8nERe+/uY/Ic31gl9t0eZA0knY3PWM3riLDtxSCwh93ntBGf64tZn
GsPH0ixwhrDtcNdmp7g7PvrcketWNe6lZxkzVpS9M1I+Fb1jbkI8cNmWkhgx0pozbKVc9p3ufgk0
36AwIlVoQuf62fQifGtUeCGkoy/HCcgCNEi4mn171F6kXuOG2NZrWCA62rVOJyi3ZNci/vIH9OqM
NCd/u5a8SIEnrE66XWGriS02ecFNgVq8u0vhLX9X0DnMI1iKNd6P4TQWe8JsrPfAyaN5DwyDUo2Z
a1khrxoXa4/9ef7MMfPis7cnixpyCLJHFgA852PZhfEzyPyIKh/xdHEo7Hy9a+wFW2oUpSFmQu4M
KDkq9Qmu9xlJbz0MqlTw9uCdIC8W57IbMEo53N3nNI/XT/zAyt2yHPFfBhIU5L6VzTJsdDkwGqI5
tGtcVXELD8Y3NW4nSmiOo8zPrwaZj+UdlxcQkIs67R4RKAZjvGA4UHr8SAloFOYR3Ty4Xyk+MXZH
jbpc6swCW2TPU4mjzmdCmGYxjTNA8oydduQt0AtqJ+WFwp71RA0wrkksKBC3fjWm7cbNAlSEVETO
VVnb1rzlG8nrtrb6iJuxrJ4yzpCQCHbDYIZtsYAEw6Bc7IdYpAdagzjY5PjxHt0YUBCRG/XwMlml
l277dXS+ZTnDF7p9/GB/rrL4g94IWQVtENBQ5LFQo38Rq/gCI63GjnZU2vjvga2X16pX8ytucBac
wAiyv1DH/IpBZOQZuFx+GmonBNf7i6ajYWE1hJaljiiU9dccx0DO7jrILLnFVx5H11M0zQXXltbn
ULQuU5pW12TE/Pn3/oOOhV/jEtDtBDbtlP8rA829kI1ZtuujLcX0zF1ubaUmOIM5XvsXMU5/UB3F
rrC9mI8Ccwtj8vKr/BNfshncYKG6UMfQ+82KrNLygdlfffzzb/THv6QrLpRu5uO0ZaH9ixQo6LF+
ovNWxwlo/r4HLQCTHq/9XKTyMBVF/nfS4P+KzfzjFeTzSGK0KWHxG/+aEMxrVrFIRU5uK8I1Wb06
L2MBgSCApf7lz7+auPzuvxMCcQkdiqsgJjZMOL9+t8rv/5O6M9ltXNnW9LvcOS/YN4OaiJIoyXKX
brKZEM60k30X7IJ8+vq4C7i1JRsWfIAaFLDPmWxsh4IMRqxY61/f7ziJPnW7zMss7PKAOo6ybbcN
gi5GHL1wQwatvKJrdCINb81rXRvag9Br5+Hzn/LRU9ZNF5Nrfg/R79nLzGukAlSBacwp0r1qVW8x
jIEwT6Jtrf4H68awPc3RDcRd2KaerhvqpnPkRG63wxQk3S0Y/J1SWNoFBvNHqxPtJLBt29JUSzsT
dAmTiKxLRUcyCvkUX1p/5ZSauDCXjx4bzRXouCwHDKNx9tjiNCXw6eNuN0kQ+oHIPKW9w8sgl1d4
ZUbVWrFGqr2fv6vzFYpqk2YY0L3YtlkWa/X0Adq1yh2UlsCAO03317FsOKLklJDhI1YOf34+2Ll7
NQmJRYOHThWgomVhhH46mtsDEXHdVtIsL4oX+qESDndHTTdwSVWAerSZSlq8nvS2tf7QCEw0V9gG
jKQs3ZSGrI868eO3Cz/q/MP550cRprLZ2uT9zx07XRW9I/kYGUSTa/ttLsQDnZGk+fUZPEaBUgaH
j+HWrBCCODm1dfppw20/JZc+4Q/ehcEmyFbLjkvV8fycwYzFsUCuBZZso0CjxfQvyKjxHtCEfff5
pM9XNHM2VMtA+YuKXWPqpy9CTk45onGbA5cSh1+1vb7PXVW/gPj+aEK8aCwB2QBVxz1bXGNHicac
6bhPbJV05DAkLrFX4U0R+NdRiy8IPT8abhmM7d0xkV+eDZfpM3pEbZgCUH8I9egu9Ak/r93IueQH
/cHjg7nvsr8hl0X5vHzK/zqugA2VijPj6q2DZlw1hkoeQCsuWcl+MB+bVmoSp2iPEX6fbW4FdBO0
LkMHOiMf/wqbTlwvUuWrXVE//PJ6sD2HbQe2KgfjORbdGEeqZCb1VdVUZ3ps5h9GUVWbLw+Cdz3G
AACLkYmfC3G7ai4JYbw2aOb6LU1KbzOZXR98fRBwyPay4GAMnxtCWh3oYoyd24A2bfLpphkfytwT
FwKJDxYAejbHIVJBos33eroAXFJEsEJNOvniOV3PmMEdNJIj28/n8sECgFPhOZ5l2BrDnJ07uKu1
tSLiKWinSr9PNBgk2LnYyjFFPDBcWALnxw9bgmu4NiBanFFwjjjbm42yU7FpETIgmh/IIyFCVNd6
OUGnj/oJlh0GcuOFI++Dx7hg42lO8JApsNRPHyOrOxNoT2SQpvZ0o8XFGKST6RYXpvbRMDQDazaH
N9GRfjY1eBQFmV9quXAi1ea+pgJlb4dWLdULiN2PXhjPUadNleONJo3T+VSFR/bCoz2cbpvh16ha
3avG9fBPMjjzBV+X90NploUtBCvDUPHzOJsTGW4ygWREg8K1jMAwJtUfyq4OqpoU1efL8P3j4yay
sNkhjWMVb50dFrQSyoGKGD58o53SXYeENseT5+3zUd5PCBaSRT6bdgCTaPnsk0o8VCaNM2lBCDMy
KKpSXumNbfuZWbTf/5Oh2CTY8nAOVs821k72c1aHlhaYSt2vvaSgSDxmw9oxMuvCs1s+0X9H5Vxn
VPpi2O8ottmkfU5XBNmLPlYxAw2gPlDcHWDGrT0n119EjBB9M1TdYzkjXggpVlzYPd6/Ni4BfM14
Ly8XA+NsaAT0dhrqoRYII80fvBnanjGo+pd3QjSWHITecm8jWXa2Dil7qpak+zYoyATtytkJjzoG
nxce4wdzWTb0pS/mn/vh2SimtJFO5DGjWOGw1rOs26h0Enw5KuL4I/o2CQSJUNWzzxd9Ka9Lqg5P
LAnR+442tp1DnE5fbX9xrIWIjp6N0IEjUT1b64h685ayrBrEQF7XAi/dtSkNXCezrPzy++HgIHGh
Ywi0HIvnW+xYDU5pTtZS+43WwoQkpPZ0DX/+Rb1/P+Zids/JbnB50c+/KMrvteVpwgrMpTQJ7ghl
R2zoX14FtEN5No1Y+rLSnLP3o6kFcjuPNtZeS8cN95bXMAb79vlU3u9DZFxUGu1MzVkazM4OXSWj
Mh55pRWgWu1uI9xYj4ZX0QBZ5ICtPh/rg8dmUnbmQsS2xyd69nIwo4T9OdB+qi4yUN8mcknWwjCG
Ly9siD+YhnDWkhrglD/dhZIBO8s0H81AB8QNK8ZCyIXQ9MLrWf7K6V5HYIfGhEyOQ7nOPjsnjKjo
SYfUzGZyravWVCJy1bHqU9Ard5UKU+rLT89iU9VVewknubmdzsoQwqRRBdSswilJl44776jihxfe
0ftZWeTiaFIjPUXMc36JYVvj/PNSRJ2irJL9iElUCREhC1UfuT0d0UhPsbv9fGrLTz99lKTboGmx
xtgjuDefTq3Q+8GlAm8FuuwhNmTt3JPI73uoK5gSYJnhRgILmDw06GlzSaqbd8VcDe2FuS9v7Pxn
EKDpwGOspR3x7I32ue0i2anpG7dFe0Cvpd1aShVCWpHy3tQGedsYzdfPLRIRdJ3wkXvE8OdBYQPc
Im2z3ApS2hB9Cz060Oax33z+hHXj3dxc22BLJDtHhg5rptNHPJdAYptEhWwvRoSbALBq/IYzubT4
AHy+wb0boraSmKG5ThKKSAEih+zPJFxF29vOgIbGLmsIxSBwaAGv1ApHmrpzpLmfCtk9d10iJUBh
0442lrE0zXjRWOq+wFuLYjR+5MNeIwHbf/md0RHI4cU/5FO5CZ/OC7ZEY6WD2dEQ2Io1vQVXUUFE
LZ1J3XP1dmmgn5ILwej7b4QxLYM8ubo0rJr66ZhTIhu7ppMzgIk+fyOWV/xSnbwXrXCHV1f0xoV7
wwfjESTy2siTkJF7N14F8lmflDboufOve9rDtrjZw49QLevgoqF8+HyxvD8TOAiYIZMjM0eB9HR+
iTSLLM/NNmhFWuxRjGM9iz4ZXWV4KSH3fmq0GXP+LI5vGq24Z0cCIT1tokrOsmxE9zcvI3VFQ2J0
ExIfrZPINr8cH5A3JqrioNNsk3zG6dR6Z6AIDCshSCrVPtDzguWOFQFe/vwJvj/pPEMn50QM7KkU
Nc6mlZPLn5MEVrXVyfy7pKnGz1z4VV8cxda5PmgaoQhHN8v/dDJYPssMaNMYqG0FcYL8wM4Tmr3/
fJR3q4FRCHkdGlfokaZCcjoKHTlL8bcFGjnl+Y4muXjnuQlKmnywg8+HevfYlqEQ+ejkMzSb/ofT
ofI5ErYW6wNcd0t/ygpH3StNUa2/PoptEvfiX7rE8udroEUmS5fnEIQqGi+gJ+azbArRfXUNMBnu
QyQ3NW4K7E2nk0HR0ju14vYBMiBzIyO8uHIZll9M1nNJwHCGPAaVByAB2tkaGKqsl+WQD4EdVeRq
w2ZYux0qh68/ModLgsk4umme7wj0WFqpbXo9ovkqekCujxXLOKW/vz4Ky9gibOPlsAOdPrHJnFBL
oh8nGRw3iLZEq99Gicy3Xx5mOeGtJcKxTDJap8OEs0JUJxPsxqHwYeqAG4M8wuEr6q8PBCWCPYAb
KRmm80pq1YWzhjKxD2bDja4VBDzbVDryQrS7ROgnUQtZfMpuZOeQmLITnH+fKo1CblHhMEPEnW4j
I9bSTQyWrbyWEPrv8kgdnOuxHVTb1zOrjr7+0S63ffJMtINYpn32ODEDQTJPG3nQi7q6gdw1kGGX
l7Kp/6Szz6eJ9MzWOJH+OXdP3xo91FLaE9OsciM96JgtPWeQj/vtHIv4PtaBhkaWG/+ooEdsBPCv
jZUl3oVnvTzLsx9B7t4mOUSaiej+7Jsehoz8jJ2MgRXOFebobbVFOBfudUkjEuKGZrxzaHoZ/c9X
7Adb8JKSIiYlf8MhefZhMO+QL9MbgrIcoiNY4nqtWoNy3dG69B8MBdeE6y0vFS3I2S3DKgBjtUId
gtiifoXSZWz/TPSxHluczC/Fvh89TrKUHu+TleP+Q3v4V2GhBGFIiUkDrum56W7mID6WYgJSoHda
va2Thhfdqvnr509zWZDnLxGFIxSX5Q7K+Xm6klx0nQA0hoG0ZaHdp2E/bkqvlV/fmJdL9eIUR2qF
SZ6O4mSRNCwRjUGXjeiOauyGYpqkL7yu5c2/mwv+X0yHm/W78JdvoU8yIdj+ZTPtiBRcPIFRTeAN
XqMSX5dKmfz9+uNDvaOSkIBqwld/OjEJiJpeonkI1CbMnqhY6jA8G/vHfzIKUTYDcLc+h9B0lBvg
HXBIT/Qa773ZbAAH5tGFa9FHS4Fi0/+Mcpb9SApRGjSGDUGNTQpN/wh++lH31l+di6ECMrKWrYui
w/lSkEiS0GAmfUC1tdrMNfbwmdbrF0Z5v0lQRGUpEGxgN0mi/PS95JwOumiMIRDYz6LbddcTzLdV
FmVfzuNQBjSp2+Iyq1PvPFc84BUHPyuTvJsuxgoh77s9DnXWhVD9/bmGVTJfj84ZqvKtnu21uYD3
7YQZqBc52yYST0H2moZYfOVpcSx/uKF6FxZDSINGDinuy6+MEJTIymWXJ65aHva/dia3KAA6x8QI
Tkv3dKRAasAspb6w/N6pWKABnQxztrGnk05xEJ/tAIa1SSEynWgqI7vTFyDRoii1NgXWDOgksSyK
5zmmgwZh8Qw94+fX57von9iwkCYRHZ3ONxERixfcepCF2AjQd27ee0plP30+yvv9nssXbWfciwgm
KX6cjuLWYKWBT/YB+Zwxu9FxjkIA3bjjT04XeZVOyuBuhIV4+cK5/f47J+FInkBfLpvLmjoduBVl
0blG3wHCi5pbuwuVtYH14IUVuzyk080Y/TD1PWaHJon9+HSUMU7DQq2AyvUC66k0pi8nl0UZoG8V
F1bOR0NR0UCjR+aMAtLZUF0+m+OQse9DsKJfQekKEsRo/8WguV/NdpA3ol6J2ohHiD7v7DsMPTH0
5Nzw64ij6yRDaK9I7Q3zgS3oMf3CvD54USTv0RoQ6pionJZ//6/vbkQySeoGYiHcyHoLQ5N+qKaP
2+fPF+IHewv1SiKp5Z5Bmvjsu6OZK41yk7vZhPfXCoh8u0FBa6/NQTG/x1PEtbB2hoPSl8mFmukH
E7RsF1cGpJWo8ryzlUim3S49WgoCYB31ZijK6aeRpmCdPp/gB+uDOyHiTR4jpbbzq1Sez+jgILkF
9PhPyV5XUFRvdDqvm3VFX8+vz0dbHtfZwqfWhy6NreOfb/v0rWGw7A05LTJBGxmFD/1dNL7jYK6x
Gv9RysshCZ0LM3w/JknwpQ7HnkU9+FwLV+ptqngUNINBIBcl2SOA5rqvONaOB1Nm2oVA6/17Ix5G
AAHHTUNAtlAH/70w47x2RdOQZ4ytmmzV7FSHitzV+vMH+cEtx+IeTanMJNKn1H02TJIqUqgOtxzP
zQJoZy+qFKkP5OAtiuyNOSa/TQ/TyZYr39KK/uWr3DI6mdRl5aDBORvdUvAgIEZhf6YH8q/w9PYI
hWn6/vkkP3qUFKN1WI08TeNcfQPMiZaLgU8gpWDr2x327S1GMpuvj4K1EFsWmTjS+WdnTdl2VStA
FQWuYkRXQCW8XT5qF/bG5YGcLnw+ZuIgMHtkMCmbnK6KUXhJ2pWFCFAMxH6TVtZrmy7+Pil018/n
88F6ZyhuLcSPvJ7zdBKeQ7nlpL2AcS4SrEkzWTw6cF6NnaUPzreiEfXL5yN+ODmPfZKQ1SDzfLYa
klaVuI9OAiM5J33wEmgdNBf0U72mCaLtLiz9D0Zj+6Cu5ZLFJzt7NppGCy+mdW0bCNMSG6lOYm2n
1bQKWyP98jlN1ZaojvIt/xDwnL61GmCFC3wOJ8GuN1HraekTmlC570K8tD5/hu8jHsRsnNAO1VW+
q/Mabo+vdanALw4GSii1L4qyE3dapvfJlo6jJr0tpa6+jmqYzxfE2B9sJaQFKYKqxP2sG/PsgTaN
ljaRSbClObW4U9WmP44pdN3nZMginyYoG2vgEF/VdljThxx9+f7L8C4PmKGXwHI5gv91kuO0rYt8
hnoFTjTeTG24sOfTCwfP+0WzDGLjpLCk84nWTwfpqM3Hrd2D3oipEnY01Gz61KOnurlUF32/aTES
eRHIr/w/LNnTkTR3pEXdnoF4gcvCnJNce1PTgfL5cvloPgSO3OH41kkZLsvpXw+NtkqjyHAFDSYd
95fBW9oUoT77XjqkF7auDyaEAphaCGljlwv28u//NZQwlFZvHM5PhFXZryTprf0w5sXmnwn9vwAd
12/lA8bLbx2k4/8v8MYsgU/wxi9YvSdt91KeAo75j/4P4Nix/ltj8yFlvyxdLrishfGt7f7Xf9kA
jgkPydUsEYDLJ/w/hGNT+29EJyoiSZKAnNAuf66t+i7+X/9l2P/N3YNEMF8Ddyv+4lcIx8ty/r8H
G+HUUvFBiElNnhIToc/p6jAt/Fjr2cDHzpVQ/MKhfuradvwekjm8dnpFP3Zpo92jFLmUNEfZcvoV
LFb2dHVQbqImTkD57nID4Vilv1xqgT462Q5X+vqJOTv9FTiJUNuG6lxuQoQE09oO7W7Y5nV4NdkQ
3eU85X9aQTdh1avGfe/OY+BKz3n24jl6UD23pesMsw9q3lbs0teWRPdx5emYpBjDPWixolz1liW0
ddyZMeDRWQ53GrTI3xhBpRBi0Cf7kQyxbwOn3kNLWGk6LntFLH7b4B12EmTilvjRfZHkxOaV0o00
dA0NNHRh44VAQ1wxpgcPJpUiQT/SzU/b+7Cg5uLWTB6GLjSuMF9I/hK95N2+iwpNBNMYiWrdYkt2
j60g7Yvwz471GEbXmiJQ/Xa46qwgftS3Rirp8c77uvnjjXP9kFXkpda91sR/Khq9fzRphBEtfTpr
t9U8TOowra/Jm5t9tJHkWrR1zYb+hItp+8PMR0iCWY4Zjm+yC+EqFar6QjpKM3+EPvk8AYn2BU3i
NAE7mI05U+Feu5Us904bppuBDXUXwW1aG5jU+bWYlF1WZendtJibhX2UbAtVTf/Sq6psyj5GhBCm
wliZkd7Tr+3o1/T8YdamavJa88L6MXcSZTvOqthlYZbRyLf4VrXArBrswjAsGOXPzoIiAlRzKF5l
JvMfcxhpV5Pam9fDEA3bKTWaZ7MHzmZYQ/RE3xVNXskcEdgg5V5JLaXzlqx4tspoLHwlUrVuQxNU
PutnAM8R4XYxx1W0zhXyk6tUFQcFFc1N3SNPmfJQrt1e77ZJnbQvneutYeDdeKrYaKY54/o9Vjv6
Oto9MV5z39W6cVtqjVwXuGRaeR29sl8oh9ypMtzrtWgbl2qHu2NhbgFZKPu0zLVnrpYtNoxGF1SJ
NtCBiLltZnbOfetM098iMUA0mNmUPNSgzWa/TaaexnazW9faNBxnKNX9oazU6aeTdfMKa+PIWSXA
hSCAWN28MQysp4syqvcQT/ZADf7QGRrCca2rNR/G74ZNBOfDKfUNA+CIOdCOrSnTnWUr7pvhdtcx
DMhO86qNNeAsbqFSsHAovY0GWmxmHlnY0CVM82WGv0VpXeE4u9EivGnjODx0kfatbk0gY8WM7N/c
9zJEb1T3x9Rri21ZlP5M76WX6dApscL+Puoa3fj6H5Gn+tpQozdFe2hqBa4R/ZJgrnA+ie9lji9t
Nz0KWxzCxMAZM34ApvNNj5td2oNqxFrPTcfA7pNrAypbGEoYtymagKLjY8pKYKSReCxL8aKk47Nw
YLmBA0DECvA9izRkSU+TZ9H1OfyODfMxzvRfUzx11zYMlFvg0qGfWJ1x1+rp6xRH+N53Ut7UnXLM
JvswKIsjK+azY0zB8w1pEz49pnKoSRxC7o6WZk/h23gcqR78Ox6BEWIhhMvNQmFxj12SQ6pOxaM5
5cfKM1eGKjfxiL/pbO3UBqxQoq14qHHii7gzNhBC/uQ25ngKNIhrChLxPq+KbAdW4tHMQusgJMAL
QBLNHyPGATalc3wrNWud4QuudRUWL7H7pniGsrOFdUjH8XG0EnOD+BuGkzXAGcuj77qE3tcOng+i
BUZDfBhwczDT72PVdYGt9ZsKCIafsX+CZIN08ssaSli4RoSNavpW6s03uES132HdG3b2zTTmgna+
CAxu8YSA7DF2b+IkfsSUE8JWVr6GsBwWnx7wZHp4TfFgZXYaiNx+/OYUENLsgibk3tca0/VdKznk
gHZRKv+aK/VWSvWaCBmkx3AE3qVcD/Y4bKakvuflrjFB3sUDQGJVOlhExO03kIjrVHWg3VRkjex4
U4GDW43hDGIxuW6EtbGw9OYAJQfiyRg++Hyjs1ONaXWvz5CVlcUeWCcF6djJD2zDf+g1kA2Pd5UI
QFk0vSVeeQ/l6DYT2r3Wo5lV3fQgbAxQVMU7pkqLcVg4QGiowa5GEquQNLlNDdyMsu4BoShdZvy1
yLZBtXp7vN0AGpNUXXGW++2MVVg3WLeDC4IvqevbcRiOtdL/rMfyJnQtn2vQS4c7MRAU3GJizwkm
NbmaXXyJG9pZuG1fa5MDDljY36K+vyJLd1POKK1S5dkyyqM2KviSmfMqLob7jMPC1qp8rTrTpo0x
PIoqYz9GABC62YOhABDFyRd7sE0p5a6znuCoQAtSHHASsqeKKxp84fAC33WaOMrCupa1nQZm/cb3
hYNIlBj+bEjnKuxwtLKiNMPsqtCOWpQ3fjrhyqSX8jGuR3Odqe0En1BXy7sSX+XH2bWVQ2mb33La
8cFxmypsREabU2Nae0UesehHVo9SeKxvlWPQYbFGHRaBswpjqrJDXxJoHBK1nEgBxNqqxbC0M15q
WgfWk0ljieXBl/E8oAF4x+BKgxefE2EcrrPTVG2Sltsha6IHJWGP4VYv5xec9L6FVfGsdfbtbBTG
s8Ss1T1OofvkUp+CWATVBSdF20H7xZPKLdzv0i11OG9VpPLaNY5d8+zWWYJhLa+pVZK7AtueDu5t
X003WFutx1J7dhTnyYQKNA8I/3Bx/4mP88juF2fw7ykCOLIsbrscYuNotL8cW9zNEvfqkr73SdiH
aOZEmrWdo3XPboOPdRalL72Y2bV0d9uhVm40HKMcJ1uIBmWzEtbAxlmbr0PpPAF/o0vfAo2D9dlv
B+cxQDxwMYu0wbZb7mcFo6g+bQi3IkBkkb6vFXtXNsldm9UPcRo/5W1yFSqmPzkxzgYQ6BwrvynF
Q6+2u1yma4ldcQRBB+esR9x14VNQ3mOleAG41kNmxQ3nWHNISbXAcLMIb+ufHqy0Iaz2usDnbuxi
no36AwD6OksqKNbd3zSsr72uOQizCDzh/cRN9FutKEzL3WipZUFD674ZFdaH8diYflwnvwACYDBm
0jhnK84hcqYrDd5uWywoxY6VPykY/laqusN93vbFrPm1ij2SlOuoSNYw9yxfOuWxxdFq7SxOvjUL
dWWO+0TGzaZJm2Pq9rCy2MHsxoNsCiJi1SjiDmjDb6F2vC2zTMjhiH6NBBRcAV6dG+DYkUCeqY9k
AGrV3rqY2WHn6ie9rT/TgAsjuU++pUM3rBPuvjsVOg8rHqABvNOVPg67QdXTlZo05takfWXV0yDo
4w0QBZQGnqQFwtDOxbbvQR1jtKpRxw+A1gO61TXgUm5kYFyl6buk0GpfJ/beFFP8g7p/EOf5QcnL
ezMmJBvZUVZ95/zyRJGuhIzX9gQ4MqoRpCqEF+vBTpotBV4echL9pnyF1ULOTolUauM1jepTOX9u
+/w+nOdrWunGdeU03KhDvE2nJnyTtbVWium+Qq4HgcZRghwfKRrBeMCSPZGUCXsTFLkfBdaDh9Eg
AGdtQdqf2ueC0G0XRRgnJ0CYBiG2au2amONVfj/HfzW8s/2oFM/Zwlp39GfSJLsoRFANG1bClfa7
ZVHagPubGMg7/u+3WNj7VRVne+iQzYri6DU8BndrFPUvNC7qStXxJFAFufUKueQqzSFTVIXZ+1EF
dBnE0P3cJc9phwsHG3WUVL5lN37SAXCLnO8YJTRsbYMRoJjB7rNSd63MnujuTHyjlhuotyaxVfds
59O1SfkY1+xd7gzfbfDxRWHd6b23Sxr5NOIKYKZKUHXW62RfRVGb0mM2AUYf56t5kFeJob41rTus
FwMDYrMrPex+Gi1hDlZUV6CFRh8hXraGSbYzWqt9qftw4wh+w9DoVEDF9KtsQAiO6fzCb31xR0i4
rXrTJDF0IJghK91QYJ2Vw2+3yO+NKT6KFkqtwpa5Tm2rhlViYROtCYNn4+jJQZm1dehG+87UjomK
L3SKsXghjyWNML7ZRI/YncZBjZvXKhuzVSwE/nvmdA2bCCCVp20ig4M9S3oQRWyukblujW9UMg/C
wZ7ATuYtRJjY3NgZ244qbDb69NGA6OejYV/PFo7GKu57xUBDI+bf+vSoqLgwN/heG1XyLAwsEbKG
uJ4tt++ydd82w8pUuu241Np7QN2PuRGpJY6XFqbflFir3ejxXWPC2nNhLNwfnlO0ey3GQDB3u3Fb
AX7Yg+az7xvC7o2QjgCFCVp8r05hiXm5U2z1JIkCvEaMt7qzdDDTMU552ujMu7KKdk6MuUPHXWKF
nbu20qQa3qa0zjZEMWScgfSqyiE2vfCPldvGD1RJkIoIM+DF1HWY3HGjAntayoZbLMq+yM9LyBe4
bVvGo4170nYccm6WntSMt4ybBnsGtsUrogbxd7T75T4RjzAorVjbV6bSbMa61uTWaoRyKwF7vuJS
XV0NVaLsFM01Nxnu1vuxm/tdM8Njc3obhJcss3YlQ5l/I9mBnR6i9cXbrLR/ANYdIGnZcHYLbazW
doyvLGIgZzvhMvdqsdcfKzUtLWDCevhki2b4o9NadnC7rP4B38MGawupcaXmkzyAqcBjOHacyndG
rdzpSRk+pF3lbhNPMXY9FoqvugQIDkBfZMrKUMbC3SVws9nQvMb10brKv10WK7fQXnRYXuEBU+1x
U3llAbDDmjlAPZD97jARlLedSnzWm/KOyKL38LyNzZtImRPuMLK1DjLDliW2iZO7zDb8RoNG3+me
+Tw2ivZSGbwHGmvf5tJzHmCXdxu9zVDBNjK66Qxjn8fZs5vgjtpg8xnA1oD31LiVvjGwvrtWvFEG
ouldLlvY8QDuWvIMircbkXOzfitbeejgOHl+2GDeoHHPnMCSedYBL1sdeJxjiKfEc+O3cR6GX6kt
waJaxbAVxUT0bDbK9dwXyrUaAhoV4dgdYk+rwIjOWJZz3w/kEMcvmGeqDRexidBtHnJnN7hOdgf2
Nd1rldVeeX0kt9OIh7OgErkatFrCeQ8xj8ut6nsTFeOL3XbfW8knUI1XEdeqoBTGQkqO7OS3aqRs
sTW9p/g0zj1sMBOjFH/KBA4OckCOJM0+/WPGVXplVuY4LnRkvn201Jh3OMB9jDS8s9V+9slB1Ieh
HZrrxrSzNcX2W362fEzt0g6E1jVbwB7Cb23rpjG41uHSjZWBLm+6srf5whVM29to6K4qe6y2M+DO
34qJWzdiBzSPgyYDDpv8vhmi8GeKQGhvRwT7/E//1mIocN2AiubqnIKZ9thJdoJGn3TV2U2q+pMd
T5CsW4drmGPh1jdiSWuEZrGlggfIBUC9X2HusqpArrwVCU7o3Cbc1z6CBDmFY3isahN/6igGFTTp
0WM4OjB+M8u5NbvR3cQu4NLa6NqNOWSTP1MYUNgkNCRd3C4PYVkkt0Af2cCl1W6FkOl30+tKXLHV
4taJaN9KzFQFSeGM91k7DsfYmedfmcahZ8e9dR9r7hTomTZdmQNeqR6Ozb84KkyCZLe011ll9psx
hmfKcZon1/VADWplz1X52rc10STh67GGqHVneTUuG62hPzUaUV2sd/UVBbDpUXVaDhwuffDpPNr6
/WEGLEYVV9/OSdj6ldoOV1xcUKo5tb04xWLEnivzurDM2MeyVX+syzjfxWGVbhvVajdQW7FTBMi+
HrD6rvxO1eoXhe96zamqLt7UOOU6/GmwYyGe02Hou45afJ/cEMcJrTI2mqWEV47egd0tsIx2ksAL
Ye87LvGFnpDQEfhwPsxOO/i6FZMrpfmKS3IVMUQ0dz/QE+GLTWPPlajKbqmAmQctBCOmWKnLFdIl
FiNrOWmPoaJ6DYG01Hba6PZ3Cj3Rz5EU1hGWLM2vlOm03Vy17npARmL7JQQwlCIWKRTa9OTPEopy
sx2i6KdRJAWxv1Yox1nLMJkpS7zfgoTv9wEfoWKjjmC+urEo9R3CPCQYWR/h4KGKsnssRJXhRJ9j
qjJ5Xn7bWFOJRU+yXAsBKq1G2ZAZ0OrmHlwG9sEZ/x4k+eRubC8WV85oWWB1Zf0LF+3iWQdxrcOv
nVPFWtEA2+44J7FjyrNry8PbAuAPXnRJOebr1o7tW9Nqexj1IFldpcLnUhdmuysaW9nkmH/bfciN
0Ktcsc+BAV2bjRzJEhCzWHpCmWiI80HBDFPZF7GxhP9qeKdhwrTNhrlE2+amrPZOfRwM8ZbZUHmr
rk7+xLqC3hlMQIXHEHnR7LcQirGBfl6SOVPITsyssk2PZUB3qN1EOdiJ3ak+uyTQU1fxFhQSeV1c
cfNEPjseDlLrMGL7Jlci+BxGDWMqs+cuitAXdOdkY5Dm5lH10qZx/jvUSINuUshju8GLKMZOSRdy
Rxy9ZBdnufcIhWvedtJpk7tSlaClTCdCDyqchr1xmHpufDmOc3sT3gaha9TWXAYSTMK5Oxu8cTkG
ozJZd3Gqu3C7+fOQGPr+WKIs2o4OASdNwh7IV9Lg6U4MkfdsN5mDL5ShbWfy7OBK+0ayu9T1cJit
siAYNuOm4SJehfqGxgj9CncRsZNY4fn5VI4B1hfmr7DL9J+mMvRBXmjlwZxTS/drPCDIUNpT8Rpp
fbuXpRbeAj81nxUCm1urpSNwlfD3Ueol7r6tUk4Era6NJ5rQEhA6zZw81rlmB2NMtRwTjtT282V9
5Skse4hmgVZq5h6ULWfDVFsC1D7WXRSIVJhmgBJvxVwr10lpyz/o+HXyXXP1kMi6ctc4m+g3fV2O
d9FU6OtydFoo/kVW+XWeCx1HY6X0wDhn8WODMAZFZt4/AchS9hM93u3KJQ37w03712iYYDn2FaIS
f0o39bi2j4qCo3BK68hQ3oVRVO8UnLQ2Hjzz/aShd1nI1hJVDYG3gjk1i/0ms2vnypRYQpKdScSx
EZp+FfYtHC6F0u+KNVH5aiOxVEvJHLHdvUZ9TSq70oxrw5Lisa2b+qmKVFJOsTLOh/l/s3cevXFr
W5v+Kx96zgPmMOgJQ+UqZcnWhFCwmXPYJH99P+Xz9b0+BcnCbaAHDTQ8tlgMe++13vWGHhjPs6RE
CpQMFAxJqEVaxaAvV8IKSY2DYaSuSoE2sVUFZYBOXVZCF8SdO4v9EVD5gWYw3I/mWO1pTNuVikfE
nSDGcke8JFEOI+rxG2C3aqfVGmL3TJ/2rdPRCPX6uQ+McdRUuoKvQgPTjOvGuouqEFEaIZzDfV1p
5lMa2d2a+KnqoXWkOF5rIMUv4RJLEn6+BtkTRlxYiydKbG7buQxiDOgxiWSA5ep64pyLELtxx7bL
jAAeq7rWAMinR5xpzSs6EqU8zirEJz+E5ZlBFg6nVSHaqrnSk7a6suV6sDA8LDEYZh9qv3eVkb41
jU20E2m/8T6pu/5RTYnXwpAeKBkx8tuS1uXPQu3qFeXK8EBCEkshd/TvWNBjSWVlFZbisVltJq2w
triVAtwqaSYdSzXKr7p8GE6hTmJCZ5AEkSd6fFXhJHpoBpzAkQqQfZrL9RWgFB9U76gviZ2q5Trv
ZwpBNAZ9kEXj+ACK1pEhmERdEJWZ5tlzdaakOcUqkoZ4m7AZ7TPqogc+i/euNCkeAKMwmXb6W6l3
+vulI27GnXCxuCnYYWJfWTS+gLyIyxvbYUohA3SSE0d9PVbtGDAzKN8ZOjRrUaJRZcSizCQ7SCyZ
rhkc2dVbURzyEpAfd5ubdgAsU+Bq3/dxLQfEa6g7hord7EIdzQOr45XHuBCv2OPaNdqyxk/0mRgH
KG7RqyFsNQ/UpGp8BbfQwQRkwgK2feO9anRwdf/DIuHA73tJvjadaTn1sqWuULupvoXv57EUMr2W
bnVEb0P1oZ5rKgou0V6TNyNdp/Jy7yTOfZuG021h1UVgSGY/ufxUg9Bj1tIKAdjykJ/5efQgQgzY
/kPM80Kh2y1G0ra0XRbmqVKnhL5S2fVta7dgDa3V+rkdlc9FYnfP7C3ioJvzcpSJ/trHtEGHpNSX
h0jl3Oots37OMDPnWENOhM/1+JqnlXJfht174USAulUcrmoQmIOqM3Jz5UbLMfUvmEUN5NHtFT0s
rsZ00l5waNggjJp2astvzbMKKXI0ds0WAHu6NktbxwC6AzD0gP2wLowRox5CGrLFnPLrFB9eN9WL
el/IFoHuWVn2nPNS/SYh7cN3EEplSke7phOjAlOX/azYlS9rUQlaqL1nqBltd8S8mGFKprWF10KU
3GgcQStzSXA6Lau8epQQ3f8wLXBHtWKwN4X5vKIbFsd2ISc8nXF07ouu3E2tus+ttOUzMZ80vcUg
Whu11Zwp4XUiGkxKG6TV60bD59LDU6c4DdAvXBjQp5yYsLfIlF8yO44fnQqYrA0NJh0YbhkFqB9t
mXmoM8c6suCeEPx1Z0H8rJO1RpgJ8dxAKck0Ax8tlGl2raGcbezHiKQ3P8oWy5v61LPGYavJFelT
ojwKEpgYF0i3Y9dq+zEDvqNbJm09PLf7A8b9XT0/lSnjFyLBIvy1uW2LGatPNBGPGhaa1QrzblKj
bY3q3GWev9C4Ll4V4x5tFQ+EZDw0+WJvU0R9W2qL3axNzxJu+Pz2vJduotS+ytP6JNIyAOI9aJX8
HJbl3m5kd1LzLRkCt+lU3qSiPRIZWPAotHxjO+FNNLTWI05nWI+XY0i6Du7zUmtuU2pV05XFJD85
BWjoIOmgQ/2tMFEMjIYkr1ppuqchAQXIq7UpqLoRTRRvC+j0bklnDfdssx0FyZ6W/ppMBIJRczmW
J01Jte50A7fnKsXhewV0Nu8mSUNwLrr6SbD1rReIod6S2NqTk2S9F8VL6DGyOyNTtbg9s/cKLxsM
hqbQrMG+u0yL3G5OcRq1HbzX0zA9TKbABH8SxbavIMFBRi2emYnTd+ddu2o0g5kRHF6Xs/gk03+u
SdOsNw693eCShvAzrSduQq4g21YLpSM5ieySXZzfZBx1J9pWsOHWmcu1YobLaWQvXBOXtOPAGp/S
oSIMgsm9v2Q9yD/dO7q2OHyUG5MCVzgMGntdp7HIZFAaVyUoET9sW6yIDuCQksauvolw0BUbJNGR
i9VVxkOqmMWRhrZO7XTB7tBxBnh9bM2eEgnib2q5bx+gSy8eSW/Zfta6+UBHqWPICIha0k7nrhSL
4ZvDuPE9q2LgNHSb/TOZd9UtjhATIyaFBMylmPcgx6XsG0ZlbIslTwyWBd6tsiQphB8Y3YGjWjzk
UtceUO4NL6Y0kNBJs0pPbyh9997U/bSbyJJ/IoK92+MbWDEfnhNj6zCbXpeyjmF0B5Mj8sak1qi8
5ChhoxiqgoQkBN7ukiCH8WSKDUCYWSh3QHXjA75IBB04Ke6OUF2d8jBPilQFUT+p4a6JNKkhwENv
ixVjfzyMU2a3d7k9pjt7sfSjZRPZQqMsbaWZ7FHdmshH05MGyKFcsI5Kwn1sqpIJWBkVu1BO6twb
Hck+Es5kM1KZ1SRAt2g/EldAR8QMs2LFEOvzmC9mhpUAG/HYNOWNMimK4YpzTp66OMqROlHfgnNL
MWbGFUR5p5Kpy2K4meQz5cIMAHsrWMk6nIPcUWFs9ra1k2vrPs9t8CwjjtJTS++6T4yGIDVJYWxF
B0wupM4BK8trM8ysn2qbJdcLpuiMhNtau9IGFqA3anjkd5aZn91HUUxFfXOV1uyAzOjGFU4Pkm9m
iepxYnN/zCFhC3B7idDHmzEsGTzHUSMFtiXm+9IYqgczDKMNOcCVazt2v1pMIzwRH1ZvwrN+tHrW
yuTJaAiwqIiedB1DHu8IsKo2JOEp33RCJ64JXut9aq/xuSNCD2VfKh3qsiNfKJMr06vJWbhe+ji5
m7uhvhnJeVATQL4AdLAGoCKXiBAI5EpIKJKU4RjWzxkl0pJm+7LMzOtGzyzfIi3D8iII2m+C3NBt
Olcj83JdYSjBJiY1svRT4SV6spHGj2iX5xX7gbaNWtLasqjQYpIHlphxqmIeCbqIoSw4464eClqW
ulVeaym0fCbAxkFmxrAj17E8zUVjbxktRqvIKl/jsL7LQ7kq3Jo+ETSWazSZkYLwVTyAQTPYvwg+
1Fu7CFrF+dlly3KfqsS5DnbyQ6ubbi9ZeR7Qps9Hm9RPAg4i+55Ru3wb28NwMzMFOiZ5BlwaLj2z
ECZpbixnzp0mWY3uDlbqvORLQduEawldXl+YN5NaAkwtS9t6qprSUFr2XG5iQcKEgQfPD75/GCJ1
rz92URlthkWLwaMkZ0UfunHSZNkMRkH2ll2Z1mqUiDfVnJJhXI5FHgkWjI+MnsRYMhqK+FQ6fegD
rJs35Ksw86ShW9ZWkeD+Tg4C6Q6NgT4WGR8IYa5ExhakS7kuSru6HtJ4OJExUR1TEWuCxQgpAMNQ
ZZvkBRMJAf82yZvuZyEn8dMgGXPi8gRTRiNCsoMqLx6IP1GegOzA15pKPxBHRIO41E1QCehEeVRg
Pt6M1iEhcPyKtJlxVbdEeti9MbyFjV77bUKixqJm5YEIjHCbE4Kzm9WWbdax+tvBWMqTNqeJ32Dc
4slFqYxu1nF+anLBYEOlkhNLo5zTDW60WJ/9xMm126rO5nO2nuWJ2m4eLRE0cBmIT+mvzZC45AF2
g1xj7VTDhQqqAVWRl5ujA+7m8MioT8J9ueiWP8wy6QO9ZiX7XB/zvTn2s48fYwr14dwqRzhqhQQm
7Vps8p4AIKHURCmTu4qVAphzBac5QW3SZA/LovVXs0FQMvkMxXeF7m4dVUvzLexi+wkTe/NdL9pz
QUHgO4y2ybMnQyE0W8kJnK4eRFcAo2jllT13zU4uRus0yAuoTtToR1XvJ6Koh2Y/d5W0ZoSPVX8+
VtfMCLhXRZuUwbegBWwBn8NHK5WndZbJdexThkkcz019NSxsj62iAb8aohyuusZyXuIotjaK1vSR
q4EdkbOcpXday/sict0yj8w/xMbplWLgI2/FQY1UcnQq9g6STp1Ee0dPPfgMB44O2dEgLkQ7Q544
u/eq54m7lM3GbhipM/tOMKcRRj24uBoZ9woZn7UulcEoteFrVhAzzoGeTO8VdJ/rgQbe9pVcJtOO
ZPUmKAm9gFD5oy8oQ+Jlvh8J5ppaZdxxHW2fAccFYYwNqZuZVfPcQXtBhxMt4KS6GmPl1HsObXNA
bFt9nErwQb8tkEkYSQwDwKC0O2Ewk55G+GIBaswm0Jp22+RkJ7kR9Q+zdV2HI5lFOnN+yVaEx4KR
vrJ+Us+E1n8QXtH26PigOTqOy7Z6aXFaERlvzc3irAHDO2iaEIXm0Mq/5fOoP1hmJ4pNaEvqTduE
zS40aBYCLZVxptW6qthIcuLEAf0Gm3rHhNZDeRvulFhBDlUx9YnUftqMfcRUjELqnviZxZdh0Car
3zjG13//3v8qh+K6Ssq++5//45L0j5gGXwIdY2fkGlDVjQtBSl/IU8L+mmyGMI7QBWLitU1SlR2z
Zxa4gprTBjoEi6Ci+zzY9kDS49DCR/zP2OWXv+PSGjQhn3iqZGGuifbRvCyO+yDRuvRvvdL/Z5fz
YhGlfM4uXw/zS4mc50fZJ/28fT9/CfyHv5nl8AH+gjSNLxAAKA6F6JL+N7VcMpW/NBsvHwu3eoPl
dHaRK3Fsg0Bu/3U2Q8EbSZNl1VExlv4Xt1z5i/+gnm0M1LPTK5kL/wm33Diz1H9bbIaJAyDSSxuR
w9kJF8POf7LLGZvYZlaSrxtD1AVSxToFYhpzGhQyE9G8xGGly/O4KPoDKWjMg0tM0hLi7Yh3B+bv
xzsBOYOoEyXTKMXs5FpWW5JIGyLe7+ds0d4hPzuqTxmwIwikvhVgYWBP0gTtrJJIeNRqpYSKpo2k
loS6So9XLtnNMPTGAYTCgiPBeOORCWpLMvlSoi+HD0/4n6XPOmy1jJYHJl0k34lIdvCrCNPoWycP
/SmJk0TzOxEq/UruI+4IDXv3DeuGUPh6qRVNoILHvrRQrm+aOhxHYvi07EfUxQzZ2yrSyOacsnYI
UtEzdm677qWV4ymHdFVwKhtmZ2MBWJbWvlFDI/ILVeojv84LYKxW52IB2dVEvJhCib73XTQcz/sO
3YhNMpI7RlBdYqVMdCQzApM72ZYILi9GCeg50XPCX3rGHmrjEESTWYNC5AeZpKNfapgXnd9LYWxr
5lmwXkyL9j06E/0iQne/KwbEQbqTqJb8sMuceCuJEmL7YI2pwbMXFEpRwhQb9K0lPqzHwXFTm4S9
bTVhQFUfw1viTSLa1k5D3ljnPX1OEUNXa7DwPur8vsgXvWXA59AsEClSa4Ee5NjeymYRQjpkKAkX
TApxfZT0WE09niEsYKYUzqvZTrhv1KZBmCUpXj0gqlKPG1UujDujTyjBbCkf70UG28VV9A6cJxqQ
EU1xSnz1YOySMlsCIZJwdqvBqY8j1bsBcCz4jifJUn7akgbPnxQyjquhUbqOp52H9OMA0HSGuarT
hZ5RCt8aR9itFeX8VTro8ztnSPVjXEz551Qt8hVp0AunaKmeETc5HAuvFjlkr4yRywSiSkKUXzRz
8hqboofhqwIVu7ndjc8jmRDP5Bex98+DERE5OOvwd0wTythiiOMiTxIZkl3Zkntlp+TjqVTTz6nA
eMY1ReeBco3JSsEbXQ8adBo7gyBQB4QytBZ3iWJVDwq8ss6BR1XdvhKakJ/CxcmHYImtbjskkcWD
HPNCD2a0fsBv6pjDMzexrgPIMvZKqhVEKjGvudflQrO9Mol72CWqCbKEKVPJODqCzbuu2nS8Aasg
VMPSZWfGfpChj2dLi/1al4sCK0BPFLIjR3K0TpOkDgCe6ULOKcApOXcEbL73CqaAAPxWfACS1CbG
97QggB/1nEDTXGTdq2EfwDweq/onVXD8I1Pz8FvSVcuLRC5o6tFXm99LEsl4d7Jef89jqZbcKkpH
yZcFjv9wb4lMIywNY2VKhni6t9XRSD2RqeNprGPwxWhRhmdjSrUXkemz5MNpSXuavzIjc3qRXiw0
J5o/KbbzbnWRZBFwGHb3yVJY/RY3J7Lm465v7kpMgW/4xjQwP7WuDW/pUVMEYZeODWg62KfHHDR5
xBgjKb2+4MMFhJFV8i2tuIiCslJrMr91qEy7Qa7FdBoJELZw8rLsxMP1euh3ZuXwOPSmbXKPZJE4
9gZVIg9TIo+PlLdzXm7s9nWD8pBBNRHQqyIdsjNBUhJ7IctVdjLqLsGBKe5IUhr7zIJAJeJIv1KK
SH5Fh67KbpjHob1GpG6iJ0lkBY4dWPbERNeu0k2j1XJ2AAAjCHQ2a+N6yKW5v6mWDrN+vSuT0A9n
U7dudUWK1R2O8ZW8k5pkCneMvA0CMBc0nYRq6WMzm5NrFWUC9aFFSBR08yDDdhNm688LET9eqVtC
9mKeOnxlIuaHkwq22j6C0fb5jyzPYHBjxADKhZ3ASIfV2JANiG+t2SUgsT7ZcWFfd3yLHWno/H+f
lDTlNTIq6bVg3cNZDHlXbqYlQvYVoqXuBc9m8XO9KZ1V2nTWtALNAXbAaSQ+GXImdl0ZLt+StAgh
OCxOelwgjuEUbo9wvtPZBi4Soqrf6JKWNwPSzlXVZOlz3cCCjmNTeQpZ0G9KLWLmUL0zaecxPii/
AAx+P08GHjQjqsBZk5F2VCtDYgiHEXNh0LjUbv22CxGZqEBGT9pIuuzebCULJsJSUDgy04D2bjcI
oFSko8+DWGKyF82K3QbNt7YQLrbAkxsdeSJbFFfuQ2Ilwx1p5Pq8AS41HitBFrhHaOL8oNY53x75
I8Rnd8hVR1cTooyRpKAcWBFHUix4jdo8wKZdomanJBFTSHMJs3iljCrz13P8AT0BupJH2QQH8SQa
BnjXysA8GwQaEgOp5+lDYomOmt6CE0rj6cg9x0XKVVMnzA6kpnM/7Mcm7Ido4TNLKvVZHci5JbFX
gYdn51k+rtLCMZ7NyCh+WjDSS48o0LrFB0ODEVNV06Ohpsbg1hgLvvZ23d/jPqhygupTXhBP2zmc
4hMBllYlOSTDOt27nczZNQBuxYahj2rpt0bnFOgMjPyGjNS0mtactk4p78uiDh+HNGxmrwMKG86I
vfMzI7r75yhHzk9Fr2V2p0I/JdpiEtaXtd2VAXd9U4dzdYTo2H8rbbQYvoaM4z7pjCZzlzmFPzVg
mLKlZK+tjS2NmuGVod0e8l4D3GwJ3OoDSy7VgXlb3m/C0NKg86Ii0LzYnjFz72NNfjcF4jt/IjuG
2FCDEFWfwWi+BaWGHaelqnqP/4p+X1ZQ+VfqnFbotZgw4Soc1dRcU2rf96SmmQgWMjRgVk30pacR
RvjtbNX4zZFLxCuRCVLoQtDBQUnRjOWkYMM9+B1d65YATZi3YJ/padCjfDwRxyQUn4Dr6IETRc62
KSqnR2wpVOFpBM6vUA6jgJgkudf9OWbOEWgWOaKg+4S0Beh9zIdeK7HMXaicvrVWnE++psXZ/ZLK
9XVqigQYWJZkuIVRlh/Y1OOX3tHH92LIIqBqfX7NYW0+20u2sAvhzTh7WgJrAXkGr9pjzVutC3+g
Y5mbYX+dWGH80EEAZqoBkz5xhTXLshdKWXYvzgHqvoP3zHfMS5Z9GQGpwnsWjrOrrR6xUCvCXtl2
SLorzqRIeWwKgIrImelPqzqf3hWVdAZf4+zYw/MRMaABsI/XRuT9MvpprG1Puvs5LDhVdoJ4ntyn
ZTN35JgUTO8STUPzEHcAPnzDGYemOsrYIkV1uLa1kb1xUSkPFtkgUTmqJ+hWhNoq36gRyANnWAA5
Fzipe4p7U2IkGA5j5takjltu1zvFBAknkdKNE6KK8CQdapFftotzO5dk27g6OO69njYMwMjDqzGj
Lpm9VaUaP5XSLH7YVopeo8wonUjWNKBDZpWU7LHri2+GppMaNxLCukfYQFo5Z3x0Shh/xq4i14jZ
HLQnqivlBLcyQIsdSI1KogUws5irDNI3jQAcbZNKGvT8ahDlThJZE5NdOBvbrDH1B/TZNRss5nVQ
d4wuvGJUzW+A+4J90zgrKAyFJrTMc5Ad/bfZy/+NNnj80fZD++O/0Fh3/0Xi8vtLzyjj/wW59dk9
8/OG+P4lERdS6/N/+LshVlT1L3zRZIxF/9ZG02/+LbVmnvEXtlcIptmJLeKo+D//3Q6rJp0y5hCg
NShnMLr7t9Ralf8i8QQjK822lXMPrf8n7fCFCZikEn3FPzCWf3bBY6TYEjbxyqE+KFfTwb4uNios
MNfc9w9fhRtyH7913P+6hnVh1qdHrUy6WUQM7s1wih9dsZK+cA67gJz+/afPTf5vBgKWQ80nLfxp
7WDdhofxqTpUK/k1+ql/6WRxRq3+Dc79+xLnu/rtEgI+Tb+onXxo4zG77ulCAjj1bYANShvQCPaV
XzjttMuFRFZ1R/8xJyE1hjytcnVA75Q2+roYqHExGoO6n5/n8LjK+TgXJrQjmo0WojA2c9OaDKsa
BQJUna/61LYDoaudv6hpHQxCaaHUpfLakWPhYzNmBSZW2ABnXYOMEBKQAoT2ZCukx6q9Hb0pcl/9
FE5melZt6MiWhgKvDQBcANnCd2b4dnNaouAEVGjXJqShEq0vE9Fb5uOb3hnr4GwdgLp3iFFmZrab
jVKzPdt9BNFU5NdyLr/1NjJghHZDeqcmjYGCx7ER9Wj6eoTS5/aN6N9lgtyDEJrEmmi1iHm0WqEB
t7V917b1WsVqG5dUOzuFHdO0yioYc2fqSzYJsOvePtfvnXIcYxMJFbEdgRQlYk+8VH3IoNy7Uhhp
XjR3DpeAitKTLP9mZQNKYT2XvWJshCdiKdpmsgXHUzOavRqHwlNDMaO6BSwoOKbcSgO1zkNF2yLO
/l4oyXhMVcYgpVJ8FWT2T9zp39/R2Vvnt+8IqbY1ENuqHPRjsjHp21xtrSIH/MK9Qz2v2I++07Oh
wW9/35qtqJnPS6E9B2e4wPdDMF0XdeRKw84Z/fQ2Lvcc+y6qYWrJyFdwIEh2pQRp/fa3be/6AwT4
n0D2v+/xws8jlajg26lRDpZykLhPa98umzMTcmIILFl707wRydZ2thEitz9f87PHegE2UwBjQSXl
2qGgaIfxMBL1PWep1w7cuak2KkzBaQykWOn+thX5NGlU/WxHON/9b08a84sGRaWzHOwmCZyouxdW
ESyd48dNeoRfF5SFcyorDbJpmvmZZX039LMdcrtUu5ZgbIgkCdHjQnmKzzM/RIaovdD5WdV3IdV7
dpQvns15g/3ok7iAOK2+N3O97JYDcz4fHSy0V1f3LSqhpNsb78NXwUTq+Q9+dKGLU8RESGfGarQc
0nHdtvfQV0LCrqF2f7POKborDXyOAWkV762dyL1EAuNxmwdLuu6HTVvc1dn1/9HXcIaPf381Xc+E
jJZ6Puhr6KqDADI8mPUrqo2AfOQ/X+MXQvzB3V4a/igKcYhKns0HzWUQvb8aV9Jh9sAPTtlx3Bqr
zk28Yjv4lcfUPaBsdOXV5J3Ac9fOTbO6K9xyOwd3rWefdtD13GH/1Umr/NO95F8L8DIPxpaHciDJ
Yz4o9lqWGX27inks0CSLzq9+apW7wIwXO5pSF0l+8/rnJ/JZFWFe7G3TXJXjYqQLDubYhrpN53aT
E1SF5hrdqXqAAb/sTTv9wsbwl2PmRy/gYqvrBqnoITewANfRJvYUF7Gc57Cbarto9dWz/GxDvfQU
HyMjj22Hq5jrcD08llsYOx5M50145zyUm3Fnr2ovDOJjGKBC9r54lOdH9tG9Xe5nuEXjY9svBxxM
gUtfoC2kWtDaK0FNEJ8EM2bLuI9xNUigl8ko9AywTldXv/i6nc8+oYvdzbSo1dH1L4fSIpd2yB/J
0jox71vZRupiWeal1nZ00Gs8d5HjV3jkl5m+whdu3cRI0Wi4g4T3YoitnPYveavZbm9YeMjus/K7
A12NGQBGBsuhnp8XcBdKX58p4ipux5U29kHTbe1hK6WHrrrFD0IFCW/yPYkZ3lDtpPqxk2+HlCWk
3STGUzoPIJuP8BFc2b5R+YWVIoIskYNQjW6V+UoTDGzROs3Jm4XUowu3oFoDuF+m7pW8usb1cjf3
6R7AHq5/z+B33S+2b4MwavF1pPdbvBz9pLRWSrKNumNfmpvJGN1J3FLuiOmIQNADa9ka1dn9QJ9R
ut6Z8CZ6Z3gGzYRUIXA06Y2TJuK3WBmOTb34f/5WPtt2zyO233c7EjDyfljYdu11sjdUVz7me2WT
7YfEK6+VTR8sL/abfJgezKf+KO7UQ7f585U/22eMixWYkE45MBVhwUvXKnwOQewnOM02zAPzsVIj
4KFgKXbnJzU3R1l7ntSbP1/6VxLnBwvEuKgxFKuHOEXk/GHKhyNSeg8EPXAgYLtDLNatPV6jo9g6
MKz08bFEWeBI0N5sOFr2Wh/uo6751jm3y7Qv2+45zmYXTk4wWfcw9lygrZWsNKs0i9yFxDacGxs5
yAv0dy0fJNLQ6ezT3WRIg/FpwKLDjuJVJdIje+4uBcxqAcAVuGBWdlqigxLuorZ1w+x7Ox1k8yoc
kKDdxSJ3CxAqvQmQjh0GlYJVdess++LY/+ztXLpwM04j+KNnDxm6ymuwtp8wk8LtRjBu7IqjUnzv
sw1PynXMnQ0xwzLw5mDCKRVf+O99todc1AOhKJK2y1njSAm9YkIoctAU6Yvb+0WH+OgLuDjkM85f
5JCNekiYLDxPabxsWnT3QT+WoZtiAwtNODRWlYKevE0ndWfFmrLLlczhbhHyZvqSeSpDMxdUjEFT
aCJrBAlya91pPTKwsfutJTxkCTZZ4RQ6BKJXulsVnjifECazb9kosKn48wf9yYZ/mTi7FJJp9xHP
ioJlHjc2h2a8WG42vf357//yE/7ocV00sJOdD6XesmDmnTg5K7T4geRJXsv+oAQ/pfdkRV7vV8fX
eRV+dLGL4wvHGkXHvnU+xNF6UMJnWzcDubih9wqhf4hbxLfu2PvQsfR2X6VXwKx/vs3PHqP6z70w
iYVS5wjtDk25LqHTwdusmCdPX9XS2vkPfXRnF8W0I8Yqj0p7PhRB8ywH9ve3biv8reKaj6tiZ+3T
FcQadwrsTelew1fyVP9N8fo1RLPX7JVT+/3PN/orQvejH3KxuMyx7h05tOZDphx18TZXK6XaIMpO
novH7obJqblGFKXCm3PbtbRDzpzcp0eSL1twCNk/ez39LL6P0aaDnbobviDd/Equ+eBn6Rercoza
SBr1dD4gtodm/JzZjz2OMGQ0LD+zDH/waPIcDJ1OjVgb9W4Z/CReq0zJoVpI4babfKPbQRmdkW1C
cDO+KhbPj+Wj33UBETURAuoh5b0tK/YD6WVYjUHhq09MWb4omT699YsVBo1lWYrR5KM/dEF/ELfd
Eb0PZMl96pcb52h+a67TTRnU3uCq6+LR8DU3Wilf9Dy/EuQ/usOLMgAAUS6R/rPA8ycHToM6uVXW
upj54yJhquullDiTfC024fH5cf2Wb9LwEQcpaO361kaI3tzoyXeYXH5rut2r3Xjcy/BFraB9siVc
esAa5hIXk21AqQ9lBEPH/qo3+tMy7/EaGscHFDAIibXW8uJx1Y+7aG22UGkRFa3l5KRhdBKvbJwG
ysey2hjarsMyFp8uSPbbfDxiMSCKDGuR6648xS2mNBjX/XmhfbbiL+MKS6vEMeH8w9sVU4Mg9di6
fMOFHe0uPnuYzwzck9zQZ47uRVvEb1vTX2fbxMMgZ0dv4CIeWv/5x3z6ki821lHpjDlXSsqeJN63
5rS27O8Fdl/WTSJvZsbHg3ZqK1hLAjklktUZNWSXuGmvIprGWWrqV1H6vAycLvCVDbwxIFjD5KGj
GP1FuxGS5cnQMb/Yjn/lVX70UV7sx5lknXVj52VH7eFR8iu0yZG/vDYnKNxMhzQfSLE8ydYDkoXG
8ZXpi2S6z0DhS2ZXDx9EqIMEKHwVPtT+8KJs5u/4RpenNPjz29A+KXAuQ4PCFh2dk3GJGYboKXnU
Vs1t7Xe7cj1v4D1vl1Xxkl8re4yoHqWjeV2tk4fJGx+dXejGp8ijFltFR1qmbXVnf/W9nrebDx65
drEDxygypcnkR1XTxsRDotlVoac4KzDj2q8xHaPMDWbpp3otr4zMk3BVivzBtYkQVoL2mI4rZ/wp
q9coPUwdEvSNPblNsatrjH+oD12Ba2C8ifBWKdzl+5+f5K/Q6o9+9MX2DBEHbxiDHz14xgo9/VpZ
0cAFw0MUPHGKrqe1vpJXyq7b5z/+fMnPGvvzjOb3tslCghW1I5dMt/DopkO1z9fTatxCmTsm6LVW
vUt/jU/Wdr5WAiTbxeufr3x+ER/d68VGjc1ivpTnC0NpOoCI+FNA4tTR+qLq/uzD//W1/gZMEot+
jkTl7zNSlhDCeM5t/YizpBKkx8T/8z38SsH46CbO2/xvF+nL/8XZdey2jkTZLyLAHLbMpKgsy2FD
2H42c878+jnUzEKPTxQHjW70wmioyGLVrVv3niAN0hhjEOlMZLKAS9MOjvEKWoz8G6lmlneI9mtn
x1JhiZlFPRCp/RbKtRgMJOxLf4a4yivxw6OstY0I1M9W3mkhebydAHfv5INK3eUjhvGu2Wd3Gq3u
t3cEkz+T39mFMCp9vDbntfW3dCAys0zSb4KRp3KMRhsErqHbEWKq3zFQUb42gjFCAYZxIHat1YeQ
qQIYQx7N9tQqbKIEpExfKSuK3xnoBEUqzIdwo9PTFHtzJ3aHBpt8zUKSmnbgow89yzMTEOwJhnUp
p7MHKGlmtF6NPAyB3mAMDLQ8Tu3vpj0EXGpl/CYGWLJgDo2VJ5CM0bOVrHJptd2S4LsvAz2kvgpo
zBWMPUhJZfsjjdPrzEF+reFQV94HTl9sBIiVAAgRrezTWwHlwavPhdbzOPDFsPRoh5R2TYSygOKK
aoHvAsUdQk4h9ZBsgXCoG51GrNxL5ZbIDh0vF8hmr3R39iQN3RXBk9MrtKnpY08pSHTBnBEKvSMI
tYr0INHZ8B30aq+COAGEbw8jCnmS2VdmPymeySD8k+FPA3cKAeGwuwKdlzQHr0bvbA/AcKGJDJT6
Vo7r25s9euNZTBQpluATqHk4rRppiQ14jAavaz3XIUJijCqv8rJ/Gqx6w6qFUyv+tjbIDXcYjI9Y
y1+eb8Pbrn70ELP4yLc0BJUSTDtXqDn4IoBtWCAkDkbzC9NnhtJQd9N6wLDOUMyS3j9RWhH35Qsy
nFBJaLm9AuG6yyFQilt8gMDOCgrgVl50ef58S3UVesoG7hZjgIa8AC4dwgSMqBPoTQNscYWO4LYH
z0ujLcjl1BsUI3gggrXnYy5+mFm4TcbGFzgKY/aQ/dcHKCknWlvpoaBy050TzPSCkPnzKL5EBsbl
+leUw3Ol+/EahTY7K4NGQnXM+D0BgM8uXSsTLyXHt+bY3VxM/TQhIvFckL+wAN0xrpSO4KW1Kq34
OA98HT0x+YdCy6NSYWUk50ah1epLr+UGpVSWL5+fzxCzEKdurJq7J0nyuIC4FZ4kS9TGpHEOKaNN
JyoI5RI4UFaGvq8MCYJr9RrtWDM0UHwApCbB/toDbjWYyaiHb9TGq7X+PGj8OTkmv+6OJw55+MpU
lLaWoC1F1Fsd9+5JvbgHuXA6zXz3KxchoLVFwSpQKpWu4YVhM74a2zVx9g2wkkBu9rfEaKz5AC5G
0lk4Jxng/Psp0crkTkt2kZ0pFnfUYJyonYW1m/CU3T/Ywbcs7+4NxzgqIyBi0YTGYmidRoPHlJlr
kUGiE+aq0rbcBQfg2JR46xu8ISqr5KNpDz4aeZZHJgwkTUCOolALZ9RRhWqgDk6ZwthYD/tITW1f
41ZSoKUG8O3Oc/eWLEAOYTpdMIJdbbE2APiX3BFtIJTxT3IB/9dgZeSPh8jyLoCJbQBeXxl7IYW8
FfnuhqY7Etqo0JJxxCOlXgAm30N+cn2FLhRLbpHv/ufhfd2W0M5xGD0ySe1HMCBhYhDW2tQtXQv/
8VajySaupgVS65CJwMlSGbwqXgIll4FMVnzcrgn9j78WPRcSO2qWP3ouhA1KFsPRimjw9uUEBXx0
C08s/jOqlL6HMPTeUyAmqyZqpV09FRJnK4MvXMfmfn+hRIujVGLsSAZhQcFVUFtLWJml95qlkPVQ
hSI/fadah/kCa4w6+CEqKRdaaSVacoJemOLpUHhTOBNmEDLgSjjJDwBoftJqprsIfdCw3qAvjVqR
Sq4szttN89EmnMUYFshSOGnhsVqV1FK9d5prK7c2JaPbZwUm1EE01mggralVVwghyf1v5rj7Rk+c
XqsNE2U/C0o0Bq0PWNSd6VuevhaaloLv3AAVhkuQiJsOb2o/Op3GG+Bd7AsF+mUybVUqiIqWcCwO
+TbcPj+Ylgrv5CwkRUQPWeVpxNwD+0TYh4Q9ygfGhX0P4EiqV31SSC+h2qBEmsgCsbTyGRZfdZbM
CaD8BFQvUs74TbyNFzS2UAUq/yBb+IQaDrvPE3hJyIPFnDuL/SpeV9534SAmZ+kbJZF5XU7vW6rJ
afgd1Ryh359WHdjUKkgJaogCqKeWaxO8EPPJ6e930SpMalT8wKl1RtzVflzm3BRHaBlggR05ILLV
HO0GuS5V1lely8pLLo3J/j0mmEQwV4MTlDMcpT3y1KTS/T8t1APkBrpQYHR9AH8L1tpp4LfBmnHj
0qCzMNZB5WVSUwV2rP+guKsUQNIONq0rrzQFjQe7lpwO87tprIkwEsoW08hRcsLL9NY75Xq0Zc/k
GzwUqevzYZZWxyxk9T0ExPiYR/4xxAIuckQEqiT5ltfQtJdEKHaDIiDnfbgy3FKXkJzFIleAEB8Z
YjxoBICVtYN+2LXYhnvIBgMZdCnNyhntwAKV/bcyaTO3aR0tK7V+8XGzef7KCxGAm9tUQ0sA1KoG
i6X75VR3i2oT8xYe4BI2Gj2Evn8ZOz+VO//In/7jgLOQI/VQQIagLW4oO+lbci8QZcdAPCN3ksz9
0K/0OWhA/VL4P56bq9RKEW8hIfrHMsxPhRiqQ1hB+/acneppjquXeN+piTX+SrZ3To0WC2uTadEo
86iSFnuo7pnPX/rx5gAkerZ84Z3duDH0tAXSV7r25BfXpuJWNsdCsZC7wWTuNkfRSUU9WRACBUTb
tRVoEG6Tp8I/KDWK//n5SZqjNmrTcZWvxO9bFfnfDXnz3rrfkFCD84a2xxthLh0/dECfhCJIgjoz
FMwPyUfBysgslW5Pvrqvgl2DwJhfA4s7dZ3ZpjIQNyOa2QEeMtj2v8wV4v+5DcYip3avYOjSG/+Y
rCzxpcmfRaYsHD0oFOFRAUDRokuwcpY8TnP/caglmgYaTRV+lufeXHjwCh99ffLeSVcVI4UajOcr
Z6GVCp7O30sHMjMJbKamyPcdnOgdZYF4w8mhBR0YV0vBnJL5C7cV96zsvfBqLONIQW14V0x1iHqb
6QT6q+Fa22I6nR999VnAGqHkyBYVVtqgASCM9eUrpBLr8HOQefWHUaq9rwV6sbJrFsBDnDhN/d3C
JoagEvscw8F7SQMfVxt1X4d+k86rh1xmFCjLyZIKcyAVU7H1Vtb2QvHzf2n5d8PGQ8USwoAv29hT
BY2WadIMAiXa+bDo2EindgO3xg39Tl+gQXogVPZYflcb/wN6ixaNOzGvc5xOvtV2si33veZu2DXb
4oX5n1vCslXL12lQYzHUbzGoyDVgPzTgdiHoT2TrrwQUfmmYWbhqoMPjhSRFOTEPiJwftcoIPxYY
pGiR8O3yoyyE4hZGoByQ6zXE5kPgtcUa1YLsvWzPNQ3bFkAsISPIR41JBlisABDX0ZeQ5LLfQnE3
hroPNABqtYalKMohUFQ8EgAzMbBYGf0vltQTaIelqGu6PaiixcDpUJw0Q1Gf1DgjrUthJUHSnzGa
sBCG5cA58q6SIPMA8QJ62A8fZXgpYXrFk9e0oww/4uWxgT0BtCohNWiE8WtU7CPQv6H1p7tguRJs
i24TFyjPt+3t9vZgp4hTMLpbQznvk1TTVUjlv1mo2OUq8QVbpvJc23CtTL5JVxmhV/+6MtrSB5tl
fEkTwy0Tvg1OSXz1kKkkeg0wFxA1Sxm6M3164Huz2sa8TKDPWFgN9FhQmIyBswhp/fkzTGvj0QvP
oixZlwKXuXiEZhLZjXAm6AINrZ0iXRlgoQ0H7fG/p7TvsiSuBkxpqbfqoEUmXPe2tdl+ERprfYen
qWAXG/SGuAA29fylFsqpnDiLvmzS+WXqNchqDdgy7foNtQnPng21QJvXawNckWGTGs8HWwx3s+ga
+zHkOARQEzp6uHCDazFefxnGQO8GTpXCqbIe7gqfNSgRJMKB0Xp34nf+GcRRZmrGzLsGZMlIrcsP
FuDQgEfrFvSV5093az0++MBzf3uerjlYxSEqhqI1ShZH/07czFRjIy3jFBKiiDFUZjuIHUL8Ui5Y
mx5NsElzX4YqSAmrGtzsEzUqnQB9OA68SKgNZ50PRULZDQUlotUCgKimGDSfcID1COt3lvlMMO3o
7BT52/PXuBXCH7zGnOmVpGzBgr2KkgdypC3zLpjMud2HKFGrTPLBZ46A2jXsvBw8tctpzRnIYgqq
jcr4AuUUyABPIpQr+3bano+eZZYKF2kdRo2L1SUOn6V4aeDV8/wtF3ITYYoTd9EnELMshMQFLhaD
4lJ2icI6lV5bzqqkFy7ItKTUng80PemjN5idFEmIamrd4w2qAFQdOM5ASlMLhQ00jY3Y31b97/Nx
luKpMIunIHHzoZthb6Clu88+C7t78Y6CFn+Kb+O1/YhWvsitIv/ohWaRFEDyqkg4zBxrVDuQuy1f
iVVRHRUJ2QYPOA1uRq0M/dRN/hKbaG++rqUdS7FGmEXQFsCIBFr3iG8HBrKOwEqjPuV9CKfUhPjv
N/MJGRKXXYfxL327WTylyqAPuelVO4XY46arjWpv+nqMahNEXYxAfYe8otJra235pfFmsRSmYUPn
DhiPQTtGki/QsHfWqGULuAJOmMVOFvI8HNS1UW1EZX3YQWtQDs0ezJW15sS0dR4sjDltx4d3COha
WIBx/MF0f7hjYUGowm9XMIBLwX/O2AnYrO686aRp9czuzXKf2HBdU0MdbfZNu6m1TO32cNTTfBsW
G90mLFbOuFsAf/Rms2DBtVVXhwwiIr7KG0zzSBk4/dE1Ig4y3+YIkXsKxiJybMLqg0O9KtYqSOu+
e3BObLRhA6nWAvKIQBUNk3uhIqjBnjmsbPuFrGLO2hG6ENpPHWa9AGZd5xWkfX/g20OcwF7bSEda
bbetkahwnl0ZcOkzz+IMvJpKsYCImJNdRyf6gMlGALSNsB0N94y2rWSh6cXvaiN4T9bymmmJPpr/
WcgZcN+IqGnIQnOPkTl9bZiM2eBt/Megxs8iSxFBiNmlMUJsofDYHWsrsZlXdITVyAFB2MzNQS0V
zo4/U9QISEO4rJa0l15uFmQEyIl0xZQWcgx8Ei6ZMQkBQxZ104e2v/FXLqYLB+k/bIJocAmpwCU5
6mllgOJw3JnPF8RSoYOfBZZwJOg6DJD2wJszfIe7W3SCvFK5d5n3ZDDKRg4ztWlhe6RwNQq5Z489
SdQRNxXhpe0utAklz3jX7MGybBglPFK1MbKa91v9wO4NjqWBq6MVboco2ZjcZId2fv7cSwFxErC7
TwFYz/WGYYq2MD9EMcgzQp22gPc1xNN/HGGK83dJRhIyeQ79s6mo9e0mKsvk0GqClFamtvACqBog
1K6r1OSFrhzHzaJUXHRxJGYdvgN4rFr7JuxxlTvVVqpH1nj0r+653gFMmn9mK/ty4biaM5cGDh5M
8BuZah3Q00ll+NUCifezWgedjr0H237OT4KpykhBsniSHMCSevXR8cq3pIqgJv9Z+UILwWzOQwrd
gE1ZApF9MizHVg+1qoXADm+kuDfnqBRKDn2Gywbd2TiddfYAu0Tgf8xyZVsujT+LO3B5Y8kCZjAO
Klbdb3xubReS22utlYWzgZuFFsojBziPEKQz7vu9+9laHYTqD/xLd/LsDt58BhSQwOENR4X/ej6h
C2k1N8tgXHiFkSLcP522gVorTHDROMwsCANDy/i/FSu5ebiBOAKU0zBluLZ/xRuflZ8/+sJkzakP
4sCV8EjA77rdCL9saO4ROx9KVNHawbk0wCwa5JB3lPJehAYFrKZ36UU8eqjeONKxVVyHsgkj1ZI9
cXHX8JALIZ+dxYMKXrfQhJJIBw51atUfC6ZQobQOF+zAh3SCOgKnRoHzucsuPndJm+PzeVxY0uz0
+ndBj6JHKDNO8wj0wQs2zLZYvf8vIEmhMvr3bxMiRye9iyn0dsM1PGRXBu1J2O+Mn9F+7Rq/FEfn
jIG4hF8XoPUA+FiQLnwRNsJbb0U2nct8gfIxbNX9TbHH+Sl6Mgpmz2dtIZays0AAMZKxIUnMWg0Z
IDl7gRm82XwJaz+/9FFmkWBwYZRCdshvBAklNpJTwNdhvxph5emXLp9ztH4Fy4aej4apoTpAiaqB
iQH0+GSAZqCyfnLhGqY3lNrUKzFgAQfF3XKRu0UGf5oCZpA4egRiS31x2w4E/FD2LP/oJsDSogrq
AMC8Mtq0uh6cQ3NI/lCnQktWOIem6x+AxObzT77wTW5QuLt3EMm+KinCRXTmK7kergSssrkrx8Hk
ewVLfgMjP3ryWQjIkraUukjA8WLngPJx4LgFdn1JD9B8NSibO6ZqvoeDBlTecoUE24XXA9UH1gWI
9qu4qTSIhltrUJqFZi53w8HcvTC6TGInhVPXAJCWVCdt2ohQmHQv+aZx0JJRUNjSYc+5483ObExC
Rf6nssCXce/PZ3whAs+h9YHLwYqwww2yHA48yDZwpm9h5IQ98fz3FzbxrV1y94KweK6CgshQgpEZ
h9hBJEUmDu7p+Y8vCCZAnfvv4NdkbY0DBL8+xh+B49eb3jWEj7a4urQK281JHLXx5bW22lKxZQ6n
HwiegC9ZjysReD6jJh7DEC6OlDVC+5ZTA6SXkaiS4FAp8dVf69QuBZI5rJ6oeTKqpq5p0X19MqXe
0XrL64UVwgYTAglmU766H7jeP5/TBdIf9Kj/ntOaEFwmE/CSoTMChtVLcnYSdMgQqeWm03s5v6Ap
isoWf+h/vff+M9hXUKW5Vofn4y9V7OcY9d7rIR0JWSin18lrc212ns3s0KpUOS1zQhsV128eWNv0
RKrxf8wK6VlQ4CtJ4oWpjjJhfblNZgt6dMw3AVqUtUK8k5v6WBuu9vwNl1AFt2BwtydoWKSLeYvg
SenXVkcuv60vhRGegi331TuulTm+mVnA0aP3Y3hKuPt/QHUXrtZzqLdUdczIBjjJASs1KVgbNdaY
WkIMWVzFH7QE8knF8N8y+dsKu3tPCiLLEhUj2/IZqA9r7dmN33vpSr8+n8eFw+I2vXc/nxeNK1QV
FgrEv9EmGySoepzAuYOg4fMBlqLzvwhsDwppJYcPpUIs3aJfyEhODPfAvE7ZKSpIQJAOQHcCfI19
YYfTxzI+UlwdmpVHWEhY58hqqNEXLUyuWRi+ha0MO5RtVrUrR+FSleIGDbmbwMTlQpbj8HrwJYef
m5VeSFrHnYi1GEmtJb0VX9ziwBfXLlVHQIBzrTiJAxzjXrPiKkLTNU1gemn1gg2FWLQmYQnVwkjF
blHvwG2Kc1pODlirNzpJ9giTRg9RSDbQdIWRg1S0K6ts4YS5xZG7t8j4NMD9B3nWuK+9F6Y+TYYv
gc5AHyVc+QpLSfYNkHg3Bp8THUNBxNUhr/6FMWsUwXpci+V4i7xAeb7alpLs29/vBskqvhGqpkaS
3QjHhmG/Kf+FRrueMxMJ/iu/rBTBYM7X0NB4r4LkBJ8ZWFcfYHUHs+Rsn0trx+qtPPIgR7rBvu6e
pElFDq4jSI3JaMMNYFSSMLK6FM2pGPY8XFoIH1bIr+yeBikqCCG1ZkAZVM92fG4wADD4kMEaKzWN
J6GaGjsT/AnSDPcJ+5OHsQ6pvhAipHAIgJSgJGpJRso+QGvEayPBddAIKEAda1XCa8WKx2o8/UOC
1EBBcpiNt6GAulkXyAxrp8G2LHq1gUI/PGVosB7E2iHZj+ffY+HefksC7iYhrkaJg3wsJkEpz7z9
09qpDS924/mvL2zsOV58YAeIbbkl4jD3TdbvrreyqRfyuVsScffUUBL0CmiBYzckexTiYUYOx27Z
W5WoWjg/5uDvkYf/ecriutmFFueqyUtrMzalIWOH7dlaCjClb4/W36xk0vTw9RVaFAlbHZonMpRs
LcpMrFB3dVTrpEO8suUWbjG3MujdZPHwLqdKmO45I8Rj+fhdgGYtrByff+GlruAcmC1lXkViFWEB
4fq3p6AaCZU6pFGJWVpAJW1QPtew4kszvQK3bNfX0oguq6irhbA4B2nTInxJ2MxH6RMWDQqyOPYK
A0gnAI9/akxISmCMmq8BViy9CyuXiSVcKDnLo6CY7yN2YFXHVqu7RmW0TngJNokmqpwh6pDiEb8H
R/iP62QOzB4GElWVFFu0s/u9aEdbQIrYA3GKZUqBUeVhOD3/lAubdY7H9susDRMRi56NYSkFyFTI
XZ7/8lLQJ6ch75YgxJ5rRvQQ9Kmm2UZMhUqqD/yLuxcYqIlxvcZUgpK5Lz3U04sRLWSXUTkClMmk
whW1dnKW0dj2d+VpFjYeOf397mlcaK7CNQr3qVrttOrUbJPtD3x7QcEQzXbrr6TbS0uT/nuUyC/y
rKLx2UoqckgactV9prXFuEn6CLrZiZVW/comXLohkrNQ0rEwpEJ7fqJPsTb4ezZwP7JDGBnYItzK
IEvwEHIKlnfTBl8PWPFMCLvUorXKmAbxtGgLE3QViEMDNNhyAxal4Z1jI3wRDoTlS/KAK4W08gQL
jRt2DsgGAghAh+k1gdkARaZQAgAOwFlX1mKyhFf5NyTDgPnvVxzEsCVLaJc7EbxSExzdJoy9K50C
A7K2G3/lVFwoYrHSLICUIxRzhR4zSZiV7N4+GXgkNpg10B4ZVHh6rIy09D6zkuxIjLEE+wCs9EoD
biMHwTawgkN5XIPpTE/8aMJmdVnOdeEqKmAA3oZ3kjIe++0aMHzpp2cxo25hdRtm+GlGeGHYa+vq
TAQVkH3ur9SrH29QVpqFgQJS/QLRY4CBMpqTC00VCYisAtRshXdXzt6Fez4rzaJAP6YhgfsVJj/R
IKzXZJ9+rIiokdoMHOmGHYULRgW5IRgbwRFHK35pSYUacgCjtbVu3UKtg53jpGlUlMaOwjPAXRmy
QnDmFWIHsEcBencRPBSuopoR1yzo1LA3mvpNHEwewiLJVtRbtNtx98m3hAPxqT8rAXh6+UerZhZJ
BjeA+2SHBxrPrUpssh2tBUeDMjhOBp9ipQCxNPVziHTp80QAfx0s/uGVy6xy2JBwra2hJzjyH4U4
yGxjBvAtSMFsQv8SPjCZaA7ERugv5GfayUG0hpVcoCGwNzezu9BJpILgwTeNdLiOPjReqQfvQToo
ksCbLacHTLcNmW3AwNNU5pFUhFeo+yWURda4SmwTEtICGzf1V9bkwsaaI6WbPPMlt8DDEEOqNDXo
TjRkzgUQqiHF6a+Adh5n6Kw4izy4rcIG00eIgyPIOKLdxZ0KH7WelaPgcU4Lj7q/A3UzRpD7zvEO
aQM2ElXIBNRxfW6tgzaFgAcLVJzFHrgDE7U0HTTgYBq5M8rthtm1CgiXGmAuKH883wgL4VmcRSBC
AnI0ETFMqzefUJaWJ3oC6aw1tBZyc3YOCwZ2tGWp6XIHb03IoZ4HJd5HNq8Kb8ln+0q/CVBggLyT
t6WUWFKgeRGp8JdcbQ4trYFZVgI3mDht2un1AAuJeguy7JKfqHm40p5ZCOBz94MY/vOdH0yvB3Jw
sUM6oIhoPa9sk4WklZ3DYeHNR/A1gTRfjBAc5O6a6uIZ0u+a2MmNOtq1IlwGlDC5Y2w+Xw8L1E9W
mOUfzeiPWTbdl+lOFREYTMrMCDmGbkwo9+jR0GYZqjyM0Y3oQEzBclgZeQFjB9rl3xuKTmsSfkUY
uf8G3y4uVXi68ugWa57B7mOdUMIrdEPwptI2usBBB/+22lqassDkYYVZtJACeMxEYJajXeV9ZPia
o84qLgLk2TNddXiPjGELF0IwaUDeSU/EcSxlqGBvww2vZ2YDI2PZ/1n5BtPqfLD353Baz5fg+8cg
cnVKqqZ6uxmPlQ6jdgNWh18rYyysXGEWX0q444k+B+xespPeJptEGFg52IpXVy0UyCU7rs5prA55
IA7op5XtshAz5yBaOh0rMoRPsSMG9C9RA7QnDpAaztPv52+1sN2FWaozoOLvZzwmTtr7IGNWzhrU
cSmBEWaBJOqgAxuyuLClDv2JIjh2xmv9zeiol+VOeyi2wQuWqBYY2SFz6NKMAyW2uXfaGVambuGC
BTfmv7eHUEAl+AYILiHe8wm1YNhWgH1QETJcZZT+R4RT/FpBfqG+wM7xtEMFk9KSQ+ekBYhWDlsl
B+r+D3kQKnm0R9S5vqGUXb12dmfzq3XZaek9WPZzkG0vEKQ7TEuyfkuuBWgcSEe/eZVRXavWyE2k
r9Jqpzl7NNIs1LQ5Q41FD8RDcyKg1yALRo+TNd0WCHMrd++ll5nFk0YcWmqEAZxDiEljinQ3whu2
KFeO7aV7KD/LPsSCh4QIhfXofUJ4jtBaBbJGnvJCraE2lsIxPwsQcHsZ/KYpSEc4eye0X8NL98te
AeWBTUEQgHoNLiF1GOx026lxLA9qul31zFnIzueQ2IgN/w8PNeISYJf6KOwTQ9JSCBFEuhBqpVqs
bKuFiMHPIkYFz7Z4ZBsAlVAMH8lKHvid2FAyka7JoC1kWHP0qxAKpTfQU+vc1SHaXRKwaYO+Ldw2
YVWulNAJClduk4uLYhYiBpgJjbWA8Cd05z5Q3fIT5vWKAAH8xnsn3oj+LVjTNl04Pv4BsLoSF7Me
AKxpoDJgmuZWnfxpJL0X9L6K1f8UzufK1mxCiRzpFozjwoT8kw/zRIn7ELIkZefDoDCRWvn5QEvx
bo5fbX3a9ai8GR0fbrvA40YhHE7eYldtgCVMVEh/qwyUnbICZm0WO6pt+56WMCFc221LadcczyqI
YhULYTs6rWt32aaBYX0KyatUI0EUhOgvbOJGaMnbQW8lrjV8I+w33k8SO3lCriyfG2DqQVScY17d
Wkgk6PJDrra8gCcIU79Q7cZ3UtB8xgl7bXSh0yiOuybfRfXHAFvhKGAVKntLAt0tMqWNi5euTxWW
BHMTRrj5IJzC2GSgzCz1nlY2hZYwhZK4JiodEG+NcSUzeIgNU8kGVrBaEn526ESlNJRCSY0OLpXw
Z2j0//iJZ/EsIJmg6CPMMLFxbfo3vQBdYQvKoMe70qSO2SWN5HP4sjLawq6fW9gHUpdSaQvvD9g8
m/CH3HQa+r66N+n4QOPS/0StFxLfULWWVzbLgqAaXND/ThAyyhUpGFBBJhnsb/pSVagkpeme9iDw
FL9UPDga3oHloPEzXtKQM3we7PQ00uIgdXhh3BfFBbIkMCqYDKeh48FrHgO0gi8nYa9A/60Z1JzN
5JZK4YgAK0hfY5vdUPMre/AWOh4tv1mKJQpRPQpMBw8gF/7oQPAiMOsjZ0ahgErERWyhVFlhX6JE
09CDQft/ImKXZ+UfiIPLXvw9Rp9NRhmD9yPGrymFgpbVsQTsxM06fCXCfQN1cGhGS2c3MiJU9QMo
WXBht0mwy3loe1dATrmw6aZeeTRySC7ds5mRwyeZII+M/wOVEyWH9STtE3KSvvVlvG0JI5a0CkYZ
A34OijgSk24FSVSEUuNB4e2ylRbpAjQJH+nvb0sEQhHVHMSQSdQCKJU4UWaqomB7LSwfgDVipam5
ENXnOOSQH/im4NjBEYFEZyFEDb9JCExmoGYPF6l9f745FsiqLDsNf1eLCrCgYtiOD8guuy18UyQ9
+i0NgDc5kzZw9lYy+oMjJSqNETrCW0tpcLTiBJlWsg429U6E4qV+Iibro8qEcXlToZgJHY12V0Mx
RFxZkEuHwhzE3FAUC28IbCgE5Cj9ghT7ht2PGjlJEUVvglLDN5oDyUSB9fPaRWOB78XOIcycy9ek
14ckSsI5gPLVkR3RXADXj98Hr7moevl+pC5d/t1UOnksXGUQ5V58Y6lerurslQY3EdSv78YdVQZd
KzLQ2247DIofqwmKftw29Hnz+XdcupLMIdEhDT40wSBFpCq78EZdCjEnEEqDzAKlVd67BNY+kNLl
O1mslUSWVugsio95nfcRiSEhDXaKdc/izeqwdj1duuXNkdDhkFZROuH7WzATDNy+aRiBY4at9ou9
oEwOEXxoKm6GDXeRjulveypjZTxQkB43ss1al2upaszOAvnAM1IWV9NmP/J2+A6vISPcUhalRna7
iffJFpUPArKYyR8Wj/L8W3L0bYU9iL//4KhFFrCOmoYJQRLC1l46ksNbTkRfadscM4avBaBCfEqm
IqCKRmgUUM0bQ50CzrPLoILddrrNCk+FU7SUHgf3IAZ6Vh7b7Bxy8NFLI6VA2wHWiTID1yev7w8u
pEeDZPjju41de8Ou5BJTzNCdD3O4/4QQ7KUh0xxVSIBKXDYlV0kK2FAG5WZ0a1RhOs2LPQ0OwDG8
5RkXHFmyPhGUNMilxEN+JNMlmlKLnlXhHyCLtJUmTtwU2046F2BJMqQFTJtWp6IPztuecrW6FxWC
/sSRp9Zupzdi9tkEFsm1CoXX5cT3MGQByYHnBMzfm68kgwtMHL8PUq6kwq9XSabYV0o00oWK4yaq
9bx/JROdqFFTz8QyVGIPsghRG8j0cPBZuGkzVL7zEh+6fkMHnFPQ5fpYR1rd9DaSJbG0YJdlsxz/
4XrxBr6dry3sjKUofeF8WGqz7LsPM+6+Sr78vtvXvW9RktHkUAKtU9Ksa0kGU4CuQicPSggpsdiF
Ax2mUFBig7SRq4xD4GJ4LR3h5wCJK/o9ioyEtkPvT1Y16uQbToqs7Iciom8qCy04rmwLKkeTk/Wx
6PiPSmR2UimFRik0fKIJCR9+twldfDVZkUCWpYBDRCr1mEGoacHUiehT1YO7okV4cPRI4BsvYxYH
uS0F/J8tzWsD3NM5+K8zYMhrqQRVaKJ88/nSe+Oy9DVMPuq4bh0u4gyq59SsjUQzZocPqhpiM2O4
6s33IU0vsenvmBXG2FUQTtbC+uz6e1jGl/ze9yuFgJVGrg9QoihaE14CyOiF1D/4pRK5ksZ4RkQp
oWsPaQKLiAQWi6LUoENjlT4MW49RMYCj9cdlZTo4MODh+pvQs5LQrHO7L/cVUmE/chWmyVUXck+9
DM08v5PJWoVaK5aujzjMqwlh9PAWqAOHbRxyUBr2CEHqmDVxEYUAnEic2t7xK0BaeIMrFRSwBQ1O
voziRldy3MJjI+mAkixJtaRklxg2MVlsXYiGJOijQArtII7+SYJh4wAmR5bvuuicY90KbwMJi7EC
Lp5nTmycrPxJip8ee44tYSpCf+Y9FgnTnqraN8SIfUW7DtQqAVcSolcDNgTcj/ShX90ouKUrPvY4
lV9S9jC6l6yj/4ek89htHV2C8BMRYA5bRlHZkvOGsI9t5pz59PfT3NUAZ5xE/qG7qrqqDo1KvGA2
cik66dTJndeS8hWuQ/w2SqYf6+CJ2y2XziUTYcv8ueX1gY+xznCTAsY9/WvUbs5kDYdVjPGasPaz
ElnhUMl3ZVVvZNoqz2Y097uSKFwhcQVlKQ5aBijB5m3KisCmCiMrloYKgdXh9ZTZTS06avGmtIm7
rNkz7tvzyjtPiKZtDb9uz9O2tY5piKGheOVUektO0Ernl8v2NrVMdhP1NlkCtSgZ6efxo1h1Hmp5
mWYydAX8pJIJqDzFSoNoGCGGyBo8gaWiFalPe8a0JUE68/MiZX5nbG6tKU5t9LwksQ2l1q1kT3wM
SeH6Uh8roYox5j4JhjuBqoiYanukRrmPn6OSCrkcKw2TaNkKslSz/Fbs652S4N5h6c1H26jXRl6j
Yxnf5/kytr9D1tkkDw9rkLfPJm9dT0GLBhfBPruj1GvHGEWnVw66sEvNKnKr8bzhTW6m7VFIirAE
7I/FvHS61HqOCBd2J25DRdDv8tBjoS3kex7wHLTFCeTJir1xsLujwcl2EYGujes0YO/MyE9SPIkT
2eSfjBeb1p3EFXH61q1IswXkGp+FFYjrjuQRxnQz3RkKR/rmO9stzAanIZDEtKXZkZAyQggo9oST
u56eZ/KL6qO42XF5q6VriudV5Q00MHHrm9JhiJ6E7S8pmW2r/kklvhdkhhi4sOdj/DJ1yU7IilBP
ipcha3Faz2s56Mt9AtHR9mVgTonhK4yvaRYJwIse9NxXoyKTeZE7/dgtTo4NLbacGleaxin4sHI8
xMozJ3m6Eqe0Yln0qUElxNrBor9SqxnvBqNxNG2XiNvgVHXDb4iH4dRWRvot3bvUXzQvKhiS0x35
Qc+itywDxTACpqgwuF0MR9JTm8Xjxb3qCDUKlJQBnvg6a7K7GYMtmEQpGqeegCIz5hDdwvKv2DBF
YV7i1pB4kGPuHQ567gw1GXVZNX+o/XhZBtzSMSQH+li9qjgSJZfL2JWRZDd5o7RvFE9IvFaBM8bV
ZuD3mpaTzOmAnQxP7SvNzz1O3Tlt0czw4qnaQiWnl1R/FZERfdVd63MmvpSbYNcgAcPe0D2ph2Lp
XrCOCrT+GKtunDBQ145PWn1uJq/HsksFCCAYtSQWa7hvTxMCn2y4McNYRR3JeZWHS7dpeGNKyIj6
sq6cR9Xi68xs9/LoDOtCYLU7ip9m9mOQ/zDQxvjp72hySDCCWnNOIXhBNItBvBTWluLIsi9JntU9
d/GLVu+Vx1Fh69Oprg6wUXF51levw/cXhFq1a8NpGs65D2G5l9tzTdOiju4UhTLDYGNQDTuL5E8w
vvctPsA/qmyOLfkifcs3Zeto6e2JKo/c3hkk35AGb2xLzqFsvTWrFsa80SYWLypdaNGkwzEj7qjq
Ougo6DlHbTfP2pZ9hmuHF4s9V8yaX8hntysp8TJd/zI/k85Lq41FmzmKLu/ivjhgRbWfHg8fRNec
c38kIbTdcHqv/YmDvuFdgNwMy7LH8MKR2tGt1nMBSz+1xrUbHGvYF8ngyksbrONUOW3XHjVwAJ0k
bVVpL+1wlIV7pBSHXv4iQLpaI8bah+mqpMKVkROnxSAUl8nn0QBTEva6QPxpi8XkMku2ujiZmZ3m
pVU4niqdjM66O4yyUTvWtlJZSTs5fh8NIKNRNSiqxJ5ij6IskQ1/LZfye5u48DNDcbPSR7yMT7xV
B2qs+6s64sLUu+Om2CPoP6CleDIa9m8ecgkYKtPX9bZXV9OXK9pKWQ+Sdr4s8zt8sd2qvSPiHdiV
syuTwbjWqpNoR6vQ0GVX68HaWuKJ8eLgYkv1ezP3PhOJ5EeSJgsWYAkl8cli8l5FRiBEXyKQAWib
vVl7y3gi5TSwYpng08diZhAoqlTbfOq6QCujfWOZf6sSK+6UCdeyCqNG/JIy8qtSXrU2tYHczDwx
kPmXAdppC8w7QnJNM23LOCD4bqlCtu5zXZfA6vBHml5L61MWX4ftVV0p67ymeNqIA5AGfyW/B6vp
KEzwrKQUcGQ9u82y8jsxGOWIBGjg+zaiSisvbdqc6smSbaUSQr1hxQrdzph8uQ7EMvunGq2XWAMW
ug9asd4Ijyectat0by70zGbsfCFnKj60VTkfZ70nTLAakjBZl/1EoI/NFOxtqqWTPqzJThGnj5o7
fMfQohXU3Ze0ZV6VWb/LQsZqnTmT/prplO9I9sHZ0yvR7oRySuV3ntGYTCWhgTNWKVPr9gXyrXXc
U82GbSQcKinbJU0UEDP6in3fQVWFYJ0pcaYq/VMswlBiMvo0Qu0N81NcDYo0lp1OCjunJSqJujpz
OR8U1MV9d9yyz9T6EDWOirORW4mds+GriVBPTPtzrwFk6rXeE1qOkmnBnwa6+9BvC/HOjGLZqTUm
x2Uwd12kXBqjO2qQbnFTHrbFwq6LZqCL/CLO3FqqeHyNuFOHGqJ8W49LXPrpljra+iaq+mez0KZJ
1aGU2FAgrpn2m/UfCRXSUDbEqTMJ4LWa5m1jf5HTwREVP5G/e7heU6nugnRrcB3p5hcyUY+lWlyX
IWbSwOQnEadzHvkNcr8SY1KsFG3KW9/VH6ti7eo+f62S+VUGn1nkazselyr5JRmEzFAS48gWm9aI
exH+phTwpbGj5jkmUVRiBd4Hcq3YC7mXN2dO2Lr25P6QQ0JL/moFZXG3aAeoNR57V232gyXvpIrM
N27/dmaVkCD+bIxt2KYcu63mrgLKUOlrFp/11R0zJodU6Vcuxndt/mERuvRjnB9OVJZel2RulC9u
1P7TDeLGld968jajPa4Ucv2cHiVFtIXhVzcFWyKVunpRzKcydUsDF26g7hr/hgUsVak+FC27WpFE
pIeQhyvjJK2+csZBoc61K+vvW1LsV7N+aVPUA325k0WnFDG0Zoim0FzD2hvUicq/LHY5W4f8UzV4
SE7KGEbGkxt3Teqp6XPEWGr1niiuifOFKBxNcVd+QzB2mhMT9lN9zMq7ZoZUCdsS5D1IhrRPZ7I9
+mRvWL7WclPTphy0Zbxus3mKcZpg3kjsK1eA7h0GSloMUyfdmbCBGnI8U6mJhp9lIzmJuAvlPVqD
DN/4jjnrtIw9OTur7ZfO+JI5ZQRK0tpNvqifcpBbTDDJaRtyvzX2en3m9Oy4YabsqOBLJz7JGEsu
7J9mcE2RIBIyHlXTtczPGC+ajmRsOdTgIKOv9SVBmNA+/IdL2Te214WRvr5wBkAnUgCksGFDtedI
8bXoZFrklDl0Og0V3yC4o3EelJKz6FAMuN1u1tmkClbz1pMwUgIQHrvclfKRADOObKrsvozDmI5L
sXIvpluQc7a1CKd2WytA38Ft1viEQ1zQD3QUy7AXhsS3JDwz0weQkBIu1Hrx8BuRxpoWq99ONWdc
baddMMVBpxU4Qb50KuY0QSl5RhHxIbpDVsRunSnUxqmri8tlro1Qi+HbVeVHjHFxKrsdV/tVmFVf
KPwIh8XlPWJ+o6uKcBU9Rd/X5Z/B0bNUtB2eBFwaZaGMstI2mXeGyQnH9tNQwwlxfb1+9c1VZeqj
suGXBlLnOAEKm+o7n7xitatfIozsttZfyz6Uk/MgvJPuHQgzIRUm0/W4sPH0zcEl/9a0TlJBZRQd
LK7aqWZILWtqcLJaS38e1pB0y4YxPiX1PH9orbh8qFHbA1Wao7oXhNpX5iXIqsEDn2idJMl9nXTo
aKDzlZmVzuo/k70WVx2G7LO6L7plP8dpIFtkIunbdZNkJqZyf1insJK6n03X0xMl8LMlxtUOqYmD
1dHzoDS3tpz/4pjGTcWHIIoSIxiS6taYzE9FpnUTV0u3Fz2he1kj0n+Fp1penZ44aj6XK67jt1lM
SRBH0p9gSl49Rj/rfMvb89Y7zafS/oMjHBn9oOcZXaVwin86zlzZ1Hnr+CjgjOFQvwkyORXYuOHt
ZgYPssWkI1NPTcqAn2cIhOa50myvlSct/lB/1Sl/va1Kz2pvF42TqI/xhJAdq9ZeWuxNydf62Ik6
n0whIIa1fMefkkKwQvLrDuJBArFrWsLgQ5LCLOta1lhD/unf0kV9VT6E1SfcWwqk0ZV0t+n9Ir2P
2WnUegfmWLsOXNZa7AJWMMmKL3aSBHl97vjXgo+3gLbZfXEas7DCenNyqixocby0LkoW6IRnIyqu
DK8lZoguON4LFDr1i44bU3SbWtkbS3vK/6W6H6E6l0L1pKBErDdsCr+NLLeLCMrztWVqrd9lyqEs
mzDTA0LgGXWdh+9kdOU0jLJfIfmKtud4+DflW9hIfoeNU+PS+lXAhHGHSbBNkm/felZzqY2N4xQ5
WwwGlu8p5Lam9jPzy5qyc6HhKazzZWwPjaCDhpxhtXKWjKWRh/ldaWI60Fubedwla+bKFd5RWXJC
TRy0fXJUzaN+0ZojjpkmDjTIZhrX+idMLV22FxuvJchEdemnUNpIhM+h6vHbanX68EOX7SkTBObd
RXIOGKq0XkorbLT3RGIAsZhvuvrPwKA3A2AipH7mMKve1Y5MTEH31PZYVm4i/vQydr/Vt4V+rvxr
pqsG+68wW157OGRKGgDHSS4/wJmG5BI1Yavdq/zUaccap1Ak4CVOoYibRMHj0lu7UJJDCoKt/qki
ryC3vChdA9Bu8LBDtWWwqmwZHmOIOMInk+4mf1xJEdGEi/pS9SrHrD8KAC1kN48nypGGKbN/1Hhu
2+wkvMzeyto2v7lU+tf6V2v9uH0u9FDFf5ScexI+BiY7sDQeFGu6RGX9RPKrrTQ8TILqxZsVBQR/
JuYLn8Won6q7mrzGywWvYWF76RQqmyR1srQ6NwN9PE21npRImcZAF/lw2yl6q4SNkWnCW7RQxWQt
b0BuDoVVBEaVsePx1rNcKbkKexUP6Qrn8GPZ1q86t2RBESYnNLPFq1Zf49Wuy6doYMmfdNqZSuUN
IAkUVeyfyStdndi8rvnd2jbKvhPM+tRdkKvZhnFc62ulvLTRWaOgrWHBCl+J3EnelcUhZc56VAAP
cx/cKqvC/lZzDmLO3MssWfqae1P5hv45bvtSAOMN2s8+380M/hpfCtlvIpcmY4PLJ5/LSIJZJOZM
+lepO8BNu6j3WurjXkJ4oGX44y+7TLC8Qd3BgM5UINs1NV6a6ncsvvS2fwJvR4Wg9MdmcNScd/fO
31plH4vS2W0HZWjcEItavL7eEncJWERTPy3lx5qeN6w14ve+iu1SecqioKIfj23DelEXF9jNOmcd
OJgSKFWIOssxOKkmGjFAoILkQuNNag86sqM8OUyUspwjutP1rPdjxr0/6rTzEmfKJrhAQ5QUXRVS
AdEsp+xHUvVYC9HCRLWNMzuol8Ugm+VH3HXxl1r/m4v3vnNUZopwb7EuVV05WPTqYCXSoa/BUfQL
IoapIq0vMLIrvVMlc23qhW0oryZlReTUmyOiiO2fWkwYSy6Pv1y7KvW1LBw9DmLlR7MKV9Of89gp
sjDpglHdQXJwDU+GMxPn0LzgG5wV+H0Jp7W692SQN+cxuyb9m1YB4B56YfYmZgay4nOxQkX8o6Jr
hdjRqVJk6pjkkG+MsOWusKDBcdqWVAy7Ys1TvYjUI3bSmeEcqfehjuFP+Hw4nJBvptn9z1zv2ClN
4mZdYGa7rqN4ee4Jhuvj30g/6NF+QwSbuEYRTD9tRqmG9RFj+pqXvC7kFy+u3F+YG6YW7Gnw5GcL
xP2oEB9t0qIALons5ZQrMNBBSYQsbOPCLbrXXCdFvoTwOGQjRaMRCv3XZhqOnu5LjAL72hGNXYXE
maQNmes0MM754qny6/arpG8yUfQCze9bxJg857JeOWLJ2ycY0Y0r1+DEKk9ISQTtpwdufV5VE2zb
LjGN7zhHCwKFB19gYJKUWBiB5WdRveGAG/kqIQECXnzmBjIirN/knaz/y5f37lpzsSS7FMMTyrTo
Vy/eZpTAQFkFR63qKEPkotGZdMpzYEfwD3vuwxW1pGZ8xMqpV7Gayf054SEtL/J8YCUULRihozCO
17pWfxYHpJ2Ava6svqWAD8Z1WlxskxT6SOlVgO9WQZKFVnenBUgMMYZhG+1vHZ1nbKWtUP3QwXMS
yubdal5qAiNHWzfxHXidhdpF92hv688DD/xA9muIR3F5WpAU0fo3dbD2XpP54uzUghv1Xj+E2FaL
6ac5hXlWucsMEyaOT8oU2ZthBnGMz3z/VC3sMNpPjWQDVHqXrLnFk9c1u3bedy8tWcA4zP/Re0ZI
IdW3GLWi6UX3EUH5h/E35m4iObWIQ/1OtmymfMx5N+0H+IPRk7mjf5VsL/2WKs79uPDFkeqN8ac5
vC/Sk/qsYEMgT0/9u7IGNX+R4m3rBlR5q2JpRw1CFKdDFx+ln5siOgqSLcwTtMoIuZLBZegWeA5B
/oDsOHovsfYlpZyU3lAeAOst+TeJ3aL/TosApJVkcXN5kYRD37n5sovEgIZP/1Nzw+k+MvWnGb8A
eYnatrNPmZL6nlcmi6x5aBqUOihB3otztLRhp5/gse1iParcusIICus3CvjgQjTp14gDgPkk/tX1
jVai0HdqXNvtctBqrumFvjU08n+t9KNotwf+j4MSJ5tcXv8Dlh5LTrWzY5rssI6xHK3ewQ+g4hIB
hpLtW89CkUhD8aXglc9888aAdH4Hb7bhWo3oLt7hTXpCDvUlaJcXrbhnrKmkwYUbj9f5poZDc26U
wFjdaPFBSxCEEQaAe3WJupFeht2FMVDQiWEr+aw3Y/kcuRbi46B5RuSMcRA1lUsydD3ftwTLg4PV
3oGK539j3Dr1u6reee1i7xZYfOvB1PlA1TMjD9+bfsgiYg10sITRaSlqhJa3tr5q0DPpay/8bp0j
s3CMFd7j8AgiUB86NseKS0dpPEuq3bH8we3BiL3sunVvigq+InETYr3/jsmakO+oopvVm9BLCVz/
QaciASCor/smxdrSDoUWZPmukByL2pWIHBNbriEwTc5ov6D15RQibl4od/kYsDX10gfhFkgxBE4q
fNF6Tb7WgU69hJuSnSnZacZZQuYnn4Z2Z8n/Zv5xCycjbHK7Et6i5qX5quRoH2UvMCePpscaEel3
+GP17/1JBdLvFsVRiqdOP0gTl7nE2PKLFb0tCaKQ2uElUKtJFNqb5mZQYpzEPZWzDkM+2eL0MHtP
3bxG281/rY2KqnlWl/KwkAcqq/7M2soZQ7WFZ51hh/JXVaSPWmL2tgDLWyAymK7qZIWb47BW7qA3
J+P/1zuJDTUJUOs8OwkpTXX9pZJ/wOSK/mS08rsAAGEL2vjgsOvS6TtYe64hE+RZK3NQItJq4v65
U9p9vyahXNWOPja7ron+xKz5tCbzW5DToIVatnM9ddR+p+e5X86qZ5ierE9cLHYV+yrd7BUhEwJS
25TcOvmRk28ZNYJ8iMyAFpwU3U4JpebwgOESV9T/oOzLH0tQdqmCWzUze/WlvY9t7I3r3zgpLgqU
nosLzHmn8pNFxZM2ZQyWoU0cfM/8SfM6yd9Mv4Jq0cb0b9H3MtTJYo4flerRjLe9o5rzKW8xLx6m
wzqwiUswMZnxGkBqOT3XN6v/iDXRz2b80Nrcj438CQjAz8dHfJd8m6ZHYw9QuxCk3XSPOlnEF58r
aOkWL245XpvtBKYWbdOHZN5TJXuqozDjqzVNuKnCHVPOLueawCH+miQn7s159TeLGuuo/cXz74zS
OgYBsCnwsaAwXEk9zEgXFZIBYtIDHI7aR9ELMzw80IcV4Hu4zvGumvYrSCxkFVSCEj9ZFfwFPE+o
SYdNB3KXvSbnFNz29QpMFG4bbNyJWzgdHVP31eVeYVTd2ZHu1QxoRqSYBJPYh/V6rn8MNFe5MV0B
l0EppukqjHvhtg1H4iyYoZyMD82MebpuIQelsbOaGG3Dr45VSn2R74sSljmmdyEhd3ZOLDyn3jT6
NNxq96xaN9Qu+DAjJxDku8zSp07mHc2qu8SHjCpDpEDAr8XEgwzCKMZIivTsiS8EvO6/C+NjnHeG
HK44FRHXtfxMaAJLCLzLxFmujlRrpZdDE0cLRt1KsuunS5m9Wvppnc85LCtAr7ZXB/R2gLvtI757
af1iTEH737HGgT25U+RRokgYG75M66WV7sOf9VOkuj2mnh79axYArDS9L/r4IXEzrHzzmLzVzVeB
EsyaD9N/ub9z6kOKKoMrMN41TI55bCeJUuIjp3qkjCx88Dtlsa2dRVJVdCnyoKju1nTsJk8oLiLc
8pgfCC42FfNtfW9BPX9Fem1wz6D5qaNfzXRyi6YfrXIuOjx3UTtvi6vxvBcHy1ndWVUKV6d6TWfS
kqTSS9KPpj2J3yZfM+beUv5E9euIFaqaX2kBISFhj1T1tNWZO6jcn0wM9tI+rvuD2sEB4kgExViK
4TbRSYAcA/X57OWB2umkF6/5Bp2OnGVEHFD0vsrjLd6wvlnU9dBSx8m6aw3HTboUrbPMuCUHGG34
6iEyHtndqre2H4sIz++oyu/6kFOgqLE8ug8F2UpLsfHob3KZwgIVSeHUIH6UDCh9LAZ9s4/+WaI1
aZxB2S2bp9ys69S9tm+Z5bAeAEEBK6QYckv4K6pPXMma0rc+KgpN6b0DZomznVhZ7lrZMQrZ0lUM
u0lEV76mFXS4+6jdPtbVj6Idk0Ci+d0SJH4BPWfEGqboYnEd1BIPfQ7UYd+MdDQWoRnyoR2/Gck9
Gphlq5svQGNu39GEWqJ6nj+EhxPMcBRQaXQNgZqDn3JoiOFCq1RvOOSdYgVV7OOegVWQGy8aT1t8
ztePNn2PE88SP0UoulR903Mr0I6L6C063OOhAIG3oH9IvBBT/cWSxO+xFA5xy00T4ZD4aoLtC827
nnHMusn4JeEePn3hNZ/kLr1GhcrQPK4aFlc6Lwehvvq7RPsyEwIR/jqJQnHmAWX3cWp9q8yD1oDD
gbjbLg1auhgCFCH2dGwizonY1dnaTf0vS84pyHQcOx0ikrjbmV3prKSz0TAk3bcmPCvljDhoRpPP
uCc7JDYo3pE+VomfbRU1BLi2zi3V6p6Rz96qoccpYoAHJb8MxWw3knEaYfQxRhYcRX4a4zsRk3Dd
sYVAyqbenoyO9j6/JQ2OAFOhdWigQEzkZpfrhNuYdOFl4Sf0ijDPICbDm9l8mVLAuqQZB1IU5lNX
fxUWayIFcKE6NZP6LJmyU5lPQu8+HvX0pA6Xkl8YF1/8NCNDxmg+FepP1GAz/ZaJyPMlGnD5WSA/
PtH8ZRuwOaLZpU6OUIVzVJQ76U8GtLcSH2SkXTfkkJGsupX+JpC3bh0ajsLtq7a++zh+fMuB9Z+h
itFj2oSTalB3p46s3uYlQflVfnBlmxJwoqHbExLt0sg/ex0ItVjwtHkDB2FMBwEZxMC72B+r5K+H
h1/pdqe/Te3d/4Qql007j1DrMT1ay5komuZ7TUmUdu9Tke8VE01Wku1l/vDYNA7EYh7KRbqPeBLM
+0p9jvKripYxjl7Ffu7dzZIu4zBFXic/qs36IymyoDwIy4clgV8jdHNGPsr4mlo3WZ78pdj3GzxV
9FTFIErK0xDvaxnm8CYJO830Nity9em3q70EdkU3QrV0qHa1KkyFl1SeqLT/6fW3CsSUDqGmQrfY
WUfiZAXynmOlWt6GeThnpXwrVLBq4suScq9ho1j+UzvkEsMqwjoTZ19tX3PPRZpYd/yf2XNL960v
6YtgwbU3m+ZX0gT/hPJR6eqwHdnhw6hxrhn/xgGkhBtYmgVzN+bmV5Sse3L6nuNxv8gvBrLimhGC
tH3ThPipB9TuaDBSQ5hOKew+cJopOlUKsZtTtPiaIiZ+I2s3Q4/Tu6IiEGpjavpqq0PViu+1QeqN
inC0/ifHuSdrSii0qBnL7W0THxAQR04skroun4sEJhchlBo9lIH0jarVvZUWUXqCOe3VeWIWAF81
W63k3WglkdNmRu6MYjsFyaB+x50R+zChqBbW5GRGCEhUZSI7VKK6ry6R4A/FTpUs5ttc5g5mZX4V
uN8j7bpOz7SfXXawTGYn2tStUCRV35quugYJAputdbRTOS70JpMwThf/pcJNId2HJpRRGUuZn8g2
goSTEDbkEjNmy6AQE9jWt8IUDq0kzI4pKJ6GL4fMRrVcc7iPWupK1W5VvjQT/ksOioHVIH91Cy1+
iZqiqeBK4CzNB0GHfW+tOAZGRlvTnrukedN16R5zb8aD7CFmV/eZpF0mjDeBCVaqWBMIi0x3yuBd
qsMVKB9qgkdlkkxh15fHaR5VWK0Itgtn3sQM2lbkZTIw5xhmGTmR0Kt216qSl8Q8b8OCJhnlbHUh
eE591V1L2XJMThFhac5K/2llhJxjNNJOY030keYuFjpUTWl+NOFo1GWYxiOzcWMKvl8GYnTRJj8j
PsRiLEshknoVLoqJEyxOAdU5UyicHapIQ9qR3qBwWyzxiTmllKpzLV9WfS90vmztay2Il/tkHlTS
TBkPYLcNzfDEso79gaQL6Cx1A6vPBPBIBQ2YhDRL8rJFAfeXjBdG1bnmK0ya0u2zX7o9+ArdaD04
ZffcEDcR091coLcF46AmN13zeqwmetdKwZkgelNulpHOoth2dAAWA1KMtJqmNzLRoHjIH/yasK5x
NVwl5uM2Ydya4bgm/ogCYZRpLNvXZPbacdy1hRK26qDCvVEyZWgOET1z/r62txo4dTT/GZzbFL/D
9FUMFoY1ykfT/QCcRV11HuL0LNW7Qp6Pm/WrmoDdJR1KJ+9XrfdXnefQCKGZfCsqaSeCy/gZblH7
Quobx6rEL9EKiHx0uwb5i9VFX13VkjyTRYhIUOMtkuoKtf6VGtJG5UMwYD++DZK4k7Pkvka5E7Um
aXeqo0UpSohaQIc79WvQdwZ2n0s9Wj9T14jeKK6mK0hx6kla9CvV6FHZ1MrYEyjZDMiGM5GgglJT
av4H9EHScJNvpYiksydKy4itAxJsxYUBZHf0Y+nnWbYbW+uQLAtMHqkxqJhmCPl6icHGGm1xkr72
gdrqWkVyNgHfmFOVHbKlBZdKri1DbS3wyJhXJwEyTpmk3YYScRnrj1my/NTML8hzz3maPUWPAUUF
3GmkvN+YWylR3ei6LnriWI2+3jwUYudFO4hqZt42pJ31rFt+9RDtonN35gR/+SgJ9cnezHJnIfXX
KKhUupOM2aQalYJyH9jyLfRSVHaUbIPo6dPXtH2q7U6m71SQk3UobRLKE2b0BDfWb718XgyLWqdx
SbaOZM2WB/7Ev77B+i/SjzkKhI5CuTKo0vWvXGjpYATdXcq3qslfJHPVLys0N1hCQWv+UG9LueIW
08VornryKnSg1Huxqh8brkrxnSz170ZnoSnvaFr8MWccTURBnCjtX4OUP3cm8z2N40BJIStaULhc
VC1nHcyQvB0ii/56PGH6hRrHuv+Ps/PYcVvZ1vATEWBmcSpSuZU6untCdGTOmU9/P/lOfHQsCzij
vWHYokSyqtb600LCUXWHLvuKvY+gA+5kCYvxG5FBT4WdRvjxG1CKUVbmlbmY2kWNO0I+dvrS8k6e
ste8JjjGODc1VIgPxjB9hUXXb6L6WSTLJjG/jTRkPkm3NJCLMctvgVI+1w5mT+B+l0CsuE3hxM1j
aKqOST6s1TsJatxYa1bNWXlHUDTakMFG8yvmYZMAMRzzcjcGCJ5Qrwo1heVPXTOoVmaAEntOvJ01
MgKBt2vWEy51Lmoz+AkZZk9a2YmEefIXhy+yEyRcFSoQma67eAtJ9ksVtld9XmX9furXobdVxaE2
Isdni4m75666h3SCWu5TiNSFnYG8ITq1seU6kmIsOpljDYYm6OK3TgoOMdW4Xm0H6a3t7QWb9inU
y4XUP+maTvRqjzdBc7NYMk4GtV6aIGfoanba5OSbwlg11UQGCOX/PPdaeFPlxOd3auAgYqJAZtHm
cXMX0oml6bTzFaYSglNogEBNF0GrjgeRmGcVk7JM5VWSv08jiR+D7lST6ijKa+PlG3tI+B24YON3
y0I7xT+sz3AgPKTyk7YIYNV6ZoHJN3g1ci0JXcDwaTSxnIJ0JNPGZn61OrlpEUCQMLQwFX6ProC2
N5K+U2GiIEXdiNA+jJaBvyjIh8kBsONw1RWjoL9bl6I7DvKIu6Wrw4JQVQjtLIG41hvaz5JAFLMe
wRy0Rdf9BKUl7lEGlLMuyNpjG4Dos+0P8Fp+oIyuLOPzsAGqoju5jUqnK/RnCxkKBo/cNI5Fpi1D
fC6bClcyxhUpW4mUOYgShXc7ChbshIhyUL3APSc6/SoKcn/H6SWeOgnxxkpp5IwDEHSkCpul6u8G
RiAVli5mpRodMmmeIBBpcwLmNI120ZJgFmSB6zGpVmonIWkdwAApxE6t5D/4XeKOgybummF8HyRw
Q82QK1eoqIdzy74vFWaO2cM9iGtcvVTnTrlW/Z/cJp49VI4ahahe9LGT29ZRrWGVk4PqPaJST+Zx
9FYyqWN4aSsOzaJ88MRJI8AaPWErE8Evnof406P5qsqXoH9V2NwC8diYL4MBqqs8yYCG0VkR9BLp
kMUa13F5bfZ2j3fAC8ryzhohmTwjUVZWGKjvHm7VFOLUn+Dkcs9zbYoruVto5+auhTj3ptIGSbXW
fRXr781Uznu1xNDsPQ5ht9I8y03jQXmUxZfXSg7HglGG4TMSKQYamAgyKq2wUAT30kcl+zhQove6
Tr/9KQAleymmel1G3rMEvCC3j+EAJBuYCG5qI4lXgTWoLB9Uvbnsprx+M/YhYVgKRgD/TjdXifw5
BkznExq6Yu0zDcUO8KKdhAydTG2CLQfpG/u4kbNhWsss+9EyE4KxIZJoUNqtPAQKYcGfef9itviE
wOR13ea8i5f1mK5MUDy/fc9JSW+DR5xYyN1RIXbcbraH/qntkYbqcka3ErkGiIo6wQ5ZerhqKKNB
0MGm+vOviapFVp6gZRM6eVu81pZ872f2W1qkFNDgl+aYSmgLzuEOiB6XaVo9NyblHYBbZHY7Aokj
aYFu3G+GpYUhCgWzDiEi3Kqi26mis0yd2RKzQILegNBONVQvhon8u4gM7xfALxtY+W2qxUfHk0XH
oQRIRwnbi48EGQOTSPdSuxfMc3Fq+gt3LF/IdUTNovlO2oNykpbcYutSWvZJmrk0N04p/1Xiad50
zbqVEYFMYst40Bm24kFB1FIJJ2nCZeiNzDEGnpFeRp8nViq7wroDgtxVHcC3MI+Kn6+QT6d+X/0a
mCObtTn+IdRqJDxbDf+fwX7QLI/TknimdV2xsAyiDYuf3gPIywf7VxtXUM8BXbeEwzk1dXAZvVhg
ThjION0jay/XdWKL1WSXwK+BfpdFoH3UQrLr53a501qUZkKpEBvLG0+lGI5qN4oMujqft7CWO+pS
nCi1gTY9sGELde9k9iYAkmXsJUs8WHHpKN4+H6s7k4peE8GiFoDFwmEb28Y29QoEmF+/lDHilH5Y
5bp2YJoe1N0TPOSIx2LZ999qaW3TyJ7rgicM/8X1HkF3q7Rf+V25DvlaSo2Gv3vKlX5hRG9s/Ksx
T7ehba28eklzHLQ748lDs1MUzPZGtVLniuOB7U5W5yDD3gTeq1exO/KiIK4Jwumu8I1FA7utDwNQ
rHgqiIjLe8a5mEcTqTd2a6hn2Smnbx2lVuO16zJ7sxliRPzDuXLq0cZlX3b7IukPrfWFDiwI330Z
IgUdW+uG0ntPTrdu2vxUEI2KMbnx6PZFh4ksQj0O5wbEH+tHLXr1+iPlad6AYRWsYkQXkrWQG+lB
zauVHWiLivh4ZzxzMdrgr+nSl5pAAT/mq0566ct4aZJka4dbdXguMCOpHQPRdNkRYX2mOUwlqZyk
kwAjz4u+Z2OPCGxpP22jD1a66q1jw3oLGAzblclysHTGimN4yzDepAjy1NhEZYYwwVS2IXWQjnnT
q/1d3T30fbgsRqx/ZrHRsBBgCpwTqHj2wbc6d0rqIDuRXVn6jB65wz6fg5bRJvnGsIlRexigdGnw
UJkfUvggmy7+IuRrr6P6oRafFry8UpLq2r7m2YQHNOo/xyHHW19kr0oeHYuQENtaa47KYD0Fk0x+
QTo5hT1upWRb2ETM1YyFE2sFVCyiqzzfBz/ga1pYECueE4YW2Q++ECVxHm/Bjllb7J65FS/9HPl5
DJW5a4tj4D3QzAQ5pPA29c+2yUXZRvPGiD4NgNP+YZSeqPfD0jt2BtTVQACA7PeIrb2GfgNInv5/
08TowI2+P8lIUieUtvbYrRqaEyHCZKaKbK+WozsZ6WYMDPWeQVNoYrUGz2TYDHPRosBVFJ+9O1GW
hTF+qsL6yNR3KzlOonWSSkLgotZIslLb3wtjeEfBnsf2vPMQkXuDDKqcn6uj3EuflAo0nxbY9aOm
5b3Izkz4Od2BymYoRnpdYje0DCprpCcufGsli4VSMZ0wRF2a7Rk0s2jUyrFYzWTj60LbxinkciO8
zRBrD3oULGJDc317wIixLKKlIqEsRdre6q5aLbNoLwnvHjNEE372vXXyx1+G/4XVFyqfLtQ0JFcN
7hXjFEnasQZnr6xiLw2yY+pikZuyeW8NMUqowNIWNHEEOKX9AiviW9jjuupJaEtFpL9bXkzabFcy
RTPp/79clxJEpUpMeyJKCeKsxArctjwnY1hMAZojDJND9iLEO8q/SfssIAs0JA+dO0jUMGwoxbMw
p0d6prXJqZMpcCO2L+87TFBS8zFM8d5KtmMJ0+HnbpglWCssREPjKh7GZSD8vYTWoByinREVG9U3
8MgMxqItVNXF/zNPjBLUSd6UHqhBWATPVSzPye/lFuA7CVEM5/WiSfu9X3uOD72STyO6/ClyNWG5
Sd6joatL5b2YbDMAWiHiVXqprcppbXbUFRMcAK7XKuK2nmkAJm41N/EBaQ9a/8rG2yovYlzrHg/N
wWZJsX8/BcS3oFq/p8Au/AfeD90+oecW9dqmZfbEY5GZsDEPk7kY8ruGSkIpAQ30ZtkL74H1lcnE
6UnfOSJ5bYidSm9ZJUmBMNEukEpFheQqmmic0K+5wUqWbpK6J4sOkDeK3IrO3Q/dEr6m7PuNVZj3
TK0q3NrIT3X9MAZLTXP1UNsWIMSK9tSUOSW0TyMwzxNPm5UllrR8IcO6amJwknP6Et2Klh2iocU4
/oKlbW3L2dJXYnU5KdPnYN731GbFdLSlr3R4gQ6nRT87QhmKQzCvISbHy6MFdG0yGug2xaZE+SDq
lRwoH11dIDJONwNAjJptRPflaxPy8/DTUhOwcImzzyYX7LnJw91ACDiT3MRHMNGsedq01WHwJ2qJ
djjgdwFFGecjB/l4kFjYnWxgRVBmYTv8wjLU2F+h9qOYq6muj6lxgMmEJh7xG0vlPqgyV8ORHxnV
LpmOlZ4sGZY6r+COtPRUZa9W9DxWnIN4zcU26dGyV8jFtX1FNlVcCUDKM1+xyC2sU6GbnFWI8LMG
RSsqtHqydpX0oxGZm+AbNitsMGeRUhsWePPFHAdRQC5d3ayYM+SkYTCH4h0ZNajiuF0gflZN4fhd
5+bTXjcz/jKMnAchEnK2SiXQIkJULIlZshqLu1S9U6lv5GUzbciMBdifTeQgWQOG1un5THz587xY
49ANQSWNNYCRri+b7lC2TgrM5T/o/rzMKLJRZ+vf5XmoFMCIiJ8k1B3oJFAqBXeIyWex9iHon2ET
0FdJHcRrhUNX2rcBUhTmxsaI8WyaclXjGcEOhAcYTcngeEVZUXqpE9bZoh/7u6KG3NiF7bYeX0fd
jUzDUeNtE53qYWciGFXDQyFLvJpB/Fqk+toSgrv3aRfHSso2pgXLW9moMrFGSh+UHWvacuA+jNrg
SPM6CdypEZvctpmnh3GLFjdv4LUH41nWf4w0Q9dlbkJ/eorKd1tpU3wrWB3KXnFxp7qj2iB/iJdS
hEBWbP3zL2o/aNN58uilQKex/rW6N8+a4knu2rsQOqa1CI6utlLnYxOT5kHlP/rR+a0IT4Ydbkru
tOopC1gXR6vadaPthDwaJKJSwkZ+zZi8eCU39R6zMcXdo/DzXxg1EABACCyYXzaP1LUXE5TcGYhK
xilzx+7DMDTgohZ4wC+W5GKBp1Z0/n1LUrnlqPa4VuRxdMteJ5Izu8ujhGSWgCos6xrQFbPzh4Un
GoaUlbS95dAupxwAIq5wd4I8tUP9FFY5q732ZUbDGWSs6I2qHn1JMZ/OuX2ya9Lfu35ntGtbATjw
bbAE3Ua3KQZkoligsKRI40s5HZB2xsqvuMqdqSapAD18Cff8anG0D/5DCQlkYJywq4UXVe96c6xM
zBIjfrB+SL+zGrPzWHvUqC3KfqV8tpjVW6Ut5VfffAaaeleVykacsyCK9FiQXWTmIlzl3akCOIZT
m5R45gOCCYhjS+FYxDIzGMaiNL8YbkTOUTSsvf7bx6JsBzRwgXeyO8qkTIzFIasQqeGv7+g8Gdxq
4O3rlYN37h4LqBBNfk0U4xfRR1LertMketV8/LhZOt5bzBJ4ADVdUXo2OphXd+wThE8KroZ5zVqr
2ntBXA+y/TD4HJu1GkpzWZ0Lq13DriwLgp6KJH0IyMuibpqQqpEtSInOZAbUfaP+5seHNHV95Nmo
QsMRdcN4DEk1n1Fnkx+A9DeQrGM6TY7We05Uz4O6/lSbYslacrs62LZ0TlosOQbso5VAXZfeUgUZ
CoYHfaQwMx8EqKtbe+PkWGlCiU06lpR2P+n5hQsXjC1bauYdgp3Se+h1phmKclmcywtQt7J4w/Lb
9gsR4mZjPpUJRs5vxXpQqgtERCKHpSbPKLcOMhq+iP5CiQlzNvEfe9UwUEpgecO/GISJO2UZ5/hU
761eOnsiT6A7efRYlguMt3jxjyFk6Ej39oRelPwAmV89+Cq+MUCGhZ8+inbujfcKmSzSmmWJpbWw
F5X01jcIa6JFazhD9Ybu22cwrnxfe5ugfxyVdeetYl9yh/DoRXcJ2lPbHdSHpFyM/VeWzu3sPYSV
N99CA3LquYFFDV8D9or+WU7mFkOo+p0KwCllxNNk9LNTTX+fHocUxFwoZ5FneOdbFDaHmE3D7k6m
4WbDXu2eM/1BdOZB8o23grMzEXtqYFfu9lCTtdw+lcGmtV80iuUCHDzpvHxe26Z3EG3vqDUPLcTj
0aqYwGhWSkaT9K11sEvCDmtU9nli6VvtbKotS0HkJ7S4U5Fxnio1lWi9tw2kPVPEFjWlYIypdmgq
1FhaPq5aScBE5fXGs3K2hXZUlx0CLKfEdqWkL6X8mUTjssRLMhaMt62miQCcLuQvGdtR89ZKVK2r
olwlEm6pRFoqmAAEiTDpXXCeBzPMg+krEI7wooOcNzYQs7kpFJnOQ0E9Daq5tiH9a2C9on8NYibA
ZyoFjAm3oSw123rocqp45MDbyqAgGrHjlekbuXN3gUwTneMJjoJTZ2Vsv+NSkJEzpMvGPGjqQdXW
AkgIBlK27hJa9XrcCUOZGWVZbXQr8NwoMH7BTRA4As1dBURIQSwGPPFO0T99VawiPF7xBKMdo8CH
5Qg6jSWuzUwVTxYBWXL0kQpUrwHUzKjqS+DbQqeoFdOm0uJdqtUPoY7kV0qeJD/cemgzDMnfG3Wo
zUSBCa2JVrYIVuqEIYKEtSEfXaI2OgjA7ET2z0yrnosIP0M/z6U7ryUyekwNpzjbj2JY4lPLq9qx
uWpnp7IZs9GVpYm629Q0fmdzD7oNNZ/PPLrFQB0wC4R1OmtL+ZdUeq9SBC0MM2WapB0ExpfJYV0l
cwVhvl2vh3BhhpQrwfjjR9E2s1GwY1SggjJyQLrxrOzMlq3dzi1kbIGSzT3zFPjhrkGbY8igFOf6
PMGBm5n2RqkIdXpULWLkLLRAMcAuzFpTuhGeeIZ/G7gLa+nZVyvXhhlokgDBxsnnGyHrjozSnSa4
3Wz8Km1kIBKUDKEv3YghSqR3FqhhhcC0DZEUoQqcafCBaZLNa7289/LsYCbBkbnJ6yEVx6LdRT2h
Sm37jZAmklZCOvix4RK58Uvxgq2XmrITB5gTqPKhIe0ZGNYu9tA4RQOC4n/HUSlX4u/1i8C72M+m
1LJ77DYz2fmYXjA8z86Riad+hmfwRmTilTjqy+G6RRx1hqwaKPj0RSA9Fs194z3f+AHn1MK/pGld
Ttgt9UAeE01VtrLcF2eBqFrtRjWIkCIasEPKWJSvbdxjjTUqg4o+gHP9bn0BraRPAeqDG9/jSsCt
dhF1HDdqVnU26pxp2J/jcxP87FCAi8lF34VPSZ2XicOgcThPT9pF4A3yjUtb127B+Sv9EfNXNZo5
mRYnw6ATrEt2l+l7Moa8YQ6Wh1r6IWY8J9wN9tq0Tbadtu6Vtdm+Dw1BBzUvmFQuGxuvIm6QsPlV
Juo8kuwvTrE6WLF+AeYy7qY5K8Ee9PqkGqOjjlRqNj+qvA/Gl4xtuH7XSmUVov+QbUzmkW++B/0T
ZyjmJyyZjsBh5hUDoyfaVWRIm0SvkdeT/D61VLQY53mxNbz46cz0H5lIYlUknJWs7He5w1aZrcq2
Wilxs8kCCS2SzpBWqsKvhP5ALTcqfzYkOO80WNx/P9Ir0zL1yyGqfZDWnR+U2jboawkleNJ4GomW
mfQa5jKO8hDk4atXUYvonUWbaaoyWKtBDI/eJBgMLX34rOLkDN4nxdok9ZGMnqzOtk2PLLeM1eo0
WFQsau7Vj71tRjDwvQKGZyPMwooUQggmE/7SVtTejQX/+33823q5CLTuijjJ00yemC4Z3B3cdOMd
82U4+3Cf61XczOQlehl59iI5+AURAM82/eyhdcUMxN3xlz++84mxaicj8J7fus3Xls5F1mAgJLWW
LF+789VuRfCWjHBFKn+Rm/+rstRZYWtgrv4cPPLM7CHVRQobRj22K41mg0xKKJmkoeTctHBwHfX0
qiTF/yOqX0IajpSYVuNYBkdbSVYW8vXWJ0p+hDrrSWWVDXWPdvfYf8rFU2Jshx9jPF/AIoVsWqXZ
faQ9S0Q/FnMkOv5BDojiOmse9movcG29dIgOM3ODiVdv52g4T8yfnlsPQO1T8DQaC5nMj5gM1J1E
lda6FnUttDrrZOO/NgoydzROOC7nk46RfJH14PhLUhfvzx5RwOef3kLAg5/SYVyNvNM+ydUrjn37
rnHYcCDzxqfxNoHFmooDRPJQEF4gbVCZVmKY9SSzdTOPgKsMUAeorH+2XuCkDe1O42ymCG67FXwM
Lr66X5uEIbXx/hw9lmqPAwnBaOPUr7pgZdPYe2gkGKY2IQLpPwwdkXXQLsJ02uO75NgMAnUmyyar
1z8mlY/RSX9OVP0YRjs/R+hjH1I0laQsROBe9bwZ17WqI059EOq+9b6Z0NMMB20o50b5MWVbfFLQ
788VxjKTaSUFuw7pUFh9FOA59SFmn1DKh0oPW+LExYNadMeqzT7U2HJtGjmFOibNaFwJ3yPwYtzG
hu3QHoXVfCD+gA6asnQmog/VYz76UCwCiGMmXxf+KvXea3mf0R2ARRS6IJCXPC+ViBa0Wqs4YSvV
9hzME5SDhp4441vF/RLJLFrDKSKcpaDy1Zj8pr2MOBywoUX1UzVu2myrIpuoEHAjDCwjvOxhxKFg
tD+CJDpPxsOp946h/pgTEAfT/zBmWMOx1XdpeiLaRvHXtknuTzin/u2Z715jroux+/mvtRr+EkHw
HGerTHbs4iluTkWmukrn30sUs2nX4eNmvlkmnKDFLlNrwXLI4xmK7gJdZ5vmD/9ez9qV0P/f2+kf
x1GrqFEkk6+2M1uTzCGLujJf5ERHIQZ3GHEMyAgUJRdvEgoeQ+S7MSSpYDz4WnjGnOCm6vA7a9OH
IhmXOrKrFII/YKKWYC6Sj3amqtpVXwFJ4bbpqwIAgoAqK2TWs3ljBO/fU6U186IqaqQq860wZJ/7
0efS3sSkUewQhN+YKnDe2P57D9aM82X/uEM6yjdfAbLml6soMj6S+lY19PdyTrtMcvfsOjeTOk92
hjrL9zQd9H6kELSU8j/jo06zYbjei39j8tOV22Rc1DxSTrJgOPI7Ytqa5+pRuocdOmem5v/jBS4q
m0FUfaaTubFDfTSh1dubr+ojmvjp3biRkXylANaMi/MwLiVFaBGX8N+Hz+wz/tF/6pN0T0fTKEvx
2eyUW1c6x8r+7alfHHOpElmqhtJ81/8wnY1zDioR/fK9qhMN7lSb4Lu9ERh8rd4+vx1/vF8tqa4J
E6HUOy8G5A4lDlH2bZRBOWGB/17l4u/vsP47Hf2Pa2TyuUhJpOEOmgi3EkGAFQFxSGOJqzX8aCZq
HZdyskDtssvQcBTxnRR+eqSjS96EnGxw024/oVSWvuMSHDyM134N+VRJC5FtgphdVgGdLtDA16CO
aecaqe1qiHfDs9ugzJYeFCR9IDl/cS3ug+RTUR6CqHPB7RzO1ErZ1cSVaTVgbRy+ttk+R0JOnoed
cGQobxVzOtthYUvPRfCpxPKpmqAeo9TtAjSCCmnQdgRlILXM0nsu9VPHxO8m3SP4GAoGMQxvRUh0
OjMZWuib0d5INlojKu67Pvscpie1gjYK0n01YKKhE4WpjSDNwqSwnH8/gt9jiv77hcIM+J+PmbO4
E/ZYYAggywuTI7m/Uvce1qAkaN07bBAmepGAdn9KlJOkH3gFlyW5w6io+qCaIZEcNHzrMYh54u36
0vqRdNwxaXO28r0XvDsyoCQoUMewjuCEbYV4nW2AHQZnXtwifzcrBxdAadELU4fEa6WuIft3vbRp
kp0kNl26sU0Fcd5jgl4jQVqZ1KdiXI1RfeygExIbordom2UC7TczguBkhPZn7hlOLr5qb+shFpUx
h6XNA4zivGiGUzz0H5rXrfRhdDTSV4aEsHnV3+vT25CttWZnTdONYlm51lldnANyA+RimDUkUrMM
JCIMcV3/knT/SfexKm28lERh4g66Gx3H3/dTXT3/+Z9rKsv6EfGMvG38wnywqrg+wERiGEnz3CZn
P8sIiUksF3ldTECesIzjv1+laxHs6kVSvCxNMlvTqG2luoLFnbxsEY/mg9RSGGaoAjNr8LFKHgy5
AQP9Tkt53kk1et4e2KQF5c4BT205FLe2l2tFxMW2POi2J6uxnZMw1cOFIdxx5HfvnVjrCK6BrBWh
YTEUK0MDnXLRXhYIwr+Nh+IUdu/9k0QvAGn40e95eqQCLaethCaKFY+AnYqC2Sak8XyYFdkeKyt6
BxQlxVad2S/NT5zcoWLn534nTIAHveFEe6mYFUIp8EntKCHrGGfmN7olqZ7Hm5qkAizUDL1bIlVv
MpLYZuUbzulKnqVHwjCFPo/rE2koU+AjRNyC2Wc3Bhb8HhT1lz1AvThU1FEp84n0qDtS4RfaKt7A
g9wh3ZwFjKuWZo+CWWO6Y24Y2uoECxvV5Uxi2FmxMJn7ZNLXxa43o7JcAeSd/5WbOrgsXfJYHB0o
6F2b46JbJg52xgO+iX2ypNi9I14ZNe4S9nGdLNtVuw3mYoF368a6u1pCXhxgpvC9ysz5VYxtdvD4
L9WlfML7SsA048V7l5ymubnmNs+Gme4Sjup8vz75brygDtliKy9vHKTKuZL52+09n+V/rMhwauOB
7VtlQhw0p4tdxTnfInOGPNchSWAWLoKnG2vw7/WBrl5s5xUIQByfr+XtpIdszRyE4/hJoreTzf9H
IE692M/sBuVJpY7WnWejSi/jvVCR/2VDrN54clda+d9R+3/cr0buSjHEvXWnSGevZctonTLKCWSX
FnZS3pwxc2V3+D3d54/LZJpdke8+AWJArxZ96+rjE8cPOgdr0ZuMSai3grLavlXtXNmYf78ef1yv
zfuu9BJU9l1LZj1RmFK5SUF6SbEjraV3C5URJ9mNF+FK9fZ7j/7jYhpUrp4kUHRgQ8tJftcwlpu3
bt2Vsk252Fd93SzGWNeYzuNbp67EA0ga479f4GvQknKxF1lWKnIzaIFAq5yIpLiCwo8D22wcDBvk
ag/mZMxlC39ugZznoAxQy6FBqhXTAoJ5agQUjwyQJVVbI6SgLRuQi9z2Z8MktwiSVVJIRtSXDMch
i12Wwq1Zq/I6EYG8bYmocIcGv0yHdZx0q0y86iqhkIz29VC1hZNt3YlUIVDU88jcSmT7qyXV1kmK
Aa9AoucEJZB99+87caVuQCb4n9tGZvae0epKuhtPEWpIBgF8p8VChUU4y/odpFcw1/++1t/fFgYH
/eelLC8o2kziUnkUKGuRVQu0u5o7nKWs/77CtTV9sRlDHlcT8kzGZNQkCBFNzo7oEMIwU40bp9iV
JkxXLu5XWBkmviQuEWhxuKwQGBJmHhjzzkKvZyiWPO8Hq96pXeEdwqBqN0mKMY9c2ghHWDG5Edv0
jdb/7/dT//1I/1h9wZjC1lvmwFtYUqaGG4EObAzLG4/r2s282IElUzMjefDHO6ncMQRCHRbCJvDm
1nSRvx9X8kUBWXeeng8a8wzCpAJoJ8K23nWqPP+fXgT5skhswjQpkfLemYLgG12232pSXdW6/0i6
6NbSubK1yxeYAg7ZYFInmYuM1P1thNA9zbtNlOoARMFW2NNh0kZrRlC7q+poaP79267si/L5ef3x
2EsCccrSUwcMe09t+ppHNxCM8735SwEhX+y3woIwrko+11c2cXZO/kNIrmAMDebm5P5v3/1i3zXD
pi2z/PzdJeh0sQjj7MbSv3ZXLpZ+RXyGVaV88jnarYkfevnGAKwry0C+WPAtI09TT1L44MQlFXlU
XMTQBP39+4ZcWcPyxZ5Y1b3vSyqfbljBjAkdnkqW/Q3s7toDvVjA6IgGPzp/cxtbqoy56Wykz+6F
7qDz/PfX//vN0eyLVRyknj91CeobXcWbrsF0m6RDfNJo//vz/17NaPbFOg6zfvJJ6c13Jmp2X568
mWJZ6lrvSABkfJ/gRWXvtRMEALlKVOm/r/r3UhrRxH+usCBBGzbpWb5rw/YjjzUDnF5Ll3FCAkQe
t9gyiP3996WuDOjU7IvVbLZtjjloinZYheK9/DSluKcd6TQ8abNbIO61p3SxsoswFAWDUqNdo+W0
HFkZEnNbio/IQq5aYPC/NST472+cZl8s72QIbUXzapJi0d1jBUrCZ2vYSiO+ufpXFxQ3wIe/r3XN
vljrZSoluo4kddfJInwqefBbz8691b8fyd+XpGZfLPjAj3zbL6pop/uLLnyMuoNc3FiR1z76YrVD
djeSpyfRTiJGNLUGIn3nZXXjRL22Vi6We29RnyoddyV9Jsg9w/RFGJtC6qEzkSV7a5+9chVxseIN
LepQkJ7vPaRbt6y+YGQiBkp4s4EckO9/P4Jrq0JcrPtRKE03JlwlIoarcqOOqQ0EPMww67XSxsPd
UN7Ywa79nou1HodNzORkroT2GPE+OCoGX1HPiaWvmCJx4wddefDiYpXbDMb14pzoydF+6ZLXJKlJ
6Pj898269tnnP/+jHmhSw/aGME1JVzh2GHKJ7g6a8MbtubKif2Pqf3w4HrFaU1G+7/QdOfItHjgA
8KNczvX8xg54ZTGLi8WsN23XdRlXaJtnotKwEN746tfuy8V6GLNCFEEv4aqYBsJ/P2tMpc2NHejK
W2NdrIJMqvoISU68i1SXkAyZ2Ary5s5eBrckhO/WDOAr98a6WAZ6UoyZsKZ4lxPqJqkHLVn/+525
ciJYF2892jO9MsM2xoiY8roAPFo6pAAKUyNTn/99jSutkmZdvPSaAoIjojDe9X5E1riZdeNBkbIW
cTDbkRKATk7+OefZzqM5Ur1+bk+ZtqJi+YgbIa0Uv+tv7I3XbuTFGrENL2gzs0h29XCQ9DuGIN14
ya71z9b5in8skDoYE1EmabIryJmw4Q2wDuCun7Wf3q8aky2Ty27JT679iIuVUkxKG4i0THYRqvTS
ev4/6s6rSW4jXbB/5YbeoQtkAgnkxp15KN/eq80LotlswvuE/fV7SqPZEVvT5M6+bYRCEWQ3CwWX
5jPnmO4nI8hnT4P4/hx6p1yWWOnsIlisvQtDpiVWnmAB8H82px6fq7/uLeTv9WB/ukp97rZWXXKE
3kIpYICzXIfWN9OCY5Xp5sfP22dn8fF9jxJKkjwy4Sn92b17l4UUMFB7US0/87Z/cgN+j2z/6Swy
Vc3KmWLSRaL4Le8MJcbW84+//CcXSH140+NUWrpdsvxieRvunS/1t/CJftkff/ZnX/vDy26kGXKa
wPMLMysPSJx4bF3rJzGIz773h3fcwJD5R/lBT/kBzsjf1C6++fHX/uyjP7yzk02dYpNGvFk4L0hb
UhEpXFA2S6pwwoFHDnP9/3iFjlfuTzfWrwvVR4YrRHsORq8eosSPz+GT6VN9eGXLBlkbmDyeGEN5
z1m5s691eVa//mwe+uzzP7y5uu+8Moh45pF+Ovfk6I8W7paW5BXpzh+fwu8x0X/z7qoPi9ahrpLY
PlaY9N6quOxe62vrlglDvsh19Bwc1uGWGuIfH+uTJ9X7cLlSy1Z2ENrZhVVSpOZvtbR+8smfnYX3
4UrFYyjm/DiVxhYEnCrC1NZ57Oogy1EF2dn0bie4KcqCwO9I79zGMn69DVTXX5qucvdVbqpTBspw
++NT/eTOeR+uqqu6ysjayS4aPLLUpz1FD96xeGxFn8GPj/DZItr7MCB29kjnOjLDi/KNXm+qDfNg
lT+KN/8mfGJL8OOjfHLLPvrBdVP5NkqF/MKPCbMSxa7a9icn8NlHfxwTa3uk5p3vbxNkL3yUpmn4
k2/9ydrQ/TAk2oWcW/p/eG8WHrPSorNfDvUEKXJsNj++MJ8d4sPIWNk+eIhlyC4GaF70yYP0UET0
f7YP++zjj3//pyGr6MsZny7rjqIgPXY2J/sx/knQ5ZOB1z3ejz9/tC0NSkk+erwB2Y1Qp91Mr8Xd
jy/LZwsm98M7PjWJZwUjpTY4G6f74Zqal6MN+sq8dFfDS/flJ4c5PuT/ZtRyP7zveZOAv8g4Cfxu
uGPmoztiBcbM2Sckw5A2y588pZ+8yO6HF3lKQh0m1K1eUHsAg8szwAb3Y7hK3uqfTeCfvckfWx+O
8moX2h2rgxi9LcIVOn4Y6rd+u6PcGsZ/8LP04Sfv3Mf+h6YvOrTLXLbGQJiyDj2D/o/vyCcP7Mfu
h9R2piVsCPgPFig3tMrWcwUo68cf/tnX/vA+y9HqF00H9LmB/GYzA4bO7e+f/N9v0/+K3qvrfzwy
3d//hz+/VWDVkig2H/749/uq4L//Of6b//M73/+Lv18kb23VVd/Mx9/67h/xwX8cePNqXr/7A92z
iZlv+vd2vn3v+tz8fgC+4vE3/29/+F/vv3/K/Vy//+2Xt6ovaU+7fY+Sqvzljx+dfP3bL/Qj/+nq
Hj//jx9evhb8u3sEZ3SYJp15/es/e3/tzN9+UepXFWglAmU7tk8dAPvg8f34E0/86nq27/haKPpl
pOa1KKvWxH/7xRW/+lor5VPzSUTXPX6LruqPP5Ler47QdqApbnQVRUG//PPsv7tB/7ph/0Vx7XWV
lKbjy3z35vPp0g+kq6XjgiUj7vhh+hjCSJa5B+9C1G23G10IlbGjnSN63tuPTdz/JEHw/bP3j+MF
ns2ZKQe+xcclvFCdLjWU022RNcSQEIwtm8CKwp8VLHwYBf44UOAE2pbAJ/2PiRqRNkFlBSIgNTwB
aUqbvsv3jZsgtIsgLRIzs6jqVlAPK/BEKnRO80zLmuYDcm4/eeG+f5v5Lq6jSGdzed3A41J/CIS4
bhII10O1ib44OwSNE92rNMAzOS8M7H96/P64wX++od+PsL8fK+BG+jTW+jRHfYyGTOAuGmBnettP
k8Vw3tjXxgOIawZdPDqmjc/KeEmuLTH8bGP8IYTxj0PzxNqcoYTa5X6YbVM7zjxHDRpmmjOe0z0a
3zBHthdqrJhLYOaSEAocBe49HLqrmOu8z2nhvO8mjzJNu1YhnPiqePjxBfk92fyvye2PrxXYNExJ
6djiYxmDU5fpYLme3npVU++CLPYPpZzpHp0FCBIQL/QdITWSLbAMC7o3rASrPEOWpTazG+JS+vH3
+csb5zoBJASX6xRonoUPU3uJC3b0zLF/f5lZxqZZo6iBTVvqecdiHE+qKFrynxzzL2/d8Zi864i3
eOHt4MOdMUUxK7FgqKomRMN5TkGBKiFZ/fjM/vLoqUDa/nGos33h8wx+WBLpqgusBBO3H9etvOyd
wcTgzLK+pA3WKt4mq8j0ySBKvz5UWYFI88fHZ838YTRjUNEQG3j8tCt9+bEaJrXoG2/RiO7qyVYS
v14Gu3slfWELfA1d/zqIwH6ZFiodGmweD25mO+25nnWDQKKrq1dKJvP3PDp22ORx4SE3spN+2WHk
cuA3JR3IoVARuaEJyYrFVSlUfjWmMDAge7rzfR4VdvMwB0bdCLD3WDzdSHxzSz2ZK6srepumWMo5
HlJ612tEelNDkDgo+9mDFTG3bHF8k9OmZMVZ1wLjEAEtzc1AiMxtHVGvwXHr84RwpNlafQaHTnkL
wC5hkEekWZJwiWeo/I3y0CWVwpbjvhJdDG3Nqhqo413jKXXVEDL9TVZ+AuZvOnbqTl3R6C8FDEVY
uDhukHeu29ryKU+NS4R4lZ3R4NJ1ABI3tSPgSNK/57jf2IS6893Qgp04LHaXd9dx4yzfirkWFWyP
In5r7GiydjL2XBtHWE5qNRgT6qsx2RlnxVtJimecjXgZXZ/VZxnGy0siTGfRmdTj42Igobq8HWvz
nLlaG0aNgi3UNNnp87hYk7upXPtI8xW+pHTLOTYsC8iPAdIztqursW4ig9KLwXBVNDLRZ3YiW4Me
RacU/VkakEu6CDA/i2V37qYDs1rsVTi41qH2hAU1XPTzhfFHF/tfh9q9jmv62Wh78WgUD+v8kPtS
sQqEQEUFdmcgvEvZII5EBABKf646woRhpYZvbaVjsAEMi+rULrxq8qmMyQEV+Vkrn4VEb8RZqzG+
jj27QkqatwWeIidMqVGLh9j+suhWs0kd26q8m+skdM48v3P0ReULnfh7bs+UggCkPfax5+pN+8gz
Of2b9tgF8FIrxgY88klDdGUZsQ84oN4YhMjjSNertwTrBpdRsjDjuplCnjrjGjYEQerTaVR5I/mk
PnNDZIpWkp1m+QQlB3bmkTnAbI8Lw9L0o0zdQJGHH4iaE19mDfRQ00K0rbraxPvFyxVFn12O8bSb
JKpf0NowUlo3Te4d/9gbNc/VuOm162WbxpMR6NFEK/C5gUr3YTNhogG/bWj1o1WhxTQ0ZfnGMXlz
CaiLRF5Sxv0JQ6nFubi6AYbS5K4B87Tkr4ns1LzHKt2mu2UCs0ZbQUz5mXBSlNIKJuRK2WZ+T/nf
axZK+m1ZIjjiicdVmfM5LkvnzCA/rKiX10grltFfcqymeTe8JLIUPOCDP0ZfpjLCqO6lU4hB2wEV
th/Qxj9r38nyLaugydrraYlTwkK1wqno1h392VGF5WGRoz1Regxt5DiOYXqg3zpEGSblsrGLkaTb
5EeTONCLCrjPy5FEZn6J1jjtTa2g3x/x0mXjIynqaKCg4LenU3qbh1zZdZkBa4LUAfBcDUHir5p8
RI0FXgNVVp7YwdMSJcllLnq6K+o6sQFHwC0aNuBnQxoGADN+zUNXnIwJuR2mL9c5r5a4fYnTTMp9
vgRIXzxprG9WNUQ0/7YzfpYmSrVZdVYbAeCKHPoox1QO53nG+oD2Er+xD0uDVHaTFJGnUtLikUeL
95zAI1tz06BRCq/J7koVWa9doYIrQK/IUKzFAWucVZUALZ7o1Gzayk1+C5wFYXgoguNAFmZ1dZeD
h6KYOA5DIGNLYKATOk464+7IDT0NUK3vF4QR3rlY5FEpYawh3MBxoZOnTmp6BGVY1/muo3Zx2gfl
oPvzwfWCaW9h9u1XOoOVsO3KPH8sh1zMm2JuB3Ye0ejv81la7wzLGkx6GFkUPMZCftUZy+M1S2UC
H05iMJVGthxQluoGQFzpynLLMOyYs6SE0nlopwUiPvUWnTxZ/CKuTmkaaD3yXYLhZuUvsZvtR8tr
fXpTS1QpoheWwO5UlwuCj0rG57LGxQ3lpqxvF0nL8pGX4N+0StP+UoLZ6s9V16iLOhgDGApuSGl5
y//uQEr0+IBA0xsInWX6zfJq2nOhGaJG8WsvOGN33wYXduL6iwWfqmkdoAlDbuqzCdM1qrhkGqDN
1JD8ClNTyNgNMyBWe6GGv897qFgJox9l33kIKTMNoEoOY51IHDH0Qa5SVXKKWZjqk3KxoaQYqqPO
K+QFQBS6KrEx48bdfOX7dW2fzWHjJY/GytvqvHGpgrisliyGTZhrq92MlMEssAMQ1Jfiin6n8ahF
Z5yk+SVxigw3vBw1Jq/WpAMaFRnDlzOF24KYCCeaw7maUeoH9LKa3nlipjADJgTtqzNiejWFKbmd
m+m0HZO4f5Ke8GixzwZpiKhMIthnmVOcAB5tkbOMjZnfZr/zyytHRfQgmNqiy8H1m2qkK7IvbWBo
Tp30V3Wa2+Fm5LF9bGvmvXUzyhLqv5/kOHOmdLxr2yWaH0zsldPFkDWhdV2KpLv2oTjRndo49GJW
heVdWG2YIwwmUo0tOS6S6E5bVgQMeima87ZSGLrF1NIwtAx1np7SFBR1b6EYG/zK+RR3T21NAwms
Rrccr1Xjdtehj+7+uXeS8DFxrTw95JBiu01IDtOjb0vROCtjXvnHChwGoJrMjpJdAC6OpWGibo0z
cZ2nHgDyzs6cCEoY7r+rudVYV7qljhi+ah2R22gMFGannfOnuA5xx3hOx5gShiH0RQ8tBihw1kQ0
LasgxBy92NTnVoOGZDb7tX5zk3R4mLKhVNvO0sE1b774AmslRmBkdTFGZjV/pe14udF1iqrKCmV7
lzYxdRtLsjSXaaj8+iya0il/d4cqujVaLRHmj5z287E/yhPsgQmJ3HxsfQFZwZqvz/ycVQhn7jyP
pVEUfieFae86L7YvUhXQ8mQsl5yH04rWAOgykPJikWMYzWUWsqCw4+ImsYcjTMHz2ZvHkf9ow4O3
QDMGGOx8mXmoxl3t0R4T2G1z4s3M7dth9qFWpIUGYNkmjAWUuLcUZFMGgfvDj2xMuvhprGAzMNSN
aE0ZZjCNIw7GdRMm+SFLYRZvIiIRuO4E9ROM9TL+Lc9K7i5FTOO91Ut0afSpZd+cIHIQGc0FAIUh
WJ7SXkEj9pjywA6YmKIz7hBfKLJT+0ElfvtaVbOEBWCE8wTuGUWwHy/xF7ZqtbmIFlZnAxan0W9v
tFfBoxrKMEPw1kzKPPI8dMHXzKUU89m2G9GfsHYE1bFtwyFioZpCdUo3Reem3omaQj0iEvC1Nx+S
3IurV5ZG1WWZkuyjZVHCrizcXOo7eHIqPpPYLRzYA7O2abYuyjDcLwFluAxoufBaattZZ2vmyDKy
3z1RBznkKD/kUpvcFshKqXeP+2F8sZYsoZ1+7PsHK2nG4lKzXAXYKloo+YVEtxfPE1jh1pqzB1yp
kwQTIXGgyNnNg7XH+rXaKkIY8dZ3ckXL3GzQpdgOfC0VAm/feXCFG369qOmftNwJrnPdhu+2RzoQ
yWanz2cuoIb5N9n9qvV8EEN2GRaH2cvSbA/UBq5dXxQSvU/i+ZuldeVL1HbWM5ONa8BrhjmcqJht
yDqrk+HFd9OBti3viJAOukTPx658SFxFNDGbSLeMAQfkfmt2vpq7eFNWKQjEJsDlFjUWxZVRdUQl
a/gQN6Whwms/5yltpZWcB4w/Yc6snKHidAACaBNtarvx32yeE8jCNW85qFhDTk3ofGKCihZkR4LZ
7KuXVPrcDX0drsvWk0jFqqVnXVknArhT3fk3MO6z+jBrE0CM8x3zKOfI93fVeEQKe1niq7UseJqq
MRmWbdRXzrupSnL7VWljXKmwmKcHAbJ/pnbTLPapsSz3mWifdA8h7/FlbGL/mydSzgD47gwbMNXO
de/VR1pblvB8LG6tzvugzo681CiNT2YqPb453dGK1yH85bBRo5O9dCfxaLQ/jXhsrB5ZyXyUACxF
4p8vlYMhEy9PATZdy55d/OiM6iIxMej1wgQTNyBzOwEpxu5oBQ0YHobt4DY1eyazDChUxvhobLNp
xpi0gEm5UCHqgm/1LbwcHHzv+I6V7ATIUGubsDG2VxGO5EdCIXGwtSaPTWxeRTxRTZsM7iYkPv0q
U+dI9F6gNexN2Q/PQ5rh+S3HYflSTumgNzyqMFfnOQUz0XRiCY74tVjuZ2MTAZRt2XcHUYom/1p4
Kirf7DyY8hPltbZ3iIECWYc4VQIxccTqeld6sLmvGJ/UsPb4CzCqJhv+aMH4j6LZn4aqvwtvX9Xv
5Z1p39/NxWv9/0NQ+5jL++9/ho3/EtR+WL68Z38NaR//0T9C2r78lTiar3yilvYxCE0o6I+Qtver
RuTk2USabKltJf4V0vZ+9fgLAkMErW3H8fnRP0Pa/q9O4Hg6UCDEpE0Q6T+JaR/jTP8K+Ckd+Cy4
bA51jG4T2PsQYTMdcoBYIrwqwoQdimWa/WQ14z7y52xbdkLcs/ntr/90hf5N3PUYw/3+oIqTJpbP
qt9xwaV/H/yifET7qevDpukLOgEa2FHQxYxiyKicDJtuDq7mIpMiYmmRxx2itjifnP8oBHc8deUJ
qYjyOa7Ar/TxW4zT2FS5nR5Y250kANVCQVtbtIij+7d4KcRyr1Hl/vjUHfV7ue/3Zw/rwBcEfwPb
8ZyP0fakna3Z8rpqbyGUeei97nxGfzLfDvTJQ90J5XSjTM/eK1St9zWpamItDYPv2ncQNq2ydJrf
WjON7gsqI/HIChsDXpIuUj1McZlSvQ4Hqt44yivbQ+ylIr/zMtWLc1aPmGgakKeyLsrLQbd9smc6
ZzNr9eqa6PBl02W4aEPHnsSmEl41noVJZtbW3MvHEm7J2sNVQhIgJ9LFvWvSk7LQMl+n0xggS4kY
uY9T2XE2sE0EuycX2QPqvvI9I3cKisFyEWWrkwWtC1KCMXrXyg7BeEpUqCMIODrY9F4s2XWt+2s9
xo/ZbJCf5ca6QRASHt3R5o6IYHMyE+S7IkcAC1CV9rfcKkARDOUd3Ax1F7m5dQjrI4DWdo42JA6S
+qmgIrHM9n4z/749vVLNAqksRo3tNO0XNtVPVi4p1yiU2Ota2iz7Ihap81FuyC6d3b/JEfpZUP4G
UQCSUfAaPJmrL2YOTqMCnGUDoWutFqd8rwPlvQVDXcN6nQb7dojcx8JP2y3K37PJq/t0N1pKq23S
TIz3JaviQ5+zV7no+7K6cn081XMxNHunseb3palNd0KfrDvBHhoc7Ky6jvLrfrK6DF+sEVfAAb1v
Ve7BwlR5k2GRU+54NUrj4SqIZ8NNmZX7NMUz8Kg46FP/VPv96F/FxOP02mQZquS6Kpmu28mhpRQp
QdHcimQZ2zuPGzUd8myIvvTa6oaLpvE7pvhSi1NFaJOeaQ0Nd2t40QKsJTNVf8s0gmSiANS/sCas
D2uPjGp/FuEcu6e+vr+Ns7SAmm8RgQCN0WPjq8DRb2Nh6xb5TFLEfM9UlHs/TmAZQb7wb0UWK3nw
QVmWJ9OA1GKXQax905PfP+RLiZgwKiz60yECBw4NsoNnY6Pucxb6VYpIBiyPo67cMZgxhko3YV8U
FPHibVw3AwXMczxSbuu0zOSrkt3ELhSZaQFYENPbznFV32bGrb2NUGn54jO0Hg1DdW4hM6tTZ+8m
MWYZRV3+SV6VTn0/GCB9cIZm5t8iz1r0BL3BK9oM8C3XfksuYj10FqSKNIhVuZtMWkVbp6eeB39k
Ft+P2io1eyeLtWVRMKhscldF9KykyRFxR+QDPQ09BvNOkkrArqGaah2b/IgxLfKgP4UGia3Wpu2F
86Id+crH/AKplJ0S6KxCBuE2sFNhtkT8EaG0gXLn57SPVXc+DpV+mFQm8zt8PTrHiSqC+6YMR8ji
St5pz57Y7pX9lEMtbzKucZx4YjOWbZI980IDA48y4cEKkw2O9WS24nTVtXGgD0UmywvoM/DSo5Ra
Kgb5tFN3fW016i0T9ozOrJgn/5TZUbZblzBbcaZttyMt4rOqjfwSP20/LyKnZFo7A1pjMb8RMq/j
MywuRH+pbS2XFTlPgW5iNu1IkbBedmk+jmeyK+NbbypGD5RHgNXHJcId72hZK98Wgm3zprTZ1nIl
E7i+5MP7hzn1WrKxqejvujILoDUR1LZPCAjh/OVKpuUZL60M8c0SSdsS0Vxu3cmMsEkaj72tKSdd
XYqpOEK1tBhPGwfzy8YVc/uuCXMjwsY2idLK84a95ebespkZgN7swe2z/ZCo+n5uaa39WgtPXXrZ
0OAPyU2LnErJ0d/6rj+8iglNzGmbloatHPjrBgE07onML45+gBEw2MbJSaStUW0Wb77M9U3l+F1H
MBd577omCwqz359eUTXVZjVDAd9adDUgmiKVtfL9wLr3nEVcW6U9YcZzY1QsQVHEwPAJJAAhnAGg
oyxSuO9GcPVDp2v2PWTwT4cu89p9GwHFv0EnMVUXTp2Ny0UbhhU09TqKE/IuCWIxobrkyp/HMt9b
jY/xvpyJo687JdOMirbUdS+zFnjKyoNIep15eX1lmYruo6quKWonhwKsHIlDhkN34sHZwDHkUluV
ABZLFxaJBuNNDepciTU7Tu0W43TVRtdmToBj4+ijF5cv8sK4GV2JHPPQykry/NQr7Bgfpeme3GrB
sVBQ+V1FzF9AzU35hB1lomlNm+ZMDS1UOW9Iqvs0kjU4e9pfd1XfiefS181r0xP+YhPoNM528bul
3YNED25NDyX86D67zqV9LoTTXsKHrodHnQpkUIJkU7wDmN0/ZBCQr4l696BXI6Ou+zHMMHbHcWDv
R7eIy02jOtvF1DvTVSCsec7ZAvfk6xJv7i+ZT48Ln0EJ/ywjWRnummYmETBGCKD3bja1HRzccDm2
EeZfvZyZAtnKUpR7jxEGkoZLoehJSyFHe2YHZRefTkhD+CGa7zHIxCazcyu4bJx5uiWylLRnQdBm
8W4cKCDeuZkLGrtyTbWvZqjz6xTPdntRQaVeYPK1QXimWQV2Jx0SMtYFrlt97Sd7OA9Sa54OPciI
YbM4jXfBjD1qVPe9/1pnJq5xVC8dtofcWVBmmCR8B75mF2d9UmFCxFuBh1K12FpxNupoZHhwxvcU
oQFEahvk72FAtNdvRM8CdjXHVIAz8UT5Ma9Iv16mxvdyaIrV0PXDm/G9q7h2rLOqD9otiKvghTAs
hFDn0bhyqz3LnNo15UOJ6JFPafb7hJkh3DvYIUnPHRzTOcC9G9IKiqChvWYrypRoWyWclzyu0/Ml
74LXoD+WZbGN/SZiHZ5mY1yeUMXsHgggQQU1RKiqZqxXlmUwEZaZeVd+AaoYdMODpfPsOaLYAJka
wc2zml5ff+3bQ3ZOLaTz1cRFc2pJag1q3TBTJxhChU6TF+LV9kPq1bdjGwjysxnpySJkjTA6w+2i
gYc7fblr6vw8lPKlOsZp8+L4xlk1CdnMdAB+tTikMwzE1O3ILSYm2hPxP226wT70UeRvZmWz3B/M
fIhtk5z5xkm3lrKKta+tdJtAdL/Mg+KKZVC1MUfrl2sHt63JWAF0o7NH9bsOhL5oCALgO81OPafc
Z3FU72b0KJsgLw99QYTc9c7cHpdP745PgXRxSiWjQb0OkpF+oWTlFl26lVOrL8gZ9TsSJcOB4eFb
r6tsTzTopcNJZKI0PNi+/s1uCr1Sc7qdnKG6ykLYAFTxn/I74emM4AJydfZURYzOVBqJfTbTu+2R
g4q7XaeLGxbIQCEt+yYEykOqwztERQeLRGFKguKcnpIIpPTVkIiPakL43gx7gC+xRlqrTsMKoGxS
ICdy6PCNTWVdcAdxECsnvY0XSQN0I7yY4WoEpkKHKxUcIybNHGSRRWkTLlaHWFtdX7Nwn9DWD2Ox
doTpWftZ3qtx4vFMNKW6p01LvWIbjy8Jkr94y+Bdyzg3BGbscFtXfn6KGOxaSBzvnRfeOx5S93AA
WMnubm3P/pNP4LZtEYyyCzKvteOWJ16h9nFBg37lVd6ptHyyWCO4kiFb9k2cIy2Jn0WvnM2YYrBu
xd4y1tGwUj+ZkjJghFwaXdJS7+s2k8glzMUypSdOPCXkkmIEAMiVKLvF8ECLJUVc2YW2vwbkRTqH
YtnCig+109/XrWKi47NOO4q3175bXCoFzLQLnEdWLrO1ymnz2pbFpJ5M6/+Wjti3JjxTHhTfPc6y
aduDemcaiqAK85jP5oxGWPCoAk+JzAt56xZFdSYC92Ze/Fty+hjoFqEu1VgGX7yRPMmIPg8vU3PG
M9rfqzY7pwjmvC7D8jyG+T2P6UUpXZD4WU3KkvriFSkBuKEmUyceYN6thG6ZIw/paWzESDjubO0c
TbUZnDKgM+Opq9u967q3lpj3WTKUhw4nDjR2AoXzXMRPwTjg1pBQOWWt86e59MUlgsC83kLici/j
uA+RA7U4HArl3ORHQ7sVohPtMchQhJOANXa6cm8ts/waShSFRcJaioxFcN6XZAQtbWe7EOxqPhTg
y3Rdn1KBcVrZKU+oDPubGsfG6Rgv97bGAG5TdfE8OUTWVUsIoPYr6qgH3+xIxZ66EIMholjJaZkJ
eagJC259qijW1RjCOq/muHhdavtuRtFx30umuzEgeBAy+sOYV/et70S3Q0oVbZHlLHqFn29C26AN
kkm1mbPwt1S0Zw1dCbu5SPFkVuWIKUyRDCQQZ9RzJFR4sTCAn0lQKhna4hxhjU4uir5NdkT39yO3
Zm2PFfq6WNpbX/WbysGCksVWy6RM4nyRpXNFlRNDfWVS0MdWuE90RuasdxNSZg5cEQcjyakzk01f
AVseXn0dmZs0qhHFJnRKMl+GKxfy6pk7p80Os/QZG85k482TdR8uaZkhMyu9L74/3ejE6FdqFZaY
zSXU7/RyjOugOcpjINz3TX/iKPu04uVhQQ6pedK2vSYr4j363OYLsM7Y1HxT0uBQ96Cx/AAlq4yK
nTNb/R6tNy4aLzL3ZZrD/YPpSG3BkSObuRQ6sBpYljC7bXuFaKbAJlA1AQk5whargcjBlZSDOhQ2
4drZY0tQ4Og4i2OSkc2Elrdn+SBIqCEvCBEOxGY8lxU5kKxJOgR26q0nwIlxCYq2caG+yv1Sp7sJ
HTW47KHV21Av9SkUdHGalzyuHVx/CgLKppgIJkhCz+NAgdVd7A1TV0M4JvB+7Uo7kB22kDAm/z3Z
1D/cJmaINLZQ6g9ccMWK0eHIom0VcpG2EyTtAS0C0lwljdfh/A5JLkXrkRoyBEdLmLB83o65iI/F
PODYvwQ67Af0AFbuudFmmgz6XtdaVB3sbEkAkcm8Q9Ihd6mJCOe/OaMT6Wu3ax7MWCK6TUTiERZO
F34ruBhtu6ds0/aGticVR0H0Ks81LYTsk5Jq8J9IwYmifc36tPTKw1T7nTJHCGQbsEBK2jJBd0EB
lJz2y+I5VE4MShYBCp+ePMNCZLujF+iUbF8nUwQ0y2ADFGKXOElrF/+eyU7Jd6pd5eTVS9TVwNEa
V1DERCpgFeRtsCNhhWkZJtC6c6NuXYftXhfijUnXrDXlGHdtQwM4yj7pbN3EQhXrTiPx9gLfsq6+
VfVQ70CvwIz3mwcyGNslIDc2quqqpXE7bQAapVA1cXKQhhmWFIJ4hXunYQxYUa8on6mBabfNxKPZ
kAGmeKPpDy2l72QJncE5UvHG427Mfiq8rjjlVWx3UUyyP5GFdUHjDnvGnkxtNdIjCWU3WJnKpqpp
9Kxmo406AxCUUNLV2LxP1KgiHWMmMcrcJH0nOZ1uqh+DJa3QeZk2kuimsdeEdcPeaXKs9EqXc/bs
WGGKy09lu8b1q2bbNtByILxRn7CxhcPzGlGekm8sIpaw6iKXiMTcxOx/F7IR04qAI2sJR9fUmsQ6
3nuJiIZNPfvyMU6oitpQIhKfCm7thuQbIBakqGygx/zBJvG0SuJ2Om+6UcFcny+nzs1OTN++NyiA
U7zLa68ddm5BYRCphm08zc2JLDuszZRbUbZULTfuMoaHqmujqzJszYMV22urzVlr5Et8mTnsOlYs
V785lNxlq24U3XlrBufcsqDNJpTCWI72Nh3D0O5/s3cmy3EraZZ+l1oX0hyAO4ZtIObgTIrTBiZK
IubRMTjw9PWFMsussqy7n6AXeTd5dRUMAj6c/zvnUCl+OweVte9td9vboj6XaVkewomjLVYgEiCz
8VoMSwCv/yTUrJjZ4WBICLR67lzj/WRET0u3R4m9nuizlHNiH2rPGs86c95aN2xPNv2WzI+XHx5t
0bTSe+SYrlQGirx7dGfNNj+u7o1Yp2/mM3RlDklzGnzq6sla1Scpl2Ne2+axmSkizXjV79Os805Z
ETqHlogxeMOm8czRd13rdtT0t25nhIyHePYHSEOeijckmngHgNsdraquolQKf2tBSjAY9OMXzor5
iWZ5HnrHah66yXnyJG2ppV1Uj03o+Bx4YnOmycyGF2wyuha8qt1aiVftMzdLIp+uMEi0K61jUaSV
oHCm/q1HiX3GWXuNzw7R3odS0n2xk9fWoWvp601SaIsc6ZwgSVqLxkjonJ9v6nu6m5p5APOYPoTy
29e14I+oPCTQx/8LD6kZQ7lFImc1ch7uw6l7hgHtN/NCEl6YpWQTprbdb1gPyPNknH6QKRadfLbt
fUWRS+t1+z4chq9RyGUzI9Ye87HhcmBV61aZeGZ4KrvfOVcMGlASwsmFSg8DMbx30qbmZBzicm+F
K4t/sYxv3NivQFT6Tzxq+ctK2ZQPiCNECQxVZsiPhyFsd7HfaorFr1wrn/8FbcPsFDf8z8FDlIxU
Yl5VXRDDVoxU2FldSbyaMeyFadrtrIFKNxsleprt/hxDk8RRCHP1uoh65dv1aRAqaZkjk1UeKJmn
MjUmj3rAN/Bj0Fx+yfuyfztr/51oDsmoxbWiVLyanmFsnhaR9BEZrMt2IRf1Nm5WqisG60r4cJSo
Z9o+kyXZZ9Itd3ku3xk40Lyxdt6mXzjk28gCnOPYgYOMDsyumZybSg/rMTZ0HDv1AKmz1s2pB/nf
VwCa9yZxvY0bUP2JUBe+Lleyze/Vn9HE9YOb0eznezbHEM7av1pInn3pWv3dVBr6N4WmNKCm4AI2
KDk6TEMe53h4R4miAMuCT+RUp4LkLK+tfoKR/zaue6SHvn5S2CVPmIKA7mxSfcGfZzhTrj0xF5+W
17sOhu5poJiTGBu/3pmMJlpdVBBQ6/BROb2hITJIb9BIg23Zpu6JkX37IMaY7rYupDqUpvRib1WA
Z4tPR7jCubmZC79lMD/27pfnKOtQ9XaSbprGJRUel4P+jRS1/ioK5Z3h4ti8K7YFewEr1qmm+srz
rHtcEdPJKi1CdpCvKIWYh/QFGaDeO0waojVtqVHox5vKrqoLOiOIaCWPEIfBXZbOtz18dhTQj+un
1nIaOm0e8jhLj/USJ2/BX96xb4IyjbDpU2NpcBM8wmvVHEhLltNmoQPKdPpUsY52xnlGtq4jKt9+
EOfl79Oab2d2zN0yivFYjN2hr2tmEFI9gknyRKdqpSgCCUrfpjQTfHUOXgcYOBvwBTZTF3vPD/M9
f1x8oiCAbC5/8U0OIe0Rjd8/dSK2+sgKqzZaOK3TQoMifPaavE5O6i8ISkPzdoWtQf5sk98cLJaf
owrZs8R1yhQqp6JNzNtRQ/k25RU3cTKx/FLT7e54dAvk7U3jqnIXKAl4ohUH4cVtkCT/wqhUUVjJ
3g9TwFfb54rjdHZEVwl+bkd8OUlW70n69P8sbqXZixuzRdSs76CsnZcYYvbsjzG3p9zNcqAvSz3G
msrNoqZhvENp25hpajjCcRbAHjf1pyLgxVRtemWW8+W5bp2Wx2a1Hxtlhp32LTbgrKElBVCm5EPK
IX+SlgnKbZLN3FqHfDiS2wlzE86MtIyNSloK2TwYq2zebPa3jYOafGWvyWvKxtTdXTtYdoONzwiJ
OX1Bfxn3ZGjraLbc+JItXME0eOMbbdj+LQOl8LyUjvO01EI9XRWjR/QddXZy3Z2XvygxbR0jLfVu
iJkklI8Tu9oLBSwAzxWhokeOqy3dT4w/aOo0T07ofGqvLj4w7MAnz39ZZTu4fi1Vv9if61+QOc1q
thU+EZeVQS2fw9Svb3YReLhYWgriqrWvfi1exuxtCgKeD66nAcA66pt2j9yxAxTqJpPn0U2sG7st
u3Nuy+mmyKlNjU05krdYiy2U97WJk+jTl2H0m0OYU4IDCcT7gyQTJdUMg1lgxUYe/ieoXXmQKz8B
Xgg7CSLLWgCw6r9AN/QSGhPp4LBtvPWubAf0zmZcD9lfIFz8hcMr1MA46rkqf49m4HITcZpGewtE
MFyMCOS0r9y2WDbd6lj2hUw3Sg0p9qK+4y96zjzNo/Uiyap6N9p9+7yMej2W4QihCuS/T3rXz/ce
QsrdMtP97bY4JDbsv6xMxu2c+64AY597f9p6QePuQ9M7d74zcvwHpkFi/8vCUy6cvs5Wz2CA2YsD
N5zb/bYU/nSmyeswxI0ldkNrhj9BfWXqwWSRdUmZfOkLh2NsftXWHSC6WYpD2HTPk8iGTenhQVjS
u/xaPzSFT+3I2BKodJuu9UvW+59h/3PFAnY7zN0xwDRBsxNP+HYw8sLaGKFsF+eBxGplJkYKKwow
c95DgB6KspefZz/2NkkZ3yw502cvUdx5xws/8EaBjm097FC90y37XCzN3lvnIRobGtKoMNz4jdyE
ef2grJoZBiHoy5DeJW2zHw19L2Y07nEanSdDnQjYDf1nODmpletpZ9H5RxUSjFt4bBWZogsGKNFG
qzgGaP5JlVI72o57uFf+f/4XtsjcjJJPDjiYtHD6pjjgZqu7elrieefij3r2uQXu8tTcC4sEiYAq
FVoYaZArYF3n9i4T490U+zTHjPo7JMV85SZBo2CaP8JFRf00nhyV35aTCrbXqM05SKOuNcWxX4T/
QMX3xS7HaRs7LQxV+eUGwb1aHBRK744+tI7Ef//bzQEXxmu9fQET/lgt4ratzK8y6eeoZSVFJPEo
+vYPVUu7TxfA7AaQ/ySJ2tfyHRrV4pobL9h+dsmuNhNu7oBDZerDxo3pbRKmNLp1LiOMem63btyV
+wrZL1nhoCuWt2hIXDL6kN4L67ao88fKRX3pe06wMfPoTcaBPkoSUUVOQ3tdVek3vp/jMqXQnO6b
G6ZtGknZ+ZeeJeTAiS9mT2H6lBuT3QZzP7/xIpCybte4ivTEE7pKw3xj8GZDU5a6huTYhlexDBJe
5cW95/6KJziXC1MfZFq8Lu1f34tf2OJOcrBB87WpP6+aHJqixp5gj/FPq62c3VWf2DDi/hzl6H5f
169oFFXxK2YC05+LFucGPzrnsIc0h32+jRmMGYTF2aMlR85c7ObO8eS9Xy60CeIMTp8xT4ULh7vR
q/AthSxeZ103WXLDjCirokRN4ntkPd3851AJkwVECRxTnEHlh+PU0z5W3dC+/79JFOffzXXwL0Go
0BQVyiezN/G/Qwkx04V9I9Lk6A5h+ljKcnia7Y7Lk+A6YbYmqIVPH/zEN56NIxp0BwFA8OMQxh/1
2ECEu7W0KFEuS3ohpFLzE6Riiz1lRsfYYB2ls7MnkTXfTcCV1D6GdTZCIpjuxqXX/KNeJLrS6E7Q
IYSe27uW3/6/LIT/H0z7D0dhgf6/g2mv2Z+h/ln9mz/7+if+SaXZIsRP7QcilBJD7f8wWtvC+Qem
1OBKmLlOYDsYIP9ltHbcf5BeyNUN/kyQEHBN+foXlRb8Q3kOJk2chD4W7ZAoo/9G5v4FhP3T+/5/
dlo7IG7/xoj53HY8RU+xDRunGHKqq03zf2RG+GOV6hh7w7GlTN1QaoUCvP5oWjdvbzXdp/P9aACc
XudWG/eu6qjikcxMihQTjkEZ7u2NNyQ+FaasLeEFBb7/3QZyrR6nlWLUc8xwe/n0QWWtuzCYO58q
+D4ntTt0kqGmaNYNbZuk3bL5EllOxWa3ZEbgj+KGs62VaGFq2t5UO5GvcXIOgrp9COKpwuahrfmA
+NPbWNFK89UBoT4rj6Yn4PjJmr/HDKpvh+WoQkT00RDvhwEbOJYmT8bot/yo73bT+tOP1iUYFAsN
xdi0LQBABGeUa8LAsCRYkmg7e6n0iyABvD31ocQQwqvbvXbws+rYuNnqccCa4ha3iq+LU5p6Dd2s
05w+M8Ct49MEYp4d/NkJ0OaDq2EDCZXJax5PjGdZA1mCDjGjc/M12okP3F51K2y4YVCICxAX+A7n
mbT2pqGrS07OHKDpuMF08IdeNDsBiKqipTaijOKkoIZ+XsQqnybHa+2dTmf/TdZOSiE9YaJ0xJVy
QZe3hbVENJxO7bZK+zSJxnS4qtW57OlkrAO62Gocd1zD4znkS55wHyIv9Wl6M+SVj8ZC+n4SNdCy
nN2bxaLPJu8nqzlXXjlCZzX+PO6awKe3o4UmpmouixX3j9KylyioiHDZBFxRrlfBoRnerGZtQcUR
ok8mJ18XNd1psbO1zN4OubvYuo1iajh/N9oW+d62izDeOj7mAraqhjZkdIPZnFb+nXiHertUGIIg
TqKpTiQlWGHSzRH9NOnPZJqW6/3AWX+atJL0Q7aFSl8b02eQF6tJX+lV9wO8Rlhf98KL1+qSLqq/
6SZZqA9Ny86XzfpcnNiAr7R4WuXpp+QkytOKM5EkKlvnGS128djse+M1z6lOR4K8wtbUvzuZ2PpP
XjdVc+Kik6x722Igf67BfOQ56CjsjlJfcUZMSdHdOL0UOaC5tIZdyOLwS5Vrw4m3s42v2AUAm+k0
EnJ+lbOMgwvWReb5IgzXn7E7rTj2nC61DxylY/fi1mjh+2GZAFayUmb2DUXH83KP/iSWzdJzKXqo
XJXaYu/h5FysLWTF1DxinQIxTMMKpdTJJH4LcGp7PboO5guxkbi8VrXxwBbCYNP4SU5iQdqk3tXq
hJh/46JGoqp403XOUE6p1cHrl1XzAnxCTtVG85EwOGfBYFfEQEtTneuem1bRNTp4iaVKOIzY2cpK
UJhEj/AKyrG3bmmlbVR3CzLslQZqLqBmwXORj6MTLUVHd161tg1Yk8Gt/IzcLn/WawlyMegVfcQd
xKieYf5E/boAvN1S8qbWU7Va7XyasrU9hn6ME7tcERgPo7BK7tEx5gJyTacscBELR9X/ZlhA7L5n
FoFp25uhNhl3VAkdwuNgb9diqOIb01cJpZLSK6oz5yfYdpZcXJG5qyo/IqUKLsktKWLfxxQZXyG2
Kc+v6PsCtwICRDGdKPvwkK+N5b2Mnbf0m3WchooZhnHLbVAJ92Wd4oDKZNlU8uy4VTlvk6BdsGSK
WVLZ0uU9hZfBQoOaR2g7XZVO2hRHJmzunw55kEvd2gyXWIgWu1K1EpecZfGgD6ErGPb7OFiZ1lkV
dwPsGOTX0HA4rPupXML04pU247RE0fO3s+zV/Zl6Hb8i2YdLSVQTlGLUOGH7Sf9zSgtovdY/w75e
sHtiHc0fF4hZ8oYXkksxLPjDjxKCghoZPOy2H9+qcMGtic8/3YiZIMIgp163cMIfFTFtDOwS4iVo
M8XGi1N0mJ7GtD0l0IjngmmmN3cMFPpVQw81uwBlYd939Y5Wz1dbjNZNYMVI7RX1UZP320bwu3dU
TdJQSmdVAF7z3hm/QDqm614q5oBpgXdDKRJuCfh8zS1qw/KVW9MurutreRCq2HdOBt6W8/nnUq/v
bjAcfQUbtslgJJ9zRh3UBM8Ls/2m3CGXbnzlPWZ1/cEQBiQsJ3kOFIB+Ssv9je3J+06Ef7twsUxK
b7yR4xDiNlxwM3fdtLGosIwNv2DLZO+cN5mZQgpGuKCTQ+2rZ7+jSLTGji0n92CKIN4UoX7rvOku
8ccdSrm39XHsWCo2R0Z7zi6lIyYag2TLRl6cSdE4aA4HR2y4THZrV2ysK1rRBwyRk/nByfySXs7x
BpSBq+E61N9jU/MvyP5AI523S/H9fzaNlf2pOq6LFo9FtBLamy3OL9xRF3ywzsM0dtreanzMm75C
C3Tj5WRVraJ7U+3WATeKPSbxNgw0mljMrtGlOipVdbHxs28V4wNuum4djZz4TytD+ksSCKtFAjUt
wyUNfuEs8qIJEygZV2jGPp3CrFTzyxZ4dadObin5OqMe4ljz1umAO/kM9LTFXwh7MSwH12jr1vhr
fpwWapYn/jaoy0sDf3+qRmt96nJUrqmPNUp6szM5lqiRccFGa0mJ/Gpe28qCyXLFCm1y7fUkWPoU
xFwDck5cDKqmBNa3L75j1We7gAUf28L8IWe/uUniSf2gfTE+tTZowVRc3X2YrP94E94tADjTvkO/
1r+9mvASJPJg2lmr8xza63CYBJdgCZ3wxhecfWlcoVsoAYahtfOkZqb5ZTVzVPD7S2VBXfGisyET
l4lplzGUQSs2yVCc62S44F1Xm2RKipNoU/rdUEZ/xnNDEariQ9GM1An3D3K+ikRj15AbXXlZJVSt
avr8wogBD1lAO7oK0n2DbyCCT8n2SHyAwKv+A4RBDILNtJNlKGQEuWjw1Rg+idCOjvEuYqQym2TJ
bkXvfmQjvkvoPAeRwvZPsmNFg4p3zGOHIYHHMTMQSOl6WgBWYKDwK+/gsyS/E26/Ol5/DmHof5ag
ZJbpqUEPHDYi37SIgzAgTD9eg0kSgZJ/MZXBIxT7XIh7c69T0ZzHPjyZlNwI9JBmOxd00ar0njCE
dpt0pCsgjYQ/8EZmR3A/TS8sTmoEuJDNz/ueSg8TqZt2jybxEmYE3X3IWH4XlGjfrlxueJURP5BM
gv6jDuxxI5CfqFhkPKs4G2wSmjIiY5nvNlBn1sIzuzPFxlkzbrWEifTVeaVWd1rd+Jg0+LnjhriC
uD8ncrpTmdd/YtyVvxHofs5iWQ8G0CIo3WPoZesWBHjXEAPy2ZKPtCHCBfTJI4HAMZKs7RIO2vJj
mqUnu+MDFk4UAKaxXsSnlS7uPfHcOuJoTL1AUYAYOyFtZa57WxNhEBUBHYBlzRC5Ej+HznqxmsQ6
uWP3c6yS4N2R5XSR+fpQlL17oxL1qBd61ASnUz+svePss8g6ua8PwqWztw3DZWcnbaBvJTGQN+Po
35MVkRHsXEEOCG9Ujw2qNL6FTLIHtXrr+13FK51tOjIEX5IGXCeqhU623ODv29UkBw8p4sguUGyH
Lj7abbvn8kxjJxzOW+XCBGCMjqpi6l8SVJnfIi7HbYEEd9FdOMG682N+xINiEKE/5lJfyBNt+e4z
cxYydndxPJndWuLYrJwpKGjoTeejxRAI0E46yZsu4h/sp09Zz6huWLF4csr0DEe8DoPulT6zVNEj
nemyiVwory2b5KnR1TvrU3Be2mqk6ch8N0oc7RF0NQZSfV4Sy31hvkk3ewayuQkyx1v3owi2udHd
jwazAYOvPLh3cxPeBm4a/sSWHd4nTMhpd/QsDZJLvtVuQkd/MFJYdxOjgG0YigcopZ5VTYpHQMR3
mVfBhh9t50Fv7Z2A857D1OC4xA7wSh9cOOJ94eIiFA8o3zkmuQtYu953VvxSUOsc9uVzkoXxG2Lt
PB9Cynh/sXzB6Frd3stBL5ZYkjLRs+7ccoopGSRQjmcs+7XIEs43HJ1fyAWKv1kLcGfMpfiztNPz
FGf7eXEYrCY65zUcsVPsJwTRLrd/15N79Nzh06989yMQrKqFHH1iHsbppk0FT1Sddt19JYXNiSNY
dkVmUD6xMn52K7gp082QoWmQnhITJL+GxRIR3HRyHNf5V5zI6tLFV2XK5cz4OcL3bIUcngn1oV4Q
owhTkfpp8drHHICOmxScCzUaG0W+wowoSX4GqRW+fqm74cZNpvscKpFzWKt/ZLZy7gvbt7ZN4j5X
YFibUU+U1rNN88OJQxFmL6Fnc+po7YBRv8h3Oq9xqTeF73mHgkyEgyjpER/RblfKyO3M6Q5eB1+W
dNdX3QxfQ5G9QLdaO+YZlP9yHg78IP3TTx5jfl1jCL1KcItXLMC+WWx+mUX5u7RYHO73MeWkzpyV
X4W223eswNzKKkGZQjV/JWNO+6JDVlYEzFkepphRakk5Dxc48jrY5kx+Pw4De8kUz5vMG5rbQTKB
GPTwYTgKHTLffZ/Xep+N3gSh6wucEXZKeCQZLY79GVZFu+0C9DMqKBgbktwhyg8yPfnrg80U54/4
bR+ymvQ1xMd3VU644kSkVL3N++rFG3DTMC8NN43hcutT0dDBJp+XgYW/XIr6QBqROWe2IaGWm/Tz
3E3uwHE96FHFE8rCPMxfFPLM3NeKuZs3bbheBKQ4A1ITRk1Z3yeKmjHPPqmyU8O2NvqEXb9jAhp8
TbWunhmo8LELifV+0Beb2IjVL96YJu1gOV9x8nxr7rcbhshwF4k4eyohe7Ugu6DK7ToyGv7Bt0ME
RD5ZPjOH2vmZP5Goy/uMSaXRyy2jn9MVx/qotIErRIJW8fAgGtZ2QsWPEurvydKKqRvxFde+9zQ7
WGlAUSaGoagb0vU7JsFnz6/vTHueFxUdCRKZs5B67jJO8RhX3Gg1V++yGg7VMLOkOu794llH/IlM
wzRtVXyJ+yWsEdqvN8HOJrIo8jJhbpkrpXddj9SgavuY9HXUyOlDZ2t/dstcqE3ZTucu65ttG3qt
v7WNh8cZ59Mvt0jOY5r+ygSntylhX/JNT+urhyn0Erew/JifN5lvxxG5OBwkSCTbCp/+00Iv6r4Y
uvZXaBUAS0M2/2xwwF1kgM1I8ruON37CODtCXqv2eH9TgA5PjZdqYSdmp79bUt3BtAcl3EAfFgfk
rfxUGT2faplqxvu4kCQmZBwVXPthjYpLNzrNL0c2N7m3cLXH2LnFN04/aTJsY2Sruyrh1pQZNOCc
2LivmEktmtfovWccVeFS/Pls4NJu8ATc9nlffnosO4BM9V0CO8XgxRK/Rp7bI2vQ65SU+o8jl3iH
H36MQouq5F575r10F9KTDS7uQOlXzAhc8xcaiPIeinIIaQFABTx0Cwiwlwr/0ck4OHlkN22xhFc3
aIdUGc/8o3SgwoTP3A6P3Ccv+nvZJt9t3nzEbH2kyYILvtR9wTIl5J7B35OftcuZqy0rYvLlM219
MLVd7AZRneil5WZ67QSzsqjq4++sYhxgDy05Qkm53s8U2eIx8ZMbqM2FVvciWSECoFlxbMkXlLxw
O+n4RuYy3TPFGyNLwYx0sgfq89ofPV6eA6Ed4ZZGnOSZEBPk+c4tTMrox1GbyYmtLbmlJEaJtNH+
tmYaTTOxcpLLPDgrdX9N8+b2k/PQoHLsAIFubASimyBd9VkxON3BnvbUEpfNniym/s6owblbZE+c
CaNDJtqYJTJ6d0y/+OfE9/+Mosz3Y8cNzZkKRsqkxybx8lgGODAJsQ22cw9R1sM6kFHErxhXOtkP
ocQvijCNxT23Vh7vhSO4njRBq22SyJMB9X5KSfR9clI/loz0XKY1xdLibXOtfN8uLQ6TtfTMcGT8
TQvqkh1lmw+kiTuoj+ydTnOqA0hRU6TkfidUMu5lEmzh1Zd8nydx8FnETXdMfEwWBuodXq8QkR/k
b4s3/yLTULzUci403YmGskTMZWrnVUV+p5z1My2sp7pY5HtV0GTGAfGH53TWjlli9pAMMbclsmti
D88RKQKSOIjPISFkaOw9vXEK0ilcogsmfzzJuefQzatBtKeadw6HzxhwHpwNF7K3Ccfu2+UAcW8V
xXjHmVY+WHXavwRt9ScDOkQa8w3FvsRUnLqsXu+a2VZ1RJURN5rVOwXaGZ+aYW4jTP8Bkg8hFG2o
voemPOYarLs29Zc3ySfaMso7QgHumj41Jy5pCTkMikXONOpPIuf1qJOywH4iLhkhP2jM7r5cGYdy
STsF/Da7pk52ZKrmL6Of1/0Gr1Yqt5Pvn4e6UEG0hiZ78D3GbBsXYPPo6qVWG9XJ8bfv6diJuPx4
RL8gG3gOj+TJH/PicQoMsSEYMxgnZ3Zooia38nmzLk31QOkRZuRsrJ3vDG/yB5tF6WKk6xgEBtV0
UjVZ7GzS8Kd+U2LjsTMM3Z3akbYFoO042RbkqEi3C5g4r5VbJs2xb2yWki7mXdgUmqtI5CiuEG6b
ltsab6eJKozVAVvn3D4aSS1yWqOgFg3ulUxI1N6hbK1dbzI2pqKtOJnGuUPFlw28Lpt+wo0EuLYp
/KVSO7sbvZfKyYluSr0Fe0uTZdO8mQoF/5oAk5t9OebJwzToV6JTukvmWr+CyiiMB7Kwoqm3eKQ5
UVkPzNikjNLWuM9JlYhXwvvGP45tZ9PGiXXPG5JOUO+NVv2704oaGKskcIhksvV6erd5Sln08pei
Ud6l4AJx9Zmuj54dZCvT1ZQjUkJ0zJMfO/G7J5Y7y5Hk0nlZixENqxRzFfakJswDBtBhTXo0a+yu
RnFrNnrW5bTVTipO9JRylBS+viPWdlvHon2fnGDJGG4LFLCsTIp6i3ZPqvxi8qciHtGypm7aE5Zy
kZBen1w3wmPTieqO/pW7gN1jF06tc+kbnkRRiJeqC26HMrtYkGc8iRWJ090TTKXe8YbjhKml/LEu
9cI/quFo0SXGtBp/uaLoskVNTrzR+p2L5i1XmhBUC/GV8/Ov61EJuoDJAqFZncGJ4juaWeZUJPam
wPUMkr7i1lmMTHcpV59j4XpFh3+4PToGHsJBpaHFpwnoqwfuvEYb0AVFKs2uDsOTNVucK4IkCN+y
MPzoTXLu2r47Xl2dvBH0BKalQ1zbiCJIAhi4LHlXIRIXQTacDGxAFKgcAiCLu7XSO1J3zk7tTls8
22mkB4ygcuD8mYfLrRcz/4jbZ43v96pa1nu8r/0RM8FzasS71Gikk83hvmKWxRsls0fQmpcuL/on
aTvZR+pnyBjeWpJKTItG2BYx33IdJw+WILYBuq/uX+Jh9UG21hBXaIetGYgkX60nOSkS+so5Pbn9
PDzKvjDcB0pv4vlqF2KXyCnYu4AJJN0XJ3DDYtfTur7B0rsEGx+7yLELWh0fFrtETSb6cP5dCA+v
E3wtBkvQzAkJAM6vRqipnWIDOef6O9YfPYEFqeDTWWL9ZuWDJrkyW4JbOQ3XQVKC19mCx/E3s1DZ
HsmPv8Tvwz2TrlxEpBUQ/UlwI3mtbelsVbrOXOmd+kL5Wo325zn8DAqJtwY1Z1mOvKFOpr2idigm
NqY+tIE/YIUM7M8RT6uzMYzHXlNXOu8tydu3zsRWuhXIr0c9EJa4GWqMcPDc2Q9NI3AQ5dqIn0rP
v0Yrzzdj2LPBIatZXAUrXQ1fxDOy83izK9cDW18wRC6Huvsgp+1p12Hh3y1tkEWwYMRHGTfXxWaa
e/uhLHScnpxhzSOdcTLPgubEN6cfezGbt9wOZcK5Vmf4wlpnn/ctZ8YOX8vFc0KEUtdS9ReM1vjA
p8xmhFiW+k3tE2hDwE1ByKsPQWTL1Y2QAbej482XRSNyQpilLtB+GAJO5E66TbMVD63b5+vR479F
n3W+ZjvTpV/c486jV1zDETQsYcFNYdxVqN8gHKR5kj5Q11vLEcRSDKlzxGXQ3M9KYgsrUZKilNg6
sZmWyXqP7bi4XQZSEkzu+7dhYbo9R0Lnz8h2fOHxiEjtsm/aYAyCK0h1N/QjTKSYxxffIrMzsAMC
QuwCdTBb4PmN1D8QlKuSfdURFxbgaBWQqZTJxKSKrow018Efni2ri38nogBeH/rSur7O5JKSXyv4
75Ezv1gXa7RxonGODL4EUGZ89lwvtioSjdqh3Vl1OekIxqJYz5OZp4feaMZVIXGoG5GXZpcVc/Mo
UTO+0qI/JUHFt4z2tVHppJ6SuFa3qZedyMfzH7UfzlE5Q2WEjIqowNE2CYVdo/gsxhISj7TapQRT
RP2ilt81YWFqT+GPucmZvhP4XKVzlJJW8aOsq+KLbKo+JNWvGeBD1I8SqYjvqXkWuJDP47AeYt+/
QoAtewGUrcXwanL1U6CIQBAMpO9QzEkEcKiBsfI3bJBiv0jsuhvR9jQv8Y7v0oXpZ+gTf+pzONhx
gX6HNQ4xq7nTqUhnxh6iynZ2WZFx0k4kQltdTyFeUwc/inZ+KurFgejus7uiFjd5LraKtJSdp9Up
sGEAJvNQWDpDYk2Ch9jot8DPxW3BXDrStfwtGNFtKr34f+bG+QhMPbAh9T/DZX4hwfjdVnmzowyM
q5ZuUHytygYsl//F3pn1xo1lW/qvJOqd2Zx5+HD7IYIxMAYpNA8vhGVbnOeZv74/On0z5UjLQibQ
aFygUQWUS4bFCA6H++y91rd0mxdaqW/woMiLouVZkXlVrRK2v6siMcBl9JFEM8SYuZQ2xAxW/htc
yNJqKuOJnU7cxAdG4U+Kzp4KKMR9ntL2n5pJvUAxEzhVWevVAqArJfKoNCU+RlrfKFZHXSpW1ZTP
wM1UhDT6ovIS2MtTVGeGi8CjQ+aKk5EecNFaMnpT3kFLer90//JBoVHYRHJNUWJqd9KU7XOt3uc+
XmqwNYBd6PfW12wMGXv2WavdtRVeelpQrwSC1toRHR/NakmWJX6zFkXPeakyv+2QLEcClnY16ZTb
keeZu6Ycmf/ziG0Vyc+g2nkKY/Vc02gZNQaC4V6ZLFRkeTzMxDu6eBZPG9UlFUZV9TeRIgvGXg2S
AfDBN2qVskMMWm40L6MrxfSyuVeEFGGYqTON71DkriS16ObIT1L7quXFQmnDy0R7bHSbzexI00MY
1khpJD1WimLfB77E2iXT8zIx84KY0SKpX44jDczKNFaxj3eNpcxnigQYejnBypwdQAuQkNGJpkdM
vaSufPzoHWv80ow6Y03xjsS25d3LkP7SCAvPgR9VOaHXqU6lke5theGzAPSzVlvfwAApWAfsijXJ
0L0H3jLGZZpO5VI3Pf9JG9TqUTPpnVuSucAmbCzZVslH2CHqde+n9hGgnEw/0squa9Vo1pwHxZ0q
w3vETz/s8k6xmBl4N6mnvqoDWT6Svm2tjqaSp6avDPNqsejbuj+EOD6uTPa7DKd0eERKMl0gwThU
hec5oS0SF77vgrsA3qMctyMnom3XE1yny0F0UeiUGIl5lGQvv9NVLUTGHJuXXdveJ6oe38ighTAG
D13K37ChHBdBoHv6VdkW1QHbOXs1gUCtQxjuC21tGE1nOXVuIlYIlTKxViObq4SBIQTrJW2NgH1F
XKG6qfypuWlpnii49Ib4wpDh5y6yHmP6os5zwGxVV/MCQGFulKexSHz14GV6o9+y1St8GlKDpTLI
ilqg/JCdJF4CmZbelt6oIE5JmoYF0IRJvhnwREAjBnO77GQhyP3si76nTT7QE/Dwmwlg0cr0ohkN
4kRzkplXZxPyHToHdW8sFQnk8Z65J7nErDPmvggVhPFToiI21SejRATM47cKK5NcwGmwpIsCEVLi
6IidcZtrtY8p04/TO2DlIUiWXGgXnYE4Uxplmom9sPHTakF1T6QCDWIoEbEzeC0yTr9CIgDkT3sq
zCJLD7bvyS7RLR7YcLJN0EWhq3hgrF/rG+G141df67XLkkyMZBmnIbVFobdTeerQtLsFZkKEt6OM
mTgC3VkcZKWpwq0GSZLdbiuVLxkCtAEvGSREMNsS2iJRoApB/IJhE0oxNshVJSu84CqK+ZfQQrYE
ETdFraNhIXILmg8QPvy2Q3nAIAyxDqMwe8HGFdRy3Q2opERh2Y9Kj8WEziKzb4fBaf5YV3F7aATc
EV5A6YRWgBeEt5bUvO0XOI7Lp7hUedbGuP/CpyjpT7LGzJM0OyuX/jfXlWjBFbMq53rpKLpH0Q1s
tQ5XjRXYYLEFe8i5J6p8URBslLtKTHnHB+RSLwok0VhE/N5MN2MsBn/PXc1mW0bhgVlFKcVFkQZl
tK0UiwzsSQgJBrqMgmhVpgqVkh/h31gVmToaV1FSUVwbtAleiSwYbv1WA7hJdY3qOu/L8jiquZps
i7IPr1tNy8QWbHfNbrRSq3HB4Lf5zArXHICAogWwZC9A3+lbBePxFCeFrjDmXXRYWl9LTVb1TzLe
mJDFeDD7ddmzOVsmKkkRLho4vB4JcZKEaiV5smyjwQyX9sAGdmBv/mhbvhqwKqa9CVUSaf0CUfdQ
cJJaDfsl7g68oXIVsUtS8Ihc9AjtDmjqcnvLuUc8NEGUqTfMV9CBq8Q+BMwAWzX5RK8riJmCZkpz
PfZ6Y6/YqHcMUPM0CG48ZcAHMnVVanzOYpbd67oP6Yii5AmK6lNpq6FKA9KTAqYE+pRdYXRhhcav
K5R1o5A2sDKqdqyWntEzcTMkyLjYUxo5vHyjzfwJEu9HDp/FadQwGqlIkE0SL5TzQCY90FMo5vno
Gvtwx+Lv/QG7+/8y2P9AETShFr4vhL2smyrvftu32Sca/9Vv/+vPP4a/uXXyKfvyViP7/dd9V8nq
5sxhZBxnyqYOqRCV6h/sRkU30MISmKMC5LcsTUef+l0lq+u/YzjS2Czy9xZWJYTX31Wyuva7yS/h
5tEIutFtVf0nKlmyOn4UyaKzJd8dkpEuC1LqFXkW0b4RyZa5MLGe4PkyOvol4JGPsM2klWlELzkc
oVUAjcxB51C84D6y13Fm5Q6pBObRVIviE/zYcdWU2bQORWJcoPuYkE5mtC3w0R51nIULAHn3OhXG
qoqzdt1WTUveRiWclE7/phu0cDvhcl0ZsoeOxO7zA7AfmIKILDaTmusOIsQrcDzmulfiT5qVjW7K
YGSJxKpdp11ULFOzCJy8YRkFN5BsUwtmBJ7rmtYxpre4Swp4tuCqi8JDDZkH+7zJhaOQcWCNFBu2
nz2XNWurPWFXpGtZuZZIXpRRuxK8xMIq+pIiKwGiTFt4fqt58r0ezMqkOl2LfHqq2dwuaghqrZ0c
JBnEARCrcGMOE+uelD9jWAQQndNCwd5QMKGwKNB1k6iRolGxe8SvqvB2Ot7PncUIfhsa8UswQtSt
g/yGze+RYQjI+bBB1dhBfsgI+0IJFL1YetUtAsQiGxHw+YtKjm7LQkncMA2DS9EgVsJpPo17z0Dg
Y46dupzNYplGwgWrtY4zwxKbGb64qHRPOQyFedHG5bgZzeFUlM9yw9HwVj4nXQbkpmdHK/echflH
uZk847K8YQK89yb2lyqpKwumiinOhQjdSyd9VkIld4Qid0tW1mPAy9Cp0sDCIIwwGFDdbZuFXyST
OhvX9nMJ6W+N32HYobwOufYDc6+xAZSR451a0asckbSgVxxCuTrKXB7V9qvHQQ4wplQde804eqXo
3sXj/Bnb5Nm26c7avgIyWcYDPXE9wijA/5bVxXMR2eibmV7gvdKUAwq5fNsLQ78Y51tn0OqjDXpp
Yedde/hW3lj0ytiVTJlCyWel6nXiJ8WLosjlVTi1j/hMN2rYCgdPE/3F8KWAy4p3CXksM9aLYsie
a6+6YbCfLrUou6n5tFFZP0KdPyE0nKMtBoY2lRSvIjV9sdr4y4iDmfZZAuBG10gz0Ophl+VY4vWs
0BZ2ME9BA2kX4AsjWIVGLaJ0h3b5FzU30BUqV4Y3QtpKc7oNYU1Gekz7npokvMjltJ7hnMmSkYRx
34ZRdog8i323F0uQlsbkpFbGthmkWeaX3VQjzxk6yFdjVJDLioFqPuG2C7NXo8AGlwSQ8nQ15SY0
5QwLnD6y5aBgrSOISXbaH6MwwOxXgMP0s3ybRJzaAXl6hnFdQZTT9DkI+9E/mBPbi84zzFXjT8fe
4J4ZDK6nzBh8nRDowLlo6K8gfboMVdgxU41e1449GihGDTvQZhIEK81Y9opApRXzCwythLguogl0
J4xAdA6PePEYp4zmTL32arzNfvClye3PmJTLnSeFr57QNzg1aQhZQCv0EKtZVxoni2VRU2XNNbNU
d5J6yja2zwlo0TU5qs8RSxvpjyxN95xJuBy2fGSAq29zEctOx56Xli1p8nIdfOnC/jik8Svk5e4+
iQgoUmFI0dDyxAL0nQ/rK0iXfdRkm9ZXB9dKmORq7NRi4b9UqvxJyB04B60MgRNkw6702nit8HAv
9JheZawz7hUjc39hdKy0WaeucmhY7KFxfxejUe5auoW0mbPikjiraSsGr3xs8wC7rCiyQ9pl1UuR
m+2iC0tENl3LFJ37xgCQNj9sAft4HikioglFiKtxKyMMhzrHKE0SIwPVMLQ3ht7+EW//f6EMeRcm
PR/rc/5XoOL3Y/+/zD3UFHP2r7xfgtxQSzbJ+L3cqN/WG9//7fd6QzF/1y1NyLJpfMul+zP+UFGU
35kyqqaMOJBosjkV9Hu9wd/oyIv5R7IiNHjCGHa+1xvm76Ta4dPGq4PRBwm+9k/qjbOcQGnGWPMf
TZudZG/KjCrotQ6vlkXbfkc+NBkXppOq3l2mKBupypd6kRMLc9nCSHtzln5SFf9oUfvrgGcZbAgJ
u0SteWwmWaNrABG4ZXcqphD/Q/Hy62MoPxZRfx2ECu7tt5J9pQ+w+I5u3F73k+7oWeP0hun4Pm/8
4cXDGtyhbqi0iQ4+LAZeyLpnfvANFUDexV806L+OPn+qN+c0MVNlDJnjuXJE8BjbcHAey5xZv1Kn
FBcnmbkqX3jeqCylIT1k6faD7z0Xhz878vyJ3hxZsyVmdKUE6IhlUuQbNuauQSPY98d9K3cnvFB7
KzadCnaFByDug8P+mDv31xc+q1VjHWuhIcrcHYeVfdleJJfNAxKa7J4s1eCDg/yYrvfXMc6Q3pIS
qNgncs9FMIdAH6mE3W/G6pKphNPmuJdhU33wdd65e9SznMoQwYld9sPg9qbYAOzD44qMhGxODCGn
xKDc9KYNyzDbkltDowOeVqsPDv3OBVTnb//mApqTNAST0jeuDqyjI7OS4CSj8rekuBHQgBWq5ozq
ewhdTmAqH5zaH9ntf55add7AvjmosAcJGdbUuLFKP7u3HU2mv9zpG5tHRh+8jTepcz918y+/5Nma
0xnyKMpGCLd4LG7Cr2jSaTMnIN0eqiMTRzrk//JAZ2sNyTGR0GKtdG3Jovl8myIN10b72+3DOMvx
tWUJd0GJtDv5wwVO+bZ2/uQpVM9WH6OnYuq9CrLQ2iSH6l55zI55cAwQ1Il1cMpcddcj8YynJV7y
z3TLg0VykR27ejuQIbX47KFYD4jt2kFKuEDrUN9HWOI/dQdpQVoRw2TtWH7KL/LrBMm2gxpvYxhH
acXGZF3x46socpujKJSHpCTK/QHx5OKzWJQqgltH1NtG29X6kgirRfjUXHfXtTgCaFnmByaL1qZ2
o9W4NVxpjxdiWA+OvtS89bipdjlaqLXujG62BYTi1Z+DY3VRb8N012yrC/uaiTN6uGwx3KbX0rq9
LE8oe7PwSvdeogft4G/wDiLM2edbxq74i5DEf0mu8GHJldO96HNU44W0Y+QzbKoNXPBo327rf7ky
qmdrstKntp8g+nWp/JjOzUyEcGs1Hg2qLjpZ88bT0wjCUReCP4f40j64B+d77Wc3g/rjwyVptOpi
rAIu3LtFQTYOikinwtXoqc8BIJx8bmhVz6FCd41lpWuKUxqqmxGZe/PhE269t66cr9AIqupJ7Tw0
PWAic4bqNmU2Ki6ADTUcPvyZCFOSh6SX914KgjI3/N0EL0aiimcywRivUOBGEAM70Kwd8DYGFNa4
XRfD2EsUwp2NUqm8ZhRQ+VAHqIy7HWzNcE2RvkIi6fBObJ1SRfMkMXDvJeaAKjuGlPnDAtkekmPy
NCvG4Yn/YI30W+XxLvIVF8s86G4NCGHXjk+wDS7rAaTwjDpLfP00KMYRyZEDE6tca4D7Cd5zxoxI
ACu9CDrGx4Tqsu++IRtt6ys1WT9KCuo1LtdQ4rE3hMYFOWqw2kAdFC++eFaaDxqA75Uh6tk7K9I1
O9HLwnO9kOTlR9v2X4QkO0PYnqyCMzghXSmukSoI4jEqrjjr8AcvsXfW9Dls++2a3ga+3BkxPmDF
K18CTXEyoTmhRgnggVnzrT0S9UVTaR+t6e+8M5WzF5deiSHEvuC5JYII3pQzlYKbfH5rwl66DjoA
E+F1UI4s7z6QIeuD7/leAXuetjvRwUoHHy8dQM9TFreLDBlXgmIsKKB8RMVen/adAZj3+oMH+r1v
evb20rW0qzWjinZgmm17l9TVHbiw7XxRZ7o/lIyuSk6ksp1yU91P/s52f33kdyog5extNpIkF9eF
Ge06Ye9BMTpy2O1rm6Q0c9wX/P+5DPr1od49q2evsFzuE4HYSnXzUT4FnrwTxq1OVGzr13egWqiM
IGc3E62N5KPSZ14Qf7JQfnuI3lQhA0PgTMOZ73Zes5eYl3j9tYCskQaIcBVlH7IaeqN1+a0DwEeJ
R+ujRZoI3HcOfrZK63h9tCSk5Bs6VHL21kuIyOblEOVNulAGGzlMTnsReyzdmuaQBfE+xaNC1i3p
IhdAcPZT0rtJ6T0VWo4nkR5hvEEMioo3WkrNVjXXol7H2q4kQTYnepOlCAfEWuLqKWvi3wntQ8ak
bnHsoSSdlkKaWQfkgdTbgCvrAYFmeMxgb35xL4OpXPTX2rTvixc9ORUUicGm6zY4w5gD+fJ2sLZT
tbWGtUwGFq3XhUTjk4IOK+3o7cf4UVMv+hSJ06OhX7fqrT08FPpro9+n2Y3SbWINFetrh3+0djt8
3bB/lQ3eJDndKMP8oetgXZGR1W2lbhv4rm8ALt6S6UmLjHnnovBo7kmFeujEyEaki5jyZ9I20rTL
uGpvYa3AfI34WtOF4sd7uyhdQHJbtJIrOipYuLo1ami3A2/YlRfDGLtTpN2gMt20oyvL04UuHjTz
rsvpaY3jlqTqZc3j3hT6PkqMdYAKNxADrtpoYYnxxsb0vKg18SplyjUz7zu9uVDyyiXd5RZ+HTTm
9DOglL0VDtcKZlG6QC4+jlWQVI6fouYDFKbY0oqct8+9JNY2VU5aV04RZZ8m2cZ5FQZXoaBBO42s
OfpdSqjbVJLBG3EyiJRJaO7IB4Lhb6PSchHeG8lXyJILMg8XdUkD8jX0tyTiJQQedmOKaa0/Bi3S
ACIV5NyYVknWM8E1tyVC8QYlw0DSDyDEXa+pLlmqKxKNTiNQckGDqSv6FqviBsAdWNS9KMSVElTb
rGHK2BKvV8K8DZaTz+sGTVVXkwo7ZJdRh4oQi6KlyC4BLthp0LeU86m5ZE9528QPWsxQfQI541i0
U2nxX8dp/7lAHeNn8tqeCtfSWzcp6iOmi9UYASPQLSh1ofiqqwPhH0eMuKAbeGjyGHyRlZrHbtyq
crjrffhGg36k83fT+9aLYBSMg52YAXULInQ9GsYBKqA5nsoYKGxpXHVyfyAWnBG76fZyuzHoV2ip
spW83DVQSXuW2JrBCV4S1EdjLwhtiNqY+JknMvR4foerwNf9BeW2F2Eh0OPwk27X4GHpCAD71eRH
VtZFbFnLLDwpZvjRe/K9heasEFPQetD/a1u3HN2pHrai7JxEqlZhQJbqvN18TSNv2XiUVOa0A1z4
6wVdf68eOCtFLA8dtlUjqhIaDiffO/oND3jarfNIvsAbxv1Mp7huFm1xgRRvkac3kJocn4JPNm8w
XBCiR6SNXzpFYi7lApx00zpWxgAAbUw+Uz2pIJUBYdDkJKQVx4z39ey2zp5kmWrnS9irYMYIPFZ0
3pEkdgppA1px2VGiDW29apES9faV352K7Dq2QDrCs7Zu035a/voUnMGR/tzmymcl0RR0U9zNFmKN
ufqs70x2iXqbyU+8YcCFoegYWoCEEgxeHK7jqcZNbFOzyvSR5fGqHVw5Ww5E0mYmdoYmdABjHKjc
INSYqys8Hx+8fO13WmTyeS2l6AFKKsR+6ai5AS9hS8Ib5PebrELMdC3bFxX0E/wqsAhgqSkM01M3
zpqD6jXrlAzKKsy4jqdQPULh6rnJ1H0i4zcpOM1BhXRm2bYEnSSPWsPt9sIQkawZb1PDPo6h5QzY
qGpyS2fNtullACdzTBwBPGJ5kcP9yqRVTXIGo0g4y7OP6zbFI2BPy1SrF7L2OUlf5y0AyOslkYyr
GiVzjOlYGXHP6cA0KxlICiOJ5pPUPyt+jyToUBgGRNzxqtFG6OAyAJKruHET9KvRpU7evImcnZRI
3ovDElLYIX8YCvROqlgLm9lDVJIFDG88qtcZv77CNENsJ9w3c2k3T1mDYM26Jft6gQPUYtFtp+qD
28qYuyQ/qVvk+edv6hbJynwNgyH7ZvJLlE1ONjNBGOZpJP4E7i4TSNdAoxTd+2BCy+GpDK6MtFv6
PVtps11NrVgmTX2rt/5aJBiunDoOlxVuCDZZwPTGG6OE2EWKil9VRw0rTxvPMyfifG1vg3b7kqDg
QwTqnqVvkZqqmxoeHO/OYb7pQGdefgu9B2CfEeFUdtMW4P4Sds9iStJdbFvbWC2dKOW9akCnKPNV
FJJRlfmQ+jD/UI78+vGz3qmb5fO62SMOWzBqw2745NW4KEoSO8dxL5N7rPvNlunVRRnaV2qrfymk
8LaVN4GF1o0LF/vJhUamb2eWV0rl6tzm0ShdTmbOhDS+qwP9QU1r1/SbVQv9Fr7F0iTy3MjmTXTn
syd5Muvq0PvDXkg5/Bh9ISef0GKjYkEc4iOUGqWNiGDSczeOmXQp4YsvetP1CY8K8M+XbbtFT6rn
36CXi24glLYZjgVWnzEs0GF6m3RGPvG/pWwyFDU3MpyC6L7so5U575jzGy8q4DSQCNYvUJHBV4k3
OGicAfGfx/zs16dZeW/xONslANFgaMCwaQe42hF2RZ1eX5GSQ9Oy24/N5SDx40RsABE7ZQ3KxMOS
BBM1UZpTOdpw8D9qK2rvtD7ks03ENBIYTAtAckVk1yxe2l4eL+sxV2hnMu+Lp/YFWPshsfpbym9X
m24a14+BCeUK6y8z3rK5QhgKZmFSdRll5sOY3E3EKyB4Zp1LX4jrdmnr71R7McMIXUM011OeRzsN
tahqb3vDxfr0wYl97/6df/7mObcKmGtNn5iAQHR6Y8GjRkerIHJVAW/odJG5zxr/nhnkPh/2piaR
eokk7F8efC4n3hw8nkolFDgMXbLAsEioTpmJfV7Yn1K93QelinK228NEhQ3UnOwo2VdcVgk57gfH
f6fDL5+VLUmG9kStfMsFwnWJKHSvEcHDXPPkRfT48cp96131BgjM6P7Xx3ynYpHPKpYqJmQE7qNB
cKBNXpvmCHGa9/Vz5yShNOkDEniNf3d1AUP8eILRpjdiluO4kVnemazN5DCvC+OLCmDOELdpWDg5
4dDYb0+SMe7RLO8N9kG//qo/39kjCf/x4F2ZKYg9VMM1e1py5OhMRHiZ8Pz5mkAZNnjfPqo/52fv
728r9ZwMiUB8DKaGfWI5Xiq95kQivZP5jvOZRby5qV7rEsW6ghNFrzWMpsR76JSmkfbRrfTzViQ4
wR+/bJY1VaNpk3Bj3papqjuQn5dKTK+c81lyjptGAS0ulj2lR8zH+vU5nqe3P/3mZwtjknRK1euj
cOfMuth6nJ/d0rsn42Mmau8VTr2ZSc5QxKcy//B8v3dpz9ZAOySWaU6scwfE60v6gHV2Pw//FxH9
N8mwFqaC6oKSE5pT6+8yoQNmeYSw/kzUzcmnH61VaK2Q6v76NPz8qUJk9uPZT2b/oNGyt8br9AnS
waomPyuUjU3sjRT98h45z17xjI/ut58vHGClfzxeqaVMkbvCdns1ehGMHlPk7NAI5vVKaMGKzBN4
Vg8hm+Fff8F3r/PZUlUbvm9Igjscryfp7rKjAq/V+kcPS2Wg1qd+pFlcPJbWBqrvv1qrVPtsrUqD
FmenZEtU7N3enyBLMC1reYLnZVFk1l5mWImx7V+eVXG2WrUGqYUVcEbXp/U3Lxg5z+kwaby9x71a
yQtPh2oM2sowvD+O+Y9kHrd5yn/PA77fijf+9/8kjQeMXGSenMP3VR7fhaY3QYjl91OG0PTPP/5d
Z/rn7/tLaYpHDGWoaunIO+bK97+VpmhQSQknA8RSYDhrrBr/rTTVfgfii/gTdYjxN6UpNY8M5Fc3
dY1/bf0T5cd5z5NiELmqzu9TEcGyJ9OsHx9R0pbgQWThdAf8+kEf1R2686uoUtjHJakTGdpeETON
X9ursWetgP98RS9144n8vtWMozLryaKaXp90DKfg2ps6oBU407N+YyThfZxPsDiKAR66F2H6jQZE
l7OKMvdp+o03YxVf2X12z0zbtcrxWUAtyYR3OyJ+Yz8DsMSecKvaiDmJ//mKL5fhTlTgRmnsWy1S
boCHrUJ4HjNlg/1ppSCuNF9Zz+G3aIeBTBWhWLe5Jd2iBr70UkYEWKdK/JitkLZwXp9SNsFZznYA
oBY0FRUgEg7YrxURLfi7EFo1PZMiPato3IWw/WVmsz10ymWXj895RhMpGOIniWJ2UUUpGK4xfKEX
cgNlt1xUitEt4ek4fcf+09fye9EDFCxacTm/YevZThGrzbVU0yBV6nWfWve1MvjLwC71FS26ta57
W9D9tDCrWsPY0d/4Mf1xQGs7e/Re1Z5JsMJZkbrEW9g253agiUhPsC2JSpbZIRt85orCOY5rNsqN
1G0IZbhSrYY4KEwQpP7c82/pdAtrO5qQVEag9IlANmY0/Fjo1gVKViIdwtlFFZXlMhXlV2I9gwXs
jmTZEfy3sPRAQWaGF4AwmJo2Wnkf+dNDr3mrUZYuaQruk4g9ajaV11IvfzZypHVi0MuFoiqEgdTV
tYJvXrYhIjBt6Mev9HRPoR8+4Usi/6HOvvog8WkMrdGIjgtPpF+ntPIdWQD+ZEsF2z6JcPYnYJGK
Gjs5MI4HO9Ig0Q/PRuuf8tC6SCzJxlUhvbZBvSGRlDxx2l31WBfIBqVwZYz2VgegSzAomHjDQwEd
ldelIm2VTn7okvI+VthpWPl9IjdX3tTiw8iulRyXTJ+n99403qh24juSNN2EM4AFVIszhU2yTMYI
wzDe3aUZ0GztYJJ0ooIL5BE9SVvTCPSDjTNx4dWg3Mqo+horXOFK3UsByASbKGeSpC1iEdBj7Nqy
+grJZBuTXyii9KiE8yXwBPQCbLmiq1ZWDV5FdAbwFGB81oxWUg7ErZGL1XrQtux6yTP2hGN6w8db
DMb4qir1plOlLcbTrVyA4AGr7xXyc4/gXNClafvkChl4soRtxf6itW8J5ftsFwrtc8MtmvTbR+sp
mDNZeo0DkjgSyy0kTo7eKwfdDl5G2biF2bkfu9R3pl7fJXK8xTp0XcfDjVxKWyNKt6PgroCC/EI+
3TVcvWcS0V479uV9qe1kFS7NOD1HuemSm/jcZ+nXAVJAb7Dre7PIn/6oh3/L2pQrnzX1f/3nTML1
fW2EUg3/jDeEdT5dRHsXGthzprts1ol6ZfEYKejWRRY5aeF/7gdaL5a5noh29Jv6MUpBQfXm+oNP
8eOW849PYSBrtjEf0Mi2zoqoFDVSWVaVzKdIi5WGT2kBPHhb4ij11eQA1eUmKtLnVPH3xejt8goN
th8ScZX+MZz7Ry//d9/s/2Pf/5hz3lyQWW3621ec+c148Sn9+l//ubv57T6sCJX5mcbz27/94z0v
mbhDTF6ilqwLJpVCp9j/40UvmcbvMiJ1y8YEdEZeV8TvSKlt7Pa6EAbEMQqR7xpPxfrdtOZXs2Hr
lgo2/R95Suatxl9bPoNC49sOloIBxB2f5uw9LwlV7enngzSIu7UaMq0iHf7NifnJ8/Jjp+fvhzjb
yGKDYiPbc4gh0I8Ey2xCoClmZ9/8+jDzFvHv34QyCy0tYerqWYnP+yv2G1n2HC/p17meHnLCGGLD
vpfy1v31oc76aH98JcW0Fd1UZAt57lmpbRt5VcrT6Dmi6/aB0uxzCLQETbB3HDdlFi8RVezzkWiK
IN6F6XjRjPp29DXWMG9l9yO7DPODr//jXvL7R7JMKkoEwXy2sz0csHQiGSdwacCergst2QY9ugOl
3fvzha3EnZ8MH/RFPjrk2TYWOuRoyjLtiFT2H2AAXTP/WA4ZE+mW+TZZucZgH3595n92uypvvuXZ
fh0Xp2lUJd+ySKIlOOBdAA/u14c42yP+cSZJy1B5MCyBS+/sRoosmOQCsJMjvPw0ydkz+++txLEM
VTuaqX7sTLzDDWTbJke2q390/HnhPr+RLZmYDiHP8u/zR7LSjRaURkUecvdc6NXl1KREnIOYyeyD
8MIdSW27yLCvia3Zlqm4C+qPtEnfhG9/+wjY7ARvN5V9yNm7xfbAJGld6jljCjNwip7w2h8Ki8wU
WdxlxQS7iMzyFpOyr+3AxNQLMpd3Am5Sq3irrGxJOOH68OBxKxyIQNrHME46XurMoRdGm59+fc3m
5+3vn5drxjQUIf0sln/bCS2rIjP1IOeSjeaR2PBlIgGzg6Ws9fYNarW9rRtHsKovvz7sz1Y2zJua
adAz0fEM/njYlJgfomvgwRRZ/2JX6anIuxURRNe/Poz2s7uelCkVr7mu8Fo4W6Q1XyikbJKQHcu3
eVycMp1SOgVpUTT5Wo6MXdTpu9L311SMh3mJiWi+Qhk5qKNNVG9yBQ52DnxF8DE5g4WpP+5XKXV+
I7W4VEbWo3Fg1OGvwf+zq2DM4U+OiW6h596TB8orBSK6fDuiKPn1d6Ni+sm1ww5LPU6KnEq46Y8n
cQqEiKXGop2r2LeBlZ5U5Da+YR8hhSGSR1ggw/VUtW5NwewOJsiIJv7UYh+y02gXaToCufBpAKKV
6OSUG82yHy5Lbr8B0nQxEmQKLbeTRsLKo35lVek2s6AdVhorpLmdpuiazea2g88yUW9bMbMxZdzA
5twOUGMHJtd+Db08BWAGyHo+k+SDLD2VlbXmgah7Zoc94BpjW3FGfX4e2P0FKD92lc8lWodAYwyI
on9UEcAOwexaRtxoTw6T7hbLI2NxH6ei1a28muFyGRFh6xNGPicW5See8kM7wlKs9Qsf539jJk8l
+eOpJb70pPLW9bApQ3M5BuTID+qOXOWFN5F9rKlEC7ZrQ64+qToe4yg7dTPxBz/npaGoRzE7Ok2i
Y5H85DVpj753M9klkUjgT4EMXKg9j60u7lMlvLbi5jIEt+0UU3zbjQUIySw5Rba+BRi0kvxg1foN
xiQJRWv4RaBt4WW0yf1wBQxzFVrqA5kqRziX99H8XjCI9Bpt3PNLs41WxsbQjjETr47FY15I2KkH
nNt53Z3PNQBAKFErvXwWpgkFLuNHmvFl8EmCLtmJ8trbWmgm8bAfKiDA6WTdSH2/T0JSZTPpMP+u
vJs2/lQzF4U2FXgr0G0HEJy7tAddS3THppX025Dv0fnBrqYXGc/7fWm68+hmmAY3njS5SJCOjQ+o
UU8OhT1sMtU+RGCgS8m+mlcdKZQ3vqKBrg42qvl/uDuT5biRrM0+EcowA74NxDySDE7SBkZRomOe
HdPT94H+6rZq/dmZ1ove9EJWmamSSEYgfLj3u+fQWE2cvUyx76roaSj6cmVV1BPgp/yYwL9CMVh+
rSqtYNvEJJFk4u447kubRZuxA+PW6zwgg5Gf0R7vqiWP4fG5pavc1sQtIHsxZHbUwJcWaXJ0wfgN
Hg0flA1GO60riO5YxvBrzuu244X13EMs1RNDjYFfNzefN660l24wxkIg1MXAn5E8hB72NU8Yn5Ba
ocWh14nN5qBa+7i81ZCMVrHLwcrXXrW+O1B42OCv2euyD7A279rf6MVx20ceSAW4BQXCs26QTxyO
GfaE5j3jXucZ6Fx2Mlt+Tem8q/GkZNG8xo1zd6NoA9R7tWysrvkMbDwojeToGMNG8rI2y1sD9MJo
4m8t2C87hxLBc9Ln+d4xwpfcHP9hhfqrRR6el08VzLUguv+x+M5N7RJ7NBmA8JubRxxeFuOOYus/
bPu/c79/7mHCR7JkcIL1DfePo00CWaz6rWobRPoV8SluMLnJrGS4ZFq3hn3EI7NXBRnLqcROpBUP
MEnflz0VVc1b1PMktWP+5Prdmzdm5xCIazJO679frv9ILf/X4QhRFIPuYAuYbf/jmNnRRC5yrHdr
1DkODGfmgScxf8Lf2iemdRz5X00YR8NVP2bLvNjOSGYfS70sk+AfvpW/OidRpKUMxEHJcO0/DikM
xFJvyDAZTkP0FHf+s13MP1Q67bo8x/3ZbUyrOxVD/QFLJKg9Fgtb2/z99/CXz8Z/fAt/vBqga2Dw
enwLjjVevZpkYVRWH0nrPf/91/mrh8ODEmExXOMZ/yXi+s8DDhWmWDM7S1Acyb5Vun1xmUuniLvv
ZvH7M4LUcON505pRcxjH0TtDULbAFs0qJIhXaHq/bQSqjiY+5oqPbaROf/8t/tWxmf3bIEmAyJZ/
+OO1cOWErLthjkHhidamfhM1LDwaybyUbEPWbw3AskoTL5qEKZqzvf39N/AX9z+gGtTF2T10ov9/
fE7RaSMwGHWxzo3vYxshKzc/Y85BWfFP17+/uPd4OpOXhkN9nn/48ytVqJ7TrBZryI65AiyWMEUD
/bYyMXNUNivy97//0czluv/nAZcvKQQHJVYg5/ch6j9a/ZlLRboDvc2UEgcxNg5FNMpv5HY56DZQ
YlYeSNrlN5dbZzzLrbL8irR0ul+eiIlLmV07x8kaNtDWtvls7p0p27tudp6Fw7RHc2Cs/X2OkTSV
+k7l/aYeelg+OdP17DljT+VQ7hopL76bn/NYe8Ugcoe3S/CyvRlTEhBAP8cpm1/kHLvFjYvkM23j
Y0sExm5QRJJe8noKVG7yHWP292n0XvWsPjd808uf78ae4Yto01XWHujQkZL/yvKRWtvscWP0vpzG
FF+vaNXJqSOgat0BodZlTJLAUN1tAUfDykMcZB8NnQ4b1+zlU6IEv9826DqLByYv9sthaRhUoFL5
Lm0N/B03li4hVpl+LbVTi7uyrcanWswPAKB0yN391q04IsbtAfbmZjlpeWy2Xd+zu2X7MNI2ka49
+akkcSp37HZHexo/bbMj6T9el/V7auwjsz1xHT7BFwW3qxHST9mjK6ANHEUg156tRB6yEW178R1y
+o7Bdih94avOfCgbBnVSO5h6J1hOo0AcyDbzFIj4UXL6BNUOK4++bSfOk4dcpIlIAXcU+uFEd/VN
z+WTgLZrmGK3/DkYCNtlR9VHZw/V46IJfg0avPj4a+T1Q852yv3npsdhGTuBLdQWBA5y+O5gYihH
F/qYltgWXPE0e2LTQKxQWYb2HpcnBxk7Ea++nZsrN7QurTbCdfBeQu4jCJpvQEGuMAFPdsqGn/Ce
8qxJgWouzc+OO16d/DZ7yVPScOhuvy9alnrIH5aakR9yrHLomVbWcQD6W03R0WIX6uwZnGT6OE9x
IMvhVHA5LZ30seDCmoBRW2sErCR/OEJkdZyr6L7UQpZnBFHWTrJM9QPLE8/gssXmAuS9l57BmOxs
Ped5HTbC7g4uq2sX8nz6eAebedcwCLW8N42mYEW7QJK0u1fyAqHjsOJs7+B0NRpOcsMzH+mXv18R
/qhBsw+7OthlC/+iDxXG9f64egrEczjEHMFLq92X+4BJ5mfmVLk8BiBu93Eq756H4diedm3IMdAS
/3At/W8LLt8C7UuXqiHhOP/PJFep13qjW6NYtxkD1EUHGspehU62B7X7D3s9N90/F8ClGON64Bp8
H2LSnz+vUQitABXsr20nOWogNFfR1DXoHqInT5/X1swxvrXTR82JwJ9Ou6Q2Xuto/F7X0VM11WpF
BfYYVtq5jyBZgRLVxuGHi7kLIJcb2CVXTtYGhj6ZhUAEvtJc7bxwdaFL0ukDPrpajuwel7SqkjsV
OyT/uBTAxvXNYQdsLFiKXbPLKQzB4M6tph0yI6wGDEiEoToJjr+lZ11Kxj0ci/qRFz9x/3iCE4xV
fLgKlyeKAdEVvRgYYOh3mcC/lJks1jHMlDb3ZrSI8i3xZ7ReLiA+Y7oO3XIDzVijLBPMNQS5G96b
s924F9z074UFkTotH7omp/kzhsB1uVRUrJcq91hjeVZRKk9m+NQY4V1PXRh52oZ1+PdP32HPyArt
jgTQCsw8YiJEItDA1Wbb3Q+tiX5Nowu5zWdEo6gefFcRxRyvjAgfW6k9pQm5Dq0P7yVGSMPiHQBL
eEYE8dZZ3Ai5ORY9+qCw7jesBEes2bshTo6hXzx0Dpc6h+1q8XaaBXfgku5x3Y9BK+UTQs4tK7KV
std16CdNcU/5mpTMHg0yoPqcnfE+Ef/TLz736UwTm+Vz0YItsgp7PxrTmsfsiLl4A7N5TxRnr5x+
21XRsUowQTTyaVlm8ZC9GEPBWCjY56ZpVnaFJWX5y0Wyj0f46JmCjAYLxqmzfWeyKTJc47b8hmqB
8vnd3UQfzxacBJT3AZ93cq18kmtRq626qLb2UPyxoZVpIP0vlYGIbCveXDtE1KzRw2vHq0Va1+mc
oNWLjzT173GjrjSUH13WFq8rz8vFO2FRnrlIVXr3I2pgaSP4aTCjz9OxmrLHrvNeHTMCBek/1SzO
G6FyFiw/f5AtRAeuTlFC9nsEYagxbLLQCEz6zJqbbqpQblx87Kp0AjUMG7/ibl1qm6LyDjr3ZIj1
392Yazzn7cwgvoQhC1rKHJ5KwzpS8j9mnvvcwgIH2zNeUw96fel5RZDUC/rXT76Joo+2FrOYihbJ
adnpm0L+w9n5L1YOXwfYRcfM4PT0Z62e7PgE0lL3yL0OnI54Mdl43eUjaBfnlOrE36/M//3LmXQF
OPNbFoVPbkr/ezlLj91otLqCC1KmTsv5JOLW7BfFx/KkV+PwD1/uLzYCm+qj7yPpdW1+/VE+m3z+
m2sP3rpk0c+4YDfYVIjR6jtqNkFspN/1CRGMn57jKCdjq4JRJI+/f+b/Bx3A/89CQh4Xwv9zPiiY
f31G8cd/0l+WP/DvAJD/L0rVpi0Mw6ZnZS5F338HgMx/6ZQAbEhv/+4N/q8AkGP8i+6OA/yNOvfS
suNq8j9RcxiZHZo/nk3L4De77v8qAOQt2uf/uHJwlbNoghBDdKhs0xf8k1A4EbrWXJd6FSYb/14W
CSPWs9jz4L8kBTQRcuGwdBOd+ew4LANg7R9WvmQzcmTHrLrJuoFtzZYcM1smRxQqld2e+6okI9DZ
l7l0iqtjixMuygLINyM0buFdPUWC12kRJ7ZjgCUS9Go7nvCk7quIPMgM7tFJiHuUl0aWFw0DUhKV
F+Hk391c/yyHcG93xFU1cWGw6ahX3lNkck62KVy9RuIXKexevHazvnfCoxyORRKfDf8lra1rmzDf
X0Nh0QtiJNNumeerLYcgww++u6CXF+rQ1FaNGfp//gBuba2bKTGLGMrsK9S1w5SOG19tsbWAlsXt
g883me8z7OG4oWYd0vnQPqGqvswuEXUxX31Cp2OdUzF5HnK2ddO5Jc23ucAkBzCTY8tqhtJFQVKO
5YWYBwaGnef+sNFYqFeZVztey4EKvogvOLHN7khTMuj8gqOQA0FDe+auZAa5AFlsP0xauDa09rmR
HzSlVziGZHYPsblmZrI36nG7JMgLN3wYGEF3mC9lJIfFC9mmjrsgXzoo3pzuNKf5DBEWMDYGL2d0
1tM4nHFD3qKpYew/4poU/2CIdUw/yirlfKDnwUQGqsBWapq7WFaPE9ok0WvoFm92B6tMDjlHERtg
reTLRgA4OCQxld6Yrwm7inLwmAwPWXck4QWwlWui0qFKRCI6RKo89yRiglSTgRM2WEnZlI0HCOib
yLOQ0TQP0u3vjZ+qVU2Zt7UwkVQJ/6ZN+bexlFR/3elRlv7J6jnleTFbsj9vdQorwYgFqBr0p9bh
RZ5TBmTHqUMSAgFpNr4M/ZdtdN7aLPvLlCz3tJ3sswDcXND0b5WFRKurmKpxUkD/1EDqyXxpQw52
jMEPehLkcL6n+SBgDTpdcQJmxiUalr07XSxXfSW0DlqBiaQhmsrYUKhiaC/f8gowhhrWLcx3pOME
0E6s75RFwSh0SE4+JpW9QFtAZBdyRMGuCeKnTapqhYwC10BAYQMUehwU0c/ImLe0jd86U93DGAQJ
IOt+9tfT1F3F9AyNcGXHDgR5dOxVdshsbT8whDqV+qfInG/RZHwmzbvAF7PoTZn8FjmDOOWr13hH
Jvj8vLg1jnfHtoJbRlD00XkM3X6Pk/AR3cRXhDFkVXdc2wgCGTzlaj2bzlXNfffhmc2naMpj9PvN
WBDsOsd9Tua0dTBmRfXRn5JvkRa+CQQwpKatr1bov2hnInr0e8HQA8tEGG+iOTmZWrZRhMISmT8I
ULL6SCQKKvE2d+YqmFO92BrDePcS+U3A3Kcenno3bbJIY5NJj0p7DiY5cY33NcQgKHpGT5Rro29e
Jj5HzcjawLlYZ5YLce5cbUDOvqdhsa/DsGURucfdpxFOi/6JtloxQ9OLfhh+DdF+WqGqVQx6g37C
F1AGsQadj9r+fEPZMj6xjg5rw5vORsHHmjLozwEIul9mM0qSk5l5NQwL7Uyk2T6woNu7enpRBBBm
2+wfaunhQMjrFVbye+qBGYGaubE75uz8DGo7NL37hLEwR3H3mLfFra7S3Yx7q3BH/+hng9q6spr3
YePlm9LQyDRFfDQ9xfzSkMbfU7Ml+YDvuAxvCEkg0aRnn57Cs5Prb002PaRJcko852pgZWJARkEc
XVd9/KsjozAPgOxj4f5qQpNmXZr465b6z15Mpr2BNJAcGzsf17kzYuR1tG9WJxatV4SjcnJMRTpP
dYxOJVgYGWryJj5Nthaew2FurnHNBSrvZbuqaNV4TljvQ+4zPmtq0V272o4vMfjzVSoY7owtlwFF
rT+YfgkEpbJevErmhyTUcSp1wr1TPmCqFesb67d+CXEIvneqaLeuO8avTVcNW2eKqkceEGSGnYzP
Xh6PJ0k6deGhlns3a3EQ+xUOLol+MmeBXdeTG7IrJtwUjPniYR6p54Y3T6NaoaKdtLSAZe3T0Rnb
Bvg6rVSsp3cJfmDTqMbfyAi4vUEtaWWWP6tO3g0Nz1KtldvJfGrj0jqHNhcOs6nUhsHH8qHxYj42
vXCLa2PZ3daKup4kHXPqc2ZPBiUPi0YV/Q/WW7O4eoM/r4e5r2/AydVmcp81Z6wOeDRYHyfVBKP8
Qrm+8aX53S50ncFCcy0Gi+nBqht3pCR5kasVCuMQuU+aHjqvwLer0P3CFv3WjZG+dYaqW3kiegPO
ycUSGtBYUTyavHucTsXF9pL0Ex86uTZt4GaYzgjdcwekeoJaZDJyVqcaybuKwWINdQkiNo85Frjm
jzxJmKOXBg8siHi62u2DY2v9ximyEHodOmOnyhmLrZe/zVJE4yFG34rC/LC4TsOSNMGGRtEevdDz
gJ7A0f0hsEqnPiudg4L3asIC3s2SIZUmGedAK6cfZlIxfinH+OQDe6I05E/73PTMHRiJMNDqCy12
dMtNPH+h7zPWQmMmlcLu21wUP3tXPqZOzayhjy81MjO8CsmLRcWxldMlyo3HWfO2AL33naOeSWNA
IWdHCedPfOAoFzilYXXl9ocmPaOd6u9cH93BuA3t8zi6a4OhSFE6x7h1diJFkhIjrzNwOOVhMLTR
cUYcsSobhWoaKNRUX6ifHcWYQ1JTyENudesgU9KuZYU71nI3hK1i+ulF0NrGRlucdLZRXXntOUHc
Nep/xyorvG8lI72nuZ+lDETE8x/pvXHLcDIEbT7gaQD/20KTb4SOSMUOD/RA/B0uxpG+bT+uu6jE
jUbOuojhFqNaof0hMty+bVWvrJZislyuk1pcxlyy6T0wzWx5Jw7J7o9U4wAZoR44MXeZBhHZsF3J
/RrLlcfOGJlltm3p36y1OdR3rszE1sxtdue+czZWa5ItXuqJhahBxUS29mREItlhhnX2KkqNM4EB
6tgxsWVMEAhBtJlTEqzj8F6HJWAGa8Lo6evkE4KiHvubY3rpoa6w4OJvqd8ae2TCdaACsdKphgaA
XIp9hRLhOZkn49IIRwHk6pyv3IjKAKtb9yh07QMqeclprk66q98R/h5lyXkmr/HfJkysb5VfxM8E
c/SDxY++6iN0iKXikJL04Dgyw6v2GI7qTan1TTCHJu5AK7LW7jAuDNYhPzaxye7h1da0Zf2wrL1F
OX7ED33sRfxukjawt0anO29GZsbB3BvRusXe9iAoSUj2/9ai1BZ50Sqp/PDF7RkqIjg986ai6ZBN
yDFlAqpk5K12KtJhIf8I640SQPjOoHh2tKxhWGyoM0fFavI+IMgjFqgNuSxOrdoNXq4uY6El743I
/AOgp1Gyheao5guiBj/nrKLG0xP90KLuu+NSLJpM5i49TRE+LP2nWBA3GMsO/CFUKtff1g0oFV0j
PwPg1onHfMcrqa0sqV3Corz6Da7jdFwP03A1x9LmUerH8cTxvYVUWczwd5EaqjT8btnDNjNcinHM
Xse6cRYRO+CEJkNX5bM/5C9WNm+TDk6APbI8lc/sq0er9Td60XeM/I7ZxpFkrxXYL1cztmPsVZta
L+fNkLQPpsokI8doUxzm7AXrJRMP4QUe/6UyooNoP3gGS+b4h2ojXPmKRWVV5eGtrTWTA6DeHhjJ
jI6JnyJNMHuQ+ET0AvDOb/OAskT1Ji++1wSp6f8Qo9uzD4BEcKeYtNlkV8+mWetQb2b7ec5QodGo
xEg2cPOzE8OEGGEs6JPmZc5m8ZTCw8EpP/tBl7mIamkKxp7Ex5qVtxq+PkllHnxfIt7TvbDa4GRE
Z2JvzUo8Tcb3pedgVR0a92YXwldgR9l4C223KHhlEuqdwkSooo07KDDBgJCN4DwdjRKPWQ2uQhba
DjqvvAqj/6lakAQ+J2wsTHqzBehDPdLRsbqUXdzwE/IDcwdAd6rPql+PfcnwADGgNUIndgz8PssM
75FK+FVqrToWunqoogG3CAKpXSYsfGVttKsw4TqtzWxm4i5x/aIdUW7mVF6zxsP/kFTeJYW+BStb
xnsntqw3HZ3ToY1owq2MFEOwnevONesKdwN3o75FxE02BlKrdc6Y2omrHB8CA0cLMgk8nKVOwZrS
PN2xOCteRo1Cp+0b0QOWU7ppkeW9WZmiB6Y3za4LqxiIM3bLt9qX84Pbu/0LVtfs7pE2JEHQd9De
Q/KbfiacNxMBxiXq6+RCBVjci0zD6wbM2ly1JBe4zgz1wdDj/G2A2/ssEUN9jF7W/eg5Xxy7WWlH
LG2Mraja6F4Esq2bwrt3xNGLAlamzAr0UDd2DM+AAHNELq5icLv3zjHDe9okkpmPmI0IPSrnXCZv
8meaHRZMavK0a9oEIBtHsw7XlqjGPe7IMDDNwnsmGmpu/SKl1ugg7pthmnPu4MF0vdy4h1g7aWc1
2qWwJWD6xquvYRo7Jl6diqU+yaxOx+FZu2cW/fk021gOeXKa4q1L2ScNZ5qCXm/sO6l8+pHCa5q1
FU3tmxJOx0QO8atXCgjjoZGJvfGZFtpoTnKYOy0+jDJuupXoGvNpNDS4FeRinLVZTCkvTc/G7Lci
MEEGAZe27U3tFvJBmH30peweyx52yjRdhQhFeLTIL+1wwzDUEprGdlYeN0NPqyZClpI9QYAAalFi
gBcoyGK21iYZinPEUxuL8WCMSWBRprV0o4UpT1ECV+AzJeMH9tl2NfScDkJgEYmy73oecYVJlxje
EO+NUYOGXkOLsorZ+Cny3l1ZxFTrFLVPPyb5r0nF3bXPkkMc0tQruKBvlANoNtT8TSrSdwRDGcm6
aDsIe5PAwVt5afyYOK1Y4X/l2JV+K0qKxCAZ35s8v1ZODbNE0xGo28zEkHOh5FA0inODOQRE8foT
LqZVjgyFWont0exU+puKwoNQGY1jQ61M/B6rxpyPvo60qMuIqBQ1mvCBSnueDWdsKds+9RBrcQGz
KhyuE/Ucv3/0QeLyH4d+74aKjEn/6M4viYOFMKPaQD0JByaw++hZB2fCBE8JEz2dD7pX7p2GcTM1
GIvv16iIvP/qzBuU2mBYVJ9Zkl+peniMN9MZiUa9DDQMiZFXVysXOp04xTALzTrjM8T0EvyVX4iz
t8zY/6rGOHspcu3SjgOjPDWKZZGHtK3MllO2yX0qTaobN6kDL+VPzfIZFFYMK2EXxXA9fqCWfGCR
Y43H6sZP+3Pqi41evYc0CwKab6QY+iEoSm4CXb1cyhIERn6WOjvURXz7hmK51LTXTrYb7FfcSUV1
Us2sTjSPjG0dRbQaXfrBvhzXc8rcS8qYCtw/3juyCjY97mwrk+Rb7Ro3mVafaFiGNb5ofSW1dKJX
Q4oiLxi0ZtfxYdEUCCEJSW6jiCJKPVXWJi/zeo9TCWWpWbaPcjZwoLc+SwuAMaNFaTqeQ4VZO03L
1wYykaj8D8wcfdAVRbwz9PTSM1qkqEp02rhQ1S4Go7FRngcRCUUkSBbdsS7d1wlQm4pE5qa14H20
Ar11pp+VCN0razZptKI92TGcEqMpBVpPM8F7KJAnRmfCcNkGA0HyIeeEh9Cty7e5HL9g+Drbebl4
6k2WbKRvXtOOXJ0UBJeTjyyO9bMt3bNqNcYJdMO4kfcSl3GwxlvaNt5uKKu1GU1AHojSxMpkV3K+
dBfBa+YRr+Q5WHneXTRV+WoNs0eQjvrtQEKQl4Hg3tgnDQ4kWIhdNjpnjYrTnR4z3Jl6iAIagteG
NJ4by8e84Ehv9ebrxF17U8/iisGU16vIZ52SDA0uuifbvAcggw85La1sJwrlnpgb5cBeRAeozLDy
eEqbaHzA1Oc84zJaxz6JVZnPc4AowduVZe1tzXJKcLcilecc7z8y1vZZD/LBJIbAd/LKnnjRaHOS
d/0QWUFda6LVt0rYG0MJyDq2AzjmBCirAqqXhjoiFJQXHSFXKL13zLGqwC26mtyLfxKceOpixAGY
QegoRLzpKQWdVbrMLJp6siQYGmKyRnXjaHAxMNy7y+eiH2xQEwNGLaDBxzaUv9DBp5venT9dB1mh
a0j/PmYzH/u0fNSshkWyGdVWZk1J2LpOOXuUsLBKjGDbNmVSj9agc54yIW+lZgIAoH22jQdFTWYC
rFTbVsDG9ZChbg3iyn21VLobJr9bm15VPbDx7IpaF3tj9p1b58QRChfqnk5yM9z87js165X1s6/m
37sS70g41WseUZz1HG3WRVK/OB49REmzEW3HVre5RJBi6lT9arnfYzqTNznq1i1SBxmWBDMfe6CO
mf6BkVq/EysZVhgz6qPRzA0eVMO+T+aU7tCY9M9FCEtphpt1QwoPH69MD0046xcnwq4UJ/435UOT
4Oz1WlMSo8zOwquK5co0LPhWgfylniJ+UjRiib4oKUJ+UyHMwLgZQv24MSU5HhOtZI42he1KU97s
NQql9UZ3S0hiER+IxLUER9wp46BCUVbVh1SEB93QLoOMVz2428ofAzN+4dBr0uE19zXisQ2WuU0y
cyGm7Pqm+257idpoSWJ7NA5rhf23hajImguoguauDY/M5LZv5aS/KYpUqCfa97SGHe+g2DwVZavW
YayW8KGIqBhw7Cq7tiW1RADOp8e/oaj9hZ99PZYpI8u+HtEomZmLNgluLa4O54jomI6E4+nbtss/
TTitaV2cR7SpoOzT92aS+glfYXPEn3HA1FPBUobuCEixT1c5TVt6FvNqUK3xiyBDtxtMdYbJHNMp
5lNitfWxj7OOENa06U2L17L5IQwYListHMOgWBy+Pg95HHpH2jQN8mG7X1uNSXraaD/pXLfPSej+
igDu9tI+KirIQ1Ro215F7EgS/ahKFJskxC1jPaZ5+6P2nY+0qkWQit56rnwiMlXxoHI3XleW/MXp
B/iX6Oghu85pdLST7DGx6JISMBrOeFNYleTIEW70jAlMZp/QQGrDQVZWEZgzF8gyJ1GejA+mZ9xc
Kd807IRtbuc7rO3Jrk7MY85s36oBw7zK8uhsJsMRp94QECcgK8HRdkWlU63GBGlt5mwYBifMNghs
QTAYj16+99LnIr10VXPjmrr2AYbAIXXZ+91s69Ud6yKaYU/zVnVTmjiZyhU1wy3u5YutR7feNh4V
o9mrqAFk2szA5BxxszwXxCGQ+a3IfmkIafKF8KiXiAJwj+CjbPeW3iFYS+5Ol8uDo4ab0aCbG8op
sM0JIRBto1r/GboxK30cO4wGdDJI+D/cPIXBLnU79IIOkMPMmtaZ950IzxdH7b2n+cV6gnuuTf6d
GYRzMcW3LlQ/CzsGaNcuetOSOVNTOsMNc9SpmbjBVd781kkIcH5VsnFfcy17FBIh7siyNYujZk0g
Ju1kPcN6ckdxHEQrmGKmdLBkK9p6eux9nWkT9zzoL7XHB7MA45wPcEVbBq0JFuVNe+dtZZieRlLY
c0hqQ/EwpcsHWLAyG3zi8ia92eV8UpO59ng3paQgVszsGl4YQeuRFwND1YrhEwrAWXlguuSNqRKE
S/QgvUZf+/LBXerzhvamnNjd6FNy68tkXkMjoSCalPMtNvhIDaAA1qnynAM1lXdRl49lz88yjiBW
Fc0ouavx//G9arvcEd8s/krFMz1YKT1P9bOP2J9rfd0428y9CpFvpRttyRdf6rAO3DraZtwaK8Xn
3viWmYuA3v0xROF3yd7mVsNmLjYMPj5PzQUqzcUe1ZF+cODr2l713i2OSV6Efs1WDO3dqRhgQCGy
aai13aGidTsgk+BOasazWpercqbPd0Fj97luR+deeQTgNEsaz1Y5JBEtRBkynODo5YnLMsqrRS8s
wjyQivvdZDvDmgTEY8L9gwq1DfgbhsAK/+FBlprc14b/C3w21yaat6vCnLN1hrlvlfTkihLoaW6a
G4FpT6BJEx8OHZcgtLnZoc6TtejVLY0hKxg6poUmQ+4bltpjqpqjlsnHJgEL79s3REYpYIp8p6V6
t7IFKTjTj5hT0IYtMzRvaRXdGO45GLLJmBgcvQ3lO28lKSQBp8h6Xp/xlFNDfEnK+kvXKalOTMuv
kpkvoDE65rECruOyo8hVZPZOs+zqRA57n9jZmomSp9wEDc9N5bFv7eQx6iIaaAKf0qqKOUyZQjtX
UbvNGZ6Za9DeMF6ZwNp10yeM+ZvuPBUwMsk/Bk6ecY9r6Ahn5RYRys6eiie/qYChC+5zP9su2nKs
33c+mY6CpesARHZbqH4HEWQbU25DtkGX291CNuCU0QC81pGbnBOjJxh66mAHRPazm7Y3i+VcRvU1
NsEaMeHvWUO1vGv2N6C3oCDb1A46sPSvWufKgPw4d5lhCEMvmBU/HcSQbew+R3IK0gb2MeooJ72S
cdnK5pCALR3PjhftbPmJbfuqiNuga+NC19KqgQCefZkQBHpiaCIVGyeN391u3FpYKe2tblXvWdJ8
EBR90IclW2CtZQ+UFoN5leakTM9ZihUt/igiWA5cN4ECsNRuE7fddAlbHUWZzAXckbFc9FiiE7gU
ZPg8h3ff07N17cThM0ZzRRefyl1qG8sAUqYfZp+r9iqsXP0pyTx5b2RbPxQ4lYJqrvsDoi+xI8ph
BqbVxD90Edq7QvFEa4p1KGjaAXNB3pfpqqa0QP8x1v1T6jOgQ5aAH3WKpktVqfYYWvBP8JFXmzIv
7NciNrm8jS1LfWJSTxSNnW7GqLrZSWF8czw+wU41dRRuM/nV2p48MOCntomtl2/K6EjnAg0ZN03i
V08jo3KIY5NbJg1/lcYJwzuJ7U/H0QM3nMA4SjkOPI8c6plgQRVrtDTynPdahHsvhxXQaC+oDzho
C1CMU7UhB07XK2MRLU312DLezmb1SsO83JUTbI1l8HGVc00oYi1wfYZVqE2HR7JK9RrD16eZuA80
617N3j6YUfSFHowrRhWtUKJTFuQmr9ynzvePIqSuW43OTfwP7s4rN5I07c5b0QaiFd4AwlxkuPSZ
9OYmQBbJ8N7H1b8NbU8r0RM13TNVpfmn1RAECELdFKvIZJrPvu85zzGo5YqBchFjZksLGd+t6HxV
wTOrfOykZU9NmDwG7i+DRhvQCMZpU4vMljHaVnQxVLkcN4LS3czjpJPZkF+bsduS8XZG3Ikn0HgV
ZO1WGQVsg91xyRo/0caGGsGY8lEuAmat5JqV5HPIcXg3ick+V7pnld11MxOwjdA40rZVJpDKq48b
S43u6km55mLkmAJVaZKs8R7Sb+xp00jpKQhKQuyM/l1LvxqpF2yRw73NLRUlCSVeJZ2g1/TGVxdR
zwpGtraQcF1DqpCq8ReSFakY4+CKhOisKv2N2XU0XZbAV6b0tbfI/q7C6rMPondFLDle46hqJrnw
FajaQaiR1x1N20KAgazWnrFC53XaPoFW0tEOD0lgPXIwPCuSgFW3ia94JzhvzmdVNOGBa9MmznGe
KWynpWIy+5qQGsG6JkvYa4LICUYC0oqWCklZ80LTIH2uFsM3o2EvqdPaUISXghBOLKvMr4BWFwDM
5iq/JLBMKCRGZMbrgl3XJn3JgLjaxRYz+bVQ553a9ZeuSLyQWkUQVV+yKoheKFv3cYl2oq29TjDc
Bjepo/Y1LC00qMZczF6XT4q7JLJFUp3Kdp2p54mTYpcr12FlgSZ5Q3hF+CZFNGdA+CK0n1XKjNJX
Is2WXSTfu94Ukc3+Gk3SJbCwQYrhRcDkrrfdsyy0l2KA0G7Mt4b1jiw+zsQz7cIKJWjqotiOucDA
6ybbuePuk4oDILf4E6JnLQF6lZiTKCdtcn6Jfj5lNKjVlhJLLu8SimuTlN3O/Z0JDTyWtwB8b6b8
Tk4F6Hf6KgXQQtpkWmNzSV2R7emOnKMDoeogrMcVbhtp9F2K+GAsbebWUnCBAMtNSKJqtYDAtEtu
tlSUOdyKXYvTA9xZYliATFNu7vDQbRAvyHFy/UNYZcSxdqf1sSsspBWX/UCuH9W6rkUiLSSzF03U
zQf2NFsKu+esmlF7qh9h0+0BJ9zSWkPdb56ocey5rs70w+hrcr/clDoJYuGQG75SI8UtSn+uNL+3
WpNeUCM5SdfLfgH9ZxMLQ8WQowPJMSwDKTwce1P8UJMe+JDyUFf5e2Dk5JAOn31WfwhC4Is90FQd
GYEt9823zkwQhKvUovrm1tQ4bQ94IHGg63J4tJKWNhRZOH1CR+9LFDqUyMZnm5oPDaHhmIDXilcu
nxtMKl3XXaJxEe28GVAwWLltEdgX9kt5KCNKkOWExKVKsmcOuTuxbt6IRn4e20ChD2EcplF6nIf6
q6CRC2Q6Fyh/A55iaksUoEiT+ly0FitwySoZyqbdm/ob5eM1R1TtoYDXV/bivWzOV9OE9S+o/qrK
MDLJo6k/Omoe4cnoUwJb+ES1WcaUml8o2Rk2CuqSiO3qKOQol6I1LzKS5q+4p2/VcFLtRrN3wEAj
j4N1FArhsWkrwymomG1auZtpbcTkYfdU8MoZZms9kHaNQoahPO1xE5f2oFK5RZsieZVuXSTSdY9B
Ss4X71H+0OqZXcrC+9J1CKKi+14wfCkeeMQBp4+SmtEhjnBmlxVdsVBWSsajdChoPNgNVHu7ayrq
3cxVtgfBr9D2+I0+qLiv4y8tse5mdQ35TmTqdjnZjsNrp/eOqR6LihbM3PBGR2TPGEPzWjTTUeWe
EHkVRiHE3EgydO3RgthNk1SjytHi7BkE3JVF9CY0yYM2qdGhmCzZSeVMe1cE8UsvGtZU6W0cuWfl
VfUix8kxBn1ENyJcG1LvXSu/YIxA8a1sE4TbAnMBNdEaKPS8WMgkRpCTqPVzAu6BbiXxTjXlKx/X
QbCQotFSuiaZ6lTk4OAmi+0MzUMWVJs5uvTtyYrOU/cYG6TBdrq+S+RqHyI6r+vh1syyaidWTC1c
sPdapyOO6BHBzBKiRmvc68r0rCW1fhZhnzl0cO+Wat6EVn4gPfvcxcZ9LfMWKrJnRI2nUhHbgBAU
/E7glBMqL0F50who3Spr8QQlEOlE0s/CFVBTm6Ykt1Ej60ZC19iF01NI3my9RApWqOSuFdJvA4LD
wPhUODa0NHlH4tIKzvty5wujX6W7WatQK9B1TbPTOi2S0sMPbIfJQ09fz+pvY+oBo0ua24wSPxZp
coAJW6iIKDNSw5maUUdA0r7QelJJxvQYoYEWTNF9iCxbumhrhx0xWpje1JEe3cd1hOdB5IUiSRX3
8tzFn0ZaLFvcfMJnamQpduShuFuQP34pkckOI3eeRIT4Vz7G0TnOtREiOfZAWq1z95Qi0jqjos39
whRnFAV9cpiFztzNS614ZlS0mP+j6JhrafQeFFHDls69VQkanavTJHp5IDZbwTC1zUhP9HnUw7fA
QsuiJW9GTS9J7kqCipuORo9gyC5ywAojy9IQVxqlZ0PJxZ3UDo8gwsguCqiCuopQPBrwoGiOy72y
BzOJ+4CY2iZsSN1ArxAK3iKpUPYJjSukS9lGT7OJm03UH9sYhakUF/V6iboahQw9u2B9U2iu39eJ
Ltz0WH515a3kYGFXsbFJe/GUrIzUFAJCH2wFChBb6kiCT0c5d2t1UbaYx651bNw2kRnfjnrloEZG
LyUThtoglHamrMXFmPXnUpee4ximjvwt6aHFD9xA6Mx0dJs7+vEJhOw53Ez0qAIxfjbF0xhYm2E8
SjpAQnouoX4tjWFLU3xTc7AzpE9hpLcYQdLrBWdW6lcleV8sixryI/PWph5sIRZaXoV4mL1eoNoX
YtEAC4qExpyXN8UIDpCFKOnppW4HNNg5LRr71MBbWyfnMKl2BHkiYQoRDMrxU2MF3Xp7qVlVwJkl
rasSqyglBXIs4Vqa3BhY+OTYUYnSyfMr3uTBM+PeVTIxeE7RN3pKycEa0OA0Eig8LeVTVPhDFR/K
eL5J1mLSlBSBS+wIXjX8DHT1oAc2w13WW6uX0NqEnVU4ixlPO3lJQjdMRvTYUUpNCt3sNRAFuA5V
FnnKYnHur8gysUbRG4q1D4BuLa1SpKCqYjiWYbpSup5ZGoyTBPMiGJ50Y5Nlo91o0SlMF2+YpKel
a4DioM0tNOJXQsTKifVhySyRlFeEF0OaJBgVWnhK9JrSvLAchHL0h2z2id6FWxinBOkm08A5S4YE
C1gFaVjwEZEf13foXAVrONV9dDS6z7jFi0hdSt6q2owtasre2HKZOiPqt3J6LpbSLQskriZbOq1y
gsWsEsw69tksl74ZybemgplIqe80Gpz/e76A7bESAPubrGo6uxJbKq6AA1lIRtONlSo6o6TbsDZb
dCJIzgn6EtdieD93YUkCr2J85kBoHJF6mxNK1Z72/6mJxUc63JHdq9mI4lrLZzfNMNhkOW3av27B
uFSfxV3XfH52p7fq/xsQq0GVHQvCvzNanN6yt/ntv9BqjLP/8R//vU3Xr7DLvX28AWXdvr2X+Vv8
r0Bt/3jsf0JZud3AcdLA6q1u8n94MlTtN/w15MwbUGEZ97gl/gll1TUR+ZalqZJI0g0cgj88Gcpv
CiYOkRQU2dJw4qh/xZPxswfcWG2ekooH3KBNa8mS+Ivlc0a3l8mF2DzoAeGOtXjIVd2pWt1ZL+r8
sJfiCEjK+c+C6n5hPvz9F1uWBAODYx9N49UP/4P5nCMMpb1O6R6qaHYbik2dqj7EVuoKGS0KUcpd
gTsZWnZmKDY9VNrYu8qWmZUrq3lY88cidVq13auT7slR/orGzY2ISCjkAaOv6GZJ74RiteMOjNnv
Xco1f84LWw+1mzxL78vqnZ4jOl8uJaih2ly/T+bhZOmwHS2CkNKpJOMb6j7OSyXRX4wO0Rjeknux
E42Ngk91teG9s5v7YpudUYBvZjV+U5Cf74bGvA9zUkEajnOi8sC9cafUnUMz9iOiwpFG4JKa6Rbo
1yraqCwOzuZ5zIz7uJlv14dsu2Y3jDyVlhYEGJvLaCG+gKkXeSrByQKY7onLoZCih4H+jO58n0A4
72QdQeySHgsx+DZXQ7MrxoLrevIRRX3i0ctRfWOsnq0AqpGyvGI90BClCpEnToIno02SdeVBJOBu
UguuCjQd7U7Vz309sH42KdmVbH4wBrGnoI/O2n0F3LwAjCeZ8PfK3Fbj2c04MP8w9a5/J5b8iMe0
fjEOreNUFimf41NSGau/kujqts57GvTNg2i2wKO0Q6S1nlXPBD5qN3NAdVvRx4ucxPeoXoElIehs
cABlxjmGgNpF1V3VGV49swMscfuMV/sx63i/ysqnG7Ylz8ZJlsCNpMGh+0vxSr5ZusqPA2s310q+
yUuCU/X6WgbTY44wIor42BP9SD7fsxT0YL8DIuu4OBdIR9dK9/rpcMd1CYlwmsHiSij1t/Rj+MxM
xY1DpLEcB+0sA4geEX4bZa+GCZ8304415Q97EPLXkUtN3mvQcomg7+fqJdOaPQW3syEjGFXCG0vP
r8iBj6g/LyH9/Kqu76yQ20smHOpUfYhiMkgs+WFAKCEBhp2D/GowTYAmnlO58Qx1Og3hN9VQHZ0z
Q1it+3lhZ5gZuem7lYSkO8t3ZtHvGaDHaAn2//5zlcSV4PFPQs33dQCsB5bz1e8N9OwXwgfKIIzE
o94+NKJ1z23vPhFBGWQmfpzmuREL8M7SdEFfB5csOXXUlbmP3AaDX6oFmqLpksw1AB+uTHgGxDL0
KnqM1INPFVfzEQ+xHgj36tw7cWYcKbzuegWtWYZYSpCmA726nTZpvmoMp3zCbQVBuYOH1FbdU8BK
2AZIOBQKs8w3GH6HOB3sSsc3kzV7Yq1pWCbvQZQdx0En6SVKSMsYHxszcape4RkRiRfnrk67Nu06
D9axr4QsVlhhZ1GmlTnYNa0zkrl566vrMBTbWetPFeIJmr7M4dQ1WIXKrrA7ws6g511yhawXrBa5
MYFfX6A2tx6a61NuUd/ggmp3Um6jPt0wJcDdW+eoflT14RKM1bZMP2CBbBYNgPNkbETzWyPzEmRh
z4ew79tqSx7XFevbsHKtd5XCyh8If0LVU352+P/+gYNSkdhuVhLgOtN/WPgTA66BFlftA+/1qe9Y
UkLND1cLrYq3hbAIa9S2ZhDeZEZwrQBBCEnFjbF3BJw8KYODHLgXNcnhJ+AFQAKxrRYk+UrjNbiu
A121qbyeUbzT/O6fWhMHkkJdJ4i/rbNEZt5C7/a48dvBbO300jzDsPlL2Ji/v0YFxKECwADLI1v0
T69RzeTa0NOle4gSo7YVfiftca6ZY0pYVPIna6P0r9ZGRdW4/hs4Kw3l1ykkNIpQQeZ4UMtur+Wl
Z2wMRwGMboSHrtYegG8BQdaODRf5qVgZi3ibpAGVhhEU7r+f0Pqv8xnG+/qCsQ6jd4Uz/4tVWdEI
4FLGYXwYIVIvSb0TLFJU1k21LnRSGnW7QkWZ0/hqoCcNVbVFv2RXmublzCcRiSz3oXPSKee1nM96
vY9641hG9fNUFBQ1wkPNiirjjCyt/iQP5VWTrWusNU/qEh6GWiNGT37IheGWrvSw2kqe8j45K8L0
2GTKEfAWYrHwI89rfyCYyJz7kwiCTknjz5ZdW9anS5vwSzgC5WZxl87NQB8MG+KMNM42g/kRegUd
gqB6CXPlRuUbNkLGOi8L962oHyclOlQZBbR//76uI+bHZRL7LTgMRYRVsWL6pXVW/TBrKilQ4yji
bdUFZduwiyvZ70jd/wuG6/8UzLz+rm8l8lygdl37t+/XhfCzXEHHP30B+wbo8U3/yWnms+2z7m//
jZ/8/Tv/d//zd3Ty/VyBTv5W9sS58Ggh1eefzNGyZfG2/fBur8/mJ+zyfZyXjXD8bLvPf/mTv5/j
ZeM3es9AscEbwwsxOJL/4a1WfxNVDunQctbQhXVJ+/0cL5i/KesyZ2mybIgauBFO/78f5AXrN5Xv
RROLaxPi0188yfN4P40R3SRWgbkHJ1piJTC1X137CfUPTV3E6kDTuZjtEFCnN4coESahIjC1AteP
7Av7GnJ9iHxqs1vKJnoSg0VhV+hbyytKU3yeRvQNI4a+eyuVgy8olylhnXqUuFJV0AWtaEizz+RR
dO2SJtjH+kgtUmwA+pFssJyKHgUrHb82omRikAJXGPo3PQnycy+szmEU0GBUjcyjmm6DFOkxEqvN
jaZkky1O8bdm7PsJnmuE1dhSSuwpPAs8xRXfXVkUm2ulBAMU4yJsgBcFQeMSX7hcxnnRP2JNNj+/
P5c2MHACNIoW4YUYaUFkkbjczBp/m6YhvimBW60iBXHH6SzlUc1eUZH/9QTLNnlYknoaY6LrjPK4
GAb8EpFb94fYS7y4cqBQn5Nc/qxUOk5cdhHikwSRpjQn1WUNHjglQ9IK+BjS2UsoywoLIELsJLF8
u6SNfkQ+m993uVy9xFoZvFDJmErb7AWASji5C+0qB9VyMtUx2Ft4IfBeIv3c5FrRu2EYilAV+RDN
OcYvUZUI1+I+bxC6FPWTJKMKFlo5uO8mI+9o58bidiZSi/iDgUtAINbprTaM+KjlfFAfMc1G15F6
dL5ZGqWviFeY2qcqN7XXpBKNLe3ViMbV0N5LUiA8DUFKrPbSWjsKOIUbgB/ciSiG90Y70cvu9fuq
0xdcMqP6Ec8JSvg5VtrLpBPtS7v7RVTE6TxhV+SEp46Qm0w0SfRJSTCGH0IXOvow0zWMSxzlF1WU
0us09cHLSFcc0evc0SHh3uFwbZ4PYfA9jxWKK12q84QO8LSAxHyeMGY9oxyeH2gnIE8eIgpZJt+i
pmr6OCzUeXvKVeAr14wCsenccpQEDlO5bBeCafpoEJpdnSyrhwpoiTU1wwP7zyVOqhYZJArnuJyU
NwCJq2c8QIdGVDeW5Zb5UFg6/ZEa9YgtBXn1olv0N8VMmE9aJYXXPO3D14XUZX9sZuT2HXOT8EMU
W0uTnjjVpycla+KbTOK0PWO6REjRxT6l8NDpNIWTud5rhzDuCr/NW/OUWZS4xaRY2wA83jAaxZ0e
lBUWpZ5E7d5orpGsCfAFMpGbGtZqQqFWIRWOcHnOv1DzTme9m6NTwIlmVXlh70inwW6TRNzGaZye
shkq5GZW1MdsjtFTLQJ6tDHrwgS7fzNwCgubvnZysSnJaAYxU0tMUykYJnSHYw86bGhDJCQBGtvO
lINTG7YGujI0XCyO4wm8yQCOTTL3ndmnd0GglgdZ02bUWP2U3ov46p7D2Yjuoj6Sb7p8bA9wLNPD
rBThHhhS9VA2AQCHJBi7/Sod31E/Fk6pIrYnLY77xyHMpGM9dXA+20Zdrgis6itaix7+9FLc1ulA
Nlaf6lt0qdGOwjk+qUqRbU2s9Tct6Pu9HoXBgzJXEhBqNPpFlY9/xur8eYv/vnyzVVkS3DXw7+av
B+Mq0FqpiKT0oEph9liqoQm4V1uoAZt9XfudFBz0sNftQQfRWBbS8Fyhi/CNuevpwsSjH9Nt9APi
tp5StT7DGKjsRtDluzwxkmexTdKDwvnZS2Bt7yZcEIfAqLjfWHlp+T/sn//iuq7qPxNrINQYOidS
jVM+lA8OguuL/eG8osoqh0ylqg49CTFPZgGtlhW7mCDBLf1rtL6HTVtPuIe/v7vr+4wSn9m3vvfR
+ilUTatvAVTyySxCcQtGoD+qE6l46ZSIV9x482lQYm7acy2J9Om0GFf8+rHLM1mZwqJ1APOGNMOv
xgBZ1qHSroOmX4dPvA6kaB1S0jq46nWYUb9jxFFZKQ/9OgzDmQHJAoZnUurGE03VxMGkYJwrmkqn
WQw4+HWorOPOuIbjlFROzPLyYdWrg1muWBCJyHSKCYI/Nf7ervP5pC+d6AZVGjkIsmnl7pK28Bry
ibTK7pnRIc27XjQuGByM4kDD2iZ3B/trdojE1zQ+JMsbrQRa9irUihqgnYJSN9t01ZcGaml6DdlN
9U4BEYJO70QnrWjeiumhhnQ85Tu5vCTTuwXDUSHmlL5ZpXJAfpYQFvdrS7E7xE8W1paOawqbarXJ
qiMwE5co3DeKbE2Yzhur8TrjXkeE38VYmDe6SL+27rF9p24cAKaId2nuAW0v5INhtLfhe2VsY67b
gC5G6A3esLwI2dNMypEIbBZuhuHEuRdY30x5O7+jRD+M8aW3PHM+zVJmxwiNMnoTQR0DdSI6R8EK
Ih/M6KkTS8IwQ7ulaaBhmjaLEN+XmO1iFQAiEp6HohjO+TBtklHbD7VyYO1y16DtEDeqjutPZh+M
qOW00z7SJZLbG8NSd7oqdLQeU7Rs3TiK28qMuicF0bxLvgtvnSkdhSHH2iUQ5crhROI4UHCz02gx
yIZAyVI9583idYAAHHGeJXx707OlITTIgJdy1urCUECCK9GfUem/Sl6i5Z6G4qlTX3Saj5tYVr6W
cXwWC/lbNovYussPebFiR1Du86kCO1E81JQ6p7o9jDhN8q7cj7Cc6WkHz1K/nfCYZmrDaheLF0VE
mctyc1er/daQiy36D1ieS3FQ1felR2U2j4hqSWvWkV2Mkw1uX9lEi0WBc2rmo4b2eT/GcgTqQZ4b
RGkxyK2AApZWN1vDzGOs7oniImRqz6IZXBsYCoE5n8Vy8pMwPCaL9Z62szsWBDj1M7wPCf9EYtB0
DAuD9tLCveo9yVGVvbUlHwtMSvNdMe7FxpEpP5vKsRy9IflWrpJXzCe0lmiFjSAJT2gllwLDPwzF
mb5km4eXAow9XBv8Vw4MsTGXHLPyM+Fpoe1foA5BMm3juqhKSJeeWMU7uUGmSEj3q1aoT5DRPCEQ
UaOcW/ElFDerlCinpW0EdxqSYZQdOF2dvN3HYGQ6Y61g1MNw6cMG0I9oVwJcYmXHFTJWXvDqNoj8
niL0FyGZqlnYeGK8C+Eb9WtGdc8sYaYkFD66JzBEsO9sWehweF3MKXF7iNxG84FET81OCliQa2qG
m+atiYkcTj5M1V8+1+68VAM6rexiOLayI8uYNZdTVZ+ZgVrbbUvr1UrpDF4GYB/KeNdguOK4uZWT
W/QgRwUNYw+LiNYiniIEpfIATfxEX9pdNMBfN2jAmVYrf7LxlHFrGG4wTzsFNuJgzATmerMleQ2n
z6VuXUN5qrKzquWoZr46/Doz4fZ1+YoIjdNl6JQjkr4G7oGp8Hxbus43BvXsgWESomuPVxlOvTfD
Mwd1Ihuz9yjEgXm1wvmQSM8NEiUVI5mQf1XZYkcZ594EwkwBNxXMy5I+Ks2Cw9eNq8mRsuimn7E/
kEf+Eeo4eKMDpS2hlbaFdVZBE2T3RchNpdqCfeK4Im0is3oSKaFCSO9iSrYcyYVhO9JKVIyjMb0A
stskmrCbRXNL/cOVwu0YY3Ycv1S0DUbnVeKuK2pXjt7q5FXs3K7U/qTAwuXwp2ve962Ve55qyBAr
YWWZv5R7NCmqQgX2wmEqAwYSOvzMUU2TgRRbtaQhqS9mkEZyByhHnXPE+4Y4vNYxcWCaOHHzUPJT
JwqQ/LqYw0UZZNhQRok3L1hPAsL3Q8G8ng/S9aRgyF3mia2eHMQcVc28CCYJa1J5QTjQbLsCqm40
iui2e4NuRZPMfjMkLG9WNhyqtIHqHiY3rNGwfWPGyHoqjogdHzskxtYBxUeEhnk/i7dVdkAYtDNj
pCncW5Ayfhrle4msVXHToX4oYeiURmHA9avQqEjTsYhSkXkVbAMxbzdTO2yVfPYGOdpmVQRbeOn8
HM/rsJH7ZTyLaZN7S3VvwPkMqZeLJwHbv06+NlGAynPS3AijucsRUqjEQZAc5kjmqctvwzk/cLn9
lCk5Ko+ZHJKhRo0ZdYmbcksEhCUjQqJZVB/S0TgTXgwTckCDNzg9NFF9UYStkC073aJ5MxQPHZ8O
iMfF7ea9GdBmaD+WmO1YuM7qWx51u1ILwMw+cOOJbF1y5UXf9INO7HezzUFR9zUIYNO4k+gwZ4uy
WQ0AenJf4joZluAVWPhBmW6l+ktfHo0Z0yISYxESY2yZ4p/UOSVqHj+UpRiLBBpS1QCCaFH5+F/a
h6twMGtwDQPkGTk6oGXTqoxCY4/dCxdkKqW1vxRT7I4tWibSKVVHLhtklxUHwO9nzr9Uvrr/P4gL
/bF09Tf/szwTydX+2vD+f7DAZUHulld293/ODLz7LNK3tP+jWf1fnfitBGRE+/qmLz7eyh+rXv94
uD+qXmvUGI1hBVeTigKSPu0fVS/lt+/VZiD5GnWtH6pesvYbDTvRsESN/9EpR/2j6MV/kUXASJOp
d62JBH+pe02r+KcByOmf3pRJON4v9VDOJKoRD4lywhd+qPftWbiAKtogAILLcCKxhC/Vs3nWXQOR
hgc4bzvvpbuG2/QluInPgweg+zQ/zdvAnbzcTS7cn/ay3TjtPjmmb9lu3Syx9yAV35Gwe8BZ60ye
bkteYKeO7Oiuvh922DW3qg36dD85sl856S1idbf2p0Nkzzam4gM6HVtwh4PiRDthy37pEEq/bXaz
i0PSV/e1n/qJM7uCB9NpX92Fe8WRHKSifjxt+pPkVLvKqzzK4+fwDKlM8hSn26oOlkOKDPHGPKYn
Y1ufUcRedL8+A/Zx9J3qLPvsHO9QLHn5lvhJj4DPbb839+VNcBXO2R0knnN5gkS977aNi3WK1xnZ
xK6cNN+wg50JWN3Y5KfoAv01QN3KsechuFKy2Uzv+b7bYYl0Ex5W8drN585tncC7jzco43zdiV3Z
Db50m/fVq7b696ehutKWR3Bqn5TKrbopd63nitfgiObTL336onbLK+t9mBre6NW7xVX85tA7kg8C
9wUhkIOEydYdIj+OmG48w0ei5I/XYjvwU+NtfhN5i2/doGdrd6YX3YyOYad+vqcAkfr4YezCnx0Y
8jYggj3Qkr3pKV/SPr2mH/I365WTEs+jddDu3NuhPTocK21gHfv2OHr6pdypXrABlO9XW8R1TrTt
j8ZNcJmPs1M7oic6nGg2taNfklvxmH8sjxymOG+E1HjkDWCF5oxJy9XOytk6tbv0rnoo3Ho3fYke
UJKd4UBk9+JrdBh8eZv42i5xsU+6qZec1JPmZCCSMIM5XNniO+Nq7Bp+GwVdH7Cht6TXYh875Lj7
sSM+qdtqT0rlEynRDpJCnqzpdt9i/j474la9zQ/Krt+ycc2SbZ7VW+nKSPQDN/ZQeDNPRP7toz9k
D9I15ka24TuTG/TjPldsfY9lyYsv6V1ySo7QeI/6qTyYt8kJIaffHJNdtC/26qH9kygIxfi5pPDP
qU51/cdSwlj2cqmXtXSa7dEdUK55nQMZ0G63/cbYVDyHxvn6IlrUM5iV2a7aLY7qiu5sd45wr+yU
Tevmb5Q4bRh4Gy513uiyI9rp5jF2Yo8wHJu6pQv0CxyF0+yYYR4I563RbZJvsWu4jCI7cmpbchTP
8Ljc83krjPLuoOJW9eEc8wdgiw1nwJ+25Y12kLaoIZzQJzbBjz+B5WXGXmvt9nN5zx+GbXdAb/hg
JptpG/vzpdrS5bSpQQ+HW8E2bOFRdRr+rdsGL5Gn77KDukttUvgezJfwJO+kMzw4k7F00i8MyF24
k++XW+3WcFtv2BsnQNzhbtiHx+ywnAOv9dSL5ivl1eS7gw3WzY10AkhmSwzvaZ0P3mCbG4l//6IY
b7+9ZJtvBavCyFzg7O+0rrjvHGXz8ZXw86PDnOR7A9u0SYHYQIO0JbfdafvxmGwHP2FhNc/1tvMm
R/OGXYYVzBldbnx27BXqZt5CJnCx3z4x4pzKfoOUtwP7ZOub9cl9sIYfVZ8P5QTN6YgQ0CGvwS5d
eOfXzNb4Kj1zu/YgFt7ixwASwHCQfdnXHEoJTurgKXehLm2KnXCZ9+vvzU7ze3hZo2+KTcivTNzS
AyOytXb1tnRRvm9Fd3Kwntqy05whHDuZrbuNM9qqLR1SV7SVTeyl3rgZN41HLgFbTesKm3zTb75A
ENmDw6q/mZxipzmWw6XC2sH12tZb8bbeJrZxb7yEDh6LTfzc8Oj0G3cCO5DAME54aaZtOMGtses3
1OR9YVvxIJDDH5DX2j9s/P+iMsep7Oc64z/n0S8ludGIUzrhSFtrVz8tbGWl3fpQw516C1BI4DNp
nMVrHNPmFfBW9rZxjPgkUEXw5oz8q+DcpWxAvavx15h34xEOhze7+eYDa6zdb8pNZAc+hA4a0Ny5
9/O2P/RMw84bvHXKcq1yJucVkJxP/IWL5HGDH8dt2RVbF4wS9DmGzbpJ8h8OUVJ2y+Y68NO6zx1z
Z+4DFqrGw9rJcpUxhcXXfp/t1gdstzpjDDPFefJq/haxaNYuTBEXWOF0MH2ksBvIfN//IX1bx3O7
1ZySr0X7f5J3nrtxI9u+f5XzAhwwh4+XsbvVrWAF2/pCyLLEnDOf/vwoe/aR5LEN42Jf7IM7M8YY
kloki1WrVq31D+0++4BB8B4Rs53FlID+FaT7yZl52O2XN560T5ksaEK9PAhUAhekEMEAmpabuyuz
koNooJ5MZ3LgZ98NPB0iQA78OR45O2fQ2MQVn+jFk7M2/OohveH3M66yDSPJgyEc9D5tEU9yCy/h
X90hqzjw+xhu5pRwmd9iueU13NLyzGtxapcF+EVE6eQakl182501zB3KAq7OyAGyd/R9wXtObJXY
Ofslr9Nimlp+zJp1UblwzIAOEbkKE90VvdFdWDiLg+omd/9tzAabBRbAxWTvANLGxohHBQsBBCyr
kUW3B2jlb1O58iw+J7kVFyl5hgLF/SP0SRf/1P32OFuqhCbU2bIjEvD2FmYLA8RPCPY29ardNnjl
fv1knqbDwnB03LXJuyefCMKgPiICckCtkgHXA+Fie9OGCx2cGABf3ov8Nsi91rkuuHsqcUy40nmm
aGQjT2Zj88I1i5exgA7ATWMv/TLIPTef8UdkHxDJaGqqSrxnbmcnn/WBvtN3Pbty4mK0uhPOiEFn
wuW063a43fnbtVSyvG2NoAbr4Q7EZaDRsM+0vCAkFHVH2OeESzYez2DlbVOiPBKbdvk2k4kuIlMs
JnjgpxBgNuiSdzi0LJ3OWz+tn+L9dkp144BwtYM8CXKLrd5gfqsB9L2cmSeyKzdfrL22b32gQHwl
DqadwCreZmpybgbyYfRxofd3UJDOrH23i4NtOaDvy9pFmIUIDFuFNCQm1SVEO8Iu3vePKmEY/Dex
Kg8GhlRmSm+PCrfCRQqKewez7RrMKpmxpMrnsRY98cq8na7Uc2Ia7xplyVPhbuNdczPU5nakvy6/
zc5crNaIeoht2Y2PhqRdBvk2Hk7Cz6CvwIIk1AcT72U6l/j0FvgVPlPvMSzzQmKRwl2NbBSsC9Jo
MTBP2qPO8hWvlgCcNXF3cesHIagIaxWfGbzqbmI5FqQBM4GH2hfvRmQRble2bORjeFP5nvzVIW3b
UYB3a9/iOSOuLe1Nz3Irl2TOyRnk3mdgXfGAIApvVXyZ4bMvEbG2nWdbrYsjbWFI5FWzUh2F/BPy
DY/QHjuNSQItgDFtnNFGTNuWPcnvY4aRdGfb9biV8RiTW2ACYiMV8iH+Wp1vQ90cNG40ZxiInnwf
2ggpuRmkN5A53fqiCBoSldhFsJqkG+kx/VReFFfL07zbEoWezCYhXWl3RA6WehhI/BiiaYU9nnEq
8WCjB9kpOtDyT326MG51QJ3nkB3ouQX5gk+EHV+AeDx1p+4pJltefCvQ7cwhCaIkfUuLMEh23ItP
NcgBHuczwezYnYLGgQd64lRk5zYYXbLu2k92KxkUyS15TsqRIrFRvCYr2tIugfNJ48Tbvz7ikl8F
J+LMYDm1t+Ut+H24pb+chvP5qDupb7q9t3pW0JOozVTv7Y5fL3sKp5Jwr4SOdV7vlGD1GlL2zBH3
9Zl2DrsJeSr+Il4bt41+S5lbP5KIeTGwJLsITI4SCFYpDqcAO2FY0NTy9JuRYLLvz8J9dcv4MlEo
b1wMnELKM/lyElCwsJNbmMpkcMq9+tW8US+TgOHhZ9PriNvRPydP1nl7pl+i8+3lsPpt2LRQKyIn
uqIh7VHyCdgiSTO3PFRabc2LAsFreE4Ib07El0POS4WT23Sy3dB+7Hc0N2wt4At243T2JbnpQ0lh
3e5hChwTmLeca1CUDyaflgbvv8sf1GYHDS3ZW/ca1GA+9km+DulbMU/4S3XDD5Pzba8X6zUfPXut
JV+k58IYVvvtHGa9vDc0q3YAEh/U+Uy4Jz1lAgrdMdx1rmlHN1Ru5X0C7CSIfcSL3fQzJVf3ceYl
ho+Ti76C90CFkaDQ2uicshK5R8NBcsrWbWQIOJzVzF1IOzYsddJQwJo2JDAWFYhKLgH+sUBRgjMX
x0vaJoHsS1LAVyFO2f1zR1jtG4cu35RwO/JjsU/2rRefr5o/Py9+64Vcbstuw8SeOX41XCHn98tc
weRK3IVtgR/cCVeyr/uNv91GT56cdnb0Nf+Qn2/23H7F5raldSRBhLWQOV3vOIieDI/ZTliP/NSD
7sx6oEHkI1hB4lkG7Dm8OOau89A7ChstN+9siwYWI3+2F5CShW7J9ja518Pq3D6nwZbPbsO1HUFQ
duN2QBqyRdeO+FEgRun2eEDi2obLwp73ElBsSN4802KnBCSycw4CMl+T2Hf4zeyLMHTcxa7IpLes
TjhLHTY1DqMlwc5N2VPR2dyeg0HnGBpQfudmKcBzI7UTEuS3dBBiDKlu6pl+c1MR/K19HsxBy+0D
Ww22n2T7deYL/F8dLF8PzKObZs94sSmBwL1bfVxvCMooVHCmGANzV3PaYCMNtvpLH8RbGPa2UeYI
QFAmLTiOVPWfOzJGwUde3kNRnL2FxMXmA9wwiZQf78VDcp7utxwbNGziyzYnENWdeRi6H179xFGb
HWY7LiLx+q1K+Q299g/5N/DPn1Sstq+/6ojTQ02KpaqlE0kqmWaxOiWFJfZ17yt5iqdTMGIPKWkA
sZMbXFhjkx2pBVE5Iqah6U36ZLHVoR1DooKe/C6/3PIt5Be3fSGICXDUp6glkZna60V4G57CU3u0
Ltq97I17PM6ocFhkrJ1DjYmkejpo1Iy6u/xm8aJdvw/JkSdHJ2LDntgKNbvi0J3QMjxrdyV/QPxv
m8apP0PEnIg4+Ob1uB3buMPx4/xxti8NNqEi6G5ptV10J4iaT9s2IN1s+1tB8QY++46GKVtAdwWH
2X6EH02kp19LqLJsetts/cR5djuV6Ry72g5iBdRgtg6EK4hqhZO68Mm2Q+W2r5hueyYQDenyHfRn
icSX+pFb9wRtxEwYPApLFOm2LQWZ+CO2awxW5VA5cRafzjnnDHhgpGvbpgQAzUeWj4tL/PTshlez
v2U3GoUGsmZbvlvdLTfYyneyV/sdgWwbCPbSQAh0v3LXl8dB6IWksCFM8UY6thHYtx72I4dSuep0
lrtdUcrC/pA1O5FJE8lnJy2DgQIRlJRrHp0wAFXBG++EKzirxIPZUw60Dvcau/a4Y2MOFuIlbdcg
5ZyV+Cm5khnM5D+tv+WReF+TIW45NqcFnoFmgaP1F9ZlfRI/4pxY7yDR4fR0mljeWxDBlyBynIIk
DJ2lkuzOcFt3m5OY87otR60zAFf+LUwLZ9jDNiVML3Z+NesODktbANltR1sO16xZXEk4AhJgvOli
SxEH8p8txVO8RvTV2K4PuSdyQ1tiODNww56tlVhSEzW2lK4mLaOSQ1JXK8ftUILuAiGVCLbFsWP4
mJ9Hl5M7E5O2kkNBmIG2QD77m9Oy9rPVujU+Xq1WICNalsemcQqfpAvUFGl2kieT792KH9ZrVKrk
E6gzd0tkTULjllpKfnkpXExUmfvP2j651i6rM6pqV+tjfuTrz9A2fGXHHu8hCEFKEl+E1I+37CG8
jA7lNe2yMylQDutzRX0zIudZPZjTvOZkj9i63R85QJPGcDTeQ+0MOMT57W65yMk19Mv2zLhdD9T3
3G7Ppullh4opkhyLI7pE1ukzmyO5pCueZwS81fNKii7ypfy5PxRHdiESWpm9LPQHipwNpQl91+2t
Kwi+0+MI23vf+OpZc2Zd5HviO1Gc8jmVN+VCPu/OjD1Hb2874KeB9Q0W9f+srfMf2LGRqGD+vFnz
f8oIc4H8jcPT9olv/RjwWvRWQFZZcPY0zdQsyjjfGjKCrvwlb/BfQ9U1E1rZ1q37jkOWzL9gUOkI
NwEMVkVx84L9DkPmWwgoWFgsgRZT/hSFLIFnftUR5I50MP9wtCxNgrrIP28XDopF5QDOSnWrDVig
icnHCN0ZD3f3x8rqv5iJeTU0i7SL5aw+dOMArlAF+/lqxP5hl5XeQqG3uwB2tjE8ZXVrD71ApV8t
XxWFG8OcTNUdFFEEzjUeED55AtF4Mwugv1KhdMwUddCqrI7dWky/wb9Jb2vV364P1ZM+F8r/BpC+
t6NgLS2KPEOjuoVq4lGkyrLi0PJsLupCi2c45mvPqVeg6W4vuiECHTMbgF1rl00AK3GnAOQIyiZq
Igvhniylp9Mg9Sm3VbtDlAFhvJcB+6NV9lNU/5vO6MX4hCRA+/Rf0IG7//K3/mEPouB/QaNUElkP
P193wcP68F8wnZP6dTv05UPflp6ydUJ13cRH7dvqYlF+W3l8R5ZMC2aAinKr9eKg9n3hKdJfLFHL
tHBX0yVJ2Xiu3xce35Jhc9AolRSmCQThPyHyKtuO9IohAn2XmSarki5xh8z8d8Sbsut1VO8jZPi0
nHorqijl+ciJy4IuEyrGfBAQCsudqKb0A/89mviSoWvtrkWGB7QM5pFg6SgRn7pRznBDtoQFAyM4
NJD21s4e5hm3NmWpfCiCEc2BORQqt84wX6kGhOIvOrHL9mEuzHjplImW4rQLOhP9M1AyvTxEtNNQ
dLGxE+wq/982fX9FZ/8P3Cu+4Wh5lz+fuC68vQpK+s1D9tTFSfFm5/jX57+385l0JnANyyI0mhgC
Mou+t/O370BGl9Fce9kF2Ff+nsPGX1AzDQ1EE5sLRPVXc5hvISCqmmA/oLLwC/9kDr+DkxhEag1p
GlUzRQO6vGhuYf1V2JZFa60ELa+uouI5VW9nsUWMt3OhzzszIK+qjRx4II6Rk35SEC+B4L4auX/a
ON7mez/ewbvtCyh/plgtd9DUOJ2tGGmXFA0hdOJQttcgQJvNVTLcF3rv9LqELuPXf9dM/r/BuvwH
TnRUDkRiJ7Pu5zP97AFIWZK9jc9/f+zbBDfMvwycLDWoJP/iYn2b4HxH1RBOgIZlSiI+lyyqvye4
zATXFcNCpUEmWsusiv8J0qDs0FkgpUGwmtTmjyb4O/Det+abIZK5vZ3ZoQFAquqWMIjy6YRQKmVM
oRuxfcm/ZGMeRDIdMZwwmnFwksTYJ4j3DXpxqLLrBvlUO5Kupmgh8x91ilRi+BDJFR1q7HJcJFQR
7dOkMlhRNJWnQj6bc+hJ/AXLofJTpsu+ZV31Y2ejknPEuSLIYD6t6nArZatqN/nl2jeUljcVFiO7
mIQSHQUkW0ysJhXzg6zFX2c9RKjGQDNN7W6ztHxsCgWdOCl15zitjgzruS51R+hgUJTMtnHTIqVL
ETd+hHUSCjkoEFsI66WRDuWDVSVZiwl8M/esftM4iLonoa0/WPkUhD2VvzprnAplmmnqP44RpYxF
3zXxVwPiilDiKyOKxvUa4oSQfgrj5wGTxLU0P02xJjvGnHxMpItGQQ9THUbYGz1VtOq2VeWvWgq6
GR76lSSu3gLq3aq69CYrTBlVpEw8zNpyAWFO8Loop0RQgrUwl/4ecTEa1H0leYs8oXCjna9QXA+6
rtWfjAXC1lykY9AXbXs/prhWyDOgx75tKZYkVYcBg6ZDVY90+FuzKXtp2MYYVjQqZZu1My/XSWrO
B73hB6XupsgmJC1S1U+aqTlDC656WsKkhtEqJ7d6tWKrWYnHHK0IxGKX0Rvb8N+2mf5zCPrPDS5k
4T8PLpcPQp4Ij3jrCl03/EOM4dPfY4z1F2opm2gKHPZNuoRN4nuMsf4ijJkymd43QuerTRTZFrjR
hmUoOlngC1zu7xgj/8W+CoTSIHUDT2n8WYwBQvc6E/yfBv+73dOSlzqt0frYVZWaBHhmjJDZEpq7
8treI2SHeYtsoWEiTMVOrBIpkBUE88IlobIj53K9B2mz4r1uJg+o21WHVpyjO03F4S1a80/p1N3P
Q9NBLDJogZbFjd7inq4hVWzP1EpsLcY8D9Yi3pemQPUVC/Agz6xDHOcY5iqzQGPYQmuh6swLpI6m
Y2712Z2WZSq+LKUKmWNJBnvk5k9Nmd/DxDQdc1U6tLnr0FdlQXU1RbuWtAeoiq0zSstmOdfRW26w
Q5OnzpW6Lj1Boq5OZRgvOwwtZkdql8ZGGJe7XPjpnYagyqOWlOF1jDCkYI+4gB2nRdfvI7KlA8pT
hoeGZYMADrjbpVuKY59XJAGlgmmSkoXVk5Liv4gVQLSrBKM9q5eyfFzlMPTbVY9uQhjEd0YvoSna
iAkck6w9CBg278ooUa6aalE8SoCrn+fZcECk1dicOLc8XeSvWRh1EEl0CYnK0rrWW3Od7BCbOhQe
O/oPqhWdTxt9pZTUcY+lDhVOiB+PHfx29H6ZW+hRmmKDLHk7HRoGE36cqHua1aEaqZY9FKY5T09j
XdYnqI3lZRa25S5M4M3YedaLfqxnQ6C0FVaJvS7v6lRMz3UT79khQTizEkLjg57G1gUChcKxjKrx
dqny/NBWGpCLuNk4F0V+sdZVdm7NDb1OXa2OaiiXrl5LmPsUfRhCgAH7NOEcdhpqYnqfogOKMGDv
ovyCDJkm57ZqrhJxvlkRPI3TRYR+K6L3nPSOOStEQ1i/nWUud9OopF+iuK1h+mGwU9Sgclq2P9gZ
5oXRInLQpT3YgZ7XpcgJRaqle9KKEESGitSJEcvfiXz/hrP0/7b4SZXj5/Hz+qGM/iFq8pl/RU0V
PDB4JF1XxNeFqy1n06StOCXK5GHilgT+nZlJf6mmLvIPFHmFkhJB+O+oiW35lppxtt4Y9MTiP8rM
tpPPq/Pz31FTsd6dm6cwUsnmE9rf8vxpTAYwBlEP3bINJQwGIYWlkChQ4U1AWK7Qb2pxLqkbwWMY
sN8KeJrBqaM8P+aCshkRprQ8MRSik1PeIzwgoXgnrofGrIuHFvH7fSKEhY96bu/hBG1AS4bmOKsD
KrySNgMiwNzVTjONvT55bHIDVFQk1+cEizHHWhZQtzXB3BWRWkIcI0FvN5Mb22j16csy9eJhKFPR
UeGiH8rG2hzUR1JBst5DjcapZzZ165OGyzTwKE1hoVShIIgUGcqcs6lfWRl2XbNR6XdNIg8bxb2G
9yPS25/Wyi2Hif1CCqnTI8QKhW6dyVQ12R7H+qOQWj22wepmg9ksd9iC4cOIEOsTclHIbbYG3UIT
l8ZSzHVH7jZNpSwFdonXpKPn9bMgSr0tbF4MAMu5HX0wJBvNRfJiBIEWMXOw/QK2B9UVc7jFhPNl
DvS7DHwD4Vx8yFUt9mKlPE0rur9YoEvFDneKfCfI7exY/UqDtq+L+zyNjA9miRm7Xk3rSZOX0RV6
lFzLpJv8zKgE3zTH7gBLelfq8idzzmJP6mIab+rQOXUvAogN1dxfVBVExKoDFsqwjPGHeQWpNM03
cZMG5gyNr6gykEkqxgobn1prI2QOw1HY5dF8LBhvhCzR4YHNf4OzjadPaYjANTwyadDAtJiUCKMa
ZddmNAT8w+do1yBLVegKXmXJ1B4hjGbIiPUownYd/dY+t+47paeTgvrQAd9bJGnXCpGVUKzvRmS/
rscR+6w4GgzUoSjk4tfRhySh0PLyaaaLPeOfMwwopxvrBHBd0IudVcj5x5e48P9zgNRIAX8eGp0q
r4ovyZvCzPaJb4FR0PW/KMoT3DgX6qbyuqRvSn/B8+JMil8QVeWXb30PjRLigbwjy9oqf+gBbjjP
76FRoB6JRBpFfU66FtVF84/KMi+H0/8pLdJs0BDkNBA0kggNBLR3iaU2yu1ixVUBGk/tj8Vd9aE/
ap+iD/gE+mEw056jV38ugZk4gtEMNgB27Q/nzX37AZuO8Zm+vkzf9jCClNggZreTe33csLbWC/6A
LRr8L+A6AE5IaBSrj86yn319NeT/VNqhSvUqwP/9FCrl+O0paFC8PYJPJOZGNfEU+aetWdXu6d4C
mwAbgA2qM9/poDIiWBrFmfrhN5dml/rx0hvZBXkW3dDkLWN/VdfqEmuJJLXBZDNY/fkz/j85CMfi
zmSLOQMwhVeEw4FuLc/L3wis/cOVqVxwXZoQqMuJ71AHSJDhes4B2aeq7VMqOE4zatnxfJ6P0m+e
8odL6SL2XKYhIhHIDqK/G9+wU5RBzDRg+EBwakQpEOGD6bqrcBb/9Xhuw/VmPr670nYnr4ZTR9FE
XVuuNCofJvU6n29//ft/aN+gnUOOTRmUhUfpXnp3AXNIk+04n/lqlcbNx6UbKaL0JbPno5kJRXMO
L64Cz4vNc/OMdcSsX+udZtX7rMNs5w5bvEZHhGutlu6sLpBl2FXzQBFTXXp1vCusUlE8lZP7cPnr
G9+G+O3AkCGZWy4lqtRiOUi+GRhxroRaW4rUT0jLi0s9NfFsOf76Gj8OPutHQbKPRG3TG3qXL+Wz
khRjxzUGalWzdtBQkf71FX7o3jH8xEFYZ9KmDqrK7y4xGH0qzyvJTaj1X2up9BQJ9lEfHqZwvLVE
6DyQ6htscdGF+PWlt9/8bgC5MvnFdmWO9u8WqtjqRjSKXFk/RR+WU3jZH/CwCKZvO+BPUUAvE+jH
61g6LF5atS/6VK9nsMZ+nVYy9nyKfd/AYdkArxvah6qTtwbRjUWHvfwdmEH+p4ej/EkoQI2KjtPb
2VFaBh4ZFi6/apDvq3NtB7/EXw+c73bCXtr/eiRl9rMfhtLSeDRVsSAOviArXi1SQci0UjEUaAIg
ilQIedV5uwclbT8BmPMpXIFwmaGT4HYPNCH/zcMqbwv5RHvmEIaMrAIFfiJL+e3DGmFmIOgvJ+C9
9EPDw84ALTbYUg9djDPlyYAwA+hzgHUD8E6Ay/KUPglflUtIg8CWrf0GghbBNmi/GZmXcX7/8l/d
2vvtdKojcVo7RmaOvBiwNfO7w9slMIFHg9rc8kYkI2zyzOJ641Snvxubbb/+4QaI05KKHOw3nMDr
2UcbDgs63Hd9Esyd4kPs8E24j9MOR91z4ZPwKTnrL2Bh8596GV5goX0mAKfE2PamumwP6m4BmPfr
6fJjVNkUywhb6HNRbX//uoa6qg0rHcD3dlUZn6jhtx9SyUjn39DIfrwOe6BEsrU1a1VZfLcGKiEP
Y1nPiJA0LXN3yWUUeIl3yez9+oF+DMUEIjQZEYrDVoRi4dv5N3VyU0wI+PpJpD7qBbWskbXiDOtq
/OZ1/rDvAjRADFyi+atrlqJx4n79NjXLFEqzXnDkbYTAKnSPw16JQoRS/m6Hl3+YONulaC6b/I9j
28uie7WmYwnp274bBE8Dh76c9xeYU1xrZ+0FbFLPvICF6DUX6+082+W9+OW3aKwfXh4tGChKdCmp
lcrkNG+ftCY3FeQpF+CQ1Pt2jzQkQEGL9En26/MC6NnXX7/D99dDcpgO/Us/kmCCk8bb6+EPta7L
tk7KBM9Z8Fia4P76Cu/fHVegKkyrE0yPrHBUfnuFTc+qHOIlgfMElPEyh97x6wv88AjoEoLrQYcJ
ej6llHdDFtHPbYxFyLxozg071lZcCRDR/c1kf38VyjfkmNS9SZUIKe8lKYRMb3GFR2llEVCWUZom
xqks6f/wWehA8+Y5h7BFq5xrth3n1exLqa8wOTN0QRqhPqWGFH5AZLsK/mzE2BgpN3EBWUGYXHnB
Wby6Cj2obuyXCrGHbrPeRdwZaUAcyf/8Kgh40FcEfEVr8d3Uqpt1nNu+LLw5NIBRtB3rGy04Glu/
iQ7v49D2OCapP331jcdvbK/u1eP0k4UgtIxfBrp4eCrKmFiuajE5SSGqv7kUPYz3VwN4BrZgSwwB
ErBY3yWgRjYmXW4lcKnCCImpqDTk+ELvyn4xE7cpaqrwAA2MwulqlfmIWCwOdbMmFBDO+nS6yVcK
8FgZtKLoZ5q4Qu+MYvqkraVgDlgbk/6MfIaCI7Eh7bUy78UgwmnrixJXRuyJSyReUpgHHhUbUWG6
ixnXPmAD2q2pqo2RrTYcZe28UisMvAZ8HTGIUZAritHHpZ8RS9gxtKa0w056ys8oPlu9a/WDRnVm
WFCiynCNCOHCJ+J6ZhSKiL5XnEaAgrE7mu/SRsEvrwBBMF9jcrhKWNBL8dCjrRMr6BLkfQyNpChm
xK/QnLtCeF2S8fJoMIjL9GEOpFW1LtYhmW6QQORGa2qfmMZSHuzx2W7zhwaZIdHuzLydnCwMuw/6
EGkYfYo9eFmjUCGs14aE38WQdxLOwBkO5oi8hBfDgP4fhhQSpo25MmIH1wsjIlyaWI9fFTxuDRoQ
qJfo9YC44TipaQpcJ9GvMNJcVWdNVxGJKuTR6S+sY3VeclOAdTkHfgwbBXRwEkcKsk/4FGF13/b1
5CdziypLvAKZciT8pImfRjKVaHbhpVOtq3ZpYtIL9Wzp14b+sKLMmADIArX/oinrw5LXXG1aI5BD
xSDWcP/rTbVLt6b6vlEWvHl20mKAEYnE3HimT90BDVlTSggDskyigwBnheqPla6TU0iqgLsk/lQR
0VwIMS7sw96L6RAkyT43RgsL33aqm4cUUUSqt1LRw/0WrAW+iKzUoMbXZT5ZXYX+/NRYPYAoE/Ux
d0i1CjqVmloCVovj/DnOVvB7GPDkkP8shRTOTDFxjJShmr24zkwM4kUBr8+6nPrFSZMS6ygZcZfb
qB5RtEY5T1mPmDjDKZmGsE52GPiGpqdN45x7cckMtHEYRhJCquTN0WCiYd5Re0BGtRyQS7fKqGE1
rcpHQyrLO0kt8q+yWWgPRiUakBr7ocAIXKs4UxnEnt2kJNI1a3rVdq2upCCq+emHQi9SfO0Mw3wc
EsuosKA2xmfm1tpQpwhpXq+VtcDSyvpptDsZ9JdNdy82EECisEzjXxHQI5hz+GQD0wntAaOTGK9J
bD5bWoWyGH5LFgZ1uDCYt42ssbyaXiswU68zsdzJTU2zZxqIbra4hCisokxloa0cYtQz6iOKVEtZ
t+tJGcv6ItW4U1uc+nwO8JRv4/0ccVS2S04oj11aJJEnNrlwLSo9fnbAqEQBJRpDm9HnSTEiw74B
RapGbzBw7a00z4NESTPILNWSAYxfRinBVNsUP2dyJcMtpXB7K0/J+LnW0jrC5EwVPUEokIcvkLoK
SgHPIdNYRNwVGPqjVmjp4FRa398OCv4UZl+OEuOoW4PdYBjbBY2a9medgKwV+quG+CTTa52cyeiM
87TmsO8qggWSOxKaeb6O50GIwIRjyBjvG9TFUKNbkvQ5I+0VPTlDNRY9JkQx3Ua2xsWVRqlALmDQ
8DKu5gjDuDYJQSYsbYUGpyUODX2xAgG2Xp6vtVKC3tSNU+HSbhOgjoDJeooEzMb3dabG7c60eorH
UYT0oTuSdpRe3sv57OqU0KFjtYW8OUav0rncJTXecqWFHtKMqyOcAaUpEXxCrqyzJdHA3XvIW2a6
EJph60dV26yeWdUF7IZIimDtoDCMNLwwxhhrxyGppxrX6bA34jAMuqjOJLdHJgykSmwl9+26OYhg
1builmJkxXXOioL4O2EK75hTO0AiGLEdsecKMSrHHGuJqLR2CPKnUdU94EKsaiglqrmC73NcYQaE
Jx1ZZh2bT9MGnbPNtGuR4E8bxPLMhfYKgJIGe4Ux0dePVldbkiMsVrNBaer6mLe1LDlDYaJRmGKn
hmQkwuvTaRrDJPOaWcIDaIhMaXTUYsBufjAVqvZLZiUQuTD0+BSVg6w5yjQkz00qxLrHSsdMeOil
KNur5QhAPzVxsCFODgIGD2jb0zoYxe6pXpoZ3owAos7WFixF8zjFnG8KVVYkQIREx5J4Cb8OCPjp
DmeZkXa6OuEqidapKdvybBJay2SI2PbUUltZzMZAfFpEAQXkLq+hjIvYVTtdYVWfdSPtUQ1UcH7D
RRIdS1sYNBntnVw2zggoIxOjLnpk1wQzk5osYpewxs/RoMyVlxYmJqa0dlDEq8NGz5yuapNPVU87
BvGZqPoaDmtEowoBRukQz7q5OnKTIk4sGbqcOhwK1CtgrMPNao09YCMOgF9Tq0QywuwRncVCoIB7
qCsCss1SMV2MtONip5Yn5esKhBV9fg6nkCqxBIBylWxt47kYkhusCcEnIbCvqK6pYCyAgF6ESpdW
Gk8LVlIzl44Hg3Qmondn4SqGJkk8L0HVbF+eBq36YhmrqdM23NKSTlpotSn9hHHlotcLU6voJMnL
K5Yuso0r79hR9FH43Bvo/9p1J2WKH2Nkfy9UxkBfP0Ey2mHGpZ96BB5RpdYbcg51btP7ca6IP02z
klnxJPXTqNcoYa6T2K+7Pler2WnGZlU9nIfEZ32UOxqHk9rKTkcRFE1RUOmf20LBOkEQukKxOUAP
CJ6tCZ7hprKCv0il9jplo5U8XUzH63AeLPRMVXWGurgS5wzqEA9qEm6Lw8DyjcWQJ8vXVJxFxBkF
sUaDwzLzsj5vk5EGGLtvhYMNdZqHdi6k1UH9ctgPbTpoKBzW2sc8U+nv5X0fn7DKwE7VaK31A10y
oMzGJOlfyz6eHhNtkltHA3SFU0aqhR+qfA6Z3+GEo46uwYqJFDPxEynTel/tklLerWELssyOE2q9
x8aKh/uxYUCuykE0nlcqArHXKXohY7vaF0PQjaMkoZU3KV2A9xmSdNWkqEeracgH5VbUCqeOtWT1
RMoKt1Zv1mugCJH2KRt6jsMiVnhwXls9hL2n57iVK9FqYqfYGfNljt0llMpCbR6jBdE6txbmGu7E
rMjPTbwAdJ1blNVpEIbQbsU0RUlUwqkS3/mC+uuUa4S4RsGpHESNecZkx6da0vFDRxAOP3sf/78e
Y+xcSZ9Ds251Px4wequSvoYCp5IMiWNIEoOtY3EHvWNA9mdJBWS+w2Vqm+e+SYTlliq2gi8riRFN
ZquykHcQGpw0EgWq1IdV6cfJxSLWmgJB1le0T6q50z9zzqn18zhs6uk0lqJZnytFFGZXYz/o/a6L
e3kKMh0Qh9014fQpTijJe50p0D7oq7ZcgqY1Fbx5Mlagk+aNSL4wpUDM0aU2kitTaMkdl7wURdoN
0oL/HtCOwpWVKH6klGs+zfPKzhTNVSwFQlNk6l1vlGHtFIYqfla53Whf4tstnpSG896B8n2ids5i
RTmKPHInMwMGjNXnYxJms6U5BZv2caWwRGKep8VoecaYCFjF4IibSfRuzRAjmgwV7S8AAS2cg/th
vcfnWL3brDNqnOmAu9hSAgjzlKJMi5JkP9FSJ4BrEr7YErv97BpmL1NkSYQB6W/UMZNjXS/StBc6
wgjKG9GaXrPDIjaq52seBXK9In06jiMKnQJOGIT4sjbwNx80ffW1ORmngxFjtWpnUdkg0NQ1LfzA
OqQnTc/eyomtoXWD/vaafCojVIEFhcJCgCG3sR7mUhAfrSVNGrtIxWna6eGobsq7WgusVIvjSQvS
NULatKF1E/tDsUoIq/TzIl1R9RpRRSyzxvJGWSCWiH2rCrZhosqNVW8uqR/SQqxh2OG2YxS2Vajd
kxxlJWThlmznUIZyiNKntEqgXUu26P9m77x6I1fSNP1XBn29bNBEMEhgZi+YzJQ3JVNV0g2hcvTe
89fvQ1UbKaVWogboiwYWOEDjdB5lJINhPvOaK5FOuXlUIy4vb3Hgbi4nmU3OJ82oeuG7rSbT0avS
NJUnDnEiJHudd+Mvo2VDViUk7S5avecgri34QX4zTj1sx0nT0yO3Hjtws5QfUCy2C9xCsEcT4XWT
zRGiBSxslCESHV9Bt88mlIEwLAfuuphaiDxwCYWCuvTMjrLaMttA1mhaZnbCicDJqiLAwHAGtNkx
VeGjpferwhwqm+3N4oilOJdOFzunerPkAMByrcSWyUIhF3+25WZwe+d66lv8bHNbb77LXC39qRwo
iHwqE2v8Uoe9CwkV48rR69ymxDuyzTv4xno56NtaTavnkezC8cEcZxEepwPO5tsi77FODAWwtZsu
jYvHvDRXaKATuL+MeKmyU7GQNiGGy7vzFe9XP1Wpmdu7sWlC42pQTbqcDGCuCLYx50qRvbHlNOe+
VkVMVtdJ9HntondKfyRSg6aOvPkvAyxmeQrIPkKcGHXOajwr8QBAnQv1ZgJEfeD2DWdqJJc2HqUZ
ZKmW1deVURhujdGJ5FWZxUZ4BscEPDG2CoazEX0cG2gJUN8m8tEDA/JKvOR9cGqZmSPQVNe5MbMq
GL6JwCY2iS3nc6DhT+DHtT3c661Uw62WlEW+MedR+1kFJNK7xa3b76bmaKTixYywnhNrKU5O/XJb
VkMFLzuJwp+dLsbGF1qeWT/ythyCz82Y5F9nbAhipGnj6sKNFzPcyDKlqJ82IwmMoKrwA4jxlJzk
ehH/Mtul1jZFVMnyq1nqeD1JJ0QIvMwb7UEjxHJPprosKk8uVT6QosS9fVb0U8gWN/r0HoCf6yC5
b47NNQWh6D6TWVieGqv77EmRd+iy5vrgfKkxqPgyVEGHMqJIagB5KN0HPiB41CcGqZkaObWYUP0b
RuJR267q8Hg9svKrbrC5es2mGo0NvtUkF/NkTudZznniAfmU9La5dHi2Nh0UsX9p3EeQ3qBE8+W3
qR4SAkSpbLsLYUx2cTu1XRFf625TmKfJsnTt+aCRozSeZddueF5povwmdUtRZOmqwd7mBZmEH+bV
gqKFiXz/rjTtCEu/Jum8QoGv3Il4SeSGmniebAbZaOhl1KNTUwkaZi6ashbmRVpEs3EWh+Sw3wnb
Uvd4rh0n3GBnMHTnsyGL6x4CMHZfYWqT4C12L9AjmJvie9vgBmvbZh4cJd3k1MQkpvGLcgxIU27E
rjkSYOlxTQcPoOOhjTnM1uL2Bd7YQ8Hyqg6XpE1eW1N0USKdXgFbCmrtuCMSjfBKIozxwnkcEvQJ
cKP1bBLS6xnd1OUcB3C9kd6g5Xb0oKKwupsjC8TvEGrkXDNbFfWmWertqQo7VBtnrQpHLzNn+CoE
8Wi7O2DVQKyD063xUsfd1Fs7149t5wyp12iEG6B5e+vzGCXLg52Z5tdxyOrwxFGJISgXIYrvaWGi
jcdJGIUoW3Tpkl3PUyHYAVaLJodcQLBlIkI1WaRJ6G6Y9BkNKKitKD1RxtBPQpIrC4u82oEUarF/
wzpH2C7urRS0b2HMSF+bXXKMfr+8DvCIfgwW3JUxkQmCMxFpKdR8eitHS6SN9Kj6lJ2X4vwNBFar
2uKoIaU/dYU5dadt2kXX8VBHCLQPxXIawajU/MgueEHkHmTRFXONBkHWUuWb+qW5i4e0JDSrC+xv
dbttH8OilbdiUMttkKcLP9yYnHZjuq0xkQ+Ow1OF4vw3K81l40eULnG5zeP2xKgzlFIWg020NYKy
vq+Upj9YAe8Oi2LZgpIYJm5k4F18UTwPHRr7FhOEtl/WorNZ1Unj4dBuXFuqqB1fS2quyXauq9ux
Lp1PAMryq6mgtO81nZ7i7GHpMJbKqaipKEdtiyVdoK4rKynQNrBUeNPUSuELF2nzjyKz28wrxtC+
wGmZJEDJhUqfKmz7Ms6CTh4Ndh5puxb6BhjsHMDFxrWb5nqUA5f7VKM93S6T9guLFVIsJ7JCbVs6
M8bOthLgwY1Ud6i7Yh4YnQQNiNCtjJCL9oyIugFZUkjBpq2MatqQXuEmzvZZUBscDE6WtkDedUMN
SpzLvlXhavxW5WCA5wqtEztWSKYVKOdvtDpMkLYijEg4ptwIfEY0Phq5ZUSbuijDYxBwSGu0jSlu
y8BWjygpq9KfEsHLdeyx/qVCbIK9pEBG3s/NgFqE2XXhz2QQ7Xe3qZtqm/dR/Mu2ypniNYTI+65y
p4c60nNsGrKp2mkjugqTWQyYmJZR+7PAj+1h6Mc69dMywZ4hC235qaQVcC+rriCfNHKFsgmq1BU3
NaZIW8sepe7h6BvNZ3Ywl187CrG6HxsZYiUp3gebIcPOG3h94HyvR4HOSRzHy5mNOn3quXHlnmZW
K5FaJyzIva5YZrHlwib6WKze/UoBj4Ku47bZo92KeE1pCwNwPABzF7QozuwbtOnL7y1OL/OGYMzg
pJiCevZwJ5qR87Pt2uBdzpi94IVUfMvG0j1xhRiSje1wXG9wb8KRbAEL/wlCAWrwU4dLk9+QgMcg
akeCasKdPkJpnHMVQYUhvzUVZY0+sbnwaz1Sd0koxrseA6bZa8JEbnuCTQOnaovk0epylOSDMhuw
MnWAftRqJBosw6coNikREvUlt0YemNvMqsWp3YThrrYK/DDigcaRF5YurgZZYI9foE3hwarGJLnK
Hcd96ChM/KqCsT02Tc1a/ZW6DkEbXWHIQMqJmvsutG2wppZbjVclidrdAnHrivJbcN5JzKm9Gk+s
R1NQStopbsnTJZzUD8jvmdqCVbIQgkgqDpmlTJa7xun0s7BwjAsNi5ZuoyEO/kOLoHF5VG7xJl2m
/qHsR4eamZbMT246obtuNoomSSxkck6Wn4GyovAcerhmjUAX3KV9Mmh4s2mVNf1yqWbwbUk/3U9D
agGYoeOFasyiu99EN7Dx2HcNRlgckYu/VG35CAkfRX1jDCy0k4hZDA7AUd1aPbktt1rVX+RatBSs
UYIJTx+Ujezi4AjUcruyPsmmtiC2Hpr8B/QD9VmnJQ5KYJjzu1hvi3uzo8zhG2LKoXPOk5oJvhKc
BqagzTFDER146iSNg8tublrM0qvYQkwyK9xHN4oKhCKdgDKHtRj1jaWi6ltI/IQDSpOs1QstKX5i
ADndq9ltvspxKtiZIvpJ+ZIjLqD7CrnEFYjT6kvxPaetC5utzIPJE4WBV4MxJDWu60V8n0Qt7vB6
aaobgQU70htLgNEBoFp2Y6g7mbGTSkOGGbw18siFM1oVdBED540iJkbY9JUQP+bQ7BZcKlxUgKmC
sFdHtZibtEpCbnMnKpCPbCKLrRSk7XeEDCaT3zeUFyqTBnhEqvuav6RL2HuLacTlDvdKYDtayuRs
E+EWRDgpd7lmJyZ7zjaH67E2iIrSzjDY/U3uflJk6PeYwdXCYxMF36aedqPnEAj3dLsUCGlgivoV
FkryQZhrUMZ11tugTYxReiPt19acvBFvlM/lpDnQLsja0LEtRRR6db/uWSTrezwQjD5YtqNZJjk2
xCNmICXlBZ4ZUgmu5Ewi0rhFn8wbN21Ny7PyYLD9yYZaw3qpIoQucz3oj7slMJGxE6QjF5z+qOR8
3HE193uTK74TiicVcInptWPut8JpekkjrzEQVc52QnU7kSdLfSWM5LQV97aRHJlzt6Pdvy2F44eu
u9Ek4qHGGXW6SwMCSy0uLaqBtKd9GfY7OZwMlDwbMZ3k+I5p6YF26pumOp1bVDTA2kFXhRyxB0Ic
sowKiEYjOjJlfa/RAbvMinD541EwIKRVizSBi5T6s8D6i/5wjZ294fZdtl3KOvgKmERdCqVpu48n
fx/noCiY2fSgKcdCdYMH8roLnbRKmMYik63ssuVOH5vhguqEOnEIMLdOKsc/hPk8j7eiCEEp6sKS
+33ojroNcVaCyXVD0WBOCF0BxB1YUu8+FXhL/hJIDHDr10/V0+8FASTQHsJPY4thUHUsJGGroEpz
XIGHPQAaWFfoS9wWfXwEVexVN5+FIZ6Jfy/e1VwtmVSphcz0eq5NQlzqIy6rNokDSbd2VURZeOAR
9zcNQ8Jz5OnwJLPFG539JDazqKevh5dwHMB3wxlFdS2am3pRHHi6t0OxDsHdYhaGfgs8oNezqbUL
LLypR1vYxONH1BVt/5Ba1zRkh17c/taCaIT7MFAVdFfwHNwfisMLI0EeFx/1iGJc1Di239QGSdLH
y/69cQToe5YjG0CtvPKX4ItstsrQDWLhp6NlHUtFWFFOyjyAi3m7LPAlXUVGOL3BE6k9qFk1t/TF
wRn5NB6sG451RfCmmfkujaL0sc8KuiVWPx0y/3j7cJaDy6ILPwGHU8dYP3+xGpPMMYJxpkZV2LgN
UqMxTmpZRQdOjvdGsUGTK2AaIEmfaVsvRsEQyMajLxV+BAnxFG92gJFj86fnxTOgbT0C8d+jvWrt
QYskHB8zcxPhD2B2yOd1dB+TZjoALdo/LxgF9KFtKtgeMDNM6/WMxR2pU99Vlm83y0TDJDB2MAMK
j2q1xD0xrq//dPkxHqet4qxQMIz3Tl051nKk8onYX2b0u0ZzhxtVTtPPj0d5u/wgn6xoQBfQLTfs
3jpYSsDgVDgtarm2eRVjUH3Uy7q9CwqlXS8pHajIcQgOPx717WmxIlc5KhC9AUDn7M2l2y8wmrPI
4iw0Fs8Nqc4GAi3kYqjm30P9G/hK/8niSM86GtyT/5rGdP5UddFT9g7Jkz/7zWVy9L+aaGisONTf
THY20j+o8StwlH0M5o3/ga75D5KnDpNJCXQ38IykCbuCFP9O8tT/ygu2ue5W0jNAeflnJM/XoPR/
yG8Ye6ulxXgzHWrwsXAOMGRvuTAnJz0t0vikqFBgrKbooYD3JmbjYQIQ6uESiWFodSIHYBJ0lOpN
b5UPxlpwzqcHuwy/ziiP9umpYz5Gc4tafP+JFK2GT57/CvLlTjPnr9Ey3nVGUmwGlyyLNAjsZWVv
wE1gBWFFl2UQnkzgncomiXZu51722CR5rkqP6BVwLaki9Tndd6M2P4koofpcQhHHPHihClIYgH2W
7JeboBNWxufBMD9mnXFciWjxFuPObG13YxkBasCOfmzDEqTvhB/kcBMazdeotb9PnXiY9fhn70YI
ANBcjk3zSzIsx+R8NL2cb1mNcAdNv4CmiTrSe3UFhsFv6wGGYXQ7wSUF3ULKMNT4CyYjdSWMhzLj
LgxHoKCy+dla401WBlh3lNsCx3Dc+z6ZU9H7zoJzV5mXF/TbQahFXY81AxqPZmTv5nq4pIlUwVBl
Z8dx+KMiSsE8avEjYRwBC7I8TUOoYFkQna9R2swwC+M7vMa4kbAeN5I6ChCh7pMDRok2zqWrpcaJ
nVpHmq6i+9RdNm7sPoAsGbeBiSQVHaQi1skKqtT1Fwyvt/M84wdDizKcU8qlencHiHDcWa45ICRL
//eoVgsePX08nUcSG9C6TY/0gdb57PbD1RI28gel4dBLrO/RVDu0OleE9oQXmBsE9BsG9GUr/dpt
Gw0cQhfTTQxBpMx1sUWYDvXGwKyPRepQSOtS+1eUltshmd3L5w38bzja/nO46pwe//oM856i5il+
5RC/sr9+n16Sg8gEI6s4oIg0UHT7++nFJ5YC3+yuJxEqcIJP/sbDNG2EPaBHuqvu2rMy3D9OL1Ny
esFlIKqFckB+YPzR6bVGi/8M/4kfLTSN6LriaK8MgxD5dfggNWmxNGYshiKn381Kq7GOzKy7hOD9
nMZR5ltJXwNynJAdjdzl0YwAJoGdGzzLGsUBGot4Hc38/jnms2QYEigILe7lWBL8ooaoMXT3aumR
LUp699RtgDuAZunxPZri4EkTNVXRthvyDa1E2iNVjNS1HuAdhMH7I7at4hpO+jebOMgPxGjdBvOy
9JRKRvHZyGd9o4VCeyCJa2OvaciWN00qMt2b3Ep9NkO498AStaNZdbGO0bjWgACwbZwkuzBwMeS1
1O28SHrRQTJuWjuNBQk7dUuvSsoLqXWR2DRKDT8zp+oEiDSBgpFpj/Mvg3I5FjJpDq5ncGf7cW46
18s1PTkURz+DovffK/Zq5BtUd1a5g9fv1emWDNhP1fi16rcGsk3miGn65ALqomTTacHFkP8wKuNo
yAaoQo9FjutzdFPTsCn0cFeqW6BzSu1iIh83mU5qSjx9j7Mu/3fctpsgjX3HADUqnGNRahcv9s/1
79/5XzjbXpdx0bX/85fXAfrvZcAGoIkFVW/Vw3n965c67coQUJwPojnGQ7gFFkYf+ejjUdZv2Z+j
Vb+UTgBkA3QWX49iKKQEcrwGKR4WWJlJXmkRfOrzc1DPj4sa6SzVcXkgfTNfhws8G0sBRxwocy6Y
KHuf7xJaTZtUdod4clHn20rk+vmYz6vbe6xPT9JMLNQNVqi0a4TlJ5FTA/GaRI++V2Wen8t4Ls8z
6Gm4pun4cOZRpJ3riZl8SWojvY/mzPLrZkyPKIZJdNWdUBwIkp+Zkq+mjQfgNHMhCJnA9d9EyWDP
5BymtKUyNB4ba8RqLB0iMI8IaJuJjZhjb+FHMgTYkuj0umNaSBtwWmpTGs50ItsIkxctyrCmLWm/
m1V7jJ9l6ucAV47mrDmVdkvvtQP3WiM0mZtSXRilNl6NysUjq9JvOnoCV/QBC7+n/3PgATmqXy8L
ScmAs1qRioI132dZSUr7/OwRBMYgmmOzaU7qmJ5taIpfVBrony7LgRHfnHqMiMomnHxoNSSle8s9
S7UyGHJGrJrmbq4BLc/9aPqphtBOa20/XvXPlJZX74/RBBwdlKEcQuD9HLtMU71pBYJqUrdBwYFe
q/RYbQoBUiLJLaT1Z8iC5TUBnkOOHE+/Pv4Bz4f43g9Y2XI8rc4yojjzet/1gdbMvQhrP7Td8AiZ
A1yS+jwAMb8Em6CVSL/PJpYqRaO8vq7dTQmOii6UqjYdukmgcJb2XB9cpPpVt3Ot7m4Z0nkLYoLy
atrpvhkJcJ104ykM0zUqnAirsMK2gPHU7SbMdInj9Sca6tiSj4Z2nQMk8iJbyu0IZv+mTTTnbqDg
fJRhq75VCQyTBc2KrZwi+nVd55T3rElsWRrKSROw9RgY3NnEb/scR3V/agDh8GLFq5vS5W9sw39D
eHX1H6ZLKknf/nWUtaEN27cvE8X1v/8dZK0yuixmCi3mynx7lvT5nSJayDBS6oGvRD0VuWqHvfV3
HSD5V5sKFzo01LdQo7DZln9PEZ8NSilBUFx2oDZTf/i///2Kid3u/fvL22z/yDfZSMBc9LW0RTHN
XUPAl1Wt0hWD0QYxRiLD0jQeAEEan3qSlv1mcLL+tpHD8ElLG+PcrUTwbeRWAg0tjObblNgBsLam
NY9h4lT3iTGNGHPTO3kqpV19bQNF9bTuDYWxSNJVzQbkYFTsCjNdxO7FdL9zKe9dlzwF9F5OfeYL
frmy9/LdBqZUqTeasZFgOjdN3GDc0oKJgcuDspkKt9RsNmHSP/z5sAhqcxyvDDqi1NeT504VnO8M
CPwczt4IQZ9Hg+2SXy3TcloNw8XY2IfUAl4Xgij+8Kgvx1yj5hcFwmkaNavq1jH16cQIKglgPEig
yJiPHz/cc7X2xVn4PBKziVg3NQzW7d5ZqDexirUqQVuMKJ0LrzRR0wEssmpEFYN2182uOMtprmGd
0tc4mWsIJ00LmKHtFIf2maaV8tiRKwZtSE0ZI5JhIXc2xj0GOqVpPIEiRgR8sginvSBzS5AbLVJo
lTGkmf/xwxjPtOC9pzGIaJDDQzBiLa+8njejL4RZ0I/eJHRFMygOEPs2Y6D3vktHatoipwTZKih6
NW2hutFGQfhi+eoulYqPxlHiLTkOxkUQFMu4A/c+cdqG9fAzEjM7RmS1c+sUdDM8TWkBpLNelL1n
ZJU2esbzc0KkMZ5EaqYnXVoFpbf0GXPiVCUMAqSlJdbqTJobjssqeYrRTwHczcue57ddpzpeJ71O
Z+hOCJ7yLkZtxBFNdwJsQIQT6p5VWRlWIlEufs6QsCbAOPSCT2Ftl9Qwpn6qfacvNd9YlumXmMBK
bSIGMdA/FYSUS+dav9IqXjRvzA2ESTtTw/VqMANRbyprCCa4i3CbztuomfjyfCq6Td42EMtpFNqA
WYRFQQevb9PYUqSNeLkzkkt+ahphckul4BT4yrRNjMIcTsciCUBkLJPconEKdSKv8+lLIVUZg0Q2
c67PsL9Bhkfczak1PFBs1/XzyFB1e62HLiWXLsjyG4Kx8iSa0AbdyaUdlx9yyXMatFMS0/ZX7jRd
TtSzgA6MWoxl2tDON6VTLuGGpghW4XHbBeGRnaWWBMWVNKh5dyJXntPR+d70fQO90AlbfMdkjptn
HsZpC74ARcM2nmZzB9mT2zcih/LidihXDVkF3G3U5HhnBnNzaupxnh/xVywTW/WhCa7CXWCNLLK9
JXcLp00bhOavKJhAsnIeWz/LWErcyRLTIgZNh/6J+vr4uTLKEUfBmBedASADTZSUwOUmQvlko6Fg
4k/DUDdnOW9t2hBeZPM2iKoxQABXx0zGaWxkZvuy/tquh/QQ11MN7Jaj214P8fH5PC/Wo71sTU55
Zz3wg/Xob9dLQFmyu/0/+SzJgGpgCIurudsqrOztBLx35SlGEGWETvfct1sd5U3LTt27OMmXQ3H+
nqQEhyAmAbRgFL1BagTo77zezCNgzxHKKz/CVFeFBQgjQdYsd0hZyz4+p/nPzWSav6oeuUzIi/5C
FVHIBteucLiZl/m4Rl/74yOGG/5lbP78m2i0cZOS03Kp7h2X/5yYuFU8MaoLPLyTQq2Rz3Min+cn
6zSwJvU6bfM6gc+/4f8HYH/h5HzxOvyn7um/fhZd3M2rb/3//OWkeXpd5Fr/898BGDYhsNqfc1oY
6Jz+vLjfAZgQfyW8goyOor9O1V1xl/49AHPR1abwjU4BLSz+nIjibwEYVa4VUYFIGWHT85/9SQC2
n9FJxcW66uOSaxj0lPauJRhQCglFUAF52lfB6dCa8VmUtEZwPDmDhT9diVLIsVmEtNwPpHZ7kQTK
GRIBVajrEsgA9by9BVvUSxynItDRjY4TtIWS+Q6kHQ60gw778MXbeCdA239MclZ6pxDyJcIS9Ev2
opYB1pdMOXD9aMzHXdtaP1D0m3ZQOewvRt1Vl1GYjAeUm94d02AsWpC0UvZrKBLYLLxHNfsoe1se
OLH6JwWw8ItWpdplWlc3oAHFgTHX1/UiykAeyiZ/NQxBdYj2z9r1eRmdyb5Teiso7okqBIIbdIl1
lc70sT2tmLLbnA7/p49n9r0RyR5oSZOmo72y9xZHGFRNFpVY4AHAPLPg753ZoK92em2NnxFd74/+
eLy1SET9geoUJYG98dosaZGqrXHCs8KzaEhhlUbRZWOH8Qn6AOOBktQ77xDoB0AJU1IuxCLh9Xw2
rQuebDJhtKU1ZgjTfGVo2UWc9xocC3lsOdHtx4+3X97jBYIWRHgDysvq67MX0iNvHjrZnM5+bNr3
7ZC4p3KZ8wNz+N4gNp4PoJxQKkFA4vVTmdqEX0XbzD4tcaSW27FEmmABMXvy8cO8nT21KoggQwsr
eVVEeT0OuLoavShj9sOxWfD1bfIhvrLs0gx3veYqru+kjAhsE5p88kDEvT82x+ra/gTPZdGwpiz4
emwzT/KijprFhzOhbYaw6u6NaNB3QWvUXhgDTV8KJvrAObM/s+uoq9aUEEDeeH176wUQYQDSOloo
DRVB7gs7sKH5OgaMkY+n9s1AnGQcoIo2LWvFodXxaqN3mt2UERByv4NVAG4wKj6ZuV5f/fkoiIoh
AEOfmNW/dzsoR0P+R0Y6oY0xP6aJ265YvMiw/3CbgZUgqFpbzuzodaDXTzPUdhUmZbD4srfTH+gu
4TkAePBKR8nprOAmgc0ddofAVnvCd2stfe3vPCe05IEYCLwe1umDLGyTFP0O86jCZM6hotXij2da
x5DaiEjdbVD1Rzo0iY/n9c3iFCuMbfWtAg217pHXA4t+bhFsa2daEBZy6KkV+lTOVgGSAtXgUJQx
xsuz0V1/POz+jUt9HeyQsSq0gW+ki/B6WCTOh5GOvO4HTjPbW9FYS4ACC0yAaZMVpRb/aa+C8cDe
gIBCnAss3d5tlJfNCM9JA8oL2svP7LI8DlzEwD5+qv0bCHgPoq2UbImGDAbaf6rBYE87GY7M8SzP
pljN181cLDSfNRRApng5cOO9mUXGQ0WKJpzSCZrWstnLO1ZrRDlO6Ff4aCDgF964Uwi9Yowx9O24
Lg4slTcbndEIDXV6GQRqSE2+Hq0Hwt3FdGn8VunpSdM52FRGU3MAwPneMyGOteoj0vJx9wtYVZxE
qGs6+KAGlfpe6GX5HUEU2CMZyZz/8ft6fyzatOw55KX2gcHdpKhbZbZCyyLItvXYxhdIKcWnSDTN
Bxb8u5NHPZ9W2Sr8tI8AQ5NiSeyFyTNBl59Rsm8RxcnbPz0l11fEpkL0haicnvTrV2RC6Br7JAUn
qobyDnmU5DQPk+LAK3pvmb8chYzg5bKzcyr9lmTZ5bapnVHHmK9nCB7+ghIQ/ZAou//4NT2DdF7G
kuu+IrXlsF0TDens7atGEyDHqTr6jd2N91WVxLdIQ1hnaTynOwO2ncen5s5JW/0UCk7vUymw/MXs
UbZO5U4Ph/SAuu464ptfRByGPda6dPYVyaK0UmrOWTmqHfKdZhjNOYrvateORbRp9P4HUEXz88fT
sO7mN2PKVX+VuwmVsnU1v6h39nmxlEglKH+yQNPro1yO3EzLjzLVa59Dq7wJg368QAdHHX888Lvb
BKAzwTmlAi6M1wNHTQDkIJeK2tZgHRso1Wzjflg2WayrA1nDeg6/fcZ/DrV3TjvFksXjwjP20Qi+
JjJuzB6SVlRIbH+t/Nhp9eUWVQJzV1pYXHz8nO/uUeq8NvmuDXRib/ASqwxqyrzUJhmpdLqLdTS3
7p+hnbnq18X8z1H2qyN1ONvROChEn61hOhM98K7CdaqNrERzIJh594HWI5sTAbeEfW3NbBkhSzka
Lw4xoKNCqfJRlf2hROHddWkDS1/T9rVj+Xp5IFQQyjBh2ibsjk5hdapTlG7CLxPw8qcSPu0p+bw8
cmphHji/3x/ZkVxLNtO63+SOnELH7IqRszE1ZqQwsMay9Vjbyb6MTqdaNL4N5wfC+pB+//O1QshL
kMiWQLd07zJcYp16tjYwtBVjSYWLzWlsTuGBk++9nfdylL2pRThrhFq74F5eGcmO2rjY1EYLuGNy
+9+AsFf9sJf9r/fWysuh9q4OSHa5cqgp+4Ua2hOU6YJd2/WH6pXvXR30iBDzJL2kZrl+/uIMU4Xe
lpXJAwF3c33DFMOmdYnIDDpiibc4ZXtgibw7gy8G3Ls6dAsWWxebyq/tLPteYDCD1U4Wf27H3vpf
7DbKV6sQuk3u8NxgfPFsNSiOfnK5Foemsb6rZphPEJjoDlzx7z0Q1RR6oeAfhFDr5y9HaUVUh5I9
naIWsiHdDc5M+GaAgZxo+/Eaf3coxEnpv7oEfPuCmE2kh1FVJo5fIzPrxchS/FDU/o/7IOoORLLv
rT5Qdy64bmLZN+uCdsPSkBQov4PxAA21hnyLmMeBxfD+KPSeYZoY4EP21rjjpjh0NSFVebqFO8Ny
qvO5HPuTj6ft0Ch74dGctuQxGm9obhJO+XDQtnAa8//VKABRKCcKUuL9dRAg5DVBafbLGrHMFi0G
eNdJfGAJvPcsLgAoAETkmiTFr1dbOgSLWHKehUxZeK4Z5pzt1qHqzDsLjaIrty5gk9Vpd28UKPF9
n4yV4btJ4lZeM9FUxJ5M4mePnKh7YJ++HW0tAkGPIOUm9XT3joRFrrTngLaSIA9B8B0kUU0UOepI
XZeyLQ6ENG+nUAqXoj0YUbqtvKrXU2iYMR42emT6WpMbO0IpiLOhYx1Izt55KAmviXCUxv9aQH89
Suv0oAIoO6LyWGfYtiv4bx7GMwMNcQjG6R+vC9haiObwaAi8G/vF+gENC9OlmemXKOz8oMA1C0QZ
p/FQOeb5d78OCHE6WWvy9N4Fday92LMCYDtX+KP4yzCn47cAYZ5abQ30FOaT1J07lDecVljpFzFD
7znSB2vEIS5H99aDIksuQS7AJzcUvZGEL0nO652LQAHtMeSakg2fGUW+C4CHm9ugHWiII/jVWEcf
nwlvX8+KVMPmBV9w0MD7uXPYgCPpGot8oWfPgtlEkxZigajRgk+L8ubj0fZvWShZ0M4oJ3GcohC5
LwzOG1vIe4BoFXRPc1rYWvrQ11GZ+SF/ByILhv8hbfn9J2RMCGGrkhU8KmpJ6+cv7qW+DeMyQykS
+NbiOmfVaFn0pR00Svy0L/JDbZT9XUXLc7W6tmzoJuTT+5mudOOpdlPULsMmUhQidFs8NPZgHjhl
387kiqRZgR+rrQZVwddPpTlFk5RdhOpApurEt7MK+b88Mb1QBtWjTHtj9D9+d28fDKvZ9R/ueGoS
+8BGKsEjtWIzYCOPDVzSIjmpxtY5cFys24ef/nJnkc7x9QI8OQhezsG9UKxtxragC1RuRzMr0qdM
t7X6GG2uprmJTfADu7DWJ9AZc9B/Rd5n9KPeTK+yJneuwsFCyRhVACv2YN4Xmh+WUXdbJ2nwBOZA
izeNhocVp2H5dUlDoBzGHY6B4tgw8e7yRBJYFqvSDS4Rakq/23Y+XhPool7YUXn5HC11twV8kdyi
79DewAqtC4gtYNrPQKxU1dkoAbZOxFbR8dxPNOrQUJwvC9VIoCh2nN/Jrh+PLPiXJzpwlHQbo5mA
n6zbABas50vNrH9WiGTANOkX3UP00fiRJ2hejEabPBqzi3lLq7LrEXkW+lVlE91ZfZzvlAWDJeCX
YN4GskXI+VuKCkvs9fi73ILbLiOkIOfCRGakMAJvqJGL9cAqJLGPQGdYHYXpaCNIu+RO61ULgkse
+PORcp1Yju0xd87qTkOEOLMUwBxt9QWW3XKJqlSyVbJHlhdWkol6a61bHtkPfnBDX+5mIVIDfAT0
I7j5uZ5sRZs5HmrH7cUc5lYCA7/QH1QwIFUtqIiAKpEbpJh0b6wSTNq0KLJ+CnMw0WXQtAi5K6So
vaZEuHIIze44iYh3P3fI2ITgK+Q6U0UYqssoGfELBk+y5MjfUoncBagHozfy/9g7k+W4kSyL/kvv
kYZ52AIxc6ZIUdQGRokSAHcAjhlwfH0fRGZ3V2Vbt1nta6tMUQwyAu7vvnvPLXIveHNAVHixilrz
66zcgJre2aNBz7AikP306HyUosbqKWna/k2Aqb7BTZONL4ZVKuwLHWZCYN1KsWLMgCf0tG7j92zm
X9Ua5NZjn/EXd05n+w+BtqL0wpftESeJjCIYLL4NALzUrMcEbGDrDuKbTQUVXNYThHK327eUwuHM
UBjWADpZ/k1m0uaLLTSfmoeWh453DCqvMD8nCNrNoY7a4E06uXHpYDwU+zHMqjd7Ec9WrtVOq7H/
ZmsbBAs1ozBeKiUaZ58NKyCgZVLRz9Ua5KNuxvUwgUGxEoxA8m42bFgUeFddGJzloJ+6Ho8dT7PG
n3eInph1gFNkGGPquYLiORRaZyfs27OHvUj4raemQxFYuYpb6erm7DZrXsG5jsr7TBG1iiUwRmjC
bd/cDz3/WEJuvIDrocKi3AnfHmQC9CDUd6IppFM9K8YYtJYFVOPySnbY4nM0N6oHwUh2JqmqVufP
HJCjONj2vHp7yjsa8ezjNeKTPeOfy8gCuOWkIHEIAxrv0BuAPPlx2AOtQRmgqBVIphdHMpBujH+4
/9rC6AqToI+M7Httyto5gfmkWM8XmYG9Ohz6BwOL0mbX6ueeIoNMmzkrz6ZKkwKerQ38pF+nXaQC
YHRGMMCcHbEcpYcg7EWw90MqtHf4VbAVwTKL8P3iXzm4fFbH3WzSyHOoddg8hhOfpEO+lOtjFq1h
vUv9qWbPtGhGLafN/M8qBdgPBBqLDxGc1LEOFUhjVr8tDUUxQKmCThd86c0uNA073Oe9XL8ameGp
2HCgNFEMLTI6Dsslfyga2ENx2NUNZjjTfvAWEBS70WwNvVNW7/pxR5UJPq8VTF04z/Ic2FlgXELo
d59Zx+kH68lew92q6e/jPpOVZGBqMUc74Obrj1lIekeaOpzep9WWwdEVdBrwOOuzDx97v7urVGay
bs3xOcStKATfryXzN78zWix07Twbe1b8BiUVjksXEjawPDELDKDxsCi/irvVbOGsO62+AeU+1cT2
2VKRYyRzuW9MMKok5pzKXuAkhIvYFf4ignMwW7N/x9mORst7oLIuJpEDeTCrIriVuoD1Gg0GBMEx
CugmhDFrv+VZGxXHgbaWlUBCKvx4rSf928QskZ9h+srlMOWZfxtBkoEn6TV0hTvhYj3abaOLxOrW
HuI/FP7fI8S3e65OjnsCAeu9+/6wmhdn6EBQNYuIgDg0uNeSUdU8R5RwrV8NuO9171Ze815WULKS
hvS7il2dkb1ZAmt4W8Gv4mAsCD0Dc+uDJ7yDNgeEWsco6dYSDJGXQg1OhjYNb1P2Np+GVAGluNYM
HUi0Qw9WG9hLc7Tg2PVJOQb+T95kQ4blrjWtPQxMXkHjaGDNpIZ6N1aDW4pjPnXOUw7jyTvkrVGZ
STur5VMpwTMoBLWSg9kOOti3Ln0FO4hhc5A0FZguqC9ErxLT3tjGoSu4j/a8G747fEUbf0EKuNoJ
FgdUftcb72bnOt/nkpD3bqoq55twK4hzYHakPFosmE+9F3RObLXL9o6qCIHEZmNHt+BqgX0WTZf+
ag13ASjlzdRRRJ3rtUnrEw09SIQOWgL9YnwIrdIHTawMtAyUu17tXe2WIXkDZwnBIxKj3PWkNF+H
Yi3hd1aOlJzKcwuUxZ2XH2vKw/ret/PxNV1lQfvoBgVzwQjcyqE07dgtNsPpUGfVL2Pk2QjFbsij
J+XPK+Diwqiz2AKeWRIDHmZFXnihKVCZOefbZLT8AqMqmp0deLrAOCqdVuSyatHWR61WcD0jP2wv
aaTmJc5W1pjUAZTmSj7V83969Bc7N22goEA29dYxXzvhSk22qQmjSer6VMJHjLqEcjHGMF4lz9mk
nJy850mQOQJTtaXu8ykFTC9RGOAAr3AMmSYiT586rcyD6hQE0SCau/GbnfKkP0+Q0sVO97Nnf6RU
WVj71bV7ea/qlYU9yJ680XsMtfQz5BkErae19VY5EjdTufgR2EWhPofF8FPkRxpXy6M7+9PavzJT
lqu6n4NhNOQBePKakcxtM1fUT5hPZzs9TN7WpbtPl25umOoNq0N5kTbsWPiAFBCMe7NZ4YomyjdA
0u2GdZmKz6LMbfmNBgOqNSjFBWQAAtRuXT5plFMfmsrXwIsp5kl33iB7MF9ZNTQPqV2Ki8M34G+P
eLHGae+Wv3heD9k+aLuGrt48X/HhVshQBPtaBUmumPNfvcioAVD20n4xK7xMB9dbvWPNpqE85Cw4
i3gY+ZMdH2D7rmKtw6E68QuNHR58WVI3XITuOtcW0UFXWffu8rWNPf0jxtFpYSMfjWoY1C7suJRS
Z+HJcJ9Wy/xUisH1b5ZZGt+oIudz4GaBpXbliq16P1e4TaMDoNulY5+UUbDrAFvAnlzBU6qMcJwO
JTjqi5nBfzqPqlnW166bciBboduEb6UyOgzkKig+JryAAL7kwOkHJX2NDnKsOieZR9TRZF51+GUp
h7pN+AnS+puDdEgP2UJFUeLYVO0Ssa4tsQ/tKXrOWt3e240vvBuYrdMNrhkfWNQo8nesyc67ELXK
Xyijl+2ROLp4yJeeJ1bXFsOl0/MMRCYKHXJ8tNFxZWTZ9R6Uiw11Fb0iw01uKcHPO3Trg+l24WOt
e5CxstIB9up+NEEmYhbmOUhScueKYHkug6b+wRPRfqnAR5Jys9MuO66OEPQwOpbPwnX1KR8GF/57
c1m4x0ra46c2emUywoTIm2mjm5MmmJHu8cERrIcXiCsZGIiIOzlMj8sWxwYcZqW/hO2Dfpobn6s7
3QLy1xJynO0VBeiknUi8JaNhczKroaSgngR8d6nrnGvh1DtBcyg5EcB5oRftqDakGkZGTuNSdL62
c9zD9vqmVu8tXXWTmGX24c0ObefV9sJdf+ijnatHqNxADOZ05iun5fRgBUvx0IXjJ1mIYofYJO6W
rOYFFH0XZsAvU9U/5nzWX5p5KX6nhWeP59wfa0JyY3sA9UjahVuCVScchT2J2qk/sFQxDkJmNjfk
dq1+jOXUvgnD/bIwCOXEU7kdxQ1WziDWtXSP2K3rnTD7dUdYog3JadnUII+ZDwaV2G6S05Kws3KR
PldzaBKTIAh5G6bGeRVhvpv1Yr24JuXIqwRO11EadBfmQXuwdRR9jVhA3kTcEUj81gtsOXM2Xpqi
Nt4rV9Zf5mY0DoXduS+dPU9PU1jZIk7phKhJ6DCErmQD4kUwvW6/tm7XrCEwUO73xyKtcgDIInij
PGH+UkXemqT2Ot27XlUmddtxqTI2DKtXvaxLfbLGpsKwMqy3NjUkydzxyabmhoaJySQlxNVniwoJ
961oy+JkqUp8WzlB9sYgYS3OFDB56RLeYXQvFO9NGyS8kfKylNRf+oDzkFiae5l1MZxzFGxAiuYt
EeGboHaPQ6B1jEcV0m3qKo5CpL7IJ+8rZ4u4cF/YbyYj9gnMizwqtdjvK3XsKICl+FrXkmSFn5nB
w0qHz6FbwptFp/WrNnwQFSYpYan97oaCiIvBNua3nvr2PE/FN4jc+b1j0tXSuCYV2EUJnLT0jLfc
dNpb3Xn1CwXHw7M2Bu0fJjctmVhn2zy5pR72Jm9FZ52cgyODd4Cufbxq88yaSb11I7LuWtZib5OT
orei7W8YQgvN2tWM3otWBPnBpeY8yfvIpxeoC09rRuuOnlVxxrDn35SQSX+HoeGcZFtypZZ2sYsY
o9fZ/E5fkPFcRjI92dlg3IgiL05FgxwR50YhEmvJHtXg9Y9uaRUvReH3bTKN8i5fFuOMLrGcdNDw
LJv0rxGnxgFgoBV7wh+/oUcRBx4lhUcQr3+m1FhdFGvH29JTHzV3LyYLGpUobnF3/aSLm7mqiw8j
q9QLtl/7Uhtdv2/TrWZC+z4/49Ascci200FwpSyT1DVKJ/ZQnQ6CoZ6+GqrBsWI9rVEX3bgTtlfY
0XUXr2vNG7iWs73PfbB6DYvZC2gu49L41mUq5/Ts+krejNL76qYOPJ4Q1Gzdu82NZ+Ym78d1UW9+
3gT3EPeeeWAEvyrhcjb4mfMYyPT34PZvI6/hg/FDdUnlleo7BPWclqZQ+HtPiv6LvVbDpVyL7uSY
82NZjw6fGx6qsW5TIMaI4Y/YMbh2ucP8XkwAEUlFUYQ8pgXxEIdJhHNpI7ZWDU7omEFfpbzLq/Sb
5WiZM0ShkyV67EGC2fbgRzGpjPVUNi1HdrHIgRt60S3dsTP7aUm4v5GTqZW/Yxi1nqdMmcueb9/r
wFGjKuzGdJQb4Lc0DJ5bbf+8zB63Vqi79o2vEG5j8APOt8ar1Ars2Ld/4MiuDrkb9elBuooczDr6
4n7JqBiJkYdK8O5tNmcgAkEeJw2PiBoiKo0VfOCb8KfFIxZSf+Z7R0I/dnkkjZ1i0pKS+1baS9JN
RFh9B75njSQ756g9Od1IUVzwHmpjCSnUPbhVjlDsdcKS4Io70SRF44zWWYKhHCkn5IdHU9ECs2XO
KYYhlJNPauc3ZfBopIUfJvSZBZQKhI5+N4RN+Ygg4mLHpZE5b8rILLCWFaWHDIEgcOPQ9OY75bYB
JVVWFX12yuh/+MMwUFhRzT0ZLTfLdhNP7Z+1QbBjx9lWOYehiyieWPHaZUkoArvfF75yX+vG4NGG
p5JyuNmA5RUX3C2buxEZhWKuYabRamIkina9LluxF73ff6GzjpqaCD9GEHP6DrwV2Nt9wLMWLpvI
LnAIBQ9Lin928BDE5lqiQ1lZ6D0N2k3vgI6KHFIOkbB4KcR8H3mNBWAdVD6Ck982r8Gg0Y3rtU/f
XE8unLedLrKdy1Xs99hJgkSqmpoPkKttdV5sE+9wN6d2cGc429AMdwK4Wq1ShZvYlRw0dq25Uo5c
/UHBpG373kwhr6HSqKYRLFbYAabkp2dngHrikNyaTuylgcYNEyCkI6MMn9d2irpDJVJJh4nfaeog
FmbxXUDs2zy3E3dsDAfdfKAIg00FZAohDtY48Ygsamz9O8weAHuiOvSJW5WdWR2V2RsnnXrvjlfZ
OV0gmZD7GRmWBqcJpkiidbeRf6psGPZgq/VXnzK7X5ng5KGppq2fw6Lo81ubS53YMcRaNppPGX4C
0/SnfRYM4OzXDEg38fgwSAzbJnqv8H5We6Nw0jVxGbdeyylFyeYNKBj7wgwQNk4v1cQGQnFLq4Wc
YLIOLt1grq0deaCFYLpbKQIBizT1CEhNWAFZKswaK6WNgBQmfUPrwEFCVLZfVGiM2W8hpBz2Y1nZ
MLgR3e5qnTXjF3NVbnM0FB8pxpB2i5DXLj+MQ1iYc4NCApJ4RwSZA8R0Js/b0X7gq2SpoyJMqMs1
bgKmlU/BAmemZ07bdWx1ojYh/gDNbGUtPqwlgvbUFrl+sIH20tMEnSCP07WuW2pyvOF+BOpU7HKn
NHhH5pX1Mo1BFhyHUU/uDkufK+gnwKGbuFmaA8ntGMkubW3xi9+1+dwMfmyl7sjpMzSL+zqwAZJP
XdvXLYWYgfLdBJBduXJ9K9kCh86c/m51yfBDKF4VcVo1ph9nVTOWm6A96tdwKI1yX/OsQ6/1A8mc
w+b6UY0lzCUDvrUTt5EN72DIRnfeR/5cpnet9gIrRhb1sNukftQf60bCjo6x0ts4s5p+BifVzitA
Ng0XRj0GA8/R2AUOH1KhUsnmUdOWYt2ZuoaMEU2DYiqpupE+R0Du49HHfM0oOrf8nFInAxW6TBHd
hagSg/GmkQenHYjkPDh4ChdaHaeEhsyvCyAVzzssCwuBm0gHYrkgZE7DY99jxt3zyLenLx6VbLLb
j7YDGBotsxD+Ebpl175QX+BWvHOMeX5KNdjp350yK+OSYwprLuHi4e3jwdJ2X+ZoovWAKrI8+qFA
+cIYr8m2jFViFa7hHT02Q/W555YLxqW2/KaO+eQVLWj1hQhnHDU5FPXErNgiWfHSjLMyk2FVlLwk
FQvr33BUlh/SY1JLGMcWZDpT937pXqYG0vYZeWaIXku6UrGQyspYDbg6UeqDk2cWNJDKKYDs/dcI
MN/ysPZGED0XpY34YxVEltPT6IL6ZzfsOswBOvIkvWcM0tU39PNy3hu529N30Voi5K4tjNWT9z69
I0hTrCud9Wh5VidPykYt2krpDEZIb56igtlSLz73vJptU4x43S99HNSeaI8NJZ16bwbw/GlyTw3a
yBxN3xnILcC21deqXebxGLTLxG3b4Cg3nmkMgfZP6FcZoKwpsMjbnSmqoTKSTkdqPvapp6LHSgxa
36QqKrIbnyG/iLNxcuXOYVNA72gzdQJEPpqNPBllNzTPbKdS++DV0pvuS99WLOIjSvDCi0wx1K7x
2Ndh/dAMKmg/aotl1xdNw2flcdwtRtP8uRb+d0rxP+gb/Ie95/9OKfbdx6/yHzkR17/wFyjC+8MP
MTAT/aE+G3sLtre/QBEuoAiyAyxlsbyADmYf+185RecPG8s9BhJsquTqNl7of+UUoz/ciAwaVdkE
ZYmqhP9KThHw1z9vTnH98WekJTbPYUR64m/eP5fmtiIIhg6VdBFit3rl+q1Lq+4pXOz1W6rGlJEn
nXqK4pzma20bmlbM2Z6DpyDPOyiEyrfyvd4IU7sV3fPQ5kYPrS+tvHtrG+JNGVUvk8BjSPmmtzb7
hU3ZV1N2x4D1Yb0bJriYO4/EIq3xztDjXFBGqw7oQi3P2gAwDUYqtZi3mXDmdZcxV4rdQqkU3NEw
LG9cS/WQXIR9t9bdWJ88dobGbnYrkScTIQyEEEO1v9ze6YfYq5amvhlcl1Azxgo3OhoIWjbXlspV
X2wntbPzrPKm3OOWHe4491J1TjHOWux7h7E7OM5I32lWgO4E9meBFB8ghLLTy0we8kr61nhykAPl
eRlFiK18Fu2PhQIeujGWmtZOD7YgUm3GxpOWkdK/SH8aGAN1L9ukcM3UJKKNWpykVcgJaVWgT0EA
lNNT27VpnkAkm4/CL8kG0mBKRc0yjj3NmcIsXYzUtUWRbl9/7Zs6qI6NjvR3JqkAbBhr7mQqVp4L
FBl6t86wzPUhMmdH3aXO+MFadJhPQM1yznQ6QNg9uWGQ76gJjpqkN2sMJqJzpIjnwCmLpwFN8zMy
gvW5clDvYjZA6SnLqECFFliEt1SAlexuFTepZFwGKj8cnYY3PPGhqA5VhrDRpEUEcYtgLANK4Ws7
Vspjq7PIqaIoZ+Z9l9hBx+uyuNByge94qcg7wA6StSuiX4TrVMPNMbMhndBn9zlNygv3g5bGd6ZL
TA5loPQx6AaMyWUQyrsq4mm6lcobP6Mh7zuWWqPZnSLEAffYr174rZnc5jKLaSMq6zlzYhGIun4c
s0bc99SG8c4ciyFNMIPUbUw9k/Fba1fdgoyz9NGl6o4C4HHoWENphy7Fkxtk5XSqQk/lD6VqHe/O
Aug438CF4x6CBEKs5ps02zHckQ1u0wtekLVHqKkj89isQeofGY3HhQ1njgQGgRz9lwX1cpnY6Ipn
QffkCLxL1wYfmiHXl9Gsy/xk0wyr+5gbei1OdKyxOe/mMIP2INHYOY+L6BnrU12d5trWK1ui1W7q
Wwposv4TazrE8aHwTkVr12h3rcp2JloWvShNS8WhFFb7ongTwJxc6B4k1E3hVTB3RxLP0WHFU5VE
U1T9a45RHldEnyCp8tw0LZI1f3tcVRTtWAaOjYS7TL9f5ryI+0ivMR8+689kyL/Ps//AZ/b/nmfd
R/tPp9n2v/95mrnhHz7Ao82AD0mdqDBGnL9Os/APWGg+vnnItxYwjP85zII/cIttBum//iN2vv85
zHCteZyM5ID9IAicf+Uw882/OZxAwxGrIbEGy97G5Bv+zTjI+sYr08mk5ABpbE26rvdPWe0pJ6EX
55zTP3FKFU9zrGMtK+mGZU5+8tDi8lfWTExt5pJ7+VNgUbH4gpeKuVLhmmKRyU/FBnmr2PWbfU+y
vRrMSBwChrLsaM79kh0iJib/QrqjCi7+ChnXj2XfOe33sa1c/Zyqhs+tZ4iIFsBaGu5XV5f9Vl5E
BpMltF9Z4THHTfFuLrQ/IqSyhkKHMBh16HthXhmvs0t3nWOybptpGICYb8Zt1Am7vgQuWbQ080TX
aShrtskov05J6bKufmxep6fuOklF21AFZNJp97CMR3WczA0mj2GQePGdNwaufEIvYjqDE8M5pFsa
h31GowIZeUdqfZ4v3nW6q66TnrC5HQNs3CbA+ToNRlpbL8V1Rpyu86It5Xhv/DlFjpKJ0rlOl902
aPalfi2lp/AJbCNo2CwsAzbRcleP0qmprN/m1XAbXd1tiC17V9AYc51treucS0EKMy9tScy/jIAT
0rtX0OLYX2fkjCweAzNPXqbnLHdXY49W0766rUVXtb3N19N11JbXsbu5juDldRwfrqO5cx3T9Vim
y769ju9cihjlpzZgrA+2CZ/DwpUH7zr4L1cRIMtGBAEuQPzTbp3Rxlr2ndkmS9Y34uxtWkKXLcaa
ULiMxJA5m9xAsd8mPRh9+syRjCBB7AVxItx0ilRCzNo7V/miV86Q37ZM8M/5VeAINq1jCbX+WmlW
hft2pD/9JKKt/b2rFovgNNy/HibSJp5w3rxnpmmcnKu0kl5lFs5zJBckPkZl+yrF6GkhWlrLEAUF
ftJ8wPdAELsOlsw6h1dBx0mbddmN1lryFruKPvOm/+jZD+6cqygUXQUi5yoWsbYFoVTPPRYAu8rL
B1hImwViU5lGZpRxZ13FJ5zNm+/Vq9rhuFwFqszdxKr+Klzpq4iF7bWrzpQINh+4IJC5nE3xCmnD
zXbeVQirNk3Mv8pjbKyb1zX3EM3Sq4BWTsN8L0QX0VBslRLC66a2IZohvLGRRYQz8k2Qa8DQUGfd
bkbn6iraSZTJj8jKyAmmV1lPXSU+ual9JrOZ2NOFighY/ikIXsVBcRUKZ+DYtJdeBcTqTzFx0xWj
q8To0B6Oc+EqPY5XGRK3ApLkuKmTqY1BhGI2D9mtXdzhkVLr4YfcNE3EVeRNGtvmOy5TiJ71THVr
3FzFUA+/zJu8SqSZ3OTSPmj0u1+0iKgZt64w0bnvP5ZXmXX20wAv1kondGxepVhZCmRZ/F9ItPVV
rvWv0q13lXHRGJB0xVXejdwGqXfZVN9inLktFlcxmGkAYdiJsqXeeXbOVVm7IAtO+HUWjB+MOj/B
bKExt1e9uUinEovfVYdWTV/xg7/q0xNPj3van1GtS3IP6aEwMDFm7OZ+tFeFu93EbvqC0L3DdbRv
9FUNXzdh3E0DNPLpqpd7AtbkziEhpBKMNSBa6k1eL212ekUZDs/9VX3PHEgmR5RJVHkPoydL9U2s
H1OBGURjxJwSkrjo+R7Ar3xXbjK/d1X86UFF/bevmwA6s9gKlIPLe85hOX62w9VBWVunvS3yh5qT
qrCr2LdS7jHAv1/x9zjnoGzYxNninjTWdMuvK9vrwXySXjY/5BTfZbJhG15m8nnx3ZtStO2jDOvn
kkroB10RegqNG9XlX1Lso5wI9s2gm0eaBsGQ94ab+OH06OgNz9VefImtHsWyoZGY5786VahAyMe+
tZubtn1Cl7i4nXnOM66DUV8VVJj1XznjaP0r0+egDsWr1PNXisOLvck34Zt5Irmmf2bmcoQC/BWK
xTktclIdgFPmLPUpHANdFXk/8FW8IKj5CeEifiOp3Zwmf6XT2JJ36xbZkr1xxDj7Q/nytYc6mBjj
cGnt3v3VWMtBozzfDSQCLwuD3bobcTx+c7Niif180skw9dnZn/OXlq9gEZHIWNiFeZakAnMuCxPe
73E6ju0p75x7Vk9W3GHxqkwX22rDU46hcGJKebD1FB6covJT3DQy26P+ZbvUpqg3oinitK6SDlYr
N/ADmh8B7hxs+IopiYLOQ1aUN+msLgM2o8Sh7s7t9UNZVE/lIG+NSQ8g2TpPfo6ddyeNStxQebw8
BTUnit8ucscXwre73IuxGF+qiV0QNGnj5GrxOndFfcevnZIUBNNbKrhsqG/LfAwxsyJ5IvxI033K
0X2Pk+dr7xgxctu1EdCsLF/bqqTMMuDkxaLCylSMN7absnWuolPryrs0St0vPZtw1t+V9WSNdog0
5jwtXQs/Opzr757N9iOs2vAxNThOVt/UiIcc1YzV90MYdWUiI7YjOw+7whcaWOvfXgBK2A2VdYTe
qw96NP27wVjUA3jYT1tkzrk16p3SyG10fkqcS57dRwnk+V+9sh56G+owardbnUydqS9+M5exXNAN
qr6uY3ZSxaPIlinjQ1VO9/S/BbsmrySn69BkONrmR9lE6Gl5/tIt+Ru1dcaTxVU1IaXc7YuieUvH
iWrdOftJbdV31sJcabbcyBcjM9WLD7r8kLbS+Qys9FWY1fpakkaIgZdwf1lZQVF3CjCymJjasZri
nUmo1JOnrHG+E2y242V0P3EYJX6AR9E2/X0RZcaXADsqjaOlv/M0DhVLpLeNDZVgGTTff8CdtVC3
sp29e/w0uEuc5a7HBEjhgBeJI1VKznlwo7MhoVIi8Typul7PdKbiv+lxRWGJP4RWUD6OfmZ/UrX3
nM7rN23nv4vRgAJqzPrFZgP6PRtaPJXn3BMsZgsPkBQvvm6oqFZuX5/B0hFF3fNAtWG99HkNRs7U
jfkIs3mSdzarG5pnw0Eu3u8Wwy4oRRtSubOb05bq42p0+/65GyBmXeyqmycncfMpKn9TfmDjlpdp
Nw9sY5S9NrtFmQzd920X5sQByzmY8BdKic/l5xQifdJuBshjqXDnZk4t7zFGjA7b1hYo3wX5mTJh
GAsV7u44DPEfPYncGdovWC6N5d2rqizYbEnco5yLr1fimse8yjFnv3SVYdmYZ/3KXOQtjRSIJ4+Q
48uwf5xkZEvxkbZd1la7Pp3S3/DwAkoPsOryLfUYnb9TuLfELcrCykLMt9hiTTTjHUen8Z9FBE6w
MjtZHvwGEyxD/kTI5r4zhOG8CoKJ3xzHbsx9beeW+dYUuWv8xbP791TLVMs4+H/TfC+q+/wbTW77
C3+ptBGCK58NFhkweQBuMTn+t0pLs5ZPNhUQykYn/CeVdiMgEbqjC2abOv9psOUPCLzYfPgJpnj/
0mD7ZwvBP+RbbG710IL49xliEED+DveYliJCGR2HJGLhcvLsarwVq+JpyBYnCk5MieWQzJkpzhRW
5+vBCCgt9AzdcZt0h5sMtvy5t5yvJMwxwxTh8mS3w/uoip1D9Pu+ngr9alSB82LTPVAnauQgaRyx
HPATr7cLADh0lmZ4hBXT3vVe5fcXZ7aibE9jJt+FbfhVd4gaNueXoJDDhq9wKkyhsOOKMvF5vt/x
sB+HMQn9uqCLm9Yt+Yteb5wmmE9cAEgOgLViq0AKKQg1Wevs9UKXIt2yogLptlNutiysqkmD4JOn
PdyZ3eBmbie/vWmCPNyvjabVoEKXip3UY69pdlWFbS3LeHB283wOVW2zcMdWHVvDWsMb4x7K6eIU
454OHWvYHLTzSnEwdlE7MTnr7CO95L77DEC8wahCR4V6ylJdnPthcbPLvBaW2WI656JPsjgosnPn
NNGL04+pObPRoqYWCwX7nhtPUuNuWEb1Dg91CW7LtuH51i5k+jLs/g8L1uVEaJAgoVlZ4s6NxDLe
l1HD18UcELB4qyPvwxmzjtdAYKx8MX3WjkgN10ffaomsyg48eFIRbT6Mqjn0y5ROOQzCUES7zl7S
V4uyZe/ciDDtBdIqnNJLJAm5NSgfUYnLlYXDz8zHwU9WRXjBjYkFjSOHNxHNpp1fLmRFxjqMrRCc
b7LwjzLZhlCmDh4Vy4emHjozKUt/rT7WcbKQHK2UI9Ujx+n8QpVcuZ01VZass8YPPBcwdJNZVqQ4
msIr+YrG+nOwBRC1ZVktL8EgZr5jbCmyfcVa1/xid6UG7Bq46VfKvrOP0sWzhucKv1vsFTJipBC5
/DJm1BnHXqgRj4GIsJak6WlUSW6KkNfWqPEm9BeOa2OkEMhzm3JTDRznoaepnspvw2PjaeHkohgk
r4pzOofub6rdKj+2Nxmb6CuuebAdSNSuaiT3EsMNbtkGon8zW0Wn8qqK53JGIF+JeGLtdflh6cWN
7uiUxtRbsjA8y84p8AauwgXTrVb90nldziJgluOPsGgGrvudG3zmQT9GSNjLf7J3Xstxq1mWfpWJ
vocC3kTMTMTApWFmkhQ9bxAUKcJ7j6efD9SpKpE6Jbb6qi+6QlUlUSJhEvjN3mt9S7yH+TbfKFUp
B9B757JA5JpAzQ8IGgsIHCzz9ECKs1ge13hyawNqkl4Htr+iOAublB5IvbZD+rfOyPDWJekAyWIp
QTVB90TVpKM6hGAT1uaKRMtV8oVq7bmUsjosVI/ngV6MKXajGzRYWLkhelX6C9JL2VPf+jjtW0+n
0BH/uK1J+SyV81uhWbs/izHwtC1rU0hc20M6+tiTLhb0jFj9x35cFGjSk5iNhKe/dZhUjcymS4DN
U4ZsmiaU0YTt994qLAU2sDDdx02efoX9G6MQnBRpC+gQjWpUDhOGA36Q4deGMZ0jOSq2A4IxCA2z
RBlH7jFfNBstIFDUX4KpTX1FPjBrs+XrVxVRp5s+ml0SuwdDDb232ed/JuL/oAL8u4n4rB+f4u5d
gXn9hn8WmFVFpOP3lq72Vkb+MQ+r+hcNqKGEpJo8WYOH+V8FZvGLxLfoIF3fwK3r5P2PArP55Q1r
ZNIvUIhRxXL9AaP/O6y+9BaV8tM8rICQ1Ihyg+pgYPwxP6YEzqnRI9/EDSNR8i3skLohJUCRLULj
iOx2ygajIUlCVJgwkDtNr4+TLVRiXds96fGSwzMZ504RpiClza4MoD3FUbCXQUXGTjEEde7o1tQE
dh5HZMoTL0SzkIJLSPk31VOqcogRii1Hmp5JF5/xbwXi6lHFvatQbxqm/erwYGc2mNIl5NYQyROu
TMQJGCUcajQDNq2+N9mt4E+p7KqScIWKZHTgkBkqXC9GXeyoHEyCLVWNeBQCkly3RZtFhybOCa4M
VJlClDqp8UUuG0uxG2GgROyr2wZ4eVGaoFmLoPPSbI7PxaU7LV1qnljRC0fZQjzIBTZqcglXIn6g
+KmxpUZNP2wFVMSTrfFjo8kKbgFui4iMKUXdFh2qIyqtaxmd91RHdVMLhCzpQdi/WH0iaF4WFplB
8R1A9x435hj6mQ6l32NxH7j1XMYIjo1AZRcYzU11CoW51GxtMGV2zQRlS6d+iBD16IhbGYcka4tx
QVroZUVKdFlEVk89LFQ6cuno/V10TU3C+qggGFVCwyy2iVJWZ1NdF+o3Hd8cIlGpk18LKomM2VZy
QclKp7LBXcY3FutXgSRlh7ZJBurd0zLz1aEB1V6ZSoFPY6qeo7SjqVXIhnqvhfK4zRD2rCNtddIU
YvT0AhhHzm0k1FvDaaPug6zJ7oyU9ofDogoefkiVg3qpSAB9Io82/mGWiHRoYk+ap/Mus9gt9qx2
BmaOuggdi7AFstpTnFSbpJyaTzhrb/DF968OWjR6MrxDLIrZE753n6tlZPGILL1bhXHsr5XHjSyC
QLBZfucjek59wNDIKs+uFdIr7AnYuF0Uhb7VRqU6w9doXFZGSfy8WUXHoJCQfK93jpLm9Jlt/YMo
glPkXA1IjrSTkGd8pO+q3RyIaZb2boiBMbaTRAnSiyBuTZNPOkknO6Fzi1mH2gO2drl9pL0iTmdK
JaeWp9Tt4KYN/ABsaerS2HQpx1e908NXIogxMQpWsRWsVL2So5TJJckblkJGkpRnkVzobhEVr3pi
HpXRKE8lL6KP+J/2+dj2qRuS9/bdmrXksqqW7jFHLVnTvihIicGfoRhOG0nBba4Jwvc5DMrLWjWz
U65jJrWDWql6ulf8CCdrImRTE0CSTZ+ntKojNhD5J2wS6aMrf72NTK+EZqNhoTn4gXdBdIgxjJHc
A66Lta9l3gz3fa3fpFEsb+cw63aaGKZO0USzV1NVXqPhDbz7fXthCCNRh0Pc3QSU1tw0G+YzExC9
b9Rd6s+CPHzykf/NqSLTkUjHgHa0Jrq8fzqtoYiQ2eOIXxq5v6PKSgk/qRa/7EUZCSpQFdAN+N95
lT7L5/q7N4PmqAQoyFgpSNaH22RZTWTmM17icNL0XZFiD5DoSmAhm6trUxikk5LLnT/Ebe7PS4so
tCwHQP0oEcpl8RDYfA/yUDios5xThDXl/YRt/BPo6Bvx6f37azLDcnPQqcNOFz903s2kmPJSj3o3
MwnJhE7dun3YBlcYRZg7lpkNRYvKLqLM2stQSYPeCwZloXuV3lthO26HWFfvZQjJlGlk4dQEQutJ
5pBvdXw+28nI+k1YyNQaoyD6i0n7R4ut34YTgRZ7pi7UxGHU/d9j/NyUbfna/e/1AP/6+vs/snL4
6/irIuzdH7AAxxjc++/N/PV722fdPxYd67/8z/7lXyT867mChP9c9myd+GnYad4j8ddU+H9f9TiW
xdNz+W6xtX7Dj8WW8WUtXpDDSAt+Jd6t5Nofqy3+BsSPxUKLkKM11Z4l1V/aNFX5Ymi01i2KJMQi
ALn/52pr/SuotG9xzcbK//2jpEjEcR+0aVCUCJ6XQb2/qeE+DsNGJGrEPs4DtdJLXC2h259dau7s
LD6if3fYHmfYiiLLsCvTEfejV7gkcmwwBs0+8GuHYtvZbTjIzLvORtl03tDY8/3U2Pvej3I38cf7
eavtB6/bj+FW0/ekxkzkb5xuW6+16VBtDc/0lwZvUI1Lz8v1LdsYcd5Sy686G0MVsgI7Pw7a1yq2
B05sdrBuk1LoTX4w2uGj5vbOZc9ZXOKo8ugHbqKd7kUbCu42o/0lLW19PvRnuNB6+7a3o4N4ki+z
HbvVvWYPvryvDkyTm8rVHs4EF0uNJ7jinbpt9pknf4v9wOu3t6MjXCERs9cjBCjmzlOqBYeApgWs
EFv8OjzIx97p7cvA4Y07X7c39u3+8vbWso9n6x9mpzlku9Z7VB28XHZzaA6gUvYpzmH7LLdz+96/
vg7tb5NbHTq39yAr8MX0tq4SRLE0FO0zcUPEDx8HqgvLsvvbCG6Da/CzDfsxtq+5V3ay69yOr+ED
eLZsSO+OYdrfmgeM81/RWdjFIbfD07w2Dm8kmtqx7sSbtZvJXp5UbuQCl/XzshF32NLP2I4CXCgV
X+IgfN+Blu1F6FSbdksF/RwDP2pDL8o9sry59nbPL90kz++iuV/8zDXd+BDueA5uJ4+EG1d/zBCo
o7PzJbKBXYN0uvGidrPsAp+PgDj5svqmjuAl7P57dS6ljvpd8+vLftNv8Po+65XbpPZZEfOxKdru
kb2BJjhUf2c+a3Qly/fhiEEu3SAnazepbd0VFSnLtshGfttx444Dbj2veQx3xO6k0Q7SSrS7KKLd
QzPtMHsy8/S2jrveD73uTNwprnJoHuZHashQXVCRNKVt0ctiRUj/A6c9rIvVa3FoRW8Y7sjF0bKT
dZnYglttzLvqiAniqFw1h3HT3+hYa76hAF9EVzRjcp5t0VH4jbhPT5ErnJf8ORGO4+iJbDQOJS0P
zc/5XxOVit3gd6fpVm3Gg7ErJiSkDopQut9z4cnSUWl3PY4O3e5fi9iWGxvH8qj51XX/hChPO3Tn
LT+j3I3o1nrCl7eKG+yji2SXHDQSQF+DS36k+23hbl1cHPacf+2IV5RlGAJKpHaozu4FIvquaYUp
ihPXTvuqP+rH/CzaWLvA9LPaETxln/oCDxg2yFjwtGcYIDwD0saNPPYuuROUfniJT6rDWzi6AhrE
e566mlrOnXSRto724AqzHVyJz4lv02C3h02/VY80McCcm472zIWxXPUjv/cv5q1s2U6YntGa4u5Q
2Rnc8KScBzeCn7rrGywqN/NdlLpAa9pvnBelnMKp7jXGDcMZ7oPL5CI8m1500yPd4ltP5ETpyDRd
FL+ethi6wzvc2jJ9G8WVtvOx8FXHn73Zo8XY7Rb3vPK1s2+C3R55beKz5AXZ+56FrP5UuJKdfg8K
bgkFSvMh+5YLdrOVHy7Co/WksJG0i+RC/qpcxNaNkuwGvJfzrnOkS+UoP5iHqoGRwVq0t5/FnbQc
zXNvcYyNeR/YwjE/UAyzq2/yxU75ujEc6RS9KifzYnAUb75S9qd6l2xLnwKtGH410h2Z5KigGi6o
OVWtHW1J5HQT7+kp2ia43HaifRVty4t94inOnUdT3D7Nrqdd0m58ll3ZRSvxQsHGlW3RVe+LpweF
wRzfEr1An1WSO/rRU+8WtslXJGfyyPTdag4pUoeT7EvOqbCbW6AS6vmy5xLsmDS0HUJOt/PM83In
8k+AKtmVPTi6iyzC4t9YG0Qu2Unbjy4nxK+7g+RkVO7QSWLx2lHuTY/6Q7pTg333qmk2v81eH4zN
21mculucEe1Ztqns7NbwkPiz56Iw3B7qw+jTIUR0igz6NZH3rVtQgcSD5sy+btc9/9d5+Y7fHiwy
dBlmmKq6vUBS3DnFy8zupE0/+8hnGhuv7CbTfLKU2dMCm9DEo/ocilijNR+Qz4W2eRCOEtdgqS7m
zdCONjyVrrGRvNJ9Up5uEjvZXznbV2HHkhg74Znp35yoi2qxAxlHewK4tGuYN4lJpXfuzBcxt6j3
sX+5ymb9b+cJl6RnCo/MsZy+scnBjF0XT2kOI3XTHjgp877gTo4H0UYQvIx2dLTqxzlwhBckZEbn
6iFGwvPAu7QIQWH6yjbUE4YQpAnznPaQccqr94JOu+lXyJiGLRDWTqQcu6fwaP95te7vw8PfrRA3
38s1uah9v1L8sTb85zryv8nCcSUo//uF4+H7t6fiw1Jz/Y6/+mU6OlD2SH/1yLS3AhzBGexh1iSg
n3pkKpGXaDFF8ryIR3gXeamQuISKlG0XJT8d9Ocf1eZoqb1jwNEgW4tykKF1CohrWsj7LVzTDSC2
8pQXXY+7xkuGNHzJ3uTeuLTTI7EF6PSSLn3IV024YEA0dfs3pTgRaqaXrfrxPoml0cGclN3E3Rh8
o+NrqC7oIukiCEA8gV4QyNPIYQA+hquuCV/ixPSYCukBZHVa+GGTr4vCVsIfMAsLq82kGUyc6cjj
MyfUJXBKohWMr1ltaTdFZiXXyVCk10ExIEgp8LZelcaIW7pEh37I8368Jqs5PglDP3cEBMfhoW+k
Tvep9wSRi3QzcCVh4t0etLm572gCQObBYE0erdaHpwjicuUYOi6qfiAe122Eopg2aMhhz0kYeD1L
neaCjlHGXG5qfUVJah7ThzCuXrKxSZO1fObxGSKRqJF7MTzlIo1+tbbYvMshDnVaMMrR0PFgK5F0
yjRsDp4AoImxMEhn31R6A9lA34W+HJWdS0xdLRMNKVNIEWWojjbwuUF32kkU9xgdChwnKAMftUwM
0cez97coWUqIZYCIKYKtRGamOFJYJB0vvIC3ScUw4oR0KnQnkrLxakhMxPqtJp4rIr11Lm5GUpKV
VsLCrWMbSN6vJAYbkNTa17gt5kfTDHJrI4myOtkBrA+6JFYxenlW4nWdWn06T3raXw7JOMRyKlBl
VDwrWX+nBquJRR5H5SGYRmt2SJXBnlAaeb3tkc08Z+WQbkTKmLU/A+t8zUnAeIkjZFv7Bc2u5KSF
oH/ndqEpEBeBoFO1SmmaguTfURAVQFNYff6tmdtK8HURyaunTmg6yX4P0UY0sYodLtGBAxGFmjaX
cQtdye4CnOKUr8zgWlSW+hXCPFMTnvtOcFItba+Bq+VXGf7KzMVFnRP0p1T1vlkdEBPSOXUD3Axj
xJ+Pov92c/1uIP3tZv3drvy/yWhq/dYidsm+v3m3C1///Y+xVJO/MDhCX6e1YAK8XZNWfoyrmshW
e81tlxk/NTia8DX/2oXL+hdarGgWZLohFgEjfNM/eh7qF1K8DNXEIfGmxf+jngeHeEfWpHGyHpmh
nfodx/lQtjXUnFJcFbRu21TqUTLyZB+L8uVPU8vFjyrS73ntyAB5O1VRoyUBmvn90N2XDMOELTfu
mou01wASbet6Dna/PwpNpfeXovHj1/oXkgwqfR+TNxKzFUre8MYFXCaeMUtcR6gf/XgQMp/uhPTj
YecxDb+Xf3NRfAK/Ho5mFbeOhAvyi99fVDCFAr67qXGDLn3qjZbibWNVrMhmCVYPS5pEmuNPUh/W
Oe7nIh2PC24KgOASQevkaFLq+RlcW3arIksROWY2ZIekDi1iaZsZk7kyuAvuKBsNGz1edd4lWjt/
UvD9WDZfj25waJJuVEJb3mbon7C5w4zOMs84ulXDDRlHlPgD5DySurrwkwv99VBYczkG3gRSrnh6
3l9oTDxINgCKxg44l04phpVfW23jaFhoPykNS2916vd3FUMUlhIeQWTkAPHfHywvi6BtYxCKGX6I
0anLPicgwQiv8BfohScERfNoMle1dP4VKXZmSBa7TOvzx6wOFOSX0ciCGiAVlvMhuGUlE5VuM6fx
K7oyxZ7w591PdVoCT5mIUqM+n8gmfsFGAdpUlZB9nKVq2/uZYMU7FU3HoyBF8XWgU611tHTpJScI
ujWGHlsERZ4gkjUvUie8amaIEC2n+HeITC0OHH0JukM+Bnphq33NzlTCFX2rybL0HCxNr3qYn7OW
r8qIbYZItl6nMrYER6/bmZVA3YZAPgo9ODMSCfjeYJlHK1FCaGyNdYtEKXg1ynDInD6ripexxyq2
G5MWPnnXZfkN095C7UUqVmFyv9zETDfXszarN1FT0q8qAn1Snc6QMauEkio8JASkPaPAlWI318ZE
2q7ksFOsj2zG88QAITJ3EZmvIRyi3tUILdT4IdqE4HxCzgMRo+1crcMOAnNqaWl/4Mp+Ism1J61L
j9DuaKMunPWWmTduUXXzc6UX4XfREOrjkCZ1vxGbOronije+FkciYG2l0fTrpVPG3u0TI3tBVcoK
QaV0fhwTAZ5YMi9eZ4ghRakYKdWyRNE5Lndxn1ey2qMsEQSqAo1JiQgQPiKaEQUP+dJKN/ogPFkk
zuSMgGFCA9NrirBFqqufJKVtJzu3EusFZ3t7GYuriV3ECo8yPWvqIwBjNOQhCtGeFOwluQ1YyaFK
qbrAopVBk4VgYfA9VZXifMKkrp2lCkg7X4LCKMI7r6ZzuQU96g0S9AAxxlO5jXS1dMOgJrODBnW6
7UjoegEZTallmpeOUFEpo+KP02N6RZdZ3mZjMj+1NHruBLFZqOkVCwYKxmTKt5NU6femVssrEKIc
MBUYg3xnVElGOVXKcj8uOx3EX2Ni0ImHb73ZKV8bsWrduFyG165r0cKMsERxdxXipdxLn+Lt5Q97
CPJsrNW7Zkoay04aHR/2EBBtMdWoc+vONS1U6Kz1bG5G66YIZaz1ZFxjB2jBRgqUtPriqqqfR+UM
hYhTWyfNOkz5OXZfl9Uw665u9oj58qc22/zPKqqbdy//5z9kkXH83+9Jr576l/h//b/m6Vv89PNi
6u3b/lpMYbfnP1gRTboGPxoXf21SWRYROkps5r8knv+w28tfJJoMBh84qVCaYv2rpSHpXwD2ayy0
CBMWiR34kz3qj1COn2YSdJIs2lSCibHvr0nEa8fjpxkynPECtwxsdlZLpbAJQtidMSRf0y0aQ9uD
5ohduaGZ7MiCLJIxr3Tz7bLMubQbGF0snBl59grfaL4KWf0rvqx2yRY1R7KRo4VCqiBi346NES4T
2vIavUJIXy6Z69JGVRe+aEVY71gI3RSLqTmNKRZnWAqomihK0NzFCa+6XMTCS8CS5qtRFZI/alPi
cKMfMAwmpMN3+AvNfsy2UV1Q262aNHya5Ex/mMO0saPYyL4yaONCZNmT7tJQxZnEq8F5W8jTJROl
TINI7hWxGRK7rBkos/aFeqFB28ZU3apOFSjjJS1a/PtpHxox2Jpy2LTq0CuwLiOVIKuuY8c6dbAJ
UXLmUOVr4sjPghZ92B6WJ+QNM2qSK7p98gDzeZor12iDtDtG6RRvSqWVjwmBwWjoC0O7Fzsjnm5k
mOTFbgkSIHVx234PIh1AaJRh0olMsgERlNfZDdyTmOFBsiLlCss5PqUtWJwgfU7rMmWagQEPs+eW
nepsIa0Yg1yvN6a5YK4YWPqFsDcrZkUK5MPQ18PrGE2IJRKbrXnV4v7S8h5L+XfJKoUe4K+G1tbi
Awtly0M425eN4ObMHpV4xKRvUk4LlyQOT7HA/j1yeLyFEv1cKOt0ZVVHlgpLOqLkQ2exDH0DjqFX
A0rHBbFuI7MoJ8wTdGRt0ja7se4t3Rm0pDQP5tLKAG71YaDnJE36XQANm4qybtaDWy84GFngmdZT
D09Usksttc6MZtC6Q4XdaTHtqQHG4BOuk4v+MPVw5TOsO07fK3J2hParDl91NR94tHJcxQ+ahghA
W4J8Juq9Gaw7y0rNa5NF0UkHT9P7YtSll9QYzOErS5ZC241B1bS3QLj022CxkpdILBT1vC6H6nGa
0yLeILoEEjfFWejUbJhHh9ho7cJkVkydvhJytIfYfKObdjTSeTMw3eTOaBTjs44lJ3RSZFWwq6EG
PLd1FM62UclddIbzZxkdlFFM0Z0mtNaevK6FuovG6i6S2vBskUf8WQg8yswGZynHXlMI6F7g8Y7n
pFIN03aoqhkdC0HlvkId6rLKe/lG02ZZcIO4nh+KHkG2C647Kp2WgBd/AOQHpc7spD0t85k60WTS
UtQG5bqO56B1UHtZN8nqGvPqco52TTmPIoiyKgwcfGM16LgQktGTaI7N6JFQGia49SFK7aMkrdst
1q4IJDsoHhLcQhC0CLTF2p0WIV2u0UZEsBlmnkVIwLWknkNh6jtbnBXjpZmKTHcEqjQhZZCGvg6V
tG5XobzEgd3nEengKKNzZMg6fHeJqAIATgAXvI6s3RHrpR49VWmubktpjM7JJxxUPy9I+Qh6JQFg
UFgqDbhRkvlQAnR3Z9hIef0TI1a/L3qlXFTyJO8tVEKhXYZ18mqYk9j7Y1bi7O0see7hXEUivCoh
i8s9eM6KAAOx0d0JV9k2F3ucMnMZFremMMv3GKVZu3XEd93Jhqw9TFLfwXZqdIBqOFPhb1Za0PY8
KkYKJR2eGP07ROaRp0y6AkApxgQ812ofssCqAjKTwvp86XXrTmBgrezR4h3yo06l12BUVuybtQRO
Ikf7h0lmtCxCbpJ6yUpYcQNpLjVBpSi/4iIrnDkAcud3KkC8YuiWMD7DVBoaO7m2Suy0wpvGqxVk
s+jsAV9jVG6UHkgR1kYyDwO/G5poQTGYiwMi+1WCDQrS1JeGFjL2Uf1QlXqCKSDEoUDWCsr08TFn
E+nFcq3osdPLIobUwc2TskpkyPug6IPqwhhlJVVp02PWHbAGjjX3tOUlGeF2nlBwZwW8RrEQeTrq
Rm5XVBoAFgHzltSbBEqxks7d6U3aX7zJ/GtFq5uUPapQo1NnWpQOmCUnWSSsUeLnelE4rCiOGWOS
zbCDEVfGdz9D+Uix0G0g38LwxwHQBwa9N0IH+t6DWqaA3dAiHDx2rKT6lF4I6hIg0qtUK6+h9YEF
0SIl7+1mDKf6oCZ8oNRLpUdA33N6NRtCgaHN7GcQAsDur+LaMkoHVQyl4DHXZt0Rg7xrLhNK0f0h
UFRj3CaataAzmNr2ldJoe01MeDd5HeKzkBOs8u9Yj7LQJ7Whpc+2ZPXslAT8PFYZjOdrIF55Qd3Y
SEd7gMarbXL2eMY5BtO4OgupymIbmEQk6WEVWWg7VxAsH0FGKd4xhVbuNvWaRE6nPs5b3W1zc9Du
B/jvqMLnRl86muUs422gedR2qwQoom+wHI+BKtfFAso9YThW5IjFubLMen6IxD7czfhjx8OY9wgM
2TmDRNuIRZypJ4IcJvliEYtccSZ0ZiktSzjzlwmGccWV40F+DFd8MPrTpbIcpTGT9jRSv9ya42ye
d1yRdRuafWkyqGC2PGVoGtV9Jg7MUGmTCgNKAFUSi/MulZB4mKOonYuFAT1n6TsgtslaMXlupSAs
HZP6+UNWCyHMTzxhJ20Q5iutCghTiFSGTTCJEQBDVYbGJdmS3MuPUtxE1TroqOUj+MP4PpO6GGXB
aoEHAzct+i4Xwjq+BH5WXEkzFexbIZmMWSTQJM3kPSOHpXpZrRPV4YSS1byqJRd1W5p5YXllkg8R
oviu1jCU9mYbnDWZoYqbBDfj4gNiRabbBS3FEyfmjYjJkK5hle1DVUyeqY7rlYfvAU5AxLM4Xwz5
FIWPPYDDx0Rf5YVE83KiCQmufKYZWaNeyZI33s3K0GrXYSFoFZIOTetyn7UhtJ186ie/6tANHnrY
a8tXyVxCyA0zXglvqUvLwJZj1fIjrjSkefmsFReAIYzHJFPF2kM2LyubHoi9Yhd45xpPG1EZ26s6
FuslOloaJIqUx8NjnwC8YnRo6U3OptUPeG9BxDorgB5uohjOpp0lSnYf8GyLxzzKG22jWMES7aAv
zBpov4qpQF+MJDds7PtcolKvezGttRro9aFGnE0szKrPuis6StMo3xXZlJzLGG+uTaTJM9hiSdG8
rh6V2Wn1gVV4JzEFiyXr4TaaKVdhkMYUXWeqwlYutZo7Ef9ohVuxR6BAbdwQvAzXb3qealWXnkuS
Bn60Twtru8SguPczPHCHoIiJPCzUjPugFc2ngPSjwYEeaj7Wa7atm/PQ6Fdk4OSpKwbgNuw5nXsM
Vyzwdfyq26AXKLYk2CZfcV5ONxV+ms2whnttsTZWXxde1dlX5pZHNDZwRelcwi6Uh8wbgli8DJql
PwdU374YUTyKMJTiXnbWtaMDaE/UeOoVtXOIhuB5Eci6p9kN45ohgoqPBVZnBDWBJnIJDXtYglD3
KXaqZwuFJZFkGFD+L3ma15qPbycABapGGjNtnrcWcE9Fvy+FNDkrwXvBIMIN1TkpuCZI06k4PWlN
Pau2YtTULDrWi5EttZmes64OGuNAByU6ClIAWrBsG/pDOM5EYLxlb1ywSree8jwtwYZ2PBIdyUi4
hYFVsHtIqHm5rHKH62ghuGa7QEO60IdVGj/Dxt4inu15+FfYo2d0DWhCMbHKXY4rJLNbQVDIUyP5
mIaeNvbYtqdeyr0RdxmRNBMDu/3T7vVvKsQfqrXyqjTVKJWifBNFtp8fdoMlYRplXaD8mKaM4T1d
tPAqKQLqjBkqgCjXC1TvrFQvlBhr/sLEPn5yBh+q++sZEKiAwJnEW53EvfXvf9qPMlnWREswUFa5
GJxgJap+0M7t6++v80MlnBYpTxKpXcTpYrEkau/9UVJVmmRNInaCmE/GhJQl0+tEFgLXONHDcDuK
6BMNBlRbP0ol/7YGL6238OcN93qLFR1e1KqsFX8p3S7Zug0ahdzRJkqorlG3eeX0emzh8xlLwbZA
tcEBWCbuP6s4BhSp1lGtRoauXtPKi6pPauS/3nHVWLf+SC5109A/ahq7RCiDTI2RDpJD40s62/ci
mMPL39/xvzuKQutovdkiZYgPYt2UEKUBPh/OAOISdmyMkOWowWfZ6R+K8Dw9mkrMKRwkuFx41j/U
xbXJZNuY0NwWdfbtDOCyTGBsUc83CVik8pPP8tdrMjDY0R4jWI020VsG3E/PqmJSIeiCEekSYDTE
hpo6eWJQDe0n78SHNhFXZYJeBDlravTPlI89FDoWPdMdb2VATz7xS/KOECrNDcVjpSq8VOnizzpT
6416/5SuObuIIOicYDLUP7yGFq4nplaMlrhj29cmBjWuRdFwJka9fi0uY/7MdDM5InqC9JPn8ZfP
kEuli4gEmDYKm6sP72api5Wlzyp1hDSjgYEEHTGd3MK4s/EXyY+/fy6l9cF7d6W0hXT6b7TESMKk
r/l+KJCruMpjyWRtM5AXw/ZsYmJIsnm+0QboItANNQPqSKTdkqIVFButMYJTTEP8/vcn8suHzHkw
7EqEcsiWIa+d1Z8HvrkVE1kRtNxJOro+JMAtbCEkqBChI9YpzFfIjJ8+WX8zDuqM84osrQMSbcH3
B40DJV9Sc2Qw6jTtNi8NKZScOLE05FuFOIQbKzQXUN9pY4X5J5HYv3zOGu44moKY3Fnf/DLuYChY
98BRTgaPEZyJ2kILKhbM9hUYFluY39/dDwfDzKTAhkRRrq5cNxq77y+UCnlDI6AKqeeNLwG7eMcq
+5dM1qdPDvThY1RWdcjakcP7r3Nd1ocDwRLuxUmFuZ+xET7r+8FIiYjVH7IW3Qq5hsw2v7+yD4PQ
ekBmSUZWJPHcyo8HrKykw9BSxk5JCMm2T7TBzT4fvn+5LF02DKbLte6Miv6XgZU8u6iyCCgDZVx5
jZVI7qK2keGUo5xsdXH6wxmaD4wDrodbNVqm/nFs1XOcjENQIf8MFfkxY2d8ByfVozSDhD2k4ARS
hxHh9/fyb54S0Ek4KvnFyK5+GAuiOZYquUlCZ+a1sLMsnHGO02BJ5PRPO9Nrn3hNqqWBi9+BcNf3
D+QojrMYswnA8lQBfl+fyIzlqWutv/v9Vb2JFX4a4taHH8EEkztdU/AQH8UMWaBrCWlxEe5srkgi
GM+k4Dl2wzEhjSrZB4sRXiplG5wWkH+LTbOvg5sy5UuwGdRMz47gjYBX//60fr3ZKt1yQBQS0Ew6
JB9udoE6rkramBLxwrYuAEICxqdPPGv93Z8fSuG1Z4vMVP3LzSbNLJqIN4vQvw83Rj/eDHl/Axju
5s8Pw+KVuUuSVvfUhysi4k+tCkI2nU5K6PpKWebBBMR01zXZf+HmIS5cbcc8qTxE7x+fuAcMMsBF
dcaWoIMoXoKTyfLDidff/f6qPswRPD0qQslVv2haMrnAHw5FgSVLG2y75BcFyZZqM6/dNPTLjqSn
BJeUEh41oRief3/UDzuRt6NiebRQjPCAYPp5f4EIEIUAQF3oMPBYAN3Za55Gre/PrbbjOY2i8Y5g
FEQNJu2czqzzT9arf/N0GjyfYEJNHEmsWN8fn80yqZmEUTD/D5V8YYiZ/Fhm69og13NO6PdX++vR
uFSEMrjGsTGpH3c9eZ5VvWXUhF41M9gTgcK33t38J8aCXw9Eqw+3FMQW1J+YSd9fFjnsZgjpikLn
Mr29CTTO/ktvAupZLJbropisz493D7byFK9iT6fW/z97Z7YbOZJt2V9p9HMzQdI4vrrT50mzFHoh
FBPn2Th+/V1UVN4OSVkRFf12gUYBhQIyVXSnk2bHztl7bYJDI36jh2poO8ZW/K8/vXUW1fGcw83X
+VjC9FI6gdBKbl0T7+d3O1Oj/f/Lu82DMKvaEMaxYtvvblxqmpwRK+akjhEWB/qtXzNh5Ic4lF9/
/X0+7OcW037qQGpvTkucht7+Qiac2DqWtDtiQyMtE/i/9/tv8w8XAVuAxZNaGz/d+4tIOxujAuYK
Uch5fmuYYfOdN8pY//FXIbd8FmAjFuTw9+4dzvoCyVwzQMHqBF6WhuNeJdvfnSw/PtJk7mmajskP
2gIjqrc3jPo2QnEq/YVewMT1DL4bVhgjpnx28Y4Hf/yqcg2EkSgQqSPNWXP+c53uj03u2yOtUr3o
IcSiP9lVI62KFGXd6tf375++mQWJmCqIlt2Hl5VouBHrKasCOBF/8FI3Kg5qwvG5qCLHXvz6Yh8e
CZoAGIYhiwhV/3jiS7LYRTWDTSH2AWgqdEhWasjD94dXoZgzEEOwMPA8mNAv3tw9hQS6johLApjm
x62h4+qVo/PHN242kOozl2Pejtmz3l6lLeNOseqE/CKOzv22VWEDcVbO7BsOAkb1G5DAh9qYqyHi
YBF6fS7eV41DKxrHIl6WeUYSPZC7hXYBUt/NqHXM22Mr+I3x+cMvxfVc3UFPwk5BXfduhVDj2KkY
qWNam1vKioX1fHCdePvHvxTXgRTG06CKDzUT8GKVGEECw0IydcaDmg0cBx1/qDDn/OmVHFY6ROZI
WgzO/O8kTmQbI+SNet6orGoR8A+6xJvpZG79mwuZH0qZ12gL5KD0iVgv3j8XTdD35Kfx7qbz2t25
yXCKfF//nKFGOJaNIDeuJ477UpI1z0DQEKmnBWRibUbCKomMDaHWLhiQ4G3I0fEf1BHsGfoGTHOa
zOBYkA1xbmVnPsONFujaw7Q521o2PYQuiYAbGp/jvWVI0ByV3zKIsiv0WwxujQikByXOQgYmh/+Q
DK1glzRMGrbMLx8rvxfxPgMZ+qkx5RCu9fnwcz/0tX+mpw7dleENDnwTatF9P5VOcG5k5hvYDFRx
VcFXmLwGQcPRJXF8ziMO/DkIQVj0lR2d1IJusLIFazmxn0FtDYQBjoVzllGjPce2Qrnj2C1t0T/+
3Wk7cFKmg8bG+v69aSAYDnELvbYNqGGbRMkZPP32Of74djqveynTRdqtSHTfrgWQJUuYb2wPYD5p
J4l08M+521JD9op/1sZy2v3Z1xJwu0xoIiis57PA+95yUfcpLSJTQTaSNN8HNzM2ad79Tm78fhHg
KiykdDnpkNEtf68Ajh1w8iZyjwWAKUrxiDJrMpXs9tff5f0OxFVcNGZ0AFkIaMm9W679NNLbJlR9
ZvdtcYibMiix9vqcADJ0u785aPzDV+KEplJgkacw94be/lJJTMBQUbTKou0VnNQZ20LA4PLHIvAv
8MG/Zhw/GEo/+9veeDn+A9/cf2YK+R/krgMc/dNv/yEy6BbSxMsbCeP87/+QMBo6ksO5bQZrD9QG
RdbffhBh/sU8Awn6jIOche+s3X9LGAlZoJvp0CLHisUrxrP1Lz+I4P+PUgNDHD05ofJ//CcaRh4N
PtmbHi4FM1kNc9ONUxSXe7eDNK1ZD7FUYMQKZUb5CXR08OXUGfA3E3BzcCXER0aNnr1oWd5gyZzZ
gOIVE5gSbFguGJyCO/StpHAgGDnZsMqKAbxlkqEbWBYBH+DQJwoYQjskedIZktxfDzUwvXLRthLo
s9sqkYyXodmRCy5U37+npZ+43oCaGSww+p2SKODICu2QpUG1YMW68G2raDVqssq/WFnOHrlAbTwT
ZkkqkvBmNcLk29vIlgM+emeUg8Q5YVnQaQOJt/C7+MGtdUlogZ8v5LDN4Po2N8MPwm0cmsKr6loH
fcugCw6u+AHF1SU51KcWsJd65TDY/BxT4WiIz0cGZ8OiHbCyPVRp1uY7Kx+gTo7SBmcHCRgSb0qI
jIOHvXWQqiwyZYTUGwzjXRpbzaVqDYT8vrbU+yHY2rkWfmkU66HwxVkGHSyAwTzqqdyM5ETEg/hG
4PF1BU83WjZ5GizyFmFoXmlk1UiX8UNcnBQ968HkNzWN1KY+UvCJFdE1tItc5cjHevQTg3sakRLR
JAS5xcEhkPJl6M80fNfkQx/AXnpJZbdL3GfjjlygcFEboX1jSfPoBiQz686RbMbVJI0thOt11VjI
FpLyYZyqU1n3nX5SsqLa93UDyiM0IGtAXF/YfXjdY/pbI3KPxaKQ7X4YmvPk6+a6sWcwGQ2LFWbG
5GkyiuFM79I4MzM/qhJYIA8GB4ltmJi3PR8S6UXwAF9QbGui2a4zvUNbOnaYlCkCgr6uN9kAgnSY
Ee80hO8lANBlRxQQeOuQPl0J97mS/j4lP4A/RE+aDKnlbunxq0c7yG9pIHt6nT2UCTAG5klEWNQt
9mmrHcpq6UxleE8KIFZlq3YBi1dOiJoqPKjuN8t2Ai+3TDtbGPTSlkkPpUEBfzLZVLqKTrbAHiXD
Ocit2FwVQhh3ReAqwaqEplQDfuhQ6PIgAOcut5FZ30QzhMq2/Xzd1cM5ssnjdPn1wfwX506oBChJ
1wtjdwk0voCDMt50FeHLZSS9fpL5hvn1Pa7KNYwhucj8rL+aRQRsGZoB6cHiWYjMV2NRvTOTkmZx
lY3tKaWUxm007sO0nQ4+ubDrpuW/7MamJCws66ql56Ts1Aq+EUNvAoxAJxM8WH7WcokKuYo+14CM
Spi38VebnOJyiVLgBVunOMq+HLy55NzPONeDbeFNs2aRg5EMW/TDVTon4TVLJ5n0ENmcAXKy7Ot1
kxMEP2XiFFO6LKxY8U9Na7hL8ktNj2/lXulgOrsVHXerWBvN8JJo6ddeaDkKmUw7G46e5lujUMYj
QlNtE6cITAlQ4K8Z5Nte36sEiyhKoO/tQJdkt1thtGSsbjJikjsSaaHUtLT31rqgSQwur9qMyA94
2fIWyAdK7srxCB8U3QK9Y9ceKUXj7JJVyndNaS9NWH63fAshrYgUpoRjIe+gvDpeGA53iY1KZfYd
h1LSZSKB2WGtPaqmvw9q42m081T5nImKHHTLWdROsYs1NOYRwFkqaj8XX4g8o0btc3B9cIBPsH/O
ENkIdo/clCl5oVwZVrivo/Ickb58APu6aMvUuKRdzL9EZgorGqJutSPQRlH5NQOrZScQ2nfwba5n
pU6yEF31re4z/3sd2s+pC5qjc7uFK5JsMaklwM3BfwT6c9IQ4IJAB7Ku5yiRVd+FHtGJM+YYkSzD
goJ62ZRZ8lL4Sn4JcnKLNbIpvdrIt0TIXAmlO49JAH+jQDe77mzy4hRcxOSaIC3DFQfZISIVQHeB
vJcmWepJf9Di6YTQXKx4n/hH1qA+alUVLQ23CWHFB5V54FCfstQEfPO4uLWl7zkTGTxls02IHFm6
CsYgJ+xpFauETJbmOWGz3JW+bDzLCp1+W1YsGTiYkECQ1D12pjc1bBhB0TAVHe1bX4SfTL9/ss3C
Po64qvJqWzjVeuiquRxsjhMO7zGedoi12yfyddWF7ba7vD6a025wi0WXVpekGtlNe2w3wuTZL6qH
oFYBQZPZvsQA565CHWBhw1C5jb6w0rWLOAzM0+Dqxo0YjOCr6L6lpOChruAOKk2TXEUsDmOSXruy
X5jasJF+cuSkEXpqWV0i5lOLlGjNZ7PhLO7mxzQUN5bzUkqzOwKmRmxbb+vJv+AhO6lF22yxOuNH
K6p0zQCv+OwG7aXEA9GH2gkx3n6M0+tE32HbR0VFmrO/J9tlOQBIHOrCC9X+pETtMRi1dkma2/04
mijFlUslmXEGeb3L9OAbi28f7EhQy5e6GV7oXKVrpmlHR/leatftLNBu0jXFwWPnTvRirBigBH4p
t0zcub+wMbIojby+Sr6UrJNFCXDls4OZrwuNRR1/RTnMxLy4UBusVXifan3Cd70ccFiVeXBHo4zX
TGMpQselQCtpNCJloq0lQb7fZkr9WLW7iLY+IzaWZN8Lpm+ORShoiZjLVrx2qNbEr2yzvD1bE4vP
80TSX8uKgi5/0Vk2BKUzR70Tr+wV9eQyzSh5wMdVE3K6tmcbYDGOQCU1hB5F3b7Rh63UKvDJX9La
vDiRuAqzYpVUxNnqBJy6JfXFJxMgjTAmxjcAS50YJl7nnrJ2XhUfk9T2SKqiO7bSja+1qrNO6dEV
9EzuV7Af0AUv68la1T7ORABvjgKuBNvkwg/6rmPTdovriXBDIzT2nOrWoU79MbiX0sG3mGTb1rqq
yIknmqbA3BcS6ojqC6Fx7/KsqHp5HWN0JwSPqnnZm+iWISXWHo5UQXRhtpvExgRmMHSCKK3G00qe
FsSgJZ7Efd+mJGr4xJI45qUnp4aMDQ1OqVuWbMPB1FxPlaLvTKPP94g+om0wUpc6KMmrpjkVseTd
z+UTIUFih8YUVaQF/ZS0YD+qr/U+usnqix3GxbbLAD+11XTRneag1d1Bl6tagEXV4VAT/pPZLJFF
cmOCSH8YyAjc0s9ylrhH0MPOGIAC1PSYXLnusAv4EyIlXK/Psltk2cZyNM12C/AxWsIwgMJUH2pX
RZdfjkdHDW8rkaqQCZDXhmKXppuCPF+4nz3UAOKhzSR/MvI+3Pd9w9ONFQSZh0XZEzNGXzp6+BLq
1s6248ciAMIHivnWH8NVCBNUVKQg283OMNM7nSvndVQvFAvhqu48GFHruVgxF5N+NuR1BaqeFMjU
K1sB0dleshcjeIyWCJGPWqSi2wu4MeQgxbvQVmJ2jGVWOtsoKkC3BXLlUxyPkbl0ex7WaNimlurh
xJEkaMBdzXDk+Nm6VNQnQWwPKnLPH8tbEjzPMfCChWKL+0atH+e/sur0gSiH2yhWnl0zOdmdvFE0
9btUuvvereJFTUmwcMGmygqimKSSukw91r7RX1dpvM6G6qSm2l4RGWh7jb1eRbY96Lea0dwPeINE
8blJeb1szLRKnMF8sngCrGetGT65qI+d2j4FrbqyplxADHXXxBpv8qi8Hwr/bLTmti2QVsatm3EY
yc1VIFVx39vYS6Cz+yvTMUf+tmLNVUEJY19dmmBDd3pkQK6alqrShhWdV2v0sgCvZYz3hkS7NYeC
CN/LsEH98yy7qAYuOlRbv9a8koq+6nEnjtGqlRVS9BSo/d7NxSc6joeEZ0UO8NYxQEFrV/mw6EDT
2l3jC9oHebZQsrIChwSJquU4FYefJscCopaPzTYv1RddFd6ggzbC+uGwOsY+7ls8CPPYQxp7wjI8
rGwvdqPcub59RzomQdnaIs9S5I7W8NlMDkTKuAujxLSqayFEVPdixd3gkdrE8H46xK66CCbT3Cs9
GlNroLo2zHKL8Y9VSFApb3ELwcsSeLt6deOWOOD1bG0j5SQFu1/b9ngT2dEOMynDzfwIx5wsoHjJ
KrOqmuI5TawVxlmvZ1Su28gGu27pmOmx9M19OF0KsmwB8zJoXwn5PSiUVTvl19HYLaOyJcO0pviT
3sA9MvKLipsgy2XhmVTGfk9VFajXkw7W1uy2BrtbEhC1mkiP/CJmnjUtZuWhkRc7H24rMzw1AYeV
4KWnnvSG0V0HlnUif8yLZf9QdKJaYh7oAKoryR29ffYHUU8wpoJz3CBm8iPluyVgnROUhqV4Qt4Z
jAdLG8zUI3htVDm8VOmXJHAN/Aq2SZmnJgUnHL9uyGMNhBM/2m3CsMUxBmpxDLL+FxKD8DCj0R+m
G0LFU4zWeekaG5sQJ5QqBJt+s5tY/6L1Mripw9zgi2uR9RKWdfbsqk1mLAW42e+1T9j3sopjtpdM
uOMtiYi2AA42jtUpJEJsJ15hLUow5uDhXbNCZvwKdHHg/Fw6znAKOkCtsZaxJWpUrL6sX9RXMIz+
Comx/YAhYuL7DQ3CV5CMhjKxZ8+CL5M6BQ7KxqjVvXgF0KhtS3qY+wqmwZWgqEta5FBr7Blgoxb+
sLatGih18kq4IaPlbL1Cb2b8TauH6rN4ZeK0r3ycVJ9Qkw7KOMLNGfJVWFMkkz1kkCbvZHPSYfSK
3BkUBSt4mdU+EQLE7QARVFKqqw5HoKcg5bonHwKED8s+/oUIlpDXvkJ++pn3Y2TtDJZ+ZQHpom2s
dTIjgianH6TnV3F05oP1d4HSlsdeVwTqmmqybzPb5qGJZvBQPJTJXTLDiGDU9N8VU4NQNKm1m3K4
IxZjqWoznxnbKieLflDZXontiPN1ZaQUcHphTFTu9Lgn8AAIupdBh4fRs1kw7KXRcdzkoFxbN35a
mnfEHnSsLGOHbV0rzV45xg1+9iUBF6a1bqy8hwGiTlmyElNONoZpRWa/sOdgBuM1o4HELvviVOlA
m2kOcaCyJM9h0uZsh+Q158F4zXyQQU/+QxBp8a0mESBREswJESVW8glgGMEREXnzD9prmkT6mizR
/0iZmAMnGDOSPUGyCR78nkSK4jWbonvNqZitJ8pynM1TP2adf9Qr/c8aof/T6Dio5n7VDX381sj/
tXjJkzcd0flvfnRE6XtC42bsx8GEp/6Vg/Pfpm4UD6rJPMthlvgzp5a2J6PcWdRKr/RtOo/Q/gIr
qxGvDNybLivC+78BvW862v/MeUGZ8L4hysSO9irzfUTQaFvnvv5PymSLgXsZRngbNDfZdzANpbDa
qzIaDK8tk2BrVeDtut7GbIcn8eBMwxXcsGKdZ6oNrcywa3D9HMGQxxxbtTY2quKwvyZiuiosY9gO
+LIxKQ26sUF15AmpjodObdU1CTaSIyHD0EYSwKc3Fbt7khSrNocj4VoKcFRDHObEV0/oVQH9L5TK
uZ/sB6V1nZXSRcpadlb83Qc6cdGllj8myqhdFa1QrvXJqq/aPlL3ttVnR7NDjbgo8hHoJS3J8FHL
wubZLr2Qg/a0IkmjcdqTPxQr25L72O2+VfOhPmztm0BVFC/Spq9CZ+BgZV1Geg/IcqN+1qMnvY1u
6dMeofHs9DSjgqfKDHfJC91PxE7DlQnk2Leq53yqPtc11bnersDqH7AAHwt7WEc9HsTAugIJdoVz
lNwXMW17X7vjYOspkEktf9XbV4QV3oZ1eZvbNdFkuX3WAzJXIw3Ig7bCe31I0uGqd57iyPYErJS6
TjfOgHW9GY4dgah93pYE4CrPlbTIIdWza9kEt+5In9k242c5VDe4qh6xXx3DxD6AevmUFNNj36Q7
X6MFWzSInPVV0NprhOTXY1Czn5DoTmCfvbCLTw1eE/JLIMf6F1A9EE6ojHv1k0iPQfUN4IZXVDFB
cMWNXtB5IUbnYBfuesAgunQC/YBeh08SOadQy77j1xSYqRaW4p7phG+rxrnoFVd0Cm/CKLkNnHg3
xeYSBIkn4wvZS8ztL21grqraf8mS/GtuT54irxU9vhCpQ5QCpWGCo438qasWH6RSr6fpU5fvcMc/
hNo0m3Fqrxs52qr6CwE124RlG8jRcjLqjeumG7bUnOpcPimpsq6Vad0Exb3p3xWCs0h6Q1YQBT5h
aXq8UeC7htFVpAQ7hdKixtjs9vqZuIMzUsaznjvrqniYmkc/b3dGXT8TlO6VmbmFnraioj6NHVTP
zHiO6uAq9JMNrP7LSLjbwii4UmURPA/AhJQEgvOem07bYyXYmmWytAkyHEaeTtSvi87ZVLp+YrQS
nJ1BA+ISPpv6C0/QAXrbWuvUT4kOpuZGC/mdKrwcfgUDoP/OJn6tJv1t3tHlc8JNkFQcGwj3zJ9y
pYJRapkHw1FWTimPonf3sV3eR63pNbJcDvapESbNy3ZdazeoNh612F4b/cmhzjAPjCmxEdvjxh2H
I3PtQ21hXY73apCuRUK+L5oBOxcbPZKrpgme3RQjtJn71yNoPHt++ULHvdO6bdXeGNW3bDQ8Ea+B
SnhEOK8HyWS7oH/g7Ky6WjtqcxRFvLZK91QQTbJItjWZQz0pdwVqUiob4L32SqYchEV2MZX6KbXN
7aj793aukIlXHklypJmguNddaR4U67oDQWHn+qZwg53eB6t+2uRZvRrzbtuYzcoMn0fDvGpk03gB
8BRqjge/6s4okh7Rpn3RHCTDZdSvphzocSdXnNBMcqn5zsFGNiX1QrklnIuBv9HNpTTMZl0P8LEC
9yaV9x7y+ZVwaxTALT79JsqXdSTJ4tPIF9I+j864GazJC1wb9vem4vGtSWrE7P2gq0HAquB/D30w
1+oEaLFIDkAFdzjV7QVe+0OZ519Lpq0s6D7zFI53IAXB6nVrK+xvaYD28PO1boV0PlqS4+o+OgTG
svKXz64f1kdgfuWpljCLG1s9oBK9CGUi5DngONQr8WFUOufS+rytxC6EGyMCfNB2F584Ectl7uU0
bXxAqHI9V06LQtN4OOxtxp8uiOmWQGL1T0k+3UozfWmL7txgNTtU2DBXIDXUrZlo3VGWOiEteELO
BjvPjZk1+lU/Cu2sq08oGczGTz28HV4fq8sgug8DK/LKJoCbzYBt40T2unFPvRu9pNSAi6TMJlo9
CCGCZssI5lpmdKPisUB5ORESU27SJJOHfKMk9GVIRt9JEqcXdkBrgjAz09P9/uCmqrt1gWO5RVWs
qiB6ZM0nkHq81XHY4+fapGpx0GPnqQq7+8LwYT7W9n0dVRzi+LESEA+0ZNpjll9FmZnip/c5hJha
t2yyYd/pxVfaU1+mVtxRpxM20ldLP8CSnKsX6AOcwDT1qbRK/6WsGWyhGlzIiLdj2OcIBvGOcUoj
No+anzSuMqA9xhBG5rwgfVs/1i3HNDWrB+gJ1kpV40dajnKniDjYOdpwiqcX+qhPPTndKiGhdbzJ
ModDQkLOdqx8VRN9RdAHxtaJKIqqJzFOkJ6K/x/teHrOS1TmBCYvrPn83E1Paiu+KyMe90kDuSIJ
32BDDAjdG/AwtYNxZOZ7JCnmTpv856T3Zyfzucvdp97oX3pXvwItt8Ya+jUcdpV+ExSQJMJ5+Mem
dNdXRr6JVZW8MLMDuh8qDto8Ndr0BUyxsMQfDnFTW8RJyzF/6AXLd3or0mBgy6eT3qHRqbup2hiN
Wa2BgE7LVLWZwMzxc0WqtScJLm41jPIhrwgPRRHvHzPiOzlx28ExCpNTZLF/kzVaPpl+ygZvVN03
Q5H22sl5GgY4nYDaoCMTPwuhWIZfcwu5k5tMR8SgtBGniFOQlnU7SGHJMWyshISUUd1EhibXTg1t
W22kg9e7XAQtbOysZuiscZeJn8efy7TCcgZGAkaz6a18kwpFLNX2qRw+VZFxDHDWLzPXvxI2Th8R
qHvKC2D+0rlTpEtQbL0bWEaE2m9r0BHFIOsF3ohzkHx2Sa8mWDVoV7o5np2+ugU/hZdfoVENYvaa
IXiwEmV2pyb5ftQgmId+TS5SF65Lkd9WQ3ic8hgetSJTxnt1uUcV7BxyiflnKRVhn0tEQCfpDOkV
9AJWz9nqhAXKNdYFzJ5rhC3cNbEvVfPaCUZn14flk2ScRZbAFsuUcjOhYbtHr0vmnnDLWGVPg4QW
cPxbDSm/eF/JbAOxrNmElQByb9urrlG+/5+scIWmdALNvLBxPcvdiMZt4SiS5q7S7iqFPl7AZGUo
x5Nek23QZJ7e6V9bCk2j5JwZ5T/8hP//uPW/5wSZf0/R2tTfvn359vNRa/73f5y0dPcvPCIaYmWs
ebqGPPVv7Ynmokoh7FQljoMYUs3lkPN3Ioj2F0JWhyY72sVXk8T/1Z4Yf3HEAiCKWhzupsAM8wcn
rQ/uQVweWNjgPCN2R1SIkuXNQatPu4geCTIsvxiLPUlg08VVq3A7IzVWOvzCM8CN7roMBK7+to22
UVeY259u1r+Ofz+zSufD3E/2Hn3+DLalmbDECExB2Pj2M4ANhWxQg98fWwMe4aRWaA6V+lCOhvNn
kr3XS3Ff+bYY6Tj7zgLLn86VQ6Y0rLGIhIO2yDwroTuCWANr2w+R1r91Sb9q/958J7LqZ0K3wY9l
kXrH8/DzhRLpO72j8p2KwScvbCqGrWM4Fbsqh8NzD/TVWJh0kwRj6siRS5SYlrJD4jF+gVoUnwBG
m3d+gPPXE1ZdzvoGy71LSGjWtn2Xm9qy6qWY5qFOOLOJu4bOst0lyUqlE2wBEERVPi9G5SeASYga
SjuPWFA00ayCSvZf7dyyV82A/GPRxQnzo9CxI3WhjwPd8clp6TBrgVUe6hyJACcLpqLLtkf7s6rV
qTTo3LOJ/2jX/Pu79v5BICAHE+BMPMWlh9Xr7U0bAFn5tqIGyzAYvljVAMKlU5LfcE61948b7yFv
46sVGdEzWvi3V6mqttcjBfSRHTTaVgmM/jD6zGpGnp57txP1SkNkIVlJi3jrBpp26R1EWWRi6otE
k62XIQ7DslNqCyocItV+/Ta803sicwNdYKFXQx4Nc3iOQP75yan1hK2GHscSXJhDFUh07IK5TLeu
qlpdQblW7n59wVeH8M/PKldEsAgtHmc7xgDznR57yAYzEv6oUHV00b02h9sS4Tdl26BIqy8BgpFp
kRtd9khJxXhWOB1BqkzI0AvHkdkt7d4M97p0GSDR0COOMK0NJcaDXI4vjo9cZEOK2zjXAE1IEEpZ
Vs6f3zMQgCoFOl0oJHnvXmtmBciQJyL3QjW7J0hLUnkEkddK41Tq7tdf36+Pz48GHhpXFwuwMHnL
3/5A2FvydBK2gjJG+CffmIxNhkzvAsdeHH99qVd64bufBqsB9krXEAi+37ssSYRPFAtVz4I8abUA
nj7jrTpecNBlmjJuK4dUsIXvak082/eDb5NZu1cDhYa9zPKSKklNSdxbD5YSOzstDJP7xh3sKyu2
QxoVScV8R5VdYnqqkQqEB+6YngO67e1SmpFL+Iidwcvpo667KsyyNhYUHCE4FF0He445hpN9n3VY
PKB96VfSsHz3wj+0rvtpND8PpoMQ3ZBKuS/yGiJNFjQsVNIqppiDTqhyWirHcNuFVdj/KEb+7WKi
vwdV8FgjLraBQ2KrmQkEb3+nxIGwQ7+N3yks/Gqp6UwEFo4+hOi4ho6kAEZDT0EGv3RBBJy1mTqt
DFeVbruX2h3jr0PamDkjBVF/rgvXf2qy3Lqyqti6QiuAOM6M+0Rf16F0H+qCiO5FVTkJEtX/riP+
YWt8n2Q3rwbs9LNymWhUABfzw/jThiXTOukI9WYfyeEcrRnFdweh+DBkXQZTah4y+cbF5mykWUmv
wfWyIKW8XtVW5S+nLmcqUAWdtVd1p70XsN3ovrPteJCE0LP9+sPON/T9wzqHn827Ofv4TB79+bP6
Ts06My+scSLASM7pDGZjx6tfX2XeOd9eRScYECUasiD2VWv+2X+6I/SALfi5RbCEoU6mlGoPRzSo
nGZIdKxpKvRMfUVAbmPu0Gz99bU/lEv8HhRf1GusM7ySrwaNny7e1GPXhSk2fAmF7zNck8gzw3I8
40AL7gGUQZRr2R7YftMBgalQBuijqtn+5nN83CP4BLiPWLGhpkDSfnsP7Ap5PiI7Ber5ROJWE1dH
GkzkhjPVI6U9J7Xh11/8ny6Iqh2jA35Wlar07QWHKe/QNeJmJRtUevlYWFtpcR4uhoZcUWlnd7++
3sdHCUsAq54zm8xdTPRvryd5bELSObAHp8AxS60jE41y7o8fWK5CGQgyiMkFBcfbq6QDQZEgOtg2
atfYNv3MWWe88Zvy9h+/C9JyC2XXjMd498D2Tm47o8t3QbMKLEshchg0YO39+R0Dnmjy3s2p6u9R
/JnPEt0ZuAUJ8p08o5oQOsjgd7btf/ouTI0MVnAsuOp7J74ZZLhGepYj1KMMtk2EDttetsPNr7/M
x3cc4wbnEYDDzIaYOb39YVR9iEwr44fpk75fw+4THMd1a5PEibXjtR4f3Nhol1qSi9+sLu9ZA7zg
gkOIYG+nCoMt/K78Kumv0K1nERuB8a5UORV3kuP0mtF+virQkRLQJqflJNt83RpfmtS9owjyQdtA
IPr1XZjXy7crHa4VwNkEOOAzwBvw9i6Ygw5dwCDFmptdvgQVibMQjhBlGOPwGwvg66P+9locVjiJ
cq+xPFAIvr0WKM56UA0Aj0U0uQ+87fS58hj6BxI9G42UlUe9zViIPBmzTiJ74aQxXSSBLJ5zQhs+
lLK3/QsdOfVmMFoaEbjFTWWd0U1PAYi1IG3HKQII6wqo6QsDmSbqHuINmkXTDg2NtxqR67I1Cu5j
ShrwBr2R2BpO1//Or/fxvho8VDiH1dkNYtjzQ/7TIj7UZdiPPnIYiJfdOg8EGsJAwjYT8NJ+/RN+
XDcpH5gLAVOh5YYt9e2lOC2kwFQwbyHwUb+h1ZJHRQaMh4gBAFQmf1PzfPxmDN6Zw+qcHbDHvx+b
gr3JxNRzuXFEtASPmVmClDHpGA2Mgt+snh9IYCwClNwmpg4uyCjr3TOTgb0xkibGjQhge1Gqdr6X
TlPup5LGoz/lKsRYYT9kqaPftOAEd6pIVC/RzGT367v8cbmw8JBxdCT2ilv9/twoOifqjIqH1+7G
8pEApWYTDaixF1VNqviiFf6EcG/GatKp/k2J/vGWz+u6wZLBofXjmTUZDY1IKW65JAZgGU+c6xv6
2DS0h9/d8PeLLxkrs1GcXZh5FMz1d9tVO2NIGyVul1ncftGIaPJ8G+Xbr+/le2C/zkHD5BQ4o93o
1vOft49snJiFnqHHWpYTXE1mi66/GX1Bi6gbh6FnJpUQeNKl4F92qGugh7UiV0bcIINGPlLsuIi7
ZWg1KIsTtV0iwauOZEwzYQv7obOvWQxMMgSRvKhLmSvRY5e6ebCY6qkvroK2Ssp1WmTkv/76i73/
ofheHHFpaQtaaryS719FHA1a1XYVIQlTcobx3SGMD5VjJ8w/5arxFGoQYWYJg6byfrzbvmKENUE2
KVAhm0xukSO5XtEhXfr1F/pwwOEyhk3LBM+xMZ8R3v1SY0gPp01ruTTzrvo0pCGWAdpOChNHy+wv
XWxmpPi6XXsrm7xgPe8UloL/ouzMmuNEui36i4hgHl6BqlJpsqzR8gthWTYzmZDMv/4ufF9aJYUU
31tHdLeoKiDz5Dl7r51VmfpRqx4xM8kMCO1NNzd1JqxC6zYtNYjV1oa8C127bib0pkkHzcuyACAz
DuwzBGtF8lV9+a6w5rvQeKBpoLOQgIM5qWiDKe9XZGsdwOzi3gjq7peaBpeCNvfObWWz9c6OeTuD
OrtPsrG9dE1pffv893z/evGCsc36+O2RsJwSMgaMZ2OVWDKakrHa46uWrBdr+sWO8MFVKAP5hty2
7UInL3E69kUxiQYuccuZRYIZOBI/o++++C4fXQYOB35HnRKaqIW3b3HWizwfmgraizcnHcrCSS1h
75XdnT3a87M3qfEbiSnqVgLqv26Kcn6QwLanQyeR6ocUZj6iOo1CKGTtn84UsCN5GCup/23HFVH+
mlQo46pVT/ddMdY/k26cZpSTZr6AgNx8GwaH8wf612MfLzKR13qqNwFBJW1ylWdG/ySqhoHklCwV
ogE1z1ewFWw/yufFRdg/jdUzdCWGes6sz8TJNu34UktrJf5tzgVuM4wzIVz75qFKS0JYU0IIv3jD
3u1wILQQ+cNmweBtA/U03/6K5Tpy8DHmLqIUm55arw7+DsQxkEya+PcDwOu4g70974I8yF6SmgZK
wxZBbOmwImz5/JYa2y37b4lmU5VtcYy86Jz+KNbefhgkKMFaNM4cWeYtaIioJ8A3jajFl6+utG3c
b69EJ40G+Uba4ZjpnWzscvFGnGkVnb1AOMPlajsIEkGn0plVeIww/GcjrsMOi+Cyk+bgFrE71J55
A8bavP9fvzbrKBI1TgMYdLHInnyYWWVJsngmfpMpaaaN0I+8AIw6hBk3zYe/ynPUfGCDqmScgyS7
YHxh0PHCfE5Sq6Xnj8w/bAgDUhu+2PvfPx98NtiDnB1ZLjx85m9vCa6EyWi1kqTE2Z4Hgn9yhnaF
P/xF9SKqIyzzajNL6WiKVvQv4JZHv8dRaSTahZwCMps+/7H+v8I7uXUsLPxWPLYO/tyT48tQ48ci
AqWKyC1QTHCSFWsgsSCrgW0DOeaOE4T/HXcgjimbzeK56BsAcSW86Oc6X/SHfhDmk40R8q4u0dnO
QVM9VINJyBQ+rOnJ0NV8T58quU8cG86y1S3GlYkzQoRU1Hyh2ba0e0DgWnojVLlUQNw1V7ClWIV/
7kyzc7Ux3n6WuaH9ra0OWcZoOkO1C/wkeewXMbP4yMY7KqMPflM9Y4usWbGsXUbihx+mNfbMyA8y
DzgE9RJTj6AuXihp/POE4cgCuFggevLogv2BsT/dkTxpJztbT1cznKBM4EdiVfkxBVO67hsva362
DqsNfWmD7IRBr+h2m27njXujXZzfrRcg9Vt8Hz9GQTvR3TcOhHKMFkFlx70gGSECptxPl/OoV/nR
x/f408kmlCOOmzWPCGZK1qnU1cfzIK3QLI3mNOVhMfaJPJhjBjCiaANUXPNYdgGuIfoFceJ4wYNq
mkU75EUhbwdLdA/JkLZluDKfIzkFqwo5VclQ4obL+0eLTUTGI7DzP9Kc+p9+thSXIlHY5lId9xwW
o7X5rc+Eq+HMrJejnXY5ishBuCruira7CKwmmEliE9qfttfaGQlPs8Jh13iErTHFx6McXNdxSXwo
qBPoFzlCR4HJi3LBexHOOn9fpiT47gCxmnZk8pkjHeJh+NUT2rminCnITCcgq/pVOygswqJY16um
rNVKVIjeX9NQan5kk1s8tVKUQ5QuHYJgOTCz20OuMTnvu5rIMMPTVr4QGTkGPfr4+kp0dTDH80xC
Cw3sZEzDZajra/IHlI+kCVTKTq/IQLkmKqVe4qqsgNdrS1I0seOhMYTV0rZ91CWKr6q7a2DsTNFm
eiy2/Nm4VoP3RwCnoBsuTBQIoikRniTuQB5AYtN8/+ZZi8eIzmpq74Cc3HUJ89I2kQiRCz1JYNUS
t2WxhYiOTm6Ent7bdlhWpTXuzcowj/UcdNuP16w70RvEzhWOvnqkgeRTGduNUhcaIIl2r9X4BpAn
Jv29zDUSJ0x0HD9EJ3svmtZ1/FknVefjdJtbYtNdL7maEk5MlwkM1IeRsJXucRj1RYscS07I/0p7
UBGRLTgziYBtNg2oLAiIdTh/R1lp0O2ArBJ0F/S6EdPl0AsiYzQt3skV51jlZRzfqdGWPzhmvYtS
KrM6eM003pd106lIk5T6fJy6ee5HA/sTqnR1mfo+okBjrLWjkTvec5Vmw49Z+hZxbNRgOOedoufF
RmZeh94alPeDvrj2Rbm4vRnK3m8Qj8ogQ+ZELQrulbU3XGybWJJe6SYmNSSPz4L8my1iZiRKe7Z1
GeoeaXznUlamfm7qFQopxGcOM9cCS5WYfXKvy7FsbnPTT8RxktrsxrzBgXURNFsmBUdgJEhJx/k7
blUfHHqtHFdg/5Wc9spFrBGh0Bjxi8tMXC3VzIRkngpyZTU1IAXM8ZUeAgC13h5J2oT4xV+y1xle
eLpr/ETtNbf1zt0GXZBp0TCMtiSQF85WWOQTdAU3uFJkEDPxoUwu/dr8DWjWxsEuNW1Lu6IyId1q
zq6mivDlpRxnK2KZKAIELlkzM+lsimQ/+F4mj2T/JEbY+yOGdl2v84e+hzYfO6gG7dBLrNKKWMJR
mFkgHsgnDghpCBesm3W4ZCgaYrsvm3ZvE+KyLfytxWxZDuo1D3TQ56Y5WV2okFLrZ6QwEmnQWk5z
663t8qdqvLzae31v/bD7JWujIYU4FU4qD4jVmk1SbCAzq7iC5U4sSr3g1uPU2AwAKHKEtQOIhBXh
cZe9DB7iv0sHAP1w1qOqRGXZT5tfM+DoSl5DQZBzMegiLnW2XWTT+fp3Fe50N5vIqEIzddAAzi4T
KgMlcKr5h7EY2jtons4+a40rOlFOuCQjMUyKXkKtX9dIwjUvfdGk91I72qEhIWRXgDared2x7s07
iTmmLof7Jvdu5r6590eeGeaT4dp8y1v5XNnlkVPjbirLP3pe7ElWPTqjHvmMmYVDtAsGu6EPtkjH
OsZBGvuOGNCZBQcvc++Ktn5SbO62VBeA/Ys7gR1lWsYLx60gYCB07sTVajyL4Z7Qlp1v/TZ6AAOG
d7T5C2rJ91Wf7XI8Ouys3h5lcxnnNga2Qbkd2JHOwenO1wjTJrF+phk7F3GHaEMT/dugVYQUZEY2
3CaNR+1Ni2I+Y9ZwQSeV/9ZqWddAkeBr0eubNIE/r7ftgRyF+2HEzJvyYgy1uEqmimUXxAHDu+/2
XB17EmP4hvVd33VP1Bv3SivpL/bZ9JMQku5MX7yDWNaf0Cd2LTrI1HQuuP+3llk/gNY+w8GzhGVv
3voy/V64HsiEBz+9shwCKAcDVFvNTnfBU9bv5PS3bNNzj+qdwCSSutL+wZDplZ2ZEpgHslmLZAw1
Wz7TyemOzPHDNCK9k7Z37DARJqr4ZXRN1PamE1ejPDSTuU8Y8mCFavaeYf2YNfPGyOi9Ie8LdaHf
IRkGVpE0kfQd+tda7PE1CadczUMvsjsrG/Dk+lasjSkkjGzdtVqV8jFu3Nr5MRrTk9b+sCYjSrXi
d9FXryphwDWr5sos5kviqdFwZ9RD9bekmgd0asaxSA3rp59z40kh33jR8zm2I0Inl4tp5Yi2FvFk
6q+CB2jXVutrbv2cmNFjfvo2pc5TtQU6oP+MV1c/SwenvZ0MHydGRhmX8q5PO90Xr7ZRni3zeL0p
hJ22dUIrLWgW9N2zqSkRMw+9qfLuTDg8FUWqR/o6vPDifwOzUR3F0mCo8FjiWjHfDh0JUInV/y6H
chzQZBbMUg24MBSTHmI80VxNvdQvOzI99mzM/lPGo2Mf9cm5QkZx5mOS1JPZOoNPc1mODJk9/7J1
bBH2AmcYYsJrAspWNmxoqALra0Idc8hU+cqxd2NXdH+I676ffOPZ64jsUurXOLrkSqG09vQjsUWc
tpze1hPyMkRyWdbO/Og2lvbTRB3yWpsbZhnw7ALOnhokJaoe5lhYGWnwPfClWYQOR0VqSAqsIO7V
0t7OQdYGRwX4GjKsvixelCnTICelEyoPM1VhuSzNfv1RADQGTQDYuYmhSQfk62Rjee35rWvslpbm
WWVte4syU8HH82z3T0AUrY/8XExjFHRCP/RFivV8lZoR28rIvyWBk9tRzVuRhRl6G7zE/iZBClgN
XmZm2i+Q81qMu5Za7Z1fjwuNelF0lJvSmOZwaTJDiybTanGMUWSdLxuVZqevHYE/tH0n1ki/FFbI
tzZ+1brdfAeQMd/aLhwVvJkZjf++KXCaG8ScECmlVtIa2873EV4X2c+ePF6eXUu0372Rlytuq9JH
Mu6XE8tXrznRJC1ybUb6Quc9cB/F07M2WKMXJLIw6/quILBxTQT1cSnQfZN3xGmna9s6mtlcboHy
hCv7YIbXN1A78jomzLKlpUkUze6I9GfawDKGPVOGOLPR/ZbKnjc/re/e4pnEsIvSwe1DAllZLOUi
SrgHozSWfTbJyQYu5ht/YaRYNa9aN+LNbquRwAgt8IbYmghiZBuZqG4nsySfL6PpNV603gbhAbpo
3VoVao/rlgW2jHRqNG/HWCpFF9/lRozOVaHW1Qbnb9G03D7RDluIsQ94z/Gq7MUINEPu3LLvHrUe
9blYtoxhdE//snoGDIX6qnRsTqYqrjy/Zmt3oU91pJMR6xaJIl0FKIApbSPpEQMZrYFUN0QtBu0u
n431oQJumMboLpJH4j+aF0fLTTPUnMb4ZSZZwD8OuvyGkbK/KlG518TBrDVlmVUhDsrbbbCXNUNQ
7Ck2AcuJtg7wNQ9pMPCEkuQY0sCF+RN4vX9Gy6PsoJ4E+W05GfWF1lbiyQOKc62727O7aD2/MnNI
vKV9Q4BiqITuI9s38V1GLSEEj5idqM6HMiGKqmvMgMy7lZ3dH5B243ImmyKyK6IRIGLI9EiaVP4j
nRvivTV8S9iUaxcp3YwX9EW3U3Gjd4XFi21XWJfMon6cykpsYdTbdBetjYMCg6AspiJpg/MJhzz6
koWkqqhq5HRUllFtFZJeX+S9m4PapJFlxE6R5N+1VA1wCaDfV7sczsu3xJ0IIFuLxSVifO3G686q
8bFNXTO9cM4AF+Bba9/v5ViKKwOrKAbtWsteJP/DD7e0yIDTW99s45ZRO634WvjUEIS2hx6/dn9j
JFXzaw22HNFx0Mxfwk3EFTKkwcCPptFP0yi8f2sUzt9zKJCcDDwA61teGhHDXeLTGaPslAOUUJOc
aH/iKIaeezA8bCF6Ze01rNt9GCCtUTu5jo5zlkrkizcWTnQCRKd1+E1zRu9jH7fynZtC3eDPjs+V
gXo6LJEj3WUBZW7cc5AE/Kja/q/RNsltKwr1jAnWSHeL2tamgqYBhyBpY7GnUxTAhp/67AxzW1bt
U51cxl0nbCpaNykZawQo2cmHWhQ5plOOaRxG/toXOz8w8icjzaqnJED+GtrezL9bZNkxx3Jr0p+q
auLtrygoiYKUbUjM7IhTpV67JbT6errMOw1v17j4eD7GniM7kvWZ92WkDDj6KYcajhKyQRfVrvrr
5OmY40ZH756EtEVPz63y9Mh1h+x8LZPGjmZt6v3YK3gAwlSbQTOUZu0eas8BaFjTP8EGjSsCHe+F
zimV+YbjX5GSlQ+8uMbwO5/HpoHm7mDS4BFUF0rXAPRUgzaQyZUUvOCdJTQW866Yf/vNwtrvN1NC
ZVvOwyMVLdQRw4YgtBECZnaVzMlulgUcS6q76kEoSY5CltaTvaNjwTMBFJSNO5jpd8S9tnj9PoOZ
SPqdMQdHnrlyxrE4SyfspnJRoYDsaRwc4evnRo8cakuRNCYM6Jmv4GUFuM08rH4RQeAaU6i+XMjS
Gh3OIioQI1hTrAoXyB4sMuJqDiOxzEbvSrcLCF6G0XrPbeM2SYgKWf+1sJ6ZeyKx9efB7dY/JKHL
lyRNbHVc59a76id8k/gqUrxdMDrMQ7V0/Z1GJdFGlcp5xJLOlVVcYJ1oDxyitw4XEZ9/jGqAsNFk
hIfG+BMZl1nofl4gmOXET1ZiyWN7boM8VumgdOqJoT9Y1djp0aTWAayLO6xgKYZadmGiYWJk82qK
77QDbP18YevqeJVBqhxaDxNLqez0W0/PW+x8PaG4Ib3R0naClj8pZC37VyyGNL1xOmwbV66iJ7qZ
N6w8Ikx9IFtNW8kSzzqj+lH3g/Nq6Gwy7E+DSc1sSXZwjTb2bK75erBXV/wsyqC2dt5MJthSaWt7
NtRL+Zv+o3tlzWV/LRQZDbQ0RunSaOymX/5UEvieBjSZkBP+0wPYWv0/SmvYYhgZ4RBGLLTNoE8G
bWaxGiIpchhRqiku5nqarzgcf6GNeDdK4SKYr3witwzTY/r6tslrjAFT5IbTKUdPkmcrfqiyFtkX
M+x3smSbNwBKMZ5rhGUMwU7a+5AEMkBbSkbkd8irxXBhnyXKfmpmOlFmVhkXsgisbxaQRYY6ZrPT
qvreHGb6BFTH5y0ysXhRiqOeTVH1eV/53ez032dz4RKQPLNlJ739CeZG+A0eM7h2W/vKbLps74jk
FvvvV+Rr43SWv/0MDmrEjafM/PSfWPk/4gwUEoXZJSmMOrIKyKRSnfc3EGQkOLUoEI8Q1OpsBZ4o
3H7velYQ9UOZPq9kz2OHIyQsHL1ev1QYunYgIptzv9fpdxU0HUSHhfLzH+afHOhNv52Py7H2Xw4K
GrJTCdnMLLwyqlFEmp3VZ7jKmZJ6gYKopcwjaMhuD346jwsWnHOXD7+jmBjOcz15Cuo0iEvKl1ta
VNDrhKVfbanUVrjWdoZg3ye6cTba6PNP/MHTjKqcpweuPLPwU0EpVWGjGQs6HFsL2j9AC4OXTBr9
/34VGAE+2F1uIQLmk4dZt7paFjkJin2f5Jc0dkFnjGrcf/5d3k/AGePTbtuMK0zF3FPiLgePAGoU
5lm/NCF++GawR0/cvTq1CcLCzIKrZoaVtHYZiypJvFftvPXea7O2yxCtrLZ35zHdcEcCnmcPAWtN
tPWCpl92XlWeOqjZd+5sd5l22Jrd+POP//6t4tM7GG+Q6uD+OX3Uc2Eq3JAt1t+c2oH7pdGuRB2o
HPW/CuS3t4rDn8+ziugJosLbF5ggVMgxEy4PuQpvL3LscmkgeJ9N9zcs1/yL8fMHgzGyAdFY4SxC
LUoCwNvrDbrGYd6YReQ6yXhNHjZ7k223gKYgEiDNcfbtsOq3k2dK4p3BF1ne2B2YUdc3n//GpwIs
vjjyCBwlIOcR659qZnQD4phHrzpyjKH/oxUqwdwyNXuXHhtt98b9Qj7z/p7aaEkZVNLsYXh6qk6e
E93JuoXzUzB0zTeXMOUftTt6l5MNVunzr/bRpdgttqV5u7WnKhMfEPyAKI8OAsmAdoiIAz5hQh88
bEgb/eJVe79scKDlZ9Tdf6jif8Pp/yzLnJJmC3OtxAaDWQr0kR2TJZt9cZWPllOcbTyhbAEBsrmT
dUOUU+EXVo5yZu4TJ2oCJ3nykZklO3NsVoxUpQWdEMn/rG6Mdchn/LoIQ8KKKWwVe+WsUQPKsb02
V3rlYYcd5Zu5+O79qAqARW5Sr0BBcNc8rqPuTl+seh/cEWxfJnIB7j1SypO3TCO6nOYFAZeGt+Ky
nmcNqqcBDMsY3MfPb/7755o/D9CesD3eMd88KUraEezY4hMAKqdyC/0t16Nm1PLYWswjSUkvvlir
Prrev2qLZZ19zj25MUUiEujmRh0NyeIcpgG2CiOBbqcHtQ+qEtPQFyXHVlK83VgJwNjEaBRdCIPs
kxVk7A3oLop9qkKbzSnATO4K02+vvM7wDqUiugnsfn+3kPdF37Qpq69m+++FcC5CHXR9zlaPBBgU
365hNidwIphhOLt9U79mhRFcFKIJaA23mmPH6VJOpOlUc2eGqin11y5IbXVZE16AMZvXMIucjSq9
qzXpP7lG0cxMVjAoM3DzGIn44K80zo0LsfBZYTMiSLoq++2RKOggIWxsYqZ9WxERPiP5Dp2lLZ8t
igkPhnG5zFclYGQ/Ylpv02LNZTdHXoIPOfSCQvdi2L7AAct27q+y3mvt3VhO3h3AKQRcqOBccDFL
Y+oX1L7bARXFEqwRSGBGjNghfRyGwPy7TgkN9SKzn1Te5tBqh0L9Vc2qXmouMpDts85z3JT4GuFl
1e4fnJsGpGTLn9uYNPoyeBq7XqCKNHvHA+8gHIBrzZCA6Xan/Lk3m/aZ7kd/k3Io1GN2+f4xG3qa
sosoJFJhWn7mXijEYZertVD1mSmZyPQNGSbGSeP0Afl2dvWjy0tkqKJzvILeFkfus4nuMpgyphVa
RLZAf1TSD17hAonbdEECtpNGsz7PYO8Qx/ZrY+z1ZaIhanqqTfBFjjkNc06T4eIz+ibWXbZPECam
B9MWo8YguGDm2I4uXEoPKQPh3Chl0rCbNb8JK01BcMNwCd64atCELM06pzGScWKsx4GQ85J+GH0/
mpSXfLviby5H+oA94GIAH4Od/9WGuj0irIeE06dzdl+k1mqEJelXFzmGfxgQHePULrEZuPRBa3fh
0HjVi6G8Ncp7Z7z/fLl5v/wTZcwGauhofvEdn7yN5M/nQZ1nGHqcWcF7N+EXTnjHPr/Kv+X97UtP
rUgZh0iKC7n+tgr9Z5dJgxEeIRpaMBRtF4NdL38t/D5dWDNYPHIcz3fEssvdrCUQ8tocNg7CXxSW
UkS0Cb2L4p8bn1IrkgxS4b2rVL/EAoc0ogtk3Nddf85BXcatJtoYTLT2xRbwwTrJKY4li8LHJwni
5IeSSSNt3rI6qvPGubamAvC42XbnqQXYMrV4dD7/yd75FTDl4LfiijypXNY42QimVOiEklHKGTEs
gTPnR7WvD8nZ+rc6n3pGtl/cog92aK7HA4A7x2fd8U82AlE042AOjYzin8fbP7fH4yHcRWdTGH+f
wi8KnPcP3dtLnWynTM9qvRu51KyeZmg0dAK/+jYf3K433+bk11tSVlF9+zYX+/s9X+VwOPy9u/j+
xRf54LnevgnaVsz8ANfsk/MzuI8UwS2XaXcgTi/baLmBjHQBHSdCThKpeD6gNjky6E/j9UbbB8+f
PyXvCxOujb+csxgf4Z1njtZMh7mbMFKbRmQ4J6N/5F2Se/LB/S++6/ub9v+XIHKZAu6d8V0mg6V1
LfyspTXTJ4UYm6I/+F+NDhSjxG6g4INYwON/ajU025oZLYkg1Il5dd+mjXO72AXzTBKLvnpG3qkh
uZZPyscWH4nf7tTKv7rTbC8OoBWEqQQkoJaJupFxRosEBW65pac/q1qb4gInyL5ozGyIc1O6X4Rm
fXQLt3wp3jyX6ea/vsl/lkbGd8wMuJE03I1+x7BxOtpF8xh04GQ/f1g+uoOMA3hKaKqB8jt5WDGN
FcLN2UkLLZ+OyJTXo5xX66uFaxM6n6z1Bs8kfQgCL3CQnCwkCH18c/QU4fVrPQ4Hb03tTVwS9Gh5
LG3YCS0w7kVfEujsE2LynEvdv6uhhd1lqW1eMu8hyYG6AlRpVm3CFIe5Wh9KgLD7VLT9/97SgBmB
f49kNkKFglNsAHkry4IOaWsDKvrKm7/TE7L94sf/6FdBmeoZ2Gm426dWlkEPlLEwVmJMP9aXYNa9
75k1KuhWbvHQ8XxaSB1m9cXD9cEtx57I7eD0wsnl1KLot2RkVRYtTicbnGPQgiBcvKT+4ru9F/nz
xtKsCXCS0lF1T/eO3KgY0FlpGRWNXZiIZsst0MBuC85ktasC2hEyM3eJlda4ysSKxtgvqvEC2rD+
VSb9B++TucVZUNrDyaF/9LbU0PJSGf+0zByWwf6YNJGRqC4H3+yy+PMX6oNLETGElZC6kqbmv2bJ
f15dC5HpbGRGHpnK86B8ozhEGXXBtO9/V27jOgFTQbadhzuTxI233wqL7uhQ77NWWSuH9XVEmIVN
Wn7T6Pl8L0YbPtyadd/LbnWP6MyZM2pN8EUO1r/D58mrvTX+OASzVtEPOfkUEixWnhLwFc196apw
QVJ75YjFRj6eKBlrfvaXXHhrl6alftAAvX/n1bJfZ0KJNtUJwGO3DWIlaqy/orKPHXDng4H0pD0k
o8UOhiYEXK3mMVouqirfjfqm76vb4nFejOaLDeCDV9IixBJLrbNt4d7JtwGcjifYWHg+hLU8Mufw
75hZjqFF+3tn6FPwAAAh++I3/OCZwZVsENnqs8G9c8BWokdyvNG9AG+g2xiM4lINLUI6P9O/OOly
qH6/FDNEYfTgwx7hHd0+zH8eUEbPZVZnBVneLfoaoihGbQqzjPMMVGHkZvoomKgrW0fchui7vM/L
NdjpqdWS+qcCBAJWvBAfddkNTU7xntd6EjfGWtyv7qZKdPoKVSfRDuWwa4sJlBW2X6Ju9ERYznkK
xuGXWQrjl3RX60Xg0ql3Wr+Y1yMqd40To+NiNU6YOGImUwSSDIbQUarNc/2w5HVNWSPJAgzxE2s3
fWZMRWQMQXWNn9X9oZWNdyFK6aCcTvT5umxX9PqjT0YO8nCg4vZoEgvv9a38M7iDEOFcmwKBNWT+
DnmvJqtQDoV7P/SO8UT6k/xhIRdvN1+sXG41zydHy2Q5A9BMpsx5P0lGkkwMivMgyBZO6wx8bys9
dYmVCjQLCGo2Aeqn/6k530QJRGSX2j15LKOTIjTBuXPOdA4ZZptuzG56Sm2MEkcmZDb5irfJn6YA
47/Op94aLz5WGEvz9sQIoe0LapRTEdsu0j03aBjZOGa6QcVQfScgQbz8m09EYxqqRWlkaqlpuR7c
pbT2cBARp8NpJ5UgqNLisUvqdIkZSne/XFFDzehYuoudV2ESg4zX8FeDZl7NGFt6d4lgytfiau30
jESjBubmoPVmvtcqm5MtT5fE6GvLcSaXvV/7w9qlCAsRt68iNpgWnE9BnSyxlP74AH8FsRWQUgtE
7FzIY+UkXn1JgieIqpq5cFjSWX2lR7CuUav0vIrL3s2uxiF3xQ41P1lJbbCYB4U0CwncrCOKRpLq
/8notHBv+WqXniT8YmdXQ8CzOpfKQbg4jogm55ZorBlEHFIGW872btFL/5VO0Vyed+bSmZFTIcNx
BrloMVry2SGTY1qf5ZwO5F7r45THOWMhxAMNJWOYNTkSWnNGr4nIwKeLMTlB+k3vF4uH2E4sIH9T
B6lQmkwxd0J3q9+sKHTYWlE2Wkh2Aj+1cI2xP2h52tc7ozRnuV+xU7a7QaqWEAIsZT5KbKWKiClz
u+5rdyKyYmjE6J6tuLJo1yhDWjz5GeJ1HsSa4VomrIt11Ow+bvVy+dmBix3PHVP2Q6SVhLTthn+z
IdDHksgbK8gwMrcN+WpeVwVO1GZpuR6Wce4IaECyIa99KLbGIUBXXZyVdTIhb5EaYMuyy73muMoR
eW/K67sAN/anu9QjmO6MXcr2SFnJp0uBpv6JWDH5iwwxcB4lmyRCrDpo9RhBqDR2WuoO1rdgKGFp
5bOZYp7I09e815v7SZSU4Z4yHHFpq4mFstMHHhZCaAJ95482RHO/S5IXe4GFqLzSBAk5Td6flroD
t9uoSrKk0KZeTkYu9OfRZ/QaGjqjPRwFSfCMkDFB0TMWNw4CmwfNms3brJ44cetT6Wxq0qaJNL9a
EVo4BO4UQ91Zu1J309cFM/0Dugjx+Hlt8UHlRqmOPQq/7hbzvo1T/7N0OzhtnXrlZIdK348qyqfr
WtPL18+vYr2/DH8bRxHtQE5D2M/eXsYFXbisPZcB97Nb4z6WUXVlHUGBxFYMuP4quDYO2m15Np9l
e8BA++Ag9tXO2Im9s8NgEjZXy5m/Q8PwxT75wdj87SfbPvl/foBOekOXGnyyMvTCKv4DEm33By1L
eFfu8xhDzxfVwAejrbcXPNksCcuap3y7YB2+3IbH52j3/fvnv/b7vf/tFU4KjnxJ0QzOXAGuc2i2
lylgq7bYf36Rj+4ooxzL3cB/7AcnX8PorZ5ZEbu1ZAS589qRBcUKvnLIffBVOCtRZ9OhCph2nnyV
QiGTy2ACRaUGpdPpHX3vFnN9o6QQ8edf6P3AwKN62SbaOuHmlE1vH4QtQYLP0JHuZwqkRWlHX1uO
rniBVuue1+OMmQQ4grpvtS6dzpwi1b56NLYzw9u6Fw8gHk2ON8DrCZp8+xHQGTInU1MVjWNX6Le4
EWsZqcEwBHozhzhjlrPsZkJo8qxllnuujVjwD4GdtjuJV4ujZbrmX70gH9xopoMeSH54F5ub8+2H
Epk/dDNIOfRUyn5Y0Jggs+I3vHBFA+KW6BD7N0FOErb5MFKmualRBdB8J4Rcg27Vv5xMX37Ybm4t
0bJkza/Pb9sHYxbYl1tDkRPo1nU4WcHwJy+eMSKqN0oyMC6ZeaDNVMrAPdYs6KRR0ObkTCR+AtS/
XVT/6syJX+0aqTk9Ym1V/mprP78ZR0VGF8qYhWRK6g984sa6HogesYDGmg6mNa9ttfagBVl5dP3E
b4HrtlhK2qGV6oun8R24i+AC9CtMAh36pC4W7Lc/e7OuRBSpGdtqWTLOL/vSumoSNb52SzfdUFZD
YB1rMxg4di7ydwOlPIcsKO07LZvdHoUXGTNgzH3t6BjlcJu5dJRDn2TPMmowSNi7z+/DB4dzj0/J
QBGqj89DfLIg0Dlrhzlgwldtqhlwfuudb9VD1HpNeafGYUFSqxu/13LNf2Yclfc4jEgA+t8/xQbe
IVcIaCYbzsnQbZDgd1L4MbQIpkC7oHhH7jSNa/5YWdReURlUy88ZSDhhL3Kdp11ND+aXIjXs5YtP
8l6IxHGIkxfnV4ON75SlMlbw/EoGfpHT9fA4ZS9CEz7qBZFh83lhSe9o+K2+K/+Ps/NajhvL1vSr
dNQ9eoANP3G6L9KRSe8p8QYhiSS893j6+TarzxklMiNzNNURVa2QRLht1l7rX9+fheNdEwXDMwOC
zhwtVjAa8oBkkwFZU77FITVo442redYZRW3juqFSf2K0yWV0tvBIHiHaLBZaGAqzOa4CAyNnxhxC
EeBv2tJLQe4oGIW1bB3eWNUnXs6BNQVvDigGIFckDW32lbq2j+zUG/DUoyx0g2C3OC+bcTg/8Qn2
M69ovGXKDQoJ4sx5kXsq/dSN/DBZhmFCwccbatAEmm8q6FYHBVi3wXTIMLNp6CNLVCzcFiYl+O/+
pFonltH9N4xVCMMBjSGICKotu9N5shOcohzycjjftt9CLXfWddKML+Zk6heINMPn489+QNrEgg0m
QiP3QBPYHMrpthmlRJ1SWFY5tbfhaEt1ssHA+TNy+ilYp5Vr/bJwvRAcHJvqzqRl4dOK04qOLqul
SmzruXEN8KGvKAzr4D8mlKKsrLlsvkK4U/7wk8q/N6bR/ln1ljqsW7p8T2bP9yMAngMMigSswa2Z
T+jSq3K9ykjz2p2rfCQ1HAW2ae2+jMgRlEFi4DQgWe4GpsRNZEZbz7H7lZ7Q37pQRiW9w/NpPAfS
RGpo8uwTic8Dqx5bDxkzPisDGdrW7ncdo8oVfkBhs45z5Km6Fyjd9Zj7Q8OOY+uf4ajUD3Xb+y8V
6UgE8JWCd8VY5cOJ4OHAexIkX6UqD4IRQczujdRCrXHaE9K4yTXPG7qtaMJqjEsy76fUnAf2JpR5
qGbhICPO2lNnCT0caT4Bz1hPkbVRB6e5yCYreTRxbXrUgMq0C6a/f8Zu0GJCq9W3iW76l7VmFRhi
V90WPW52E7sNXgRhmW8VJZrONc5d8Ykiwf4aTAKMnDTlF5UgYV4PbgLUCQ34y+Wo97i2DHVDHyGm
q3kESMuulYCm2q7Yolg1TlGC97N+XFqqPhxiA6o/s7CkVT1c3/QcgY1ddSMLOWScTYzekx64Icmp
IDvhcNuofnjpRVND/d0u3Z9d1PXPrtrV6rpDTe3QzZbVV7gWZNlqqlPbWmCZhvjC8itNP7EJ7C/K
yNts0q4UgkxbzJcou+6mKWClXOqxk1yRxfBXllaN/x+fxLFQLZIdBqowr7y5JUf0tqMvyfHz7hHn
TXpv2ZjeB6KWu6YuBw7DXt0sMsLxE4CefQIK4jNiKepcjAUWifkpFMF7ovQONvdUic5NQECXNS6G
y4Y+rE+khdEas1485WhHHm8TFzHcIsK5+pkWBussTGvvvownjAmPL9WHbou6u24wXFxm8Pzk4Qu3
ojqHOXShNZGxSmn/ecwn8is25H+k2yL6aVQmTT+pYBGrMu2pjdV4WINnsrdemRZ04/n1KW38gQWF
/D84SLh+CJPncb8yoK2MA/p0pqidHlPyL2vyhOY2dqizHX8DBy7FIZLqBqQc4OrzopU1ajpoFq9e
5i4Qigpkw0qEYXyd99YpvYMtF+TdUEdK7CxgUXJBQGK8u04GXlt7ZWDgW4xN9nhLm2C6diklYnuK
NfcN3eAtDMygoHFLwRuX27E8GkhrV3+No4r8TJ5OwVOJgFBbhGob3OlOjl0kyqEqWxk2PgoLLPXK
Cxxbx9dJ6ACvXWIdk76cVLVvnK7RrU2DNOUNPav2CmWlfsX2M3vRFO2XcAv1hZY79a2y6gsqfMlm
6sq4W2NxEQIvySZgIV5cYqjaY491lkd2rW68sNHva7dWTeRcKlqipuTRF40e0npE/xGYFdydXHiy
RUdlrlPSoMPVwfU+tJ4GybM4cQdtE6DRwS2coqKOpViKabjfg9wgr5b4VNbs2Pxwkb++hF6Fjyft
K8PP3uLtLSKMDQc0o930ao4DFAQtpUVrgQOJQrjQWCVSv14fPhPBcnJmIGkZaSy1kicd48xTp/j9
ZZcqGdwhiTGV68ssYUC3O+1ZBslQXqe35exsrIzK7TdFbIpzuCU+LY1DfWJN+yqLzQYVB3cKPJLa
JkuTu4Mq7od2qivCEBx3m42J/OvKpEv+bopUi7zsYFurmkZORHhKd95T28J6LWnxKUnFfaW6uG6V
noGzcATtwlBL9yoDn3oiAv2SKs9uUjo1UBiWGgBCw9lNFr0qwkBq7cwoxy+aLqds5TDUP9q+KDgb
l4bZrINB1R9GWmGeRifHZpbquwKaRB1wMoO+M0D0Yxa4i9wtaTU23ElGg7XaZ4sWlwICMVr1rnWt
i2wU8xUmc5oJygKetENMSWd+OKyNsg3dc5rT/Ac7wtWMHlAsnZzQ1d/DibMa1qlxdFuNlverbrK2
3fiuNd5CcCkv2Anx+Raernw0Df0sp3ZtOftn70imKCXpT4YN83BON71UaSk1LG1wBWtbdeMV6dpo
nSHseAt9u7tBLewgyaQwoxO63+bEmFdJZw1nUyqCZazllE+Or44HhjTVNeTnkhGFMngWYiJo9B3P
KuulMeFkXwLdeycNpK2qFAehiGIbVa3glF53b0m2kW4griDzg2rbmK/+Xh3SiwKHZFklSrr17Ki+
oE+PaKawT0Wu++Ek13IEzD4V1QKpjtnAZIelrGJqFOszOFJrb1DKdwoX2lPoBdGbYrTEk6YPGJ4a
a/+IahafCdLV5nWAoet7JbRPq2ohEI769GSW9vgBPLK5jypnej3+Jb7EcDvDA10FQihTZxXUiO3k
p/otWcwhoLHroiyWuoKNwBm+2GWPqwVeGxtDw5fsWotoKFkVWpFBNKgmrwd4MPSUOZ02IFUKynFa
5mT4x0UbhW1+m3aFfuJI8oU6nN8k1Xvq965FMmbe1JIxMfh6Ok3PoxH/GEhXfY5mij7XTYX3io01
UF57sMZffhFFL92kAjyilZtgJ0M9b2AnSNveMrGliWWu9am/VbuCDoi+BZy4hUNJJO9+HSEbukHO
eD7YJb5RoBqGMBN3KzhITrEWRkIByVFQL565ej4ZJ8LV/US6jSsOuVqJmKPHd95UZthNZvcxMpq6
S41tF2nUXfTS2DiB3ZFvSZwVQMBu3ZIowgKM3KVLGy39dxSbTwyLvZhC3omkaWI9Qmw5b+Jq2ET1
hL5XLpN+dyiGLoSJ3ZJQLvzQ185EN2zQqmztER5mOaWU1ZJTK9fX6j376tyDhbrINAzpero7ND2W
z7y25T2Iur/pfRSDgJGF9d3yDQc3Uj/Fgpos78K3VQpOPoiYXtVwSEH1cCflJas6yKZtn3n2OdZp
6rVrUIf0WjW4qnqzxTPeK4HqYF+elDpmJx6pPQpqKm38cbK2cqPaMLtxEi4rmurrBp/CDB5Crjbg
ynNHXDpV1bwcf/H7i5RAEgm6iEMvEn91llSJIgCVtWsS2NSu9zSpQ7ducrw8YcuWD39+KV6s7CtE
lIhCZvf1QrKJqyakm641egrOiTVsioY+cCTs+Ym01ZdaavdTcgBD/sgUxgiBr7l7rcZWRr8sI/bS
bIKLW/YjMRstLAl5iJUWB9Bgc6zhqRECkug456xo4B4w5yGt02sSGKYM40K1SzVi47be1CJpt1OO
MVvX5+Wr0NH6hw6f0/E14y4NUgVz01q7w18R75UoxKux7PzNEKfSjbHN1K1ujeU2w00E38O8OKUf
2UvTUXiBnKrzalEjU/jYfV5tLEYbkn+KJ+BofahBlmQr6EvKXeyhJ9mwV3fKWTLULR3HJNHCcw7I
YCt96sMgpLBueycwKY0l71Q7H5pW2rNnplmsht5QzwvNocug7O0Aq9wiMV9EU+i/jo+OvS2aJzA1
iZtn+pERmW3RhITVFEwxYJ+oC2+01htui9but+4kYrSWLkmSKTy17By8KLlTJoDsL5kDifHhaEID
YyV0pX1zxzEuAycIRAz2n/VtiofpyWic4oQ8d18vzqMS5yJ5o8cKjOgsrxHmcA/J89F0qMf5OfYH
2nlREdMvUKy4F15s5MuJf3HAUOAQjpJn06sBgItWq2heiJRTKf+9tAU3xOggoYTonyBptgjoBgDK
PoHvaYZcq6TUfyZFoycm5YEgRQB8l4/NTrPP6Tb9sMhcAwrHANj/EaRoGi1UL3KsVUS962IMeiQL
6VCP3SbIpwAObRf0qHfacngmoKizNbybNlhj+45AZvKdEQNEUMIxKggDRUUQFCRcjg/LQx9LdhJY
Ls0QFvc/G5fkGuKYyiUa8bFyruow9Z9HUWIjD9pi27i1ufLi1LjJAavd4S4q7Ym74cqqunoDamr8
fvx2DizXpH1I+5OklOWG2RraTmHfA3JLl1rYRt+tKAUM7lvem+q7hFTHr7WfmCWDxW7Il6J+RhVA
Rvq/hWojKAHmBouK73rDOgitC3rrNmSre5gVNZ7HY/idYQnayYEgkSZnJ64vF63ZIi4spPIGy5r0
4Zu9ej2JkYcCn1mWY5Q+RmYZrA0oNEi/2RWLKepfR4rbtzjAtGutLoyzKcwqIFmpeKp7czwRFB6Y
JJwdUGDwL6bJPMOiVF2pZTqGqLGGKse3FPPchK5+apLIlzp/aJm/0YhAEJHOEdi2MQUi6FxqxRx5
MTxy6gcxiuqb5voUHzWlSe2N2ijgXUgdYLTeqxi51nqc8McMNrM4U/2IhHKalOvj3+PAC2DfxnQH
r3r0LvOKU9A6KjpaPodvklxsgK9eWnFpbo9f5cAI5xq8XwAEqIPn3cL054y2EWLiMzqQn6YuxAov
iRBjA0U4MbcPPRCiHU5mBr4BqIN3x7eTu1SIXZY9fBLcS07gyFodmusejz/Rocs4dGK4pDZoppy/
N/wnoLY19CPlEzpZpzbcS8g0p7y2Drw3kp8kyhk0Uio7O1flQS6cJiTFGWEYDwFOrde6YqQlEt1J
OzEV9hU/6Ak54bNXcCGEHrNIucLMPgqon6N26jkeKJYF4U/LbrMUjGmSa5ABJ31aOVluXwsdL8U4
zxS8hw33loqismrVjnC4cpv7AeHXqQzEgVeBwp0bpIpN6W6+nWkFmgX6tDJYoJXXLqhZqR9i8q2f
UqHhXI8eMeM2onX5poh0I8fmO+se+EnUN20GnAfASU2xr7YHyCm6YMdaVAiQT2lVDowLGpWlIh3t
hYSK7w6/3A/JGSI7XJKzqLatoBd/0k9t7fuZcQpM5GhZvw1S9vyo3avg5eIiEW0rbLoq0P7dABi3
mNqVwCEQVW0YrmxQXjdRXgc3OazcZAXjPPgOKvd10hR9ZZHDPrXGyYk1W+Mwl9QlmMAikJgb/GRd
XqFmNeAm5XZ/XxiNRNCV8ScM5wlH+LE9R0S0VqL0A3OEbm0MbnHWkxY6saDtN9LRe8DpV44StKN7
x3y18RQ0oSrpxZ7OTopJn25f5mfgqpI15a3oriI7/JD5UwOVFzZp1I0jmvj+PXbEvehh9DhVZ3xW
agljBG3M2irzaTs0AaiUwrZP7IfyS+2+Ndq+URCR5ud/TPHdLwnq1jWLjI+oKMhgmzp3ruGpupeJ
PuCDRG/ZmZL0zomCz4GLAt5nptM2gceKMRukU5F1tdlCXqq9iUUfDNY1NJ7mrBzycVl6SrbKqRAu
j6+Y+8lgTHkZIDhBMX1peZ1FyF1gxcJo63I5VGn9PWAQPeaI5L45RW/cQHsEiwYBzv1hWQGAWbIt
QltmJuArupO95MUKmuBnDeHlBhWBkJoze/zeisx6PXGfB96OVKegukGvQ5Akf/+3CKlEBlFGZlEu
jQ7tMws9tn6JZkzfHFH5KXuWSH8WRjTeaYo/vI6A6GTruZE6K69ozHWIVF+c53maRuuK6PWi8qL4
AyJjCt8oGgA7H79f+dpmI4jRjqKH0BEHsfnt2vlYFn3G7YaJXq0ilYbohHaujRKk+nOf1fqb3YTQ
pAOUaMevvL8kw+OwNA0lD1GCas9eVEILmWyKlDUFtSeE9IMbvyHL0aKqPbGrH7oUKBdZCOMgTLPe
7jeB7k1eUCeL09Hmvgak6C4KJ+oWI3zbE0914POzyYBYIUqVSpFZzSLA6NBXVGoWdg4eFPF67vyc
dOFfKK46QgKGhI0WXK/UU64YB56RaSE74AhcyKHOXidIrwTgoQq4RavKtV937iozsnjhGp1/Ih7b
FwfaiMAQoyCjQ9hJqLT7Pp0sQuEDvHuJEWrmLAsU2R9ZRaOe9DyFcBsPOgdoQX+iuxlsz+zXNmvT
dF4kFkR9RQGEuSCiw3aWjiIFvm1KldJKncBfQsWrxNbH2hDctt+Wa9cXpbdS4Ke+FVaUVYsOab2L
SwLR94k15sC3o1Qs+7al1xrjZfexitJFRZF6xTIezOCFiLS9lA2oVyZmhA+oS9RVOkXR/fFpsL/l
Ey6h9eXQz5kGrezuRR2fzB5+LSBcytxbF2QjF3rUq38ennEZKgJIimkCAzm0e5lBa3ta61y6tsNR
0MIwWvfWMNGdTrMK1UiKtFvgmnQZGkV5UahmyYCNsBKWSWCIkiCKCK0WY1h7Z1ovSEEffwtyWuwu
QwaSKhJVyF4kz2A2Q53E4PhSqLT24G/wZiUBDQmgiVajBdd10SRWcHb8ggfiVdpoVUmQ40zEF58l
OBQcOEZcDqqlCBy1gwxtuSs8HUwXZI82ucso6GkwCHCXVReGr9ubVmvLCZZemSQQRj3bX2R1Yr8F
ahrfhl7dAqxskxOp2AOhGsNMCsHBPEiOwOy9sOz7XaNgq5rmpb6GMmdthIq2IoI48ka0HES01lYO
ls9GeWEmQ7+paiwYgcz7DwhdrUtK06dEcPswOOplfCm+EpEex9/ZUpMqmQZ/WADuwdynoH/SsX/F
RRB9D8xi+shjCsIblxSNt44LmlDWXd62jySu0nzjeQ4OCgmlFOgRcCtflarR35G818bKqSdNXQ4T
WmKNAsSvEx98P8IkriRvwDjDrw2pwu4M6EtEbmqlKgBTOtxGujqhyDSaw1aUY7xG7mvQ1hgMG62y
+pvStRtz1amF/g4S2docv5f9tVqum+jJviIECnS7t1KA5CUGB0ZZ+8UPmny1S7fVf/VD2ZzIK+4v
LlxIIi9InlJbc+Tv/xaMKIEdptiGcqGq95aaFkdUfalbHH+cQ1dB4cQohcwja+C7V6mFFwVlw2Eo
rgMGRZc56yGH/3z8KvsvDZchigX0HTL22Ml3ryK6HCaEpcXLMMirpRRMbiBh+he1MN+PX2n/eagP
WDqLg7QtJyravVLJuVmi57GGjbPs0jVMcvo4IayPX+XACoSg2iCPKKMgwtrZyt9gR6VrpUc/bh+7
12Ex9B8+QpFVVYNt6hmar37SRAt6cnFNbqdumWhtt4K+Wi79rKLiCV3nMvFDuPBxa5/Y4/ffNqIu
jUgWhgnEl3kRiLqC5nlJQvOpUb57cSIAYNb6Q+TEzduJ97A/MWFgSPodhT60y/OJqUP/YQmJlQVo
wobpN2nxItJEfYH4M1r30YA7vcKetkQNK1aeFdRPLTKdF0Jn8ceUBSp9NJ8jOtHg5KEb2/30UcbB
sKdQxHYX4nOnTsPWEn586rS7X5shOnQ5hiPtl37Ks7HsK+2I3ggQYyaq+NklCFiEDvUZ0MuIWAw1
IkMBMj9uuvZd53S5AoPR/Tz+3ve/MMpomm+ohFHXhvCz+6i0MdPvyJZFv4MVboKRwyLJjRZGf3nq
rR7YxnhGTkTsZLRdcNHda+Hgx5qb4mHoBDl2QGaeyGx9mDTaZZebGbDewDQ/k3yyw4UMYq7Hke15
6akG4ikDZ1r8utSOcshUO5F9Iuw7dHe8Bhk1fyn15x89G3Wv1+o0JevSEn51EBnPBL2/Tw1qyyew
7tVFpHZquPR1upecJPTP4HQ/OJlDC8nIQWLr60ALTtzW/iqEBhiNPQUGQiJmxu47w3giCZQmTrFf
aRO0bUa6tcBx/+lWhMYaWTNKdv4tB8TuVbQhalTKW9mSupTys0jC/JJS+kS531RPJOH2HohLyZ5I
uYiTMp8/EPwro8gcBClujyVfF+n+Gaf2P87gUpxAB2tJjATEx3k5JPMUrAp7YO50KBTnKK5gd1eO
vTo+eeTk2IlXidcl2YVBwwzeS3yHiT0NHuzbZeJkw3MZh/qzDpPsxdZrdYsO2lr4llqdD+DZYVxO
+Z9/NUO30OGxdnydNne/Wuh1bp5ZnLEQq8hkq5udFU6LQUyOkdPxJ907FCEG4STLZ5PWmEROu5ci
Y5AGSg2HQ4gccFW6yISGRdVFQKSsN6eIqAiT9t8shy8aE/mHEGkuBnJ6FnmnxBOEszm+EX0LdG9J
Nk1FgpKJ3l2a8YCHxJDq/q3VppjYjai7fyQVGbKFk+vGe+gjCjwLTL//MTX6eEkNuT0rwaGKZapZ
Au18mrHF+IU50vxP/XtCouNODYtxgqhz8rX2AemD1dBBUqrmI5YSrbGg+QChFnlR3LcCbayeAk80
5tLwe6ATXtNDurOrfkwvDFug08xY8JZ0Y0NjU30FI+am7zT6mBsjDleBlYubWnG9CBZIV1+28JJA
4GeB85EGY3duFUOiYHYUTcDw0ZXSLN1Z1Y3kOkVQDXsMF92q1YMllXzlR2SH/aUb4IhDI3yoMx58
H8vstreVtxxK4qtve4IidjV+a+1af/ejXHkr1NDMQPqYQb5oRWy7rLutcoNDroK/utEXEAOJSMqr
TtJuVkXXQPgkngHJF6sTGB+0LpGyndQgPBsMADxnqW8F06IUBQxIJy9o9sdDTl0ptXDfUvwGeECa
xb4VmN4aC7VVMbNSRrq4bpvAYFHQ4CQixksHbJHaZLSsdWuWeE0l0QTHGXItn2nAKT3aUE0tvndp
ngqg5/UEpquJhqcmKYWxsoEKPOPDkGar1m0wLEF9W9mLHC16uaLphZKDqY3Ai2ratotFPxbty4S9
4RM0dKrLUVE22SZhlPgIAYshX7t4KOYXUwG6CEpvllIPaOHL4lFAcn3VQd7uFowyy1zBVaY6hYsQ
LldDVgCW4/AohpUl29VWsT0l79FUD0wiuPZi4Q+O9l3XkJwsfNfEZQgJVfvSuumkwhbsiOpI/cYO
RmZ9/o48oh0eXbUtX2LDNND0IYNihHDquyJBr2rLRqtRVYcELAGKKL27UxuQi8sssCvZLO8A4kjH
oJCW5zEQCeZTsPC93n6G8BHlSz1wnZtiqrornbfJj7N9aSqnd8a0nuhxxBO3nHqk5Ik0KWAg2lJr
F2NoludYa5CXZck7vvDsL7FsTJomo3CZupvvTAYigKlNCHa1koaYJXXcYOMiE7wqw9C4nwZzfO6T
AlAJboOLlMzKiQh4X5YouUuyvYxskCaPN7srXw3qyS060nUpRAva2dxsxbxNt6XVO+gwJmsl4qg7
A/arL3UH1zCal0neOEizNCQqC+L4cM0S1T0cfzEH9lFSoDr9j3/zwmeBAUKmiSq9AXZdLZzbPEuG
x7pW3ROvfz8q4vE5A5A2ko0lCDN3H59EjEjVIEqXSk/po582nuFiiqw+mb65sTPzBS3RVeRMUCEx
fR0NZBmlr95WaXcid7UXqKKtpnUcKTjKc42gefdGNFE4TS/oYvL00fvpYgqxyvKpviwt/I3+9NUy
Fagv4CpAgE5eaPdSvVH2CfGndC4o7LNCT7zPorb/2LqA8p4sLpFDpUGF0bV7FcMdTbumooRzZhNv
esM3nsKw9k+c/Q+8NqQ1kuFmk+Kimji7ijVwxi3Iz1ReF+PVUU0b7M0k9dQ+cYLbH5CItGTlDiXP
AT1MpVMhtzHmXpoOkyIO7XHjFUhyj3+bfdkNXwRbTIqD0AWl3H73gVqzDuooxL/dhUGCW1JG3mY5
qfHkrFsv84pFXg5tCZgFX4KFEo39a6lbfb4czD6SoPmy3bZ6m3QnJsqBp2eWoAcko8M6Na+g1EGZ
GFXXgxipMmtNU6KzjjXIPyeefj8uYtchKiI7SpJ0b9AIioehyKX5Ux9iaTAE8SNcGVrtm6LcUMg1
b0gWuvfaoGPDnZm0yAmlCfCeKMw7W0uiZ94N7mnk690nPXGtBYn2/s9fBWB36oKu5JEQ7u9+IW8a
oiqKKSa5PlYnqtoQhbt0yxx/FQdeOD/9K3VLXMohafcqsShrzDnJ3NqJhqWc2/Y3apJoJ4bbgemD
xAhXJf6RydfZJDXb2Or6SCuk4U0FHQetnZmG5XniGdmpb7uXAZE9+vLjIpxA6LjnA+DlOft5yWnC
7tS7AOeYl2hyx+c2NINzgaf7Xdtq8b3v+SEWFsJ6NbrYfCo7TsvHX+3XUXf3XMOdkPVCFyDdW+Zf
MCigfnshejwLtlh4MXqT+i2I2+YnZ5EQ1Rc98/WiL/vMuYQKpr9ofRkFF50VjskydRrj0aNS86zF
OQaAWdyqi0Tk7XZs7CFYJ9A6fwFkRVMqSPJeJu5Y1Jtp6tX3uOmxRSVuJaseFWn66Xh9JVa5n5NQ
DI3Jej7+nPsfl0IL4kYqDZps454NoSayhkJDbLgENRut2NoNuMWR+KbRMXLiUvvnJ/rSYaFyeEK9
BIFkd7SapJBpaWm4lK6H4qJSxeQsiig3bhydwtm5zX/QhvdmecpT5MCV6TShsEqWh/zBXABsVeUI
HghzoUH0zUsWAb/GXKPe6Hapv4kgHjaGV8Yvx9/s/jJF+gxHB74j65X6VTr8LeMMDrtmBAFEdaYa
4ajXm+YrRC/zuvbCiVAiPtWMvI/Jk6hZ+J8kMKh68ll3X3DMmUdNDDop4lgrH1NnwiRZo89T35S+
0+rb0df9Cp82XXkIhEvLoBMXyaPtZi2WZE0S3IW9x2knLxSoXho60scYrPdKx0y0RmwASXZL5af8
lddZ9RCwu1AGNIPwO45NLthP3Ljuatqf8XnMKCRhh6W0C71VomRd+HkcXw1ebCkL7CBLerfaoqIl
zFFSbWUZiGlWHMOMT8Ue6+w8wg/aWBDtwpAtK4xKwykev1VKZQdS2ui154NPmLDIOKy3f7raoalg
2svEiXSHmgd7lYkpKQaGeJNNdX1For+lXQEDZYNOhdXxEbKnOCBl4Ui1Kh8N/oArl/ffRohPq5Wj
hl1LTttOrmNBY5hkdFXneJOU55y4fVoobHHj5TF0wOPX3ts6uDarOdED+T7q1rOxQr+X4tNRCT6F
jrALFAj04AlX//vk8L9+Df/b/8jv/l4v63//F7/+lWNcE/pBM/vlv6/DX7iC5p/Nf8m/9j9/bPcv
/fu2+Mgem+rjo7n+Ucz/5M5f5Of/5/qrH82PnV+QNAib8b79qMaHj7pNmq+LcKfyT/6//uY/Pr5+
ytNYfPzrL8xlskb+NB+Xnr/+81vb93/9RS/pby9c/vz//ObNj5S/9/0j/dj/8x8/6uZff5nGP6k8
O7S+yaY07IFYCPsP+TuG9k/GA4p7BJ7UARDc/fWPjIRA8K+/5B+q8/br/4p/EpujEqfuSERLp85/
P+bOB/m/H+gfWZve5WHW1PK+Zxl4wkjyd0j7+JlE+gyK3VFYoHozQxNeTe4qgXKmR0FV3CGxD8JV
4Teu3y2SZEgV0N9lrYRXwvRT84xc2HRrQx3xt5Y9xjgfUlsrz4Se0Y0bwhsoVgnt5BrMySz9PooO
NS40vvGVoW1/d3IgPUvwNfmroyuRuWj7PkMJEZU5tqPsfnnjvDUdTV1wlSrH6KBKVyY0qJUbs5K/
xoHXdc+axaqy8ZMy0NEM1FWkfMZJa9AfaXQBp46FOgRhnAO1ioR2MeIBSkOp6muKZC3C+rxyvAhn
dQxCg6tGbZX+OsGkMFhNiSr6jZ2gq16Y+uTUd6YaWrTPjkEAC3GcUHheFNhd5D/w7sL51Qlw7gUh
h111sNZsnF4WFe3MJGXiPAnEWdSnvXdFn2WDh6enYqa0kjSUH14OzuXJc0NTeqJUqEK7RWhCZAgu
iR7z9CXTnbJ7G4d6IJVDE7BGJ+aQjtmCLiraA+BEiQjzZkRm5OMg/o03E7mf4N6dPPdtSLEw3HpD
3gXXQ5hbFrUFUCZRtdJNZfTMDfjOGMpxxA/T6HZxpiI1ziBVlfUKf7PU31S6KEWKU1+Plw/klahA
t/XojpTYRz6MbedYkS8EEtKi+6QbezThe05jS/ZJy4ogeFZ6L7XKsykKGrfDXQC8ZydpMIPeXCXA
I/kVjC8v/iW6pBvOzYLyBu5XTWOk55HlVOFn2RqKePQNP0O/jvvx0lTc+NlTi+YHHt+SB52QXnIz
xIqyWyK5LJO2iLZ5k1TptR30KgW0zDa/gUSr9HPfnazigpyY5p/XgQA4StsgJydgrPe4mtarxnDL
+6JtI4QNQQ7Qpu4t7V5X9GbbiK6Hbpu2z6Lo3W+NmhY/ATfeiqqwX1GVKzhkxbpxD00m/SUcnz5o
Q28xeRZqW33TSdVUt0OEF0ihDupj6Xc4k2AB9H3yhX/t+8LOVmahmZhTmi54V9alTR8qj3pBv3JX
5snlGCY4+hqj2bz15lDcJ8gy3oSBJybCDVSiJFpDn86xSd84vaMtGqXH5QE4GZAqVdnUCqzLrMi2
Hh3YCDYoOzmDjiddan5ORoXQt8MznDzlU0fT29pphXVlNSQ9UkNUD76TPXS17i9EYgyfeYGJ4Tjm
Yp1nnrFkciAbiNQ2fqzTOsdbajDRlKmiLIYFjKrUWicY0FiXdp6Qqo0bhHwXpRna7mUYguVbORXS
yU3nenV8k6hUYta6VQTpN8ZB1L8DW8ABN617T70BgJrgi2H6ivXdj+qRzzsO4KTbPDFxMw0mL1tl
E7j7G6oSNWEWe5Z96yoNrCvR9LhM5lMcfMaUS+Aze1bx0FmdezcMYfXTobXNXgSxZWNYPjQCeOQU
5s+u4lTWWSSUjpuomo7B5KZZtq7oRFfXIm4muhCB+4u7mq6XBntijfQtcZD41mtw49acZMsKz9cC
k8CYU6G9CRAeZz/Smp6/i5h+v+hcKUi2rxMLqPkG/oOvk9fHOL171a3SGc78uMvFUm/9KLgqCydX
YU1VNZrTyiut5MPuMxHdoVcqik2j51Wlnk8lLl+PnOYaZemWpUguq6yBe7uqHVA5iD6om/xZSIFT
AtxbIOIoYTj4sjPtbiSBGERs2q23qDBrDpZ0Q6j5isb/5tdvO+l/trDft6xZ6PL3dSSKz6Hhgt6B
Wehi9tow2Tq4PLzHy59F0I8/aYX5Qwnc11Woe3PuJT5Czj9LGk3+0CVWX3mLoXP1cz2Nwo2bJ9kD
fLthURZxjVSeSXH80eZdRV9XtQAsaWzvUpg7OyMlPf5NfCFvIciYLxtl0AkJVb9ZG5hvr1sjCs+A
n9IPnQPRXas5iblFoRr2ibPL7FT4dRu0vUnpt8PSaM1esZvkdqTXpgcRxH911Mi/Yqv16Scbq78j
xJ0A8fjHlMdsnpi0nAZtbvbADutmmGuTQqY/c5/MydM2Uz1qJ0p3+88jZG+tK+gApV9NzIYmrtBR
N9V4Xlu4LlHxEPUq8Ok2HZvhlH5vf3RSeiGVicaIZD2dcbuzYBrJfZvSztesvPzSGbX3oBf+iTzJ
geeRjhRoqmUBGeXZ7kWwKVebwIncRal4BD8+jqrLxnOaOxEDffvjec3XgSkn2UHwCb6qA78dU6I6
sPDJJa1OwPBNUTuPwmAcnhgHh56IOJQssCR+kdjcfaLCLHUlNACHT3qUY7DeYrN1GeOpR1yV12W3
Oj7RDnwlmQnGgoB2MmxgZvk5ayTRwSSED2bV7UZUjbvGWDNZH7+KvOnfckhcgHAerpxcEbmIMdM1
2W7v9kZmuIvAxB6o7oL40mqZ3JXStRd5pr7/8eU4FuCTgcRNsmlmc8luHJwJawtVIc4orwMnu0vl
/7B3Hst1I9uafpUTPekR1PBm2DDbcdNbcYIgKRHeezx9f6BUVeKmijs07BM37g3VUamoBDITK1eu
9ZvUkk/qzirOlGlSj9TVD8oqRAksQACsa4DqlrvMwSQG8xCLVYNSiWGFCIe1wRNAAUzne+ls0pGx
kvvsyIgfdwkjUvvmwCfMIRH3fpegdqBEqCjSX5GLYjUbFU52zINTi8kf1ox+vNwSNCjgUNI7dFWm
tdj0KTRDm+x7XCXJMKxoDnU3hlkXq0CKo1ujGZT5yLf2uxdk8/MVLKirD9dyVIsCIkhn2DRO+jWG
jY2HSla1akpMCT7fLR8/AaCDRPeF3bcAzg7m0ggIgCS9vi31QXcSwYQjz2z6IwCvw09gSQpgNyy4
OXIqrrTvVyxvzSYZ0aeiqduHz0mdCItqX+61U9qfZ5rgrz5/q9+OR8MZ0jrfAQH4/XixH6TgkFAW
sdDHcmE+J+suUqeHnrACgMoIjpnGfPwIyA0UXIgWPV3C5LKiv0THCJuEnrIpLgdD3mM9jXGELYdG
cqMiXLKrLWtInEmvBvHITvntuEQVGtakXR8kodqxl+qpSzgChky9wVUYkk9qFZd5rbUvkyT211iq
1EcG/bhngECCnIcQzxx/yAvUyJoMACGW3UbwA+wmFZVneahy9/NF/PgVQG0GdUqhGCqc8aZA88uc
YlnQA32TIUUgQ73VpuAbMahYx9Z4DLD725FYEgouS1X6EErbxyLGBrWE3JQoNV+5Ttelrc6NutF6
qTtWc/u4N8mNKYQA9VmkRg8ZMSOiip2kNwzmp2s5nXV0RYyXIVDQclHKP8OYEb9gYgPkAzMnKxpF
nvf7MjaK2p/xzqG20ouOCFLIFbTiT3vjP4eBTwr9A9bNoUw7vKwxDXNkX2iQDL7b6YOF/Mwkd5Or
C0VuObB5mdO4N8IHoTfr2a3EJqcuDCK7XNEvHzRH9kMk/7ogR+Hn8430cb8yCUtKQfkdZqB28HFq
3DT9RuGtjRJ6lY7azArVr2NtuI+fIj0FGGOc9jApiD3vpxrenY+IOUYnYZMI+wIUzUUgogcrmU15
PRlt9RDRgD6CBfj4anB4EUyhRg1Z5kN7YRAM0PszsJiGaQXjNWVuY6XHyCFLeP41g6Hbh20Dh7zG
F0bX5uDVjLQUEmFsQPNMef2iRRPg5ChNqESBiagqt/ZlTTgDn5Wpe02LwNZ8voAfPhmEW6Djkast
oGhU995PrTGjKdHqJeOXWb1Hfp6yhVpL42bMp4QOdxsd471+iAiMxyeKjARJNH4VBwcIbitltBCk
7coI1fxWxVh4tjk7AnU7S/FgHTkfPywjgAGdiw/tToNxD13m5BLkIGwNzZZAdrgWkit2UYx/fEgt
oxBRSeIXxIB5cAqn9dCbZahgIYPY+0rJC2mtJWrjSIUsIceald8qXzsGB/h4mUXijXbbQiyinUKO
+H7x8rn1YQAHiMtjuGLn0vgQ6dJdbqFSCXJdy/pn1Q8d1ehvFiz0kZ1zKN9FTr9YwgJ7hStLhnPY
f2sx8RmkKdUAKGm1J4Bg34ZB3GHnp40XekUZzaja+LICp7AGmtdsOkcbKvXb5xv4YH3JH6VFeHWR
bZTkJRF6PwexVCBmqKBvEBsY4JRwhB1q4aPz56PA4yEQ0Lta2IjvR4FBOuGxghW0hmQA/LmwdM05
kY5M6fKsvwQDgFbcKlhJgOvgrfjt+1EiQKcEIjj51txbwSr3deupbYDrOwKaT9OTr4MvWQED0RQP
1kY6P33+lgef5jI+buJLykM6zl1xicO/pAUYRZVmOJetg9G7cMXJ0QOGV/RRXglgQNs/u5EyGkco
ZAxIkEC+yMbfj6ZTIgtynA6cNqANkTD1OFYlWObYujGYx/QQ3/LE95Or0vTha9FRYiTYHUS6UZrB
mUll7yANIBTEg95CzluvG2NY92I8trsuhrPp4gqoTzeVxQN5ek5lfq1bqVCdqbWF6Ivb0RnRn2rR
lwxX7ZFJw/0qkG7wGcnCGh9uo0wuk3wYUVgLpc5wZRpGj1Mq16IXJ1JprXRfwoPbbsmciwc/FtX4
xyr+7Mn9rN8dNAEPfvtf2hPEhv2XDf2hJ3hW/Cd7yv9385/0KSeK/GgzLr3Et5/70RtUNHp7KHxy
HFCsMt/uLz96g4r6ZSEFkWdx+FCR1DiYfvYGFekLtw9oNIsY/1Ki4cP92SvkjyhBYFoCgo/vltT9
T5qFxtt5/8suBfOi8UxcGzkc2a6HRsFpP3QCAMTRmaRuG0dAbpWzoCyei1Ke7VBOCQrRBWnAbeeb
O4qTO2PuTsEUpGpyIimc47MofjVKyXAEjBdDZfwe0K+YsmCvOkgfzm5h+ispoo8qPwq+NDlqVODy
p6L6FfftUx/JTiXaTQJRZmnPo8JGX9I0HFmtnmR1Lcub+NqKz5tkXZfuoNpTufJN1AOdYrdILTdr
zdxV5sV5SyvFQH4lcMJwj+YssHjVyxRnCDy/dWQJ1hm266sptu3G8KaYBsYWwuRYggh3y+7CSi4j
bHSLKz8+wacYwJLmu0sbNKE2sZaTs9paWeo2vU6vYxfZg3M/eK1uFfGqOtVQEg0cflWw5ErnfbpK
V7A/sc/DHebRnNblNbUTiG83guSIhVPhShl9D6Wr/Lo27ZsqPSuEO9oONhhDO6BxZwsKmmjgi8rT
Kl6LtUnDzWmEcQ1IyikjnBKz2d2m4762qo3eXRbCOuxWVWecDJKd5qjsx4UtrcGStrIzhk73ML0I
j8Lj9CK+/VN8++fya/jUvv74NXySX9pX+eWv/+tf4ye6wmv1pX9VXzRikj1gnGnr0xlaXz4s2HWV
7GUMpFUrsaGtAAxRbGWXltljehY3K5HSn1x8rWR7NvA9t+WH9EnFDQ6FwORmcMOrUdwmqAfLa1ty
im04e2PmDsHaQjXYP4cbJGmrAS4NjbvivEYbY0b6CludS/4uQ1rza0dnsTg36w3GE/ZMtw6oNL/k
2ioUvHFwv+L811vUKWyMhOZdxU/zz+R6BPpid5ZtPfaOem7XHv+d+VSoHm4exuM6qzdxScPvXMP7
I0SIX1wHnWMYsDZWSupOF7xn6DsV0lh4Od4Ug63eTBfhsy+C4b7IohMj343yJj/xFbfchJ3qmE0P
QeAqEF6C5jzT9/I2RaJ4zY8X4d04Xo3Ko5bvLnRxFQsPbNVAJcirhiNhFikPHCB0BM2pWI1C4Aah
geUQmkL9NkncqXAi9aRGaVkZL8Juo/RrcXagBFWCl/PCBXBmu61OsZXDJi6xnTJYa/6p4p+WaBDb
wKQgguzNy0eNsiyKU2roWOc41ochHHW+b2dCXEy4aIC0ZEtJf5HRuKATOLyGN9HZqbtyzXRnvq6q
0S2Es+HpVMAPxaYIa2Ej6szzKgovcTrqVac5E72woR3pWcq+BoJwg4Zk6PE3ypOnBV4zeaPMKeXv
UnmfZK9+dA8RwE4mTxX2g6O26NL6XkNfHKTuWta41SMWrskZ2rmhXUGkqSPRNWZhY4UncEuRjHsG
I+WOza6O90m7z7E3LJM9yvm2T+eUZ7Nar7wQn8hkET6S76zIrq6y6hW5egrjToYGNbSb4momYwhL
MJ8zyhoEmHNZ3cWNuMm/QShDwVlFZsjJMQ9B/N1BW5nfm9/OgTHwaKxobI9btLMVuj4QQR6xCHBC
47s1CPctfA9tk5bbSTnJLGwuEb8NbkLpHhAUb7rOxVWS3+XinQjeqj+ZzswnOabqHDa2IYAz3A3p
iYKNpwhIWMcoZNWlF+J0AwJALVd9sO9OjfuBeCjZxWV2aWGeicqBagtv/yM/706b07d/zb/78Sci
4VW1iVXzEtDwLvzx/2DFmu/FaTQ6wLcIjPPJfD8NNCkQwxCXnp1rtu5omxeVeqZBxZ6e2fZK5Arj
c4NLdt6cIejNTroXRIxH3ajjm6p0u8X0UgDUkYrPUj67JIBGLThBsA1KTF95Cvwbm7i1YRLaA51v
c9r58iost7V2m3n+4A2mm1A5XqStCNaoxyF1T4efFjCzmlM969gYA0LQzM2zafuM7FqZPVuyY3bo
TdZYBjZ4kNn0tK3yIYULn2ItmPRGaSPUit7OPn7uBqdKIO9gjFqc6cFdwfHo0zjLN2SMhmHP4Wo+
K/EbRU10Bo74kNequ8ifBT0SYOPoRSbfDqgFU569KZEvWsPk9zG2lk+Uqbx8p/HRRu29qo1eqVqe
1Wor2Zi9uPBX6VC+BpiRlDEhlopKjKCp1Q5uIt/6UvLMwf41TulGjACRVXAroH7cuhMvsrb2/E53
RNDi83wpFnTkgx7AsmKbneR0qrRtAHQLaXmCbImrTaarCEhh4X85DK9DsDebe5wt1zqcdDwLwlVs
XQhKl3mhpEJuDQgUU3QJy0r1BNPyxghRCVB9IPya/kS2zrPxWgpGG1UeD2UjDzi7S/ZB/wAOlo1e
+0qgiCuMj5rUnyG9tR+19By/o7ss1b/JuboP1PO/bN/+KEv9/w2TpkKApOfzf/6Cg33IQNcFqed/
rrvnb/DH6+il/TUL/fnTf+ehtC+p3YPnX64qP3NQ7Qu1CurNAIbhbL/LQZUvi5oKKSsdGtp4C0fo
rxxU/kKJiuoRFFH+rr+e7t1N4V/AaktC/esVlPyTaIYFHEJ+sD4hwby/lEVlJSDEBSGr8i0odpmu
Qi2MEUEYum1vpqtYNvezId0DM76oVVLwoIOYZZxSjFW9om1OtEzfZEXiDHN2Lgj6rujVM8oYJ+aQ
3EVleCaG8y0ycCPHoLFLKQ30dbORkp5PWH6exGBXq+JVoeJejOJYDktP+5bR/Mr6BJoaQvFmEEl2
kw3rNE1L/DPiZyNJ9O8l5MYFKiVLt2NudWsNMZczjXverjeN1gFer2zHkDaJmOrdXYtypK3I6fgo
ThAWRwUxQQHc2mWY689J8xQkZXEeIPKFQaD+AoFxdBeBexcjtWwXWEO/WlxizxXJCDdq3AARKCkT
Lx06cwsCLHXqttavxim5DkSteDHCol2yBzRwgIiftXGnrUDq5J1bV0YVohTo9wtdQtuIuXFfZYTB
qbPgCKocZZmZhg7sReApYnlRB8ZWwUDT9uMqWRtdfV2i6mL3ehO+aKnv1QX/DVfaHYIzwaWVldu2
wtE7I6zSUXBAuq4tPI7TYtoOfeH6YriDWLgxkpNmSE7MON+aCM/X2V3TttvCVIDT5dz+C9vU5jOc
qO1yItmK/fBuCnr+g+IsVDluLCzyFq2VZy3A4F7uLlj6ryj9eQPaFpL5ABpwNVtID6iYAKfrhlxI
MK6NzHKooDt6ntsW76SC64ktfS/hwQVrsbuAd5N/LfGtJGfsEXayJYBzLw0odzfWSFEltWy2kpwn
d2CoWzfN/bOsTLCLT+vVmIuPI1bit/5UXjfBJG5GP47Pq+RUEYqd5sffVdyDwnjFx7YyYiAfggwJ
tg206x4MERv4pU6a9ILcRts0XbSLe81JFuZoVvWCO6By5Cj9tEqkBCqelH9jHwjObIySy2MlK1n0
y5MsTc9TrKtPDZlrT1Npe0gV2VZRJ1Bdojo7RtXQi2yDc3WeoWcmYU4CPzxQ7/5J8v+vDrjoDX4W
bvdPbR9RHfnnpv/2Az8irGx+gZiPoyU4XpNezXJp/xFlZfHLok9FV8+gYEskJZT+vOlr5hckbNCE
BJEB94nY/HeU1YjN9ORUwC2LUgnYhT+JtCjBv4+0+NktDWi4ngCsUCh4K6/+UmyjaQs9DokJ0KJa
/prhpfY1z9SIG3qwGMsIwfck71Gk6qDvfvXnNOk8c+rGUxABeCRIVqre6fWclDaBC96xH+tB7E1K
Oa/jmY/UQYlAHdHUTgzRW8rQiCSrKcIfvlUVX32K850XU4jUd9bYGZJTd71ceZmRAPZLUMToaDKJ
xYrQ7csnSpvog5MMYXLDrMGvhkE8voxqUQvrDAvq1p5LswHrWEjiAPViIME0lRHJ4FCLKizNqwgy
d6iKpH8jAF3Hz9L4QUlNFQtH8IG93dAlLD1FWWroSi8oT2k0Aj6gPgjCc8acQNzIQyLsfEnB47EZ
5gvQjPlrM4fCLomKzPX7arxC3qy+9LXECLgeyA1WZAT5pywpzO6eggoadUonWqetnE1nmjyBbhyA
2t5NEyps3tiV4daykihDHNaUvk651teOXqq9tapyf36ow6AMXU6l8gm7+JqUORFksm7qqa3LAZj6
NtT4WvLMuDW+1dicBA6lPhWETRlpp0an41hZweELXCjG3Su6AdFdoDKMl1J3wta1MQQDvHAQ4h8u
DsKpFFrGvIunGtnvUq0VHECG+b6PsJ8DjRoudGikrDIXk4qudYCVBnctt9OAAI69z7ruTbGyjViH
CVLqxdDuokYhDqkzwsRenoacqVMioQjnz7mxHaYc3/cAI45vHYSTnVIK9NwwCgwSp++T7qxZ7MXR
N+B1WF5FK2x18EdtVc7AbaZM7hYGaEc6nvjRoDqSnIFlahtDC9y8bst6gzyX9GC1Jqp6o1ErESG3
dzsseAxPwjRsuQ9VheWKctPtu15JcipAOc/QGxWOzR1I+GcczPIHQLlcGBqzGJ+xLeHmLKmtUAPf
W0D1baeOoLU6n61UT9GsOHKX51jBC37ohlFTXaqCkdzH0ixiBpZqybfBzwUulZGh3yKGqYdeYiJv
yFIFceLBt2xt8L5AkvsE7QQ1SPXeoU3P0hcjMsQ2rtnoII5FJ9xjXJXoGzRoglfRTIZpnQ8IR7iD
gqzF+SgmIt0nNJ8rNx/LaR0CLeCO6ssKRqpyHd75KEJzBKqxX6+DGoU+O26V+a6sYy6aqOlVkdNO
DUxBoa4H8oZMNnBbT1SkdTKwLi1E+aHdN3E6xE4SDDUSWZXVPsLHVO59/Dt8V5FmigqARv3mVDGT
HrMvJTGydTIDI94VmZGDww+Krt4iIZjRbEhjlQuSPGrtOo3bKD6fBqETN4MhzUgbNDNrLgmhzJUM
qKyJ25A1a84UGcFAcgPuZ41Zjm84pWVhhVzJzTzu0B32b4yp4EsW54KiUlRG/aVZm4W0iwSVS/hY
j+pwPZZiIj1GuaJmniFgXeKMqTRivFjPzUPNRlDtsBj6EfVnpYeEipcnPWhTmmKEIvUYKLBdcuMt
z6Mk1PzLYJBhMYa+0PSu3OIptu+mSFlKV7kaniWKFb22+oizWphY1KnyMQ1Y2ygBPdDrs3hH6dgy
0SMp45ekGY12NcBAkV2qXUrwrAq9+lgXc/Ct75CZq8OMKkGYd+qwj2gj06aHZ3pHAVB1i5I44tW6
JGhrU1aTe4keC9XGsAdvWJt6cG9kclPtO0mMDFyutfY+z/x0cju15gIZjWNSeMGYS7lNdRYzRLWQ
28RTfKwaLuUp8+j2lrmXQV19tnqJu2gNjip0Rn3oOrckkaM4mEfKzayrQeN0otQVbioaQmUXcQ+e
R05Ff9cW6M3bDNvcV2raPCsDsHLSyyVfaf0Cfq8vqZgjN2gGTnatdSaysqPfSZ6B5ki06tDr4PKb
SvFWEAUDcns16k6EHaMEWIEovkVey1K8BW0cOBhFFQbbKelFmC6V4ZlWD53QLMtssINwpBikhfrQ
bmooaQ8RB4C0FhRZeq5FRAkJHjH35hoIebMDot7OG4gpNRoCRdm+NHXVSfbYVjMFX9+/aQzTbDaZ
aX4VDBCraqbGuISHgb6jQzQ8a10RnHTgThU7buj2UNTqqbyMxU1NpouRYJO9dtVkmWuMTqYNSOyW
+MkQL2Wsla/c/UWqGABiOEyGtJcdSZ85yYY0zsA1A715JHzjAwpiIn7QWlUaboRYMq9mU2/vzUpq
CqePyH1BptaDl2BBdZ9EQhE7voqSicMCaWsjY13sECrsdp78SnAmMaQgWVe6jsKMEY8dtIBJll1a
DfgjS22/VutUuy66FNVd7lLof4ZaijJslQvwVhDctL4imxUanmr54VPSdFBHYSFQE5oTfIlWuKVL
qtOXo4Judx3Pr7xPX5/41BusNbI4prr3czGu3CkPhxbt9Xo8D+twCjwtkbB4CgKrTG2xzvvQKSRf
RAW4yRMJukkYRvgQ+ZP+o2X7R/nufyc1TgJ1BH+bq/m/VyJuuvz5P9tm6YQ17xLkv3/2R5ZMVgty
QUHBSqblDNTl7yyZPwE28dagpROMJ8Q/WbKsf1mgKqTBOKlAhF28cX/WIpY/UlRUThWAM3Af6aL9
QT2Cv+fXagR5MUzbBeGIohsyW4eKtSQQXBq1DrEdsXWSToUQXoQPsZI8Z12IK1khjau0OoJlP1RL
fBvVANvwhpVGoO+gDc+/iPQpDjVXWjzfWwz2aKSlpGFRtuvV6AzzZ8qourKOs/Qi0JBjQ9ENFlAd
3sbUHlyqKzOaEbG6elvB/9nR/+vnjv60u/t/n7v/nHbN++vej93Mz/29m1GK5cqHmgw8hDchnR93
PnYzMQxgIFRgdA/eNEp+3vlk7cui8w585w0ItJTQ/t7N/BF/DeIElG/45qCL/MFufsNP/NLcZWMZ
AL1AshlvjneHap8C/pqDAJnQrdpgp0yUm6fYd0MfswquK5KnheSbgxZeWxK1+FkfNj3UFC6IyUrV
wmSlzdIEM1vfYiNLNUEzi/+JmfCV3yAAhJZ/j5ZOUSS/i5YaP/VjZwlcdImUkIcXeA4YxH8CpcBd
+Qs1AUAAxpvOjvgPckAwv4CNBL5PJF2QHnBJ/t5cggysABQCYjbg4RZgwR8RjRfywT+ba5H15jnA
1mkAConOygG+xdBGrdPRELhqsJWwoySApktStW41KL5OIBq+PQ00Aeb5+pep+llE/neG0dvAnAEw
ZfDLAWN3aJeQTbqqNUGtXik5GNjCQGt9NubwCFro/VHAKBTFYeQQjkENcbdU3hemtbwHGdS14uUs
KKeCUX33uXY4GCTvkuFboMb5DsEG7/M3W6CI76b0YExOwF/xUEWT1uUYi+JlE6L7FQbGGu3OaYXP
14VZ1kcGe18P+vGC4KAoSSE+pQCMPBhMyPy+hUpADXoQ4WF3qlelyeQuqm/XmTiEP06TfyWGHeD3
3gakkQB6hQNbZX4P3q7vGqX2W0O+5H5/JaN1tecGt8XBdRsIA8nuJGwjudtV6sbvzrR2Du3PZ/fg
nH17AAO0C4Ia5AqkHsv0/1IBKxQED6y2kC8ZStl3qnyGBWa5roTB2AxFV1KzaCxHhJnp6mHeXier
nps8tfY8vo+ifCts26Zvj8B+P6y5vGDwFkwPkmyAhA4O/wD1KQltUuNiVjs60c00oQkPpNwojXlj
jtWxPfZxFhgQyhzgafTAQN8drHtN6V43q1m/yBHJxXcquq4l4UTK0FoqUZZyhFaeb9J8xGGORB8A
oGMMA+T+ciq3cq7VrpgV10EHIOLz5fkQT3gu+GhYGRl0EIwlFP66OqI8YjCBO/RFIVZen2pbKNCP
WYxPAtdgaR3q4r6r53gzpdIx1bLfzgn8MBFUJ1HxA9wSw3Kj4dZsXBhBs8+M+NWaeuWWHuaKpx3v
Das7D1sbyrpWq+ipq8HWgs1TLMATSvLTHh6D7H4+Hb/bFwsAH21zdiuarO+nA1DWqAWVzDKVdXIB
gKsCt9h9TwT1a96Y8pFdeDj5YNPYDcoS60B8Mv3vRxsi31cHouCVaXVPViVv61JY9UJ1M47yYzi3
t2PUu20++0eC0NtH/2vIW0wpaFtRlJYxLPgAKR6isCy5P0tXqnUdYXSTmIG7+AoGu0A764V91XoU
ONCnclGnQkY7cpX+6+czfSD6z+wuzwAeXV5EYD9i0ougVtR5kKWrvrPNUyQPQ+VZlVedfgZ7n73w
auirMdrooBNypyyccLsgyNU/DU+Hj3EQntKa63XAIX4VvOrqqn6Ruo1ESaOnc7XTcwdvLxxe0ye9
dg1ppwpH9ttBsvhxFg62QFtgVSJODD+kmM1vAnnTR+4ccb0/H4RNcKtKdkinbr6lph895OkFTnzh
9yNLsUS7D9vhl6U4CAJdnOU0METpqtPBPldfe/AtnYkzyviSi5fl4oSESG1DN+vzgQ/UwX6+PU0R
Dn3up+phqtyLSOEgyCBfUftLAPWAEPJphQD6WvfzlR/QBFA2HA12MpzGzVLiepyLs1zdTcNqSG+M
gEKtsumV67Bzs3IXqdsscQL9FADj50/6lld9mKK3Jg4fKjSDw22iCV1dJIp0ldBztNZzb5/ro2uO
TtG5NEaMwqVk6Sdeft03TgV8r9lquSesR/KydFXm66o7q6C0UXGc7MEVV9pdU7gdMEHMRyXH6pBl
O7K137wrD59ZRdyGVIPmxAczrzI0fcR3e/kqyddDspmeanmPDo2QfzVUL80cAFjGJlJ5eI/ujS5B
SL6ch9tR8PrcHU/DI9Hujaf72fMcpCKjVIR5IXQ8z+SgiIEoPhSG/jRIvDla6YY3otWWnDbBVoFX
Tlenuo2VjUT7xuzOg8eMQJReZuKJJm4osAsausH3wDLR3JCrnWF4fa2eVOq6jNZY7KYPiXmZ+hu9
tsUrgJufb4flg/jsTbT3gdsS27YTUPq4iubH1tpYeFlna9986qY7Rbn4fKwPGRy4eROWIMLgfCYU
LA6mTRVQxrZyVbqyWke/VFbZplj7G+vUejR21RErtjc4/rs3Oxjs4M2GolSNEPnaq25wS6CUig2q
KdIt4I+eQUM9A8GxS8I1QOS+dxTfEcifxvkqGjbFtFPi8747ayWPvkqyx0s1K2ztUtzPCdBQOjnO
kGKqbkvX0XXSO1VhNw/qqpCgj5/GYWSXhWArw02jbOb+NIy9WHWzaa8EOETbKP0VbihcyfkRht+H
NOTH/ALTIQ1caGcHZz7Zpiqo+SRdTZSabGqWmbaSXpSHQXcaeeVH6yZzesON0AxJnLo68pW+EYQ/
zDiHMBPPmUiC/H4vIYarWnHJjFvBGihK3MILcZcIjJy2z6FD9eAs19bF4MWrUdug8jp+U3V6VW4r
Qeo/xVw79BG5ARcT3yFmisIQVod+dpn3rsq3lu7n5s6kiXctb1BdVxKv/l6Vrpw9WAXoWMhLCIPb
vnkzSydiuRFcs3DRA/98E3+MRcu+IqPiBkzL3TgkFDcl+thzwCTDrUNQJhld+Ukket6h6ReWTied
VsFKHne575RnXW+jfK2A7GtWse6Kzbo9du6/cdw/Tvs/D3Rw8PptL2VQ0qUrc2H6QL25i9X9kLjh
uYD/dXpated9dN7r8EVOJH0HVrITbPka0C+i5JKOTh89QpsWdOO7OULOoTuyKIA7zk1adqA4n5s7
46V0p6vwUnvSEXO/Znf583alD+6U2oVp11fmyn/Q6dPcLfLx2IO8crSYmj3cZWfkANa5dREv8KwV
cGRZcBAp4ZJU7oRvny8O7IWDcLYszqKkplHaAA8mv9+CVGURUxMG6Uq4ts61l/ibpTjacyaftOpW
lFa6sOoI1/t6p32vAcvHdnXOu2dPJOLWA45RxZMgudlZe6V45V12U2211/qMLSdSQH3oTKC6tvAS
XeV7/ySfbeGy2Tfb4oimwdsO+rCgSFFQxgbsgXjwwUsYadEi9sNnjG4Y+lgK1l92doaNc12vS5hA
yYZlM76DawBvka/zY1/ym8jK4RMslzyoJTJ37kNZhaGxhEwPQ/kq/JYjq38bCk60TqgUq2t/sKnK
pMMqtVYETeQsxQfcBU6am/yKBe22WYm7HvwObjan7e0Q2ubsGsL684U+UDwm32KhKbYbFJC4cHGL
ej9HVmbUpW4yR/VKpC2b2uMN57926cWR01y0t9aRc/LogAfBrU4zjHuXnZXXXCVs/XuOqzYAgNqt
AcmeYoiWk9XlR6LN0WEP9kKe5L6ZLXvBv51fWtkezrrv5o10GT/1T9ZdeiR//nCNez+rh8RlQc9+
jhbc+RroagfI+DctdPrZwW3m8yX8/Sb7ZwkX/cRfL+zB3OphQ4n4aqL7MG4VoBzTeQGWMIf4MhYP
oYFbgAp/w/CKdBWJK1VwSnMVcQL7N52xKeQLC+NE/0xEv0qr79T8VGW79dy8tHO/ui7GY3z93yYw
v+w6/SC8hLEgdEpEqK2AQaEgfZsXm6LG3g6KCOc63KP8GA/wt4f6r2MeHOr5gMUfHWV2AOuwuCt4
grXKm2tyTBgNyq1guPkV/j+8unbhl8c+tGUVPoQCLG0XABk3p0M9JiEYcrWbM/nKf4XrAIb+qyV5
+XN5IkEFaM+j7Ehu/fFGv+zBfwY8JJXKQZ83VlHJV7rlyaY7Jo5mrbLpJufdtcru+dyjdp3LJwZ5
FiJyK7k48q3/7hD59QkONmZfWw36GrxyfwONgGsRIEfy9Cm5+fwL+JB7L+kDoQwRlKWieSi4Egb1
ME6+L14PI3fGGirBbqpW2GzawJbsyPrjOsXBeIfvlXS5UUeMBysmNTfg8emzo55HK3sWHfgmbebK
1WVquNCntNv+sslt3YuSIyt87LUPPqKBXpg/4JZwbUo703T8ASm/nRR8hYOTmX8eZQ5e+uDz0eJi
Nv2Q0QQTz2pnYRo1K0AzomYHqW2pXq+fZ6fm4EALDMat+BUmoRKAD6cb4SY+0DA7QCQCOkrh1LpT
AQEYKOM7pbz6fDccqDWzDw6eVH0fD7XEh5OPk9912gGNc4JyHyre3K8x0gC13GxhVEG/wqq3mW2l
Xud8ECOEZ216gTiDfxTJcsQNOHMViGdqfTqYu7k6S2oKYO4kwORLiaN7HH9g56wRL3Y0Di7dGQXA
XFWH4aObCptCwlGGi2plXGf9t8/f8E1D+F0sWd4QwgDODktbxDooPYCdiLtI5g37/PyxtKBlocCt
b2vD1ZSvSrK1uNrPF4hxtz/BFf/ePPhQGDoY+jBfMCNLDEWGDlXPsFBgfaMoAQQPnYZPQUZz5NjR
/SFyHgx5kDHkeTT8XM90X4hb/Dv7HdBMUf+GnuQsnipwto5pOL0dmodTLCNvgEAGzAsAw+83USiA
BRDjSbqmCtdWW1VcV/+PvTPbkRvJtuyvFPqdCc7DSwPXSfoY8xzxQkRICs6TGedG/3svKhNVUiiv
AgXcBvoCDdRTpSR352B27Jy9155RA9Cc2Vp4klDJFpv5QWHl9AIdjXi+dZIdDrhk3Orku3Xsmoey
2EU435ogI10JF5ITQpU1kcLejM/eueoeIhMf6PwM/o3cN7/vAvSfnI+J7hluhAE7faeWvnfuguZQ
8KdTsK6F6qqudc+8psdLjnBox0zZFf5YcoD45FX6jiP89SowIWdWBGLnI6sfB0ivx52i3qaY7vqN
kH58NrzbfrVsnegSpD2MWJ4CBELJW19Dkg14fcQjUj+CnDbunXIDJrhwuQDnFHhmEqru3pDb3t2n
z/Fdfl7yXm4mIsndoBh2yXzq5XZysY5tsHomE4hQtJ3vvXIsYKzWJHVtl4wYw42+o1W0cDEfE5t2
/LcI+wJnNLrC2SfV1S+VHA8feIl/XoEPi2znSU/2Gc+71K+7hmPELlX29uG1RZ2qKYffv9ir4uDn
IuHDp31YZBPFnRVC19RbmiwH8cXhVrtlOIIQfyWgN24gIm+Ub6QDt/qmq3Y6RfORMybnqi/iBXMa
G030ln/WAfq7L7UuNRjgSTT4Xlr/MK5TETek+ZJptwJkvdwMRD59dvb+tVhZf7ilrqFswKJQS/z8
ulVtXmilmLRbJ9kIfaPgCkaB87V4i/VNhqh3DBbQvYif4338+MlFX2/hLw/5D5/9Yb8wJsMDk8Rn
ryH0D86j+s2FtddsrMfhccw28KA7DMkcx5/p9kjNjx/JoVH2Odc63qgXv/82f7ep/3ghPnTbwEHW
YzqN2i1xDrgXcYxavioDEfufjZp+PRJ9uOYfdpEKorRSEoV6K2dclDnNPN7GQO19VztD+hQrHFy2
ino+958sK59+8odNJCcmDP8VP1K0AQ0uVJIxNtLRhwhQ6xsTpa+7sbrA+fQUuN7K393qD1sJuWSm
MaM8vbVf+gfxzDNmvyJ4zEiMf1C+Yc6GvFRMGyqT39/Vv92xf7yt6zLzwztkyTJznZxrbRk3BrZN
oN3tTr2ggDQu51fzWz8RBcWdXj55nL4DWH/9xeu4XUWFxNv78wd7hdMZw6hqzEP8lVC+JuJtRbSz
vC6YX2wX+35yJ+qnCkqhmX1J49v5fmmOwnhuNW1Tale4nZaIWSyjwAjztI5gfUYdLUAASCYs4e8v
1N8//v/6uh+W2yRqtKHjk28jmgAmcXhbRx4i7YHxY99+1ub9u8KCGZPJPo8Ugj7kz9emKxSMvWaj
3VZd2BK4NzaTr5nMCpAanCW4n6N02yRgzT95GoxfDkbrm/fDB394GlqldpveqvmVlO0obQeI4dib
Ifuj4cYtvCGEuRyC5ZFBSK5vIeuSaAtmoJJ0gjeqEfZaIHtk5kGSH+bphLfX7HZmtjVAizvXg3lL
ig+ZscN4tPrzBWDFZ0nZf7st/usXfASwulWqKbJseayw2dOZFjwfdEPn7Lmb9suaJpkHv38yfm1J
fr9oaEZQFq/c1w8VWYGBAScLFVmCE3LB4pGdSa3n/FEFZnHQ+0DGWwfciOoLcz/LcjtxBgSdYJdb
XIFF9WCV50VxTtMNx6CVXk7Luav7OPrIzxTNoR3PHU5NTv0o1OcUU/4QLsVTYR5EddDdfeGSlbyc
NSWez6INq4x+uU5PRbtJorNU3n7yY395D2iNG0hRcC0YJIU7H9bmmbSCxJ4oBLzmvKa0M0Eo9B1t
ZndXPiBwd7rrDH9DfFuWp7g8ONl2KRjLXltyAwsmwlLU+GMaeN9gIRjv2hwmJW71oKdWowijeLhQ
lFDQaK84t526XVP47baA/SC2EkPQk37C1EU7khqzQNR9/fuf932K+9Oq9OHnfdgAFGuZuwFw/q05
hV7PCRGLpF+/ur5yRLxP9kRLrGSYiGu6yMAf8iWMnZNp0ZDammJLS63htwH0QKqrhxEp6uN7puAD
CDE69Mautn0CJqWya5odv53Y5WlvQnlRN2bhj3IPjR6XLT4F66IE74FnRg+EG1gxdI2tnb+Wfdjp
57TYZRr02IR52MAoGhv6aekEsWqDtQZH7AvHV6Fvi2bZ2JFvulthPTbeZ6rkX/as9VrZ5qrIJjCL
NvLPq5TQUg2lTUxpZIazvlWTfLN0VxUeFegajrmrgXr0V3FLgii193S0u0+amb+sVh++wIfaTAz6
2Nkt9Z+b7d32vukuHJsc6xNUyt8/Fr/ukh8+ab0UP+ySRmMZaKIottUo7DhazvOTZl/rzqEFfQlo
KNrn4uSkQV0Hst5/8uG/LGkfPvxD5aWWRkuyAc8koDfG0XYReDwM01FVdmN1JoeDlWxhQ0TRMRU7
LbuIxc6G2FZtJrbFz1pnHxB/NDE+fJsPC8AizEqLskS7LatT55B0tqv60Lytv6Lba5EPyM9qsvUu
/vJK/vCYfXglUfSYYtH5+Qgcq/lrOxxKN97YxqNa3lRz0MrrvnziqlO6RJM8/P7i/3rwQXSzgqdX
ABeK2Y+cPSHx5FdEhtyWVgOkp3GxQ3dkm3be8hyRbkF2zAIfqupf4hawTL4ev6RljIF0OA1Bq7J2
s4guRkGunDnP766OOUnTlG+is1+o+eadUc5fkng7LKODDzS/W6QQnxRbv7yp/AhwiCsGEogCUPwP
jy+jesdItRzM1CqqsNspxLi27H5/rX5tnnMYXUnWDvoNxnPf//sPb0nnTET7xE5y27p47etyCY20
Q+BbY8WXeaSFGBzOPFY15GlMTnuG6sbw2W/99cT2/VsgH7UsGlC/mCUmXHtxHM3JrT0xysxlHLgt
uTFVL+2DKcCNIZsCrzyGnNDLeq8o2BP1W6fV7vsxXT55ete34YeHl0gnRNY4U2zo3sDnP1Zy7TS1
XRJF8e3EhwRtWtwmE341tYvfR4Eb8vd3QP/wrqwfR4IFDTgmeuTWfpRI5m5lqQvpQLf2YJzZOh5n
PJiJ33bwYIoYHoKZ7jvdEGFTla9tzknKUGvlJNXlqR7YxZvBAa1jN20InegLA9C47619C0qbLGbg
XCkLi2aN+SGxreKTqvfj3H398usUwuXZoeyFPvvzU0q6DBELKB9u9InRx9LSPhRaZW69KD9EXXFu
KY52qOKpIwOhTADWlMo2FsyQmhYwrGPXD3Pdrjga/aA3brwzyGlMZiXInInYoL4PB7KdPrm/38HU
P99gmPR0oNC14C1yVhrLjzvDOGMv1p1YvZ1s7QKP5WZszSwY3VSeiK27U9JcucY0FDN1n5x9keCD
rKSu7jJ3vLCypjtNE81C5KVnmHlmQlpJfIqs8xRd92ZW1eQq4nf6Pe63gBnScJGo/XiRKmrm12X2
Wczsx9WOW2AjwPKAujBid/jfz7+ms/uMbCpVApzArZ0lXP1YIUMrnSontAQpmGn2REgtAQqS2iiK
EdI4ZY4KrqZmE1U/HRVlpBvFZLnKZXSRpbTg4sXepgy5yT1rrzvdgeynzeW2GxosfQoeYH3idP37
V+GjZhOpNGLRlT+zajhWNfPPP0UdJzyzZePdZI2oT0o63uuUmqXtXFg8SH5tN9Iv0p5wRHqlBjm5
F2WCoAU0cX4stDzsRyU7GgUQEaerA+ROWaAbbPffv+b/d1D9D3QFP9yxX8BEdyKt0q+vX/+BH/Af
d/Xba1z/6Ar8/rf/MrrY6h+sadhZ6BT85eD7i5uh2BhWUCSz15i6gWdwZRD9ZaLStD+YuRHHArkW
ORoc5H/6XDT1D3JPQb3i5LO/uw3+HRPVh80Vv8z6oqz/kEker6d+qA2xI8ZTG1sentGx30H9AYU7
TV3ww9W5+nNF+dHT4n5Y2tF6sagTqqBbxsqp/c5J+mFzFSMHW3vKUbFBOL9LjT6ZwkIOiHzcUSTP
sCwUjrmp0iJCmrNJo2WW5upG66bpcraqdN4ukZWqlDDqIEN7qW3J0KtnAmDYHZKKRNWns8Yw+8ty
aOciXFwXlkEZdcdRIX5oF09l9wAnP3G2esXqHQytPje+LDT5vFiNuBKzGccnaS8R7A9rNq55u/SW
cUQvOt+1vVlsLE3hyENiaGYdoqJzAYo67XBF8BC1ksDLezFAYrBDr8099Kg2CA6wT2Z1VlYxS3xW
VQw36iVKbOZ6/DwfhiTGX2eEmKlncX2ZK0n6kBI/lPm6BKtECpbJLmJW5CKYSjWf9QUxR4dZCvOg
Z/mCODelv2SX+rCEzWK1TI3aYkDGmULu9es8GSCW5IR9YYHumX5oZnVXLu6iBDX6vIvE6OlgtDjk
rhuTgFcOhEUEbZvgwk00mXRRzK4A2pm2eQn4T8n1C2XI9bc8do3cL+3J/fr7x+TDwwgrFjMhRRjF
qrZqaT+cFfKSFDNnBpNnLNLbywlnvWfA/vz9p3w8BPz5MTjOrBVCq5Oy/vPiOqNZ6bxeYvOW1Xgg
9fxGDhqZxZ0pT67ByopdIDppQNR9XtuMHFjCtH7/HT5UVt+/Aph/+ofuavP6aPKKsyaaWN8V37ES
eV5MhP2lMgUmaiZN2Kf2Z3aL9cr9sNF//zwWGa4vryKLyseenGlMuakyLWsIWVyBJdCdOkk/owI2
+vufpv/NXXSIoAZhjgVnhf7/fHnbJolS6TJemDu4kfBNUvmkzAPyuzlRkHAbRmUtzKszQmJtS17V
sap+G+syzQGQZsbZROKd609VPVxSu035Llqg+aA/H8B1jJ3V+ZERt8zEeH1cskoyF83rwvRZlzlu
L885z9jQ/zyE/N/Y6gZOP7349g+CYeU/tn319bUDq/LfICN2HRWZHLGYFVF2YERYccn/ucvzf92E
t+HNQxj87388Egf7TYDqI57w9ced8G//yT93RtDR1B0q5y2V0CJOqVTM/8T2sQ7AnuLbsP1hxPzn
vmgYf+Dg8ehV8rcY1Ds86H9Z5Q39D3w2wP48KtnVRG/+O/sibvifXpm//eI/1sbcYwNVnWAwVdIZ
E5a1jzVYNmndLPu0Q82XjkOyq63h3CqU68wcHmBSBn0MfNIys6Nq0FESfbUrhIXONt84JGz0nrzI
W1m8sD1FNElNTiYEfGx0PdZ3YPweDYHtJC2y+jjToNq4bEuXau6l6AaX98KKnxGpV9t5ccczpUDr
WE2zrxblzdg4BO+RM3vdd3PuO0NtHhqtaHyvY7o9j1Uweh6uS+GlYEOHWrQ3QmcjQrhFhmufTruZ
0FeqRY1efZVt68kJKYjPZelyhBmqxzxLmiszBTFsuWQ+LKm4q03jNRHpRVXaN2pCNqqlMr5oUeXy
hy9qw7lY6vSh89LrTNHOKArOk1TfCWtewhIixplFvIrPqWYM3KxZfEvPAPitY2+11zlmoEBoyndC
UiNfxPQdzUk/K/vlbF7UKTBM2knlQCN1ZPGQSfEqI/sCHZoEr63QfGa3IhRTWNupG0EASfdQNCC6
NGeOz2DATKE2QKqV+clowDFFlXebR8Wh9txLRvPLruzq6ZuQ7TtBYtKHLLVGUcyHTisCyYFhrNxX
VvBDtE4r2TlIpSVSZAPpMRwj57JKi/d+RsGbNXCk7ArxgY4g9JK6ZRv3BZOILEPGZCQq4FcZd/Kg
z+jGCqGYF5VA3QRAX+xMLuGmlyawU3Xa11JzbkftzanmzO8TmR7nNLlNYn0BJliBTbI6MQQT97iv
l9XQudzDH9nJNOYq93YUttVUX81EeZ51YhyvljVCeVBG5bhU8lnKxNuVDU+cU3wZKqPdEr656RI9
Ck1rcI5QbjIARFN1ktp85ihqtVOG6V52zewTQ+qavt4AsdZ7mDfqptELrBrlZZ7JO/D8ISnYkJUx
eIl3Ql+3KdC/zOh2LSS3jeyRaNCVHhpgQnFzqIGAi/mlnTEr9C3cZcwBc3XdVdpOENUzlM2pjXW/
Up8HtJheNnGyK0OFbvVkcDNgQbWZxcvhXU1usXPElZpMO1BdHA233kXeu5uCIbRtPJgwxKopDSNX
RaqoaJeonWlBQ1RXHeFXw7AT99+Xx/+aPWT9V/4ZNv7/RmY4y+5/vvr/R/H2Wv282PPn/1zaceIj
X2Bx1/CWr0lVVFh/Lu2a9wcTuvVcgwNjddlQPPx15DHBrq7IJ3pOeENWiN+/lnbvD4ZirPqceda8
AP7Tv8GN+LkWAsyyhrutgQU0RGmPfoywafs2bQlgjn0awQPhEl1B/2XIFORnzVR9cpL/ExTwr9KL
j0NA6QGAQ/fPpcCI+aEcssrMjGdMd52ozSdKmfRNhVLabgrZ1+euYvagr5j8IcQo9fFNGmuDuIj1
4WLOyMjel1WBHzPtrexyiua4CONE9l7gkRt9bfYmbrKks1MSdg2vPEnau7VfVs14GHq1qvzUAxi0
meg0PuU0POAzEaU9ATjVxezHkVZnG0fPygcrEawhGozW69wW9ZU3EncjjRZQGuGZDuV/V9CjVuAw
P4moAWOd9spKzOrJOpZmNhKwnTao/2ES6Z7f5ZH+4hmABfx5dpIHSSIX6QBa4SGFr0rESPQxVk65
0hllwImApoabNwPt/6J+lFNUnuqxyW5iJKHZPjNmc/ALQroZnI1tH+FiJ799o/RtezUMJIaEGiPM
4Vvm5K0ddiSCvMS1Z10mUbLGNbAPPLmyJ/J6EIXO8avQ8RwpS9U+qPCy0j1D1wEuALE0107eVWVQ
zTpOWLdR2mdmptFj6k1FHaiWWzjYhVQJRUtd2IIMdRxfTDVFRaYnmvuozwNzi3nqyreynNNxW5sz
22XfSkksAh7lwZ9iT7selbg09mZnSQuqu9ZfZ6NhK5zF+pIuTp+60Ogdc1B342T3vV+Nwj3x1KLo
pyTw7nC+Jw3PC8sykbcNQX624tgvCXhHfVNCRXtVSrgVfrFkRhza+ZyIbUVy3NU8dsNbJsaeYbi3
dCzXaT9Z0O7k0G5MLPz3pmoJbEPLRMB12y4JOrhxVv0aCOV914ygZeFiZ6yggCYvhygplo0cSkhx
IMeswFKw6FU2IKGdQSTLt7RR6yo09e9U79EpzlyRjJ6vw2X7SgZ5hmi6mNW7KibrPlATIaCINwP4
eU0VEh53MfRP5rhuVfqc6NnGYCvRwyJ3xhc2e6aF0WQjnhK1gOAStw5OS7Ofdbyg5uiVh3KWDLFt
swDgyWOivLkZadmBriiyW586CjvZpQl3NomyLsjdWRqbibqpRr+htLeGsFgcDDFRdGkGan/ys019
QnNYgV2X7Ti9uaNHJHvb5thdGksXEA4Xg9lAq6RS36jNTMpGr+U0ROn3j+9enzVAwt2Ct5mvcWcZ
00jKRZog0uGoahr0FOcm8Ud19jgdlkWnbXVv7O9kJwzCE9MWG6YBavDcsUhT3pB25l6UU6Uw16UD
8HUxhn6Bgaj19oZuRD2Hwkm7V8wogEhHNa6dMHHH4mWcO2BMICYjEUQpfMHQXGLj22hYZXeeNbOD
YrAREvFhoqXW0VMW2P3oOsZQnypRbeGQdl+KZE0P6IdSNc4BKZJpWk+DSxkpEsyKhlxQl5l2Yb8s
tiIA72RCJ8nEmR+cVKp3TTFUN7GXwJ9XSdu8srzCovHTujo89RyFe/BfuP3+uPv+z/9uIPV1ivSb
nbrn2fh5p17/wp9bteb8AbSOPRX42Gp+pTHw507t/UH/hZRkotActku2zH/t1N4fnMmQPoGAWoN9
1l7pX4cw0/6DbFGak/jMEbauisN/Y6fWIQL/fApbRykrZopxGJ+3dil/3j2zOCU4emEEonpDdJTY
47xVTzE6TxFZIVvDaY8eMTmEZhiNuk8nk+jx6cVJCU4b9MJeN43kzrPmfqaFluT3Y1aHSsuuFMMQ
TO5mnVNakli7CB2sVxrQtVPL9qFSpgTUTNs0vZOzYYKg7g6DNoSCF9Suk5jOZEqcxXCAK77R86dO
WvWZ4b0JgUlCdzdVEiFyn0QemCxsdZwHqYOb91LvvcNkk/pCWXJerZHp+XQjWVEq81GBKdxh/y8U
JvMlmTiFulyadl6QH5Y+6pHe+uNE0oSjhAryecScgk4e4rujWszPkzZ2FNj5rtXI98FaKSr0LTJ6
GmZlT/xOspmyPkyJ/RHxS12BOxyPWvPS0VlpUvfJzkMo26gxnmloNBwEqulxwEIeEOpg7B2vDAaJ
IEna8kgEw32LDbuS432fm18WMs7Qa+f39XLUyVpIvdzbumSSFCCMjayqfcWYTl6u7B2kxKbmbXsz
j4+jzj7jZcneHG+MKTqOSTU9OJDMpXvneJdOK/idluv3peZP9XQpMnTilVb2u7xKNkvmJNdtZm9F
ou7J2aDNVJ6p08tK/bwuqMke6sZt7zQFzZEa1Q8d5jTWoJeYHypV9UlDdVyo6+7eHDvU1LW4zRJY
5JyXSIDAPV0mHWOvGINXJOp9Uevo8t8WVznP5XLqimkIGtKV5IIWTDfXqA7jwG64oQWcPogeNMFY
lhwAVYE4u6a9HD2MZta+LW0/IoR9jPoSdjOkgDwL4si96rPiSuijX7TXBBxgnRIbDvhMblbAZEkt
UjZUQhunXM70pdjQAr5zTE8+TH11Pxe53ExlVe7Tes62bRZVxI9gOuzJTZyYyXmGgepz8K3qHoxQ
OGrnKbom3W5OdqSAxF9qfz3CJZl3EWkqlmbMtn26LzPruvGih7rmkiLSyfOjWegMwwsyVuwdLbtD
hIzXjs8bG/xo5htMENXE3E9KTeAJwna9vHd5uC3na8YcsK5POadCWSaMzkn8s06W3m/ngVANG4Or
J+/0BExK8WWJT/Gc3esA35Marwusbn0wA3t4Wco3T17b9FfoCwdTveuJyUo0lK75iSnKZuprvr82
n0ale9Po5atgr30zuY50/n+DjJFW0E+QgptcbWZF+lWb3rezegV753GO3Qt1MbcLEjTNJk/JAwoC
bdMlWsGtijMPvX7rNXctZNgGudxUHJxo0IPS0valRB4FW7zFHc6gTR/WQB5jorRU3qfUSU+Wm11p
uTg32v59TNOXUvRJuMzZUx0vzi5J1JBu54WnkwnTKylI4wzrjLa08dPSNO71WNT0kqKqCyjr6Y8Y
2l1iDsORQk1ewnXst6JFQE6DjFeLgsXPFFSolSeudGmhMa9vcnc8zz2xy4qses+X2XoonJFILaJC
Eb5HlCI5fx7v9UQKl7zJETtaMjnGqtwPiXLe5yBhmQYIR74sA12erlzV3PqbVoh9EXUnMSu3UYdh
wMmezXL0sxgB6OQOJC9y1CGgadbCuHfHAAoAU/04jNvXaOqhnFdMNAf9sjLex5aUrMyennrzVC+L
XzT98OgaXYyeLk4gS6MzpJ2u0CmnDobeh9RXjWjRGI6o6IAt6svY586ZJohVSCq3DkkW6UInV72d
rHhMW9fpkVVYGD/atT8xB1ls0gCIuphBavtU6u5doglG3J4i2SkW9cvQuobv1QWCMEr+EMto2LaP
utM+ZQ5xnVH0JMqjIjz3pk2/QkjmfS4cP28zattrPdsPvBwN7HU7UJzLVD2aXUzxveuML7XAZcGr
ge7daE9zUR/KeHixM/QBkRvti9g45pKYJB7DpuaRNV6pE+mSVEhT6PuR5JTjo4nW8nwyzwt8nhPI
a/LDkp06P5Gk5OuO8qzSunHaMibmw8x31kIJWDi1s5nd8UbDVpaN4kx3VxFmdpNY9i3nenowalEX
p6Z0L5wmfcG/TyxbP5GcUwScoThH3ab6GYcXOktENh11dQkW9xoA/XMJxAhXph/hPunlmWnetqyv
ra76iRq/EO8R6MSTKB1DORDUtCUvPTvbuPVBijMZP0Vd+6JIXur2ONAeWuvvvoSQozmhVxZB4ogg
V+KLduh2Tq2cW1PxnDrTwW7vy0I8uQ2AMVbBE/y7YjPGxhyS0syUMeKg29jFNvE658JuYhg4mCeT
QayhvBq1/DicMQK71vnsg7k0nV/GMfbdafFL54JqfweID5BLclGYzP0H7vLsfTVngahSD1yXqLvM
6oijKopdP6SnKWsPPYlfcUOhgWbEt+phOHiVBIJWkPTemPlzrdR30Vi9mQQVTQIrxFhGQZnpfskT
DK9yW3f1cNtX2jbJ3a8AxOxAj82vne09dhq9sDHujiZv/iaW+kJSlbC3AI4UKMJmhHiLR8Wr0GMy
IlSK58nmuD5PiwHJGqLCWDxp8TwdplbyLuouAVcKJqCSH6MOd+2U0QsFg9Ip6RZqbZg54skyypX4
fK21i7ZtuwaaReRthpRjcLMU6c5kqUq6ZQuFaJvX9AAW49SQKhdNu95A8QHaPGOq2dnDwSlNLn7T
9jSSl2mj6lQmSw0nXjvVNdld2QHrf7ZRyW/dtQ5XB5eYXeXHyhn2HP7W090prQhH5F810gObmO4j
2NjSVd0tpRfYU3pZY3jpVeXbYEDr95zAI9NJK9vbxiivZ6W/1O3pRknqcDKi8tkwc/yt9m3eds+q
+l6Wxq6vEfgax1GetPg1tjBOGdVhxMcxKePeaYtd3pHjw2ujCs7g50lzPrgvkX5UhweNNzoiIY6w
57E5WvNj5VVhq877PNt7hKLAGifOlG6K92DQrXfHV/rs9DGnLUmMKX9xgOHN7eTemcGkWndZYflV
Pe1HLWG7KF+ytcDr1Ep/BEMd6BHDXgP/6EhbxZ1moh1oIVFsn7SlYBaQblSlv81GF7esSEhzz95V
l1epz0/xClQndmbjiOEiSw6a6Zwm2OiVXaoXnK8JFTO/iL71vUk1CWKo91qnbFWaCsSx7JuCSCEd
0XBr4fZ062s71ynfpreqaffjAlxQEBOmufpRT+1DgaG1Vpdpa9n1vZvJkOCCG02e64LHINGv+/Td
UfNg0XJWW/UoE/1oLNUVo2JAXSUWLdFBVXGYi8ca9UcXRmmkcTiPwsoat8QJP5iDOKSUThdKkTZ0
1iPUyjkLp2kpoBAmqFHxUE72htE8lv4anE6+yVz8fR3NaVy+hnXel5PKomO829FyX4/8BPyifpz0
zo2XGWCOZjpHRaZf1S1NrKG8RjzwZrsqVs2Je2JP9SnNlJui8l6muQsXTbnUhXbJUOYw1l+tug0i
i6NDSR8e993IOYDcOSu77Zf7CtSHB6JBr+XBwP+YLDDTndo9VwsMyEI8dCaTJ29+tJLxIXf08yLV
TuwT/qhT19TqqTXUINWTc72u9/pKLdWW/jTJVvcJ3RhZsyfUk05JoJC5TRIUfXquN2GTJafWVkln
I3FysedNy8yrrPu7TC57TyEWvkvvZi65MhLZXq4996U6GyrM77JD+WAP3b1bTtS6mHbDEfh7ZjYw
L2IraLLuVXLUJ51U/ULpKp7tivU/nzT1IiYLi8VjqHaEaEiCMxEnBEqs2wGpbJqACochRlHak0PA
Obi2edc2mrHHSmcdiozIjy66LUgAwY+rVP4gRXMvFmZaZBiUo3OpzBMJEUs24SUgp9AcaOp5xCou
i2pSS+8i5l5ob9zArjz8DcUaQ8TFSCrlcXLr6IokjVAMeBiKpZu2c2QcFmE0e6e37iZFuXDprfDA
uzyRTU2rTIDeICPVJgi0Wva1y8GvHkiYcRLlMXE5DmSVE70oNpwZVREbImkJX9Lzyzlzli1JLPJQ
MEUhwZGoLyTMYVPXx9yLbhxhqASsNxcJc0em9dWVGLAhDKQzZlZYiA6Wp9kYYYtSD9RX9arZWXaV
ZrH8qlmL3LsFadcYUHEtULq1BqifkXCmnVsr8owOY+UTBkVlkGI9T3vvzO7YyATKSndSlaM1mHe6
UiQBstzaLzhpWRB4nEl/HXRpbOuqb8Ga6aQ3tcShLtIuaaQLA3WMs2s00vaaJoOlj4BerqN6klWb
Smgbe7ns2vyQOuJaqt5lSfmXpBE23OGrs7Sb0cQDbouYxqj+zajys2qxL52+pdbkZdF70nNLqscO
RdFW1Cl0gLFKLqnjFeCus7LrOm4bCSy231glMiFhEBpgzSVnIvnSCP1pFNqN0ei4WZyzum3Dzqgu
J57sU56+t6b7LNR+P3rOe5VmQV7l38RgQS6NXsFK7fXyi+s9xKP2YGjyVhTmnTWVyRHF7hc6sK+W
kC91KZ8dpb9JDX69YuqXJFkXoVjs1ybmVVDTcPYSSuapO0i9CQzyxNL0KwEX82mNegjcSCNCeDDs
Dd1hm+iyfFMDQVrA8hlZv2CkseJtrTCBRukUZG6D6UShC7tc682U7I3ipdFov8Urzi+1usvaoSdu
ke8W2L08VyzFutAlVLrSrbceB4WlVm8k24dZ5Ed9ao5l2r8lE2HeTrU0LDLg99rCY9Gja0GsN/rk
x6JKbuuquIgsedHoeWAVFFPN8hWZ0cZg4/UToUWbNk9Ac7NdT0Ad83kMZ1cN1CLbcSq/KZph2+W0
Tmdnfh2VYd8vUjlz3Pg9pczR4uxUIK6q1OGrh00iqE20XovDZGSpntzFwacOzQrCKEU7olThPok1
EMIgO2hTNR6MLgfqnR4wOX75P+ydx47kSpamn4gNarF1rd1Diw0RmRFBTZoZlZFPP59XYQZdNRj0
9G4WA9zVBTIj0p00O+eXWd7dsjTeeTNZV/eLxPYlCRN5uUZQwLKa4BCbD6SDbVXr8eRbh9pyjuaI
C6rsXyhhNRZpFWxjHWyG0FoV1rjKaK4JMsKbGCUXESdV4U87hVw8SECIesd+m3MQ4swF3rBa1mxU
pWO3T3ufUSr4crNmV4Xtoc+4CTuBcBZIQ8ckikV9IRdTVJ4SRtRpiK2bUunFy8Zl5xiv6EyGJWUh
kJxUlZiLlLF1l7SiPwXNlDKK6v1AlQVba951b0xE/Ym0078ud11nzCtrZPQL0xY0bbjnjxJgDUwr
tLVPnSm7jMF9ODGc1B8Xswj1QzAmZbIaPX98yFs6Q0EznhyJGTw3nem9E/ZhFFQTahQZi25I62Wf
t3+k760j/Z1rl5yO7jnN0MVlzk9Tux0n5igviSNIT/NcNb0ksU8SmEoqgCbJzeuue4jwngtY4TrL
ZbPLjdZ8lHF95Nfuljni3nriGyQ0w1p3I2Us2tHXoSFGFRdf04V4uOP6WvLNG1G1HBuKTc1sU1R+
szW7sF5BP/orGrb4zGcsWHjAkwyioUxJFGrWoQss04+ehzghTi8Dr8bSYkV28uldlCGxsZO7qd0W
gFqM7sFvm0fVFxnNN3paYyuHyLNsxAP6MDtcypSS4Xqt8+JZKqGI2BuQNNL6tTJEEfJW9Twhlf5L
QeHaoxzhlvcTAQCgFHXgsonsxi6giGvYWJWZbMwYFeE60zz23ZD4Fw754i20AfZydgHO649+6ios
v8wvnV8htKAtti+76dJ7rX6Zqmz6Mkoz+S0IuSOCWlbGLpPJX8fusm0iHIQDhQfnRdLLwGFK1bWC
XfAPQ/nqWezRTYxT/i4u7L2nHtW3iSWxQFy6HZx9q91fJwP7KCZjXXnZg27qjZPPm4Fo0WkRyfmc
9uLNcMx9ZSgiWCnnG2T62JoD+SWx99tRP3GfURx/RO1wSvOjYZmrhrpM12u3liqfQ+evQ31jmZXr
rnQeo3qYVpV0qAEbv+1RcovKZj+o4phBmpDxGT/mtNpK29qaGmhqGvi/Q8ejX94/l7TMHlVlnqsg
0hszGQgLkk72VsYfba5PdvcYVY/Sr3fJ6G0qMVtXgCnfwxxWlFuR41wLsFx8zu1EeXBO/iiCjZWg
6txt9TmL/wiHaIegRVAJJqec94mCIu/dBpcD09MY0MMhv2SafkOuJaNLjZVRo7SQ7cAsMr8DepCz
CQlGuvwSnv0QNFx/pcUyYMmnITZY4DLvwzCrflEXPjI6JnSAeurcw8cMEjbv/E9K2KBcSCnylZ0t
ra4KQFbkMfee24REEw6zjju2B0yok+xYUhYV+qA9GQhQa+a7xJyWkIgLu0I/A2V/TzHfTZQLU9lN
hvcUviGLRBQbU2lmUN6bctsIAxax7j5a49qCSk/JIhT22ufmmTwURppcspZ0iWDmPJrjiFa5RI/v
afJQGZ8NvN5Yt2Akye/9BfMHQQyG3BrKfO9KzmIKNYHrp8uIHSUID23g7f3UJJ40WxJBM0RvBc8P
bXgPfdV8Inb0KFmL17Yo91HHkTySHcJxEdMg7cerhlatkc8+1915GNytJEdTjdG2pobPKj/bKF3N
JAYCTPTDZpzCn5wtxwAALXpk+LQ/+ZO59YP+UOhuk1ZrXGSFjTvmx66+yvB9okMtTr+7sDpGalhb
BLj4xUebvYBqmFW2FaDQ1FWuwBVogfM2bcvaYFkXNzIoaKYp26vbY5X8CuxWhVWdFb5tZJLbkF73
eEKLnEp3ZeK6TCWFZybtzyIPN0b6FvjFhkWXT85NDnb6mdrOvi6rvTHcSgsUufD7narcXUY/p/T8
m1c/hZQDYsKEX10TDf9YlSz1yjW2vT105PQUV7rWjjF7GwpmZ21h4NOOWtUzKLU0+gd/Hv9UbvLd
WNyEuhW3khIvfr2bVxFHyqkn62yPihhyokrrgzLtt3uluS/f5HCpYULi8dVycIQnvxo+4Z78ab/V
4xWhJ/V8r82k+XCpQ/Pn6jZTlXYY6Tw19GNxT+7Urb/1dQchHB7cbDiZinjgJlkNzns2d/tMjM+l
/VmOEx1ZwePQutt8IjRKpysrPibeh5uFu1rQ2tZFwQvWcbyRY3mq23ybyfLYdNc46ptnKyNqyTB2
Mg+wg9GP1karIH6ifOuIbW1Za2Pr2NMmp+d9Luh1tEnHouWtq2+SMpvZiLkIH0f3ue5nerLt6uxn
66T77O3DBODb7Q0keQEy84Iw+sE8wPNY6sQu5VrHSpzpJlmQnxanhyLct9m8NxJCMnuu+HXBsJit
6/q1nK8lhmzP/DS4xvOTaA46CXY5M0Sqn90hP4/ZujQnLhFKFaHMYI6ptMBbRjADj8x9NXSNZpfN
37GjV6iqHkpKeaR+C11kIjbxJGV7BmNuxjv0PFNBzBo5OhuzTm52BCNvUd/j7FLqfJQ8exg9y6bQ
VO8xKoGuZSERqZ69D6R3RVyOoIIrYAGLvjbl0auPXnn2zdeWfKcOuGiD249Ukh9dvzotxNc6s7kD
RfAocW1yF53jDEgEjVk5+BsDtfCiMl6VlaMzg+wYKpruXSz/83YSzg4ZyTKkrhdFsCLYpU6QnY0f
Tv4wt5RrGQsgFhIaxKmut2HWL4GIO4eDJeOYsjcuCbGutv5Yc4g/vsYkVN3uCibICiiQkKzLKDga
tiFXSYV10nar81BSO0fP5Ns0jc66mftdwQrGCLUumnlvk4wJW0DqUE68KQNmehGarIK8MiHm7ax4
HlJUaMBMlBCDi3iEsceltZBmWO3dqWVBK0/CArQt+1M7d82uNsQVk97X6DefDjVyiDrePDeUb/lQ
1gdUWIyFViHOU6Q+Cv0+m3O7MNv2b1NmJ1XNiE0IQPB7AhTFOkxXnRluKuNKMe/iDpJHWDwV8ZiG
8hdiusYm/+Tp06glm7C7xAOZvZDKB8Sxc93e2Ol2q+2JLDpY2zvk+1ywX8i59dZVnq0r/A+VOE2S
gZ9Cveh1IoEivzh2vGBEX8yGXDc8n5NTbmK0ns5ws9q/o0NvRqMIC/hCOvWYg8La2S1G7hEGah3M
E7OM3CiQ5KLZp+V+IsAhfrfHY+09gXJfVOUwf3fz0vZomPRMQKhWdk9zmad0QTgfkTeuyugjHMRJ
+M4qoo2NEZKkMkm4HwxXXs5nc3K+a0oJAY9XlA6tIxvlSRoH2UYG9QW8wAGLIuWicIfTYPJLtnSy
1qO3q7y2uNaxKj4wlvgbOuRuvFvdOocnWaOtCUEkIuODPZvXKYAFavuPYq6XaTGjhXcekgqZj+ln
P3ErF21pnyPsaAf8bOuuSHaSxhGAOaaUkPDVPOdJluiiF8ChKzpAd9ghI4jlAoZXGX8aI7rUlJsO
huleyiIKj2HWDc/D7H7h2yHWMtKPFuiQjtRvTzYXXUpYcoqkg/YC8Y+AJ+nhhhPR+iGKcvOr8wx/
1859ePBZUYK5W0rva4Jqx95iaaAiIJZk8IlRiKYzMk+J+jbxV3WcoDEOU/lgePHj3LN99F76Etlk
dYFEiiVpJSbvU5vs8spyHiprE+MCYby+jqnk2aIPd1FlzleUzhkwKtn1DvTHVXIeUf08kY+NZItT
y8ziNxbDiEcomo85heFbxDrGoZK95a39KSFcDOidPga1E9RgJJpvQ45kJ7jqbRzDHXngX5g3NoXv
QmS79iuaL1YwmxbPkbiC+eoPcg9DvElCnsA23QvbPNE5cwnSYVHmhk+KsNaHfEYR20fpSRfKXJWz
YW4jnqRb4E9Hq0kGFKl1ktAU45UbUwQTIte8LN/Q5rj52gYl2bata6fUuOZBz5rkkFDs+clzVvTC
XgR4n2C0Un7uKp/y7eiX61Y43cFwPH8Ni+Mc6XHV6xbWAYwWYV5MlmDmbeJYNNvWrB89x64fGww5
i2hCvCwSW26dOu/WhZ/ZL0ErzjSXOGtWzYY+7lEtLMFuMwhk2FUDVDGnZvckQV3WIPok25Rmihh3
8rudg70cFlpXM6oJO5se5CDhyPHJWhsa3tMd8tFwUTkW4mvxtw/RSV3q2HYAG5LG+RirQP4Od5A3
sa1xKUaQprKQ6nfOzGIRJXP/wzs4cJE4/XVuVLB2CgW6UuWQwUj3zhV/DiXDRK14MBv8FbAxLu22
VqTXUJnfg6D2sUxL+6b84HWIgMhcEe9yxBubtK+dDyh3iOlG9KjCZ2ONJ4/Tox6tlUlNLv1hWfRO
xzhzbtmNaPrtn7SWbrer/dE7yXZ0vlQC6Z2gd/ihZYfAkUky2ZtI8lNKJ6K4q2hqnyVIm5/2J5dX
fzeaOMZ8HPZDE+/4LjrORu0daql+SNIWVy9K2RyhI7lvNUWwXE1gPdSlMteN5j6lWYXzfewvVjl5
70NNPfXSatvo18w0MdKuaQw0ktKtQHQqCXF5M61SNpqtSA1w3zi9F5Im8FnsweVU/ig3KJ76LhaP
Q61bCJS5WWUjYfxxXW3Mai5/orzJFIEB9QwVOwiH2zir84e2TwJK1xjd7uWLfMkR291AvSqDhb2M
5Gh/WHVvX6UZ26TbWHIvCqJk7HGWW1t59qVif2DCEUxUzRS4NvIxy0IvI8lRvhdcwlDG0ue9tppT
juGXeKk03AqJpNulL5PvTUGoxIXwt7V5RtpHIWuv3fBbeEO1htE21cpH3XJFoRj9QXtv0fRt0G4g
lHeOiUPdmMwHBxBqhiju0ms7GHTlDDgubGX7N4Tw7cZHwwZYKTz/qNDnXcLCCVaD6FDCOKwUTmSA
6Wg5StYJf/hTjomniLoz2FliwveUo2rzoFrqPic7sR6tLiH3XzhkhsURdC4L2LRqqCsllqFArZk4
XXtGEuIiFm6m5NYDABPlZw23glgbuehCA1baCsZN1Hfp2bNggxOnIE7RJ4UNuL/bFk5CIIshzLcw
jme1kVWmd25Vhp9D0SXD0iyqWa64xWgAKJD9BIHxbcaVBmaY4u9K3QWmNaTTvYJ9nSGnogJ9iKNL
lICaqJK+xi4PQr6WzNtbrXfTsay4NWsLpb0oEqAN32JTbALrzS1j5wbAEyl0RaK0Ln5R9AbBdHHF
fiAsOpeNfm0YYU5Go2U3J7AN8O/cG1aB660Io8DoQTvxQyCSaavjMT+aKh/WJPvg2gl88j0wbT/G
pc4eBPuFtIPqkjNIIvoY499MqGlcxDIJz6LJbjq6V0gXNf4XZW76wIHIjWdQYmHby2wQyftYBO4h
H723sakJZu9qfbNtcgeG3HbW/LNsPus43gEidUdJYsT7/SjceBE7lC3q6WU0B74EnonHpLDvyRok
3Aw64ymij33vus307Pc+qIuurHXoIKLJwCceTGX3DyBVwoB6R1O8CM0h8lfpmKuAAEzXE3j5qpcU
JiEOR3dRldV4pK+2O4RjK3kjEmOlQyv8cTNC7nP8O5tGwPryDkGqSJfHw2LM/87HdDoDyP1pehjz
NhTbaB5gkrsCOKbUc30Jmoj1KW8Z77uicvepKsydr20e4dHZThHKmTYK90HQgPiHaL/pujpI9uwH
QUrzGdLS3VhST2dnasmJ7kresVzVK5T//qOOa/pkwrG/ToOndxVpCK8hDcrIaiPb7ZEp6P7iwJIg
+s3MmHlnKG6609kmvaOxnZ0+TpUi943vFpm4Zzhr6KR7aoF+zfKwfPD8qD8NbhC/IbE1QdyKdwt0
YVkZLY0sWjc71VSYndxxYw2KkhmmxpfI69/pHAzXd7chQPxU9q/h6KTBopGJTwMx9uM7MN2JnZIo
qT1d2Oc8d2H+k8bcMP7AI5WwEiGF3usZgvQaeBayrAoUCCb5SC2Yc2kl0RSqmD8BesBnGnTFceyY
S7fUaC9GvwdCp9ASRe5MYwNMOhvDFNtroQnOkoYZwxZXDbKMOsjWwUiFEQNDx6XBIEKSgdhMPcEz
oHnlorNYX+b4004Ky+XA9hENRewgKwTzxZdV89XFhJMenIoij0WR3fUXUpOK4CdoTjpZxT91YoUn
GsT2Em3NanYMlDx5uTIjOqdNczQPPKDFLrLH4E9VRIgzISWviDgcfpAKtuWc+rA8lm1cTDvl390U
uxhHJQhMQtyuOQ6QQNpJWJ2nLr7ytLGX0zNfonWKs8cOYSMjZjg061zYJIIwfyz4seFbWap2J1HW
TTigB76WJLSCYdW2d6cbsKC+2kXfARmhYrsEZgm2PtZ6n9txjuSTlIqlG7T5G32EJZovmVEBQUfa
71jJ7OqWZBE3PhVaXpHiMovHiAyjwITRSfn76JDw5sE6haGQtwKPxZ9WB3x0jd+b16k05PfUNfNv
UZbkLc0kGK+DxIApcIY7A6uTTxQY3tXgJN/YAFAHexgyglkjrNnGVNfrObG649gDk49pZ+1mPbQf
XUIwRxJ5TNNOKR4jfC1nMKxmXY02U3SqP0r2B97ExgAw7BB5PPexxkZINf05iuNh05RzVC1smwyJ
lliTZW+i/JsbrdbTBGSBfxl1bJlO80rNEh1rNYbqin9hp3NMaoIrae+HtXWwKTBGiqTrs2wF9Vn5
NF11g5xH4a2O4Sc3OnDyjzTEnbH0WFuPvUFJuqH9tTLS+VPGWiBwj5Bn5WRplIHuXs2Wh2qhM1MB
0HXBkZwaBIrjg+Mn7yDwiBHMSV1KmTvbrrb7qzZj+OmsCKIX5fdi1/jluB0qS66Npm8fyPbhYtBD
yS0UVJyk3TyjZQtr5EvzFF7mGtEV74xBqrXl/lEYjM+pYyfcn4mEZq+B8TBtWoSTzuPDnOct351v
Yr+gd7xe6oAjovBy643DhMxeKffQwpiWgRaI4CQcss50fo6nnHckTnLehdGbxy+CBaKHMDnT/rbu
02Pk3eIqrQ5+kqjv6l4YL2PKcOYteDYZMZQhLVRMeKN1v81nAyccOKXb1xAuR29Adai6BfkBSGqr
I7EB3apTkcc6Gc+alz50EgUPFAc7BhTvL5yE+8HNEW/RKpa4A5rA+xtJI37tqzrdlQAZsOdQ9PRp
KNNgsKciJhCW667KsiYc1yXgwA7TbWWpHSahVxP4j5jT2UpuoXMIXLVTMfC6UCPkcaPmfRkA3meJ
opnCPRZzmy17uhEMAgDjsH81aKrDE8lPs0Hyvennvy//f24q/vt3K/a/aP//7zrOtz/N5av6af/9
r/p/0MVnY2z+P5sDFj8lTq3qP3u273/gn+YA/z8Q8hNu4VNhQhYNMv9/egPs//Dcu4nv7twmNwip
///yBnjWf2Ai96kYj+hbDP2A5Jr/6Q2ISELB7h045j8tfv8tg/Y9pOE/2er+YT3AVhd5BIn7eA3+
zRhgurkuZeV7i8LjMkdGxzLav/Wle4wH1W3s+b/KLr9/DP/7TyQ6ATk3Bgcasf/VipA1STPmtANw
H2KTsgrEmODKRv4MzfpkR8xoohdcDM5b1Ht/TUc95pn4M1USfxKRv6r3flJmZPxlBNq3741DTkmL
rHXttuF/EZnG1/Nvv6xlY2+k6ROfBt5DBIb/+sv2E9QqYC8ZnMkIyFcRv9v6skBHgvZgwXdaM3Wm
+a4LO5ty2mJ+KLJiq1I1sgXNL1NT+5gQa7hAJ86WCKs47zTUEH7K9lI66YeXobdFEUVdoSOdT5iJ
B8wREE74kYl3sQ9zeE2ykAjYwtm0o3aRbwUOYf/J8FID1ay8oGK3ibOdbUaczRCFf7TdXTQTGnvP
XcZqWJwHVm2wb+VoHAH9bY6sZa8cuZ0jqGxl6+SETTBYmczNSxU0n8Sb9KthLsGe2hS3du234Srl
YH6Q3WA8JHHibyK7xgtcAw4TTJUs5By4y7I315FBBiOaoE1cMTghwJ6cn7gwip8W9cGmTwy9ojwW
Rrc3EPUbd1149tSGClVpVb+lnUuAaBi8z6548lCYN9zZy1ajqiiYvLfIo4ptIOf5RIVgtM/H+NXS
CU0PmmNWaj4gM+IAxIQM96IysTEb2SJYI7tzkC/JVJmP84D/qpqHem0ZA06EsbT/RG6fb+PJ2fL9
RTvZNFT4mZJQrqEmiIshnWCo7zEzqlsZxdkJ8yIptzWA2jZj+V8UVVpsIbe2iAEIKOik6e29CICI
sPDYPYYThseMie1J2qjOm7gl0wbmoWPvWNCVgAoc/Io30H3Jigp2pYj20Wx/oTvH1tlY83ICV1zO
dl2trdK5AZmoNYmrNaG7wNtZqpqLZ8AcDUUD+ivuG1EBb5mWPdITzJTLOox/cz9NvoHnvtqpK6H1
yionzC3tdsKvmocZE8KqSkguQF/F+hhazUoinFomJOms1EA8oRcGf4lizr7s0Hgd09K5OrBaJ7xt
7dYWhnNM0XgGc1O+S7+9F5CAdaZmAE6TeHG7Ek7inlXPoGv/QyLh5em4rAMBnRWLS4QU8pOQS/gW
i5z1msgzwM+g2BsZw5AxEcflKgQcSvjXNLec5y4Lcj4cD3+iQvskZJNf4hhBbVFG3p8AbwbC84nY
6p7cWFent8Yr0bB7FFrmVRSBmuXJizT1I2rKnBc0KTeqm/CoxLssRYglfDWulNW1q1gJ/MJJulOq
0uuQzeixdNGYer3wtnbtNhfDJApysoPxo59j96Gc7rItlcKhTEMab210lAt20LZu+6PyYR4rbxrP
4KtuDyVFv4AdxNuux8e1cIz+T8kU61uIGEWJ8aVLKWKzp3M2Bi8uGLrrtEQo1iOxBE3Yr73iTkZg
eOgeaJVxltAXG0eF7tb0UbKOYyDlghLzdt1mbrYqei2/Bw2kTTm6/xHH7WuFt3Y3pTWC80xEzLAC
NVgyYvdx6/5rtitxsYrQ3QXKf8sdO39hZWsfWmKPLk1rJWeOoAznQWutiTSq1y1pW9e6i2hSaUDq
sZ2FnxQHQAbyrD4ISXy1yGiGJXtpWAZNiufV9yYg2gJFXlZblHSIL1C+dtvkTfcLlmYtsilIrp6L
cdfNgh6pZte8k5DzOVWaz7LvHrvJpP2ZyJBj5Q3kPRjmFcfts2G7b9ozXz0IZ59VXSTnopTprnDB
noiLGiw0W6Y+eKVt7bGWtKuSA/LHIuruaPEC74QVIy9hXAMkqEVFoOqQJ9YeSJUnceizYwBrNFF7
qMqdEwje67YaXBYBSRGsU4MMkNphQ4UUmcfaK8VVSM9MuQXoNGyk6D+CjhDdTRn3LsrCFDXxso47
87mZGs0nq+pfV/TVbu4AR0ysOPkpSKxtF8QI3LLy2+4me5XJsDm6Ymx2Ghct0FcQB388K2k2jpHF
qyGKUntB2CfcUecoOpOBKOvS71Zxk3jn0MnFQ6zKgu2snHaJdo09aeommeq9/XfOMpJCvbCPn9ug
tyC40sFaNZMYL7HU6aGb2/ohyXsLKkDtrTDKCzTkwllggJ42htlQRJhqe5P4Dqtm5QXeiv5uY93R
Enpr6Ha/f2IlrYXjCsGZh6QXAYYToSYecCqfC5xTv7Jxh5sCU4k2Vs0EzluzMXuDJd7OYTFsF34F
cV8Py4OrKzr1cfo7Aoi9NqqN1gZ3/Fc3BM2R5kw2cAmcerTTtBAX0ftiy0AOPtdY2CLmaqiuIo/d
P8aE3jZ2xnmn3eHJlnV8SKegh+123LUAAVqLqP9Jq6S8tLpq1n4wWndC44Cvp1jnACy3Fv5k03rV
m2I1B3lokPMa5HLupqw2l0kJZ1LrMD+XppnAoQ4+xwQRM6i2IvOhMWyYA22gLCvCEAWKkPfv0NAf
XgNOTsLnsqebL6rkNW3n7FKM6OKGIj6F3EBYIqmGENoDFy8HLsk+J/G8VOX4xNYmNkaXoRcLh7m9
xFHx2FUu5i5lxyeji5w3h7kDK0JdX71QElZO+Gc1FAorVDeibugMM4UODsKTLB1rX7hW/NsHGFtC
boyj0aLJtFyhoI/yXwKsnD1O0OYoySx4zVoeUo5sQ48p1rhJqoOZi0E/sp4izQ8TE7DNccPd1Gla
lWOH8tCybsHD5jRfIYzVZ1eCz9r+L9i7iz6vmSOqbPVt8lr6EYmhC6Bek7NKLbRcpR2tWh/hl1Hl
+Fb/AYoKD4Oe6XuE8XqQ9r0h3udMxzs5o/Zu3TE+pjpW1A7r/C0xiIJt8T8uC66/oxr0vYsx6vUm
lCo/IFgQmE6y+DgWfvtj6DvgOlYJ/b5VM57HZPK3DoEQjy7Cv27sU3o3k6exter9AEC3nMnT3kbO
XYqIVRDc3TNXDtjyLuT4WfdJJ1dB3uTHxjKcK6YEfxl2jntyfRSPdTR129kLbtA60DyaNE03LH48
V8YbzwBODNIaxhxBSI8LbpF0KE9JLuAFtCZqnJ1xWo6DrHdDnlkXS5eofrzslLowibUKnkcYV5xH
MN/uYH/XzdgciMQgZqxyXgU4wkMyzHdEsAGaVN8q6VACoUiOh3v6nVkwvqf5QwCbss7E0D9ASREI
4MxheOEmzV+HnsuzdZKG01FKEqTvUsiRRKEo939iB6qs1cp+zbIkegs7uGwvn6IlflLUfiKv/Vtq
1+NtxPSRUfiCDGX2gwhHxtiD02W5OHoRwEJzjylVMcOjjb3LAYkCNS7VxZoSBkKjzDm7m1tsVc9u
i4PRtmoTjiH3tk7vHWxjovNX+GdZtugObLXuAqM8OQg28xYcDPdQuc8tZE2N8vE8m8PGEwHSJURi
VZBFay/gJhvS/Feofgaadb6L3v8iSvF5asTDzC52Rm7zF7L8Cy9E+tzcc6WsxIZiqZ4FQzYC4pSE
f01LFr8ZdmCrWAHPZcvIKJkmKx6+kTiMTSGHcZ9nsVwifhTLsvT6XRZ3CO6mqVo1uU2OldTiOlfz
k2rqcJOkRDGXrcYXk0DrZe6Nb/KOhKqzKE3xCFCPZrbiBnV7IRZuE38bfkbbMUmCy7uaYgqRlRZT
itySFMel5AJDKoeIGtwejW/dimffLdJTgS1266GLIfFr4SWEdqOYoObAQ0mVCGKH5p7CKAc/HcNo
aN/MjD5RMF93Q7wGevu5IysMEiYXY7gBhPMeRy2+0eKhS5+6lrUpwL2T3zua8FiNvoPIsjMvVkSL
VQ1ZCjgYfAbCaHdaZfrqVjRhjWW3SfJwPtYYNVCIGio9TfAw9eiycLXKWxalgSktsJDucEY2vgtL
YrgnoZzqlmZltbA6FBAkT3UHwMkevVhB1kpHNvuyzuZToclzjLrmbS7rP6acxxVZXgGmSIDTBUas
4U9SgICT+1M+2V3S3xuobB5U7Sk0VIo4zKknNL8BjKN2t7uLBF0HfaKX9Lte0t2NPmSqRYOnxewh
zap8FDx6rJhz3P0mhemtLYQVQL2Nny3nDjLeHoxppVrzQ7a/Y6IRN1chCl+R6Y9xHKKrTu3oL/DR
DM7VQBMyIS2iFneyBW670UVTbTPPfWwrUipAIR9UEf2B3HkquzQ5uM0dFZ5ZI7speMpQTO9sSK13
XfvZVrKS68p/6aKwAanDrVvK6WLeT7ogwvSS5rjaKNToaUFww2rpRmyzC0b95hRV1j6caH7I7QBq
w26+Wwoqn4rkbp+vPXPrJsUVOMxfcbPM6JI8rEFVTzZbxm8m++jA7/ThT6/llAAbWs2VZd1+VAEx
Vn5JqnWlp0evQakR5kH70dgFW3KY+LBV1IWb5OCgZ7qvmpq+zy6CoFcz+xK/37Axx/vHFPLCCnQu
NKx1FS8e/wBKK/KDqIpqwwO09tO82EaaEdjUp9Eu803LHr4M4seIOJPzWMdcWRHCC9/2X5qg3LlJ
x5ce+/Mpm9lcZzNC6825OBNx9+Q0qfHKzA354vjTHp96/DfAErD00WUd7mGssyjaN1X0h6BAiCaa
dFoGUeOsmntwtOGN4pD7YP1L1xHmSwsXt4U8Nc4z+MYeUrzdBKq5B7RV6c/sTOLv7Kh8o3JMg/8f
Qvwf1J3JctxIl6Vfpa3WjTRMDgcW1YuYB47iJGoDoygJ8+SO+en7A5V/F8XMVnZ1bbo3aZYSRUQE
EO7X7z3nOyXEnOl+qr//+7+9Vl3ZqunT9wgfwS8dQTp/v2khVhoQ2BsK+fBdzd+jisPOy8d//ydu
BJKXBU3elxbkkIXm9a+eoiX+kLZPlJJ04JC4juCa/yKDiT9sKYRtOrYrmaksqMZ/9RRpRXqOLbHz
0peziQj4z/BG0Oz82jazLekIn19Ia1MAB/uIoIemgGeoB8C7dLygbkHBJa+I6filZc4s8nSNGLxQ
45EWIiLivHw1d5D4m2ixWIztkO5SgmpRDepueInawXrQMXAxTNpziUuzUCrdjoQl4F/qOejgj29h
jgk7b/wj/uSh29g9DaENfiSELWQAaHUlzLEEBaEn8wcClIEeeu+F47br8xwhbWbkjwZVJMWGB7pw
XYpFCBbSij1Ju2VVTRABPgaGmzypKM4uVNAFzNNzX9wNQwx0KhTUyICJR3AO+O0R4AtJWm+FeOZg
JT3hik0ZMNTDL64u26BAWFnYWp39Hm0ewIvcI0amU+fEzYM7swigS0whZiP6ABwXS7+/GroQuTu6
vgaHSE9HAUpRwYy/Q+vRZqa95dVnAF0idc4LplVMVaEJrZNsEOHKnKcEPkcD/QtvStp8wmvX/tAx
y8g5d/ncN01mIH4KiiRINs6QKx+Sgg6cw+xqM7zIVJb060kQfmI1JuVk6KmY7mIdJF8G15T9CptF
cA2ukyTpph0E8s0+jy6NVHtfDFX4w6oDnvFaZaZ8Ndx6nrDfZRR/AiYYHZZEHqIwZdbj+AUtgT4P
4weJ+EqtBlmOqEHMLLsq/KK90rY2wSv4PRQXGYc8ZbHfDv0KCYt94WU1Q1nVhfjXy8R+tJVhHrO0
rhfFJYQF2O9C4dmaIUrOWdl5K6twkwfkpmx6fC/qh1QW0dcS8w6Sq7CSPnn2xfxU+IotoIjqwtjK
yX27tGmyfuNsQwplmuIG1nbBybiWYIdLj+nbDoGJHZ49rwOEwfkCZZUfetaZuR5ap1oltATqlBiV
1dKFu0NCyEtrZGeTMx2kx5x6PT3WU0M/KC0Gcm3m7GsymjR3PY8pddFH1sVM8xKDtvDCuzZQESzK
UmNcysOUc4Vq8sTZWElSfB6YBJVbozAWo7RX7qOwmm8myU3kzDHILzpaNNjzqKHJuGUxWevZ1/Gd
EdjOvOqSyX9N0t548pktAGajbfrCS5puS2mH/UFMinrC8HphrDuOlucavZB16Qw9yWGOEeLqqLAi
BZsx8qxH0TCCW2W9bu/tIQaJbTiz8tfCgER5oi3TEXQHBr1ApIZ36SoApO6sJ6q6b5jeMHYGULRu
siwon5Ixt1+DsFDf6YQ3FoPsgo9tyuizDcNnBMLD59y0s0/OgDFrDw+txCWM82fYV32G78uG2/Ap
7C2IYKG0tEtDf0Q5NFoTKnAn91WA4dRsaTP4+XAbJCaVJ+YgZy1bb6WcxYqj2/k11hJ3XmcmChue
hfYQhyicr2AUHDla03VPra5z8AaQRb5h9XKfrRa62UYjCJ353YMU9JJUtE3oOzvrIY5iQnyjjH6h
RhG/CevBqdcKaAkNXkbAzT6wcFTnCcc1kyWMu4LWYDX2IWgiA8mMXOUTBfJWjW0zXfBtpd4KZD1+
n40hv51RrORIeI0WlEZcepje6JBSmy5H6xTp/Su7hFFuBO0pOLUm/BgjQBe45isA/cz20jzeGhxS
n3TFOYyRfWIu1R/A1FU9jAk6MkoPgaSWRIW1MaZACRFvtsVVEakS36ef8jHCyb8NA5qOayUq8cmW
DQDaMVvUGvNMzoLnO4u9pZ0XfHwwz2KToHDKTtJHOLCWdQiFGzdv7KxKc6bD5tdo8NYBLSRW9Mgz
DlqOigxnulAwEqLIfgR5jKE2lpA1D6UT+XdGnikkdWimxM4gFuOKB6sI1p5qaYg1CSiejdTcpLUV
RdYPOjQ2OWQcQ9K7GVJDflLTbBgPNMv58ZjtKlhLo2mtrbRl65+RFET1ZqitJSaWLftLMEgYexaw
eYSmUrZyZ3SGfWV62fypqjRhYoGBQR7YiDd+7coyf/I6t+oOVRXKc+haOZbMRHevbZwM1z13b9H8
S/g7lPCIV0sUMgZfJzQeGaCssIvjL+/qkb+LH/jLrg4N2nc8xww4nsiPRHIXKTbrOIKKoE31TWFE
8ZFdW+I1Aixjp6XY0GwqzxMmkf+LivH/bKL8/x1zbmHI/++LwmP7kk/va0Br+fk/i0CfQbBcktfe
MvgoS/5VBHpUh4KWh3RNCjAkc/8xWHblH9w925SAwSkOXQ8e3Z9FICRx7m6w5CWRKAy17r80WLY8
hNEuQ2xeH+w7dxkDv4uqYCzTzBz77FWctMM5lSYiDcz9OX3sw2ynCw3aiv8hc96ylhr2l+myjUhG
uBYuGMe2LfstcfTdZbGOZDQGUSfVYavnBzoHaYlZ0q8hl4QpskqyOVLvogqnur5KoVbIa9ZDjLeZ
65bY+kpDqJMT0l7cOb3ycSRoyUisNyGsHN1wIDWJz/YbjRoL7VwGZ5VEmzioFmbKZD77eWU6hzpQ
TX0ydULymqC7Xm5l049kZGYhLJcMOhpIa7t+iqJu+mb0qdOsZ7wOG07vCHBDqfvPPfBvLHNuMmMV
DOJB3aQQAO7AEmQ09Id69k4W8A7oZxr55xEFkvtZGN0c7Q38h+CYsnHoUvRdLtNiqjjeQ0mvj0lE
5vUgxoA/ITHmHIpZCvpTMm2smRrsHPe9pwgVl7nK0MEodzi2yFaLTzpIFkR31AcIVTpIq7FlXSPs
gWBlIux/Lgrz2mAggPWQRt0l6KtyFyuvBxPiDPIzx1X2V1Fpl5bbIFEIouEajTtNR83ZtoPT5Rfm
HCKq8710xNseW9nzYJXeEwQF0CS2wsQq6qJ+9mvUU2bpD1+BeiPgESLzQ+CbM2+UdOKgXltysouv
ZqWLATOo4E0zaY+xbBucfGDxFFTkZraMZZQTB5vOKKgOk8ZkE5+naKDxbDvYQzMpSPHI2XpDL2q3
UQ0Uce6G3GnQ2gRNd5NMQNfudOFzzdArmmdTVFgam2kq145eWDjRKOdTmrTVVaa14Z584hnupVsx
8IEtgXtn0mH6ahYtkcJj0ohkyzHE9qDNtTWl4EyLuF5NRZmp/czug2GS2BEnBOJn9MM331Gj5ZyC
oEnpZ7jRbNanycS3uWs5NxEY1STLOm1W9bPZI7W6yQw8bOvebVy9a5PcBtLXy6Sqrrn01HDWD8My
2xoyCNVNpi0nu2mcDsJUyJithqgylnG6cCF4vnCumfp2hC6Im5dZVdkNm8G2neHGbLoyfShqO84v
BI89T6GHJN2kIWtiX8FW/fMPETglPQMrxoAbdk9+M/IqKfGxZ76nHZhlkY+2zBpC0c+0P8uoOwpq
G++LGxnRtJlAn0DCkB5sEMVwxIOx2vM0O8lcPyO38hCuNgPMq4m2MNFvjuYvoxoGHKRfVI1drxv9
PIkRYEroJRVONQf07uDLlkPhFMHkKXtMLeCRVWvuKzlaGecExVfFrEfo8W5X0ctm/qeym8Fz64KJ
NNCKrSoS1o1Wc0rfpkEAx4u2i75PGF0kx2ZKwVY1E0f7V9sL0Fx4Y6fNfSmb8jtNxORHrqzgU2tX
tXiGvLbwYCqr3SF2PWUAXXZGNPuPToodaTcI7d6jsJNXVWeZl2AsDjHla2MCMEM7hKt1aU71E01V
SzJ9lce0tzFMkg2ztzzS6iPxQA+d+j3iVrXgj50mj5AidPImiKr8hkklBT1bPolBTEnOTmaFjz3S
EIVN10jkrWeX96VTMKALwWZWySj2JqhdoAA4JqhWOj79xLmKWYwpnejL3pUWC2Ge0M6zixA2/Wh6
i0fykI2J2slIPAGeTFZlGbtYxKzH2q++F9znS9kwDold68DsSO+Zo4ZHWXZfy7a4pvXlb0EjY+0J
jTsjhVoxaDltUOhkNwHAxdbwG4q1YNMY48OQtPu6RVCu4yRe+8zUL3uNTa+DVN+pcEXf39oG2ko4
V1dXsixZWEkWgzzXRckVoM1HHxdPQpGKu4YZnax8AgaRKAECI883yx5Ldzr7y2nKhCFI623vmXFz
ajlpKS9zj1NAlq0KL2bbBxYC13TldPM5qnS+K4gH4NAJYt9sRkZNTnt2MG1v0aZ8YgdDjVDxlY3c
4mTXLKPpjMbGdsTTLKd7J/f8FUYY8xBrfEWhPasjiqYjox9NLxhtYNh/qWeDqTy95BWC9ZY5GsBI
Kxt8zlQK/Fbn7AnNWc2BD06l23Ak/Iak7WhY+YGztMMEoJiew0yRJhjG3KV4MM1Vb5a72jIuyF66
dwIyLwTAThVMoFZGRTZ96Be4rKckjWFczMQQmb3j3zZmYAg41M2lG3mnKCuDqy4Ut2bdD+u44GHC
MvwEk/zWTGNj1ekER5g49D7E1SCLruwkZOEm+2cduSnYhSnFtGRPx2nKbwRV8MbSOObpj0UwlzOB
q0WzURkZJmqjDr6mPXLwldsmaE7dN/2puUhR+W5xzFvkqRZrz1ZwWLLUbIAWbTnqq1ZDThj9qXwZ
3mSvBsNUY1MvathkFov9tOmb7dJ+2vdWKQ5D6aUP05ugthsjOuAWAV7JykV6G0wosyba5t3KsLoE
Tp/dZchgEPCWrbReAkCDXwKjrr21J1WQba2pxp6DIFgt0uAqF/5nuWiGXZoYLzHtLWtXLArjDtdW
C/ybz2yES0BvLTsAa2UyqVJAOltEd/49+lKkzMiAGZiHs2tgSkPvjAEUsW6U0Q3rFk20uaijx0Un
rcgl+VJ7NtIi/K63GdUj20TGZNXDoHbdWcGLKZp867+JsZukyrM9s4PK+yoyklMuGIcg7fa7CJk3
vCoeGolRFPs+OvChpfEXzUZ83Swq8WDRiwdVtUCwJyN5Ej6ZJtmbtBxkN15rTIdM5rOQPKStGzoe
wnQvjIHRAP4Z1txG/8lkNnNVJNEA8d2OceKWZmZiAm3HYUPkxqISGEKGPKk2roAQoKIPF0F9R2DH
Svcqvi5gCO/DRXjPXC87zG9i/CyTgHIiZ6sWuX4exWm+9sYCG9OYjlBwF4l/Y3oNFUYg8NLQSwQ6
xDHf00bWXKI0TGA/9bJBqYCVQKisuWuaaT7Y/Om4Bq1oHTGXLWp5zQR1iqL+1fIF2bA6tRC7oE5n
ScxzWpOImQBE5F18iKrU/aw7r99mqGBQWfRGoMEPJuajhMPQBAwvkqJpD6GriqNZmCNyvyXMsdLQ
7kQ0uJdW2shTxMj6zh/lU4JGGal/j0MPm80Bb2R5hQvfxIbv7TXr4l4wgSGQ2jGse6UxT7DFlgS0
Eek9Y3CgNYHZlEFecnBZQA/o5dNj4lR4kSncWQ6Xnhfb4Vk2hiI12AkodvL+2Co6Gk6Sebc9tfZt
p1DdlBHGtFaIH6M55sc6Xxbhxu+xpRAnh22hkFWArTCyLtOsM08eA6IrzN95AbQmTcxtFBbFa+Mz
c9zC3SmPPgk8V/MIOBndyZ4hSZmtcY/jCVYOfKVPraGosCIvDUErzS3Dv9T4OuU6/mwqhD0IVmpI
tXSLwoPsLbpZsGzwHRf5emYGfNayMNdjPcTf2VPpwfltC+5yGNVpijlU+CQUrp1hcRZNYrhl6QEU
xyYk9jF4e+reWHWH2erzfY9AxccXgB+wdZiNZzoZT2GeGbuUmehD6zjQhrPUmA44pNNzG6XtrrAH
TNgcdKrvDGw9c20zoe7OvTe315kOhscaQbu7qwsPZ1TuGnW/ovvX3vlgWS8dJQkG6vL+EydKxEn4
94a9GfYc0vwxqrBMdyzWkzvjaslNPd4PpkXQg9/58Q+vIIYDQd1kf4mkJdZaeSQBgd131o2r6mHX
GQiP1v0AOrYuI6KGCLzzN31TgPt3+ukrftQ63QWk7MVr5dnjtTcY6N6RkiXq4LUCk/BIrJ8861nc
5thUxGrMgkrtaZnJU2w5xT2BQag6ctCDXeaMp7IgsRNpXAqgNX2tacngG2yt/kJUGAmhkseYpsdp
OIGcCfE3OuQRJG25KBdAtuVQyXb0vOHDOT2LemU0OO2Q5qTTugv7yN32lDvRdcztj1ZD7RGelnJM
Z/qAzYNEJcAkdgc5CXGVhSYMuWVfTZ8SkAPZbhhSaK+UYkxS2zq/HMLSOLas1BddjOoG5OljCDXh
zKpunf1ihi6VMF1XrJr7wG/sXd+J8NJlFb8WA3Gstp8Y1ABR8iCGhtEiSRNbRHfxJfMGvdGp4776
3Vw/kWenL0biAW7pxmb7svIfUuYIRyz52YVAJ/Sgxkbv5hrbJwIavTfcsjqEts2knzWoBuDWNbSc
Ta9e1b4NAbmFsh1PgVltqwQ9bDPzNHcSPafbjChsR2+PRpZCI6maWCFEDVE+IqNQ2xjz7sZxLRQ6
CVs+pINFGFD2TgusI4SKSbfj5JceTEC+MuBCigEdmypBq5LkiSNnYkCBmQ2z4drpKvGINNmFE8q5
O4341naitdnEZ72cKpGeMuPMgIzipiDkwtsVrg3ysSnlY8Qw6Qd8Ylx6rQkjvjDVNQdIHawbXu02
yHsXwNcigc4aYrDG1uiCMzlaLZ3uFk6k75cQwJCyc7dq2piJmnFVpWKDkcYL9vlgZDeerPoAp1SU
8aNtzQJGSGjE7N6x4lOXD6B7mUjPW7tJUTCEefKtqTAAF52L2SxOXLUbCiNud2WDfG5dCXt5IDlm
nsm7lAYj/LZCtFVK0iwJmmrw0QJS5CtP+pv71UO6dTcNE1A2rcEbmZ0OYUV2Lg7jKWVsEHHAIC5K
AZfephXQ0NF2oicHQNazyCPajUjRP1lO12wFQnjYETI5EZ7i8EBCvrvv0DLRLi1H4CYzqNofkHvT
e9OU3wsI3ruyjyiCY1uT+sudR9unaSEsdHCFEietnVdlQuZyWjY4ygDG4/C2iSjo26w+Q+3MQBkn
iLdU3MAAy/1o2zQmntskxbwZ6bbacWVS0hKr2NgEEa1ctMXMuTv9xOZWHPWgnKtuHtuDMhoIQCbP
jL0ehzK/C4B+XeZOntwXeJev3AkQxWI35tP3z5LbcgLKlO0aZyJDNfSyTnMAUhQKyszSbyiC9K7P
u8R5nTone8kLA20HmpGvzIjHUy3qek9MaXU0yYkTAO8VzludZQkzqSIablsVygJDGIqQY9db4g4c
gN0farstn9qem76uWMcuhsxEusVpGlw6C6B3ziZa+bs5XxgF4NKyvU3+EeyGNktuU5sz0TbMbO9L
bkV5t6Zns1ix5lpHELTTNj9IO4M4nLdafh1qjLAXmRhm8oKmeXSOMZPAl7ycmhcT18DDaHaIVEZg
FwifhoWbZC7O9kuoQVO07jNsq+cMFuGuSP34KaaFjsaYGeR8UFScWIQTzYMqY7taGYmRXDKyi7qN
Q7Td9egUFggVQlRwlw7RGf5f+NQU8p7921zSXHX1beikiQYR173gyZr0S+YGUPIYVirOE0t/S+Sk
5bAe1eUr+0IfHwfDkLe+Y/X1htVSoaPvUjpYsQOgpKHlcpjjZgYUjiDtZPhzQyqOOdwnLVb1pGDK
iH3Cip+62s9PaW7hfFahiF7auqKxIIzQ4qQU9ga9BkycTg5q0C+fes8uxC6erUU030o6A6iixghA
h9btCl4WzM8x8flvw6JOmyJmZA/w3Uq+EILDBqO6ik5EHJTLAKOIFy6nQsV1CnXQ1utqiNUr/5qi
X/SUGlaW189QzsIzEqsQlpeRZnW25ezGL6kFWxTk1wYlWl5Ll8p+0jmmmMJ98C2NecVt+DG+kw4P
b9DPfIec4i1tb/nz9K3vJJbeiZ0UztH3o1MUlYhT0OTZ+TEJhYlJNhsUu/XKC4vOrBe8rYUOUMPU
RgAe9XV1XUCK5F1YDHwm0DzeXJzzoB+kDfdmoO2ERtrAeVdUmbGqxiLSN94c0J6ZgrF+Ll3BZ1U7
Ab9iAE2IJTMtbOBftLmrB/ga2vY5/jr5gyI7XHEiq/320MYdu5CR5hMvcBwaJ7vUBDY3XyGi0oIp
4LjQ/nlr5dC/4kOy25RWEE7aJAeRZySovxoZwqMpnCE9mINhjmDgOuhNuO7rZ0M4/AJbpHxMP3s7
DkCJ4mwANtG7QZvcAw8iBgZ0Z+RngmpoSMcQqN72k5jBCa8GFfBBdZniLbWL4BwHMC05qsW6rK5h
9HH/abRZxblRDdzTXDLLxhMZztWDaXf5eMtyGaV7zZQpuzQYK3v7mON6dllMo5uK9eSnXXZlsfQU
F32XdU8U/rp9LD3ErA+WNud6hy8RXZnZR2G774gQbtbKB59+WeiZF4q5UORXwdtb9f2g8460AfHm
lEU7rdnSdXmVKiInNkxRcUn6Y1wF9LUc2nYIQUJ3PRg19LZkyaxaj7nLy7ftjpiBoVbRPgEKxp7h
FheGN7UriBLuYzJi0Vl1fgrex9pl+EoQYqIg9Vb/3bTjknYbHrGqRUXBhG8iuw3Vta6v3QEt19Gv
tHh+N1j5m+nWr1nCEvM5/nfmW3zRmQASlPfrwCIdIjswSeZcxbbTXJfjQs9qix5zOsl0Ktk5Vkeo
2O+vaf/lovzbwEYhg/mPqcySG/R+SkIxXXUtxdPKk0b9TPeuJ4GOp+G74ni3sbtZnMBVYeDwewNu
Vt6VhgGdHpBZO2TNbT4UKfjWHnlKaiMGLEcT6ZnTiC/NgCZiA+GDo3EzI+lkcE0kNQeX1n9wPaO/
k40V7wKrsU5ttVjEiA+AVvL797e8/HfuQj5KE2Wr5/q+b0Lq+PiZzoZdW2wfKNzobPJsA6BCO9Ns
tCPGGzW4w6UjyThIq6i5//2V//rBWg4WBWyXNLmWUdSvH2zDVw151fRGlaCwzHIP8mIUYx2sOUDg
rUrTf7iX1q/h7DxA8JjwN4A0oUQlshHl1ft7qZbhbF/QRlLA/65mWNm0nYzgNKYzIkwg//5FkTUw
tUVfn0rEBSv69+TZmZ2vDTT51YCgHbN09w8vbLnurzfBX5RizPyYFvpMj399XSBv7KxhQ0cUYo83
foFcPo0V5aIyU2qD33/uy7fk48VQ+9DfBMHHt+nDtwj0kccs2+oYShccruK8djqUAJF7/P11Pr4p
y0bCZkuLJqlpB3zsv76pqcc7zncKPI2Jx4B61oBoqqq479a0Mtgbfn+5jw8yl0M359kOE1LmAMEH
H2hJjHDJegRx5W3jScaE2QMqnmX5w9oTo6eeliYUGwOd5Zkaa/P7FwBg7MMny6zTZKhr45glFvzn
37+bbCaDnSCPIG+J+r7pnmINAmubui768IopzDU1h9tvDR3VTAuI5H0O57wCcRU1cBE7qYgW6Qiu
C9ATJ/OVjmJSLMNS+vW2tTMPgLGfJuk6bB23IiQ4hLGbtawfKB6GhDPGbGOFcdIBYocRTxUN4FLm
q8msbBO+Um3EG9G1rP0/xzKib9loGSQsNajrMGKy6U2rRW2uUlAho/7iR5ObnEsKWfuKSYRXb4zc
m8A/o+Fub/Jh5CYGerSqB84WbKhMbpgONlCcGF71Jr/YL00+ed0tDKXRTJatdwj5b9UbVQYnMBTn
Bh3DbQTKk1UQ6xEB1APRB2jaDcvaD6ZYdmJciGzvMA5GPkggvq3TcitZ18irqMc63CWp5Z8KpWkE
u63sLlI/gwPlxGzgfMaAZ4aQMcOpa70QVFoQ5lQmcRw/zqqdb6UxtWymtstLEHnIVMqm/55fJKpm
Q8+Jlcgv4A2N8yEW09R9F7lLFY0boDPuRozB7XEi1IfeWydwZfJ1StGYzX5S7CrkyjgS8J+WW3tu
sDW6ASXVelIxVVTm+HxQ9GmSPRIcPsuQac58CHVktMe2GNmgC2LImee91SOiyYLkNFauQVqbA/5t
rctxNA+EupjFeZRDgechaWhfd8FUN1sCIJaaJXG5CNY6eLSVHhq5GqMkCQ7M9t4+BMmblozBcfGC
JcgvZmr8dD0UfaxvWkhBz3pOQfjZgFPoNGPvSgTIR9tRPDWpyZwDSl1zFbZkiS7YI/TWoeG/hNl4
qdOS2QI5CNOV5bkcIHOdTsbpZ5U2DimQtTZ94xH3BWbgUf6wqsy+hVZnuQBNJOCjsCjn/MSxiYS3
339Zl9Xg/SJoeSwVlFABy65AoGn/ujgFAJhqlN7wS3VCTY9vRd7yHlmnfISwsLCb+CoF02b/w3U/
Lr5Ebbpss5Lro/S1P1YT8JuBefkD8+48YH2PDFrLIN+n8eb3729ZXH95fwHiEja7AMMvnBv5YTWk
r+r2bbokghBN+xgHVvEdlLlqDkSfCUgopeTgms+m6Z/D2ao+t3wpfvz+JfzlIyZ62PPYzFwnYFN7
24zfrYZzMNkGienzysQUdENeG1dMKnlr2SCaSQqavhV4vcN/+IA/VhW8Y9QxPv+FCIAJ/cMbZwYX
Bzh16Yy4fnp2LM43rFrLuDsv1XMfJVgjf/8+/7LP8T7RTwTmgmhAnvBBRgOaPR2LjDHwDHLgepzC
od5Eo/M9mBRLye+v9fHxsU2MGablw2q1PAsF0a+PbYloJWhJXFpFAUeRFaf6zLitWqyAX39/ob+7
eYJP0hcQsZCwL5XUu5sXQ8t2IeIhzJ6r7KsQYUJqbpzzB0Ff1Sup/PHbT0HH76/LN//Dk2ubNlQN
KUA6UJu6C3Hj/ZXZ9CAZhKB0aT3l16ap9WlywR1DXM/Lemu7lfctkdn4QySV9U0Ybz6k1NcvOnaS
FtXj1Hyzq1TZW7Qq4pwxQSSEKgzyW1n0zkNdyuIC3SPWxASpxWPAMPqlSGxybarQ9zlm091jq+0n
GpkJXGWSqPr+JU/8RbJDOvJJ8PBVG3sIphdH9LpZG6nRpMBrgNPnjVd9HdrQgNtg2eMRbUbp34y4
5WNmiSpKPlcBAul2HbuNH8CKNCQBTPLtfN1RGBjrmkEaCbp9IcNjS0+s+x7YLcuQDv25Pg3V7ErG
aWVvHBDcsGrHbrqwcrAQgjx86x8EqubPy7fmkuFwrrgsOOv7N24/8RuiHGf3ldlW4acMmzJj3Hlo
zeJEvFnqbzUZDaiHuqLgzGvrgt9ZxpXNxhnMN5F2ZmQlvotYZa7ZN3Lmi5dNj+Jwl8wuCxmeVoDo
6APuyBFeXlyk5lXOzPZb2pZLhy0JzGv8ti1vBJkOPeeJIiFI/XEvstxt1k6Jrscq+x957gj41Vkf
sfGTpgF9XvK9J4gtpWMtMrfd1Kru3EMFb44OJ4TVpyQuS7mbig5sExG/n3WdDI/Cp7LY+IYn6pNR
OeJcqsiNoKmmC1A68PVepcvK1KLGOzCuxsNJAABb4JS6rbv2x6FXZ53NiNPqQZx/7gmC7qBiXQuN
7OJnUyh1k1I/1/Gw3KrApyaoo4R67OfPMwnyo7OZCCy5SYvx/wJZd/Z5FFh/pO+N9aGdZkh3Gdb2
Z4P5zL2LzIbukWuG8xdkMdm5tIxqYZEaoDJayty9mAIBsD0Y2l0eECO+NueuCy/Tkgb0ThWtbrao
QIoCJoGeiBMYSavfCAQ+Bu4iwcP8U/4yq4mXXCJcrvde4dOxRj7uQVt1amhjiu9IwQRuubmpSgjV
qclMD87Aysf92zd/4QRF36ubn5uTfsvIfcVHrUiQaz/87//4r1CL/h8EEi27+2+Eo+p7/lJ+ey8d
Xf7BT+WoIf5gW5EmecQ+9YkfLGfVn0wiek2IR33Ch3EVWSZ6UP7VnwYiIf7gVCcc6bsW3wdqm/+l
HYVXxEgBKpHHiZsYZP7qPxFY/Os2K1yPbR0XJylpvvQoNZaj0Lv9wYo4y2i4juvGtp+Rus47pj32
Np0L/KQssf+wxy5y2Hf1zM/r8cpZW32TKOYFtvT+ehmxjUjbuJ4uM1BlRghUsLYjpm0wbnYt0Vz7
IGQIiOuJUVbsic+paFBVtW51rHU5ndph/AT2ODslOVgY8n5BAOS6/KfD9a/FwNvrFOzPwhO0QC3x
cYMOArI8yzRn65DqS0N7+BQ7JBckU9Oc3j0sf35d/lvZFTdVUrb63//tr3dACp4OriaxXzpvfav3
d6DTGLU0GsQ+iJs9DgzgBKkP1RXF7Bc5Msv5/fX+egfwsUkeHM7sPvHUH+54YuccEmw8BnY22KyO
M/NcxDpr7ETTZTdwckwcw/+H+/43b5LinKtZFnwniKG/3nYsP4VGqKDQBkpjbeQFs03GNBsFmeDg
VMaP379He3mM/qNsXm4fz5bDhahAqOjMpTh596G2WkWMnFC2uHOJfAp0Tv+AzNUpGemV+nNqWx7b
XmcZd3TJ0RfAlfXuGhxm36RZ5cEKFwhm52hSVknDOSZANTY6wrF4D/O4CVPXu2da6bzGQ2l+aRKB
N6O2Qe6n8KWbw+/fzN99djwgjuR59GzXXB7Vd+9FJQAdRFw367E3/YtSqWxf4A+/KKKsImnC9ra/
v16ABfEvn57kxLA8HyZSkY/K7ll4LfJEgpK0IfUJ+B9iBCbiyHATZlPESelkX3X4IOgIjNHRA/z+
ufeW7aRBZg1mr3BSJn1+T67LnJbosHwyK9Y23vaTkUbetE3QkjJwC8rpu1M04nPTuQZOdTeKL2PN
qALdge1qEM/YUDLGakiBJqt87BTiw1Us/Hjcx3RCczRpQlwi2q30VpatfaodFd2mYYAvQksvQXPm
xximKjTkZLvg8vo0MqS/rnVvvjT+5HLfOD+DjWeyM66SSSMInQXgKKelpbm1CTSF32SOTENGt20e
A77kCuxTFg0kazAzbWyQl4S/Uc8T8c3J/4CV33gNEWg+sqbV1YqHrfmc1zOi4I7QdUZkGPBkY7pA
Gc0h3fZDZGKhAYl2kUBHfa44BzCjSszmK/0NWsgqkPOmiDF1DY4zGitKypZgnU6M3WYYQvN1cBp7
CTA20JEyhpObeIKUshoqwo3WAEM1DQjmG9UqIuqWIZinlqwZTK1MWQCrDduqSf8nd2eyHSmybdt/
ee3LGRgYBjRex/FCtRQKKaoOIxQFdWHU8PVvktm44S5d+YjbfJ08Z2RkJk5lbNt7rbnAToo61hXo
nTG+dXGbPTckeMNRSYZx3lT+Ki1xSpv4YnIiWnofCONuDSud5s0yZCteNkdHctFT2rjbxMnAZsk0
hAbiA7N5RnnC8hlPMYEPfZfIr+1oQjIbapNAormtBweB9tB8K0xBCHCCRpMFfvLTHTKuKtwDPEMs
k1gCCjDTRXAyJZ3cTWGVqUSKMY4miaYLqpvWRgq0TzvSwOkruRF6k5oqaWsIlRQBQZHlpzEZB4JE
0hQWjQItE26QPdj8f2mWn32AXog//cb4SiLm2s6b6ClgCu2XEU0as+Ku6PseonE6fUZzgxOp8lCo
4yM0x6+AYHmKGhITvqNKcwm8LTv9wOyKTQhDyprNZe8tUbynwl/u5hiDyA7mFMtt2k/5Ie6VJpMg
7KuB0XzV9uC+ozXBc5nVHmxP2wY1lj4ELUkrHiwM7ajYaQ/gqQtj2OM9diXKxDz7PSy1jgJGtPnn
XDkjkz/E6iwgi+0FIM9Qdea0A4OZ53rcY1DE2+p0Or+vC8t+NkcWu93sWfVlXNgF2vqWlnYxjP6w
9xUdny3+U/USm87ylNXSYaFs+rbdzE6Z/HTJxYQxKtruawbJqGVvMJGRYjc2nlaVOPCuTEPj7ms9
st9QP66xlPNEIhXIY+KOojQ2f3PJkXl0Xe0Q0jyPOMKyOFnh43ixdh2Yd3+7uAvCNCezSQLxHTKE
484T5XaUITCzCaMaMcgovnyQDCVveewk8kY5GZlwAywHrBNS4SztinW30kc49Ag7Q46DGdkYo11p
5A4Ry109v6S2Q0wDuobkAXUzgXld37LbStrCHDcKasUXy4DZs0kzIgW3ZWWNOzi6mizdQfs/e9Hz
Y5HwGqhNs/lDMdaueRhqssGDsS4uatMkM5P3WR7UjPQELdowfMW0639m2L6CrrG+i00/l2MCzgBZ
3WaGjfXL97oYyG1vjtd6EmylYm+2JEMNnfDUjRZlVQvP+WPSobZG/VNVBo+o1d5keecwvO7NnKBG
1ajVwMlqoCaoy0HTxtUzgHDAVileo59Ot3TfOqqF6jAOrdNdYgEOtyIyY4d0vwH5d+fOWEbTrOof
VQlgMYiAjPf7cWD/Am7DHaJgHCdzQPWgw3uwgpJknjr1yR51Y5S+ylmXZ0FfGLtgaHfbiQzxz9bY
eE/1TGYK2yOr/+YvxBdf2t067RWEd32Z2cyqTZwhJ9jhMSGcjcBbfdvNDfyPcmmzXzH9o1vexPpb
PMzVD5VaLUM6bJSE3AuA03DgiuF6GiDdXlNOxPemp3MyrlTZWBuWZOfn4hg00BOjtr4xTiYhIm79
+j7tNIyQgXE93HVK/FvRe2RnrZI4UomUg51iNS17v7mdY/k4dhnhOSFD0I5MJUm0XNtF1s80jPCj
Njw3W9BR7nMLdf/bErtMDmJDTEigMNabV3iiZRcA//DBhYMf+YJWIAv5gizOPfSg1ZGJMBr12JDg
sU3MGZYLfxfVrvab6abOvLEIRB06PwZoYZCEZ14GNFYKf1FSW4PH7H+idoHFFbmXXgHag4+YAeJr
YsxzqVHTMVbWEzGUKPPsKohrg8Ba5PDlTaqYx+/YQCT4DdyYKODBXWJSPTWD0wPtnexeZxPANs3w
31iTOsLnmcq0DaYSfuDGc+z8Mx+tjpV3dGBKUyQCvmIQ/6Kyso1JAlHzR8QPBGwxoODzPaM4ifaL
qmzEqZUpUSgDW2r4U1V1m4GJH6aAriB7c4YqflmELU1Lt8jcF88NM/RKAkfwmsTNsi7iBscL99a6
qVRsQUbL11Ogamw+aamreJvkbpbBewxBL/nGzEsZMdDddG21fIEZiuzblrlZbOTs2r+LISzgGsW0
8agwF5ZTtJjlVxC1RCwDrfEw+kZxjIfcrb8NotfFdmEo8ygxx0M4T+z0htoKhiMeb/HD1a75Sxkl
TQWTAmpjtkP4m9iVyt10ntX3O5gD4ecG4wnRJLZdY6Up4JElXm//tGkD7YCuABbtZ+c+jCd8bktm
Nw+oWq1bo5pSUiRk/tVVBiPKBFty4AAxItIVv/uOBSZDaUQoScbYZU9rqSLMCBex71YpEyq7JGMt
qoz+V1Uny1fHieWTURFujqs4idhFtk28K92+/Uq3onBAbxb9FlSio26lDQX7ggnt+HnEdlyTo2qb
t9XkWjPiEw8PAkXS96lH+XyJgCh7CiHzsK5aDSSmEc35LpR5p2+YLqVfpBMSvOPrst1bmgC6TVdm
CN+jgV3Cah/hxWIS3V81NVELiLyozrfe+s8EfHTn3yDXC4oiYZPZkCKQXTaMMMTHpSI3eauLefms
K0WcQTs5811aaR8TerZOkHseIZ/tKJlDjxMCiWozQC540mPNymyR7uYQxBSv5jRwja2/TyEMTlt2
DeH3nmHLz3ZssyflY10HodZbZCWlVftcxOQTMTAicpGH1n2KawgyfOcil0Q5dzK2YvIKvFN5o/2t
NBOF7z2vEqhlaA/ExrR0F+9D0AvhLhV5xNSduMj4ysy9CuS9OTGYSg0bKSAEgy8ELfFBVFCt0A0T
RubyRbHiG+T7drNBUma92Jaoe0gLDXCtxC/SF+1NaGm9ZrapoVBYsC1G+H4tZ9TihAXk/qPZa+Vf
yNYCmUfzu/3YhfyLmF3i8VksTnrRmwM+lVamxdcZceUjQgb/Z12Y85NwaZptwaOZE/ITEBpbbhrM
CjBP4dcwHxgt8SFYVW+5YUUXiT+WH9qkwsSZuwX61NSM7Xsdt5IwGC9MQeuPEes7SsvxOSEojNT0
eKZO69KeJDeLQgDDAxO+hyaNKNEUnNjLAVRyCg/UyH7KjDnHZunm+sMsQguDv7CGK5qUM16KnjwY
YFhOgpYeYhxlWjGGepcxzPZh1NYL6SDwHakO3Pono+WYrYew4BGHSbvMmzoaQC1FSl1AlSB5LPOs
neRLAo0TEAJZcj39ctX3w8M0x1Tn6MKJoq6mVgIks9r53lDjABrEinzjg0TpQpLQEo84ToZF/MK7
ROcJ7aC7CocBP8hI01eYCsZvNMnJ7N46YxUTNwX5fgdlLpnWqEuaMWRV91+bxp1tVEsm1zRkMf2l
PWI3B9kLDTuDpJ+tB33U2FWI6tReDX3sbiOysdY2bjmj97NQFm3mJqy+DxRDiB7CLBwCH3IKoM1G
jE2QN7F7m+oWwLI7TBPrABXhpnFNImoQxkx46ZfcJoN6Ns0PMglnYkshNdh4MXE60tHsZrkdte5u
XXte+iDyV6xD1qIbtvneU5XzT2/CxhkZuBv28EshYYPEjOwJn6gouIVTszQXUzXivI0bSNEbZ2Dw
thnUMD2lXjHeeHhf7M1ErX+ZiXrO4MXY7qUuCZjhBazlYz9MI05QIT4PwtTsEHg1CYro9PQNFfc6
k/NMvV809SDtldrat47uyNKN+VTvakNOH0LXcEkpUZn7NKO7hqpWAXQMPOhRIF9oNrUBnm5fBQZ1
QYXwGW6jnEtWtiWR4iEiC/RXh9rnQRFOhcvELorfvt21P7I48qa7tEVaSIhvTz3okqh44DQ7lK66
qosPfVvYX/pmTpCjyliSm+4L+N4JsjkKKrPlzSEGpM92Md9cJgF2aupt2NbL57Zr5HRtNRPdOjJn
bfKaSicPTDtlJc7hMVzQg2Y3N/HYK4wMrgx3LTUv2q6kKPajhzgGfcqacI8loPlkzJY/bLn54h4j
JrAUZ2gGOJFtuoDbb50rBFtoOK10gFq+lMSR+W1UiW1cKYzD/OcyahNRlU9gcJS3xXOU/dC58G8n
BtY3yEkB1WjdqCWo0jr/OrrN9GGMQuNX6ul0TWVzwuzKHkCyrGNy5LMVlevtEq1ryhimo9hRJ60b
FYC88NN07aEChl/mu2XeXhC1lBC82E4/fX8GeeLNTa+2rWckBFLAsKXisR0S+Hrb5IZVJQh1qiM7
mLSXdzB3xEiiBjbca0sLhLEy1SY+V1DrDE+GLLL3fBERH9MJNtI9NifvIoY4WVEwy+z7wlvsbGej
L26YynC143hI7iw5yN9pM8tfzMKhHSWuO1xQvLGDm0Y/+WQtrvNskeAKyCgsSFWr4zIl66Nc/IAb
l7ekDJXxJcKMCit5quRvnbVpj1u3m6Kvc+nIact82JIoExvzit6E422aKlqaTS8KSscpS+fLCj8l
c/9Wmc5+SHWN1CNp0/zAl5VYXbR0xO7GqCpIn3Ab43qSCOs3bIdS1h6sxCCTPD6XlHD1j86KU4Kr
KzJnM5usmanrups2mQ3g1QTw5ugCPAQ0FbAQ/BGlfRVpjYfc58vZBQZySH2VpfiL9+wY6+9N2YFr
4f2fraDu0EgEfV1E3p2E+fgRlqU77wZvrGkzFI35s5s8MoI7f90mV3YMhprI2yjIRY6oBclb+ux0
I4YwXuLpEle5/EXQ0fKoUT1GgZ9Dqmc3FTF7rFLhYNgldpj+i2YHwrhtNq4zFmH+doY9BFdt4R8S
Agyq1QzKkgJMvCUjWXCwYJTzAG/PHjxA1FnCFR/i+NJGl4qRSMbY2Tu8XS+uWpUnViXb8tJFf0Pi
FMC8qxY3Sc3qCwd9U1b4umgvTKa7BRot/D1x6RS9bZqiU819hY89VcQFN4Wp7+gfxwYNTyxUBw16
+BOwhOZeJ7Zuidyq45AOkCrlvtB0aBCvWs3PZKbQBJXlkEJMNnr/ASg+aiVcStkXKTx2pskI9vay
4WXmG4OeifZHX2f6KsarQxuNUXUKFQystaY6LJJxy5963f2YVs5LIpqBL1E3G3wMyz79TPhJ6TOq
kA3W7iLEvRRFs4H6FQUMrkgafb/HOfVuFkp7nHp+UrzwiZtuWlGoVdJU0wwozRGIVqnT0NkK/rKL
UIYRRtRVhU+ICBRouO0yfNBNTmUTpRb+ZvonKXFVREJhWGdDGeiWsN8bELYj9KSBngLIpZrwdxA5
CeX9NAAU/ThxbsSt94YMxEDSdtPBFtxq2+tlENlDPEJ1toYXvr99t/ddjEVTFkbOZVGlbnmZ4kOl
AnJV5eziaH0oU5VHUBnT6ct/YSoSZtmRUa/pIj7Ug14eRy/q7v4LStm8qILQeJmXFolHfLSRfdEj
2b/fNH5jqsADYdN3RwxjWeqkSa00BsVlrDSzBEPSLOjLG8Owe3xRbrYGt4cfiSxqz4wyxDGC5J82
vwd8z0EviBDHPNVbDiqJ2qhPNNkBI1GBziyQPKU5hjWp051p5OGlsDTIb1rB26SEjW3nANqiypFn
Bhyv50Uu0GVpmqYtkayoE52F4XhtRU4dzsyJlORE9+IwJ970UZndciYqY51dnMw2aG0jjBEuTWFL
nsxSrL5RRgNYktmG7V1Df62Amff15fs39M2j+AwHbVQjPikox1OHFl2j0C6Vvh2JZZcjXP5YVllz
Zvj1+igUoj77CYkUhs3/yWND75AubEON00OF3pfQYJgMMnSw/vr2eA73Bf2LK5XlOSdjxxJTHGSy
rgrg1woyJziRKpK0CLs5OXOoN94EShbbcWiQOZJTO75wc4ZmLtSMnmpTRVfL0o6BEUFABrNGPxVQ
zw6FqHtGePzWxAbxtynQwa2CsZPzswv85YKPAR1uNnH9QIE+phqvgVO+6FDM29alVIOzkp8ZFr31
CnJRGbfZFt9+efriQ4xZ24rpWrVYqKojaI+MQ7zauRa1ad8Yk0WLDBbqpqmb/rpiKANzbvHq7QLO
5MxVWAFNp6+Gi9yGuADyY1ZV9PG1d9qCcQ0mtsB0s/oxI8pka+Fx3o7T8qsfxuGmMGwUKAt2pQXB
0eUgyRLwZUsQcrxu4AZQsChsLRj1rn5gSmldhpFg+mGX6syC+XrB8BRvr7+OYXmNT4WLDkUzxivI
Jw57lmsD8Ngl2Fpz12iUSH/7KnsuejPuDbgp4KPrS/jHANEX+eQhAaoDvoawwddWA33E8sxRXj8J
CBkE9ahkSZJIFE7WJccB+pM3HAbm1QQgkO4wX1TvZRps4iqIXGWfGE7bMnbgPeQVJQf+SfQ6oTqz
QL56A1EnWwjSGHGjIScM+Ph8I1c1Ru/ACTaGkIDlYX0Xy9IhEZKMRAzeZP5EvjizXr569DgoHCx4
DPbKa3PWeKM/LrI7Upwk60oGxmgl41CMhdqAANxBXm0tFR0GsyN9JGGw8f7tfevCW46FVMFZZbCm
d3K+yORtx0g43xgVHmlqISzFlAiDEPzSDXp1EYwYY+5S1VjX/VBRxKcuw1AsCn+79HENeMZM9BKs
e+IURCb60OgyNltBViQt7tHqhhB1qtmWqV1Ey+JqMb3m4v2zf33dJd5kKn0UFCYSGvv4uis223ap
6cyxwNWHebAAfMGQvSrTCHCqW7Vsq5E7xUNUnrnjb1z3lbiLZsbhvFFznjzwqAOZPMYg6Svl0uoq
mvqaBg7b7TJKPk1dk23nLC83nZHFuLXwY0e9LLbMsKPD+9fg1VrCx80i05PyD24q9MPjazChkidN
01vjFxvg2eU4sZemTE9H75zeel0rjooPDoUgF2Eu4jLXMU9W2HzUcI0cCv6s9LILnefhzrHN+cxX
5fVReIp4naTwkc1Rfhyf0CziWPbYh6lnzYasjiJ5JCxYnXlcX182xYrFWoUbDQHWqfYJvf3kRWSq
BHXNPnKIi+wQywz9wsD8//079HpJUrhJfAwtZJwh6T4pCkJwNXFvcygs1ma/G2tp7LvEU7siVbTI
FmgHMI7a7Ayl7/XLQflGpSiF5bAWequ05I9FKYEZ1pYWAv3WNbL97JAbNeVheTOIcb5pOwtGDKa4
jYIj9f75vnEDOTBVo2uhYrNO5fEwn83Q6/oqcK1pekLXGG9n28zOvPtvHQVVM7Wj5yAxfvUNDYlv
VHWBiaawvNuycr9AQK0//P2poL1fzwKhlnWqoIYCQbe+z2nP2Zm8GIXOH4al8s48IOKNhxELg0Tr
hwTd5ft5fKt6e2oGbFwlt6qXd/B8mSZSOt/QQDI2LXPujfBJeVatjD/0ppWCMewz8lmc1NrGaVpi
7bSSa6+djOfKGbzv718E8dal9lddPD5ewlLck/cexDfZaXT6grpwfptJpL/2tX5U41Jd25juwR5g
VFqcnh4/uIT+1vMkmW9uP96paMYnJCdmgiIdP7//u956wDElKB5zk/LDPPnqQgafJYPkKihqUeyj
CrZcO4gItLbKrhY9/IpyHEti9n++f9w37pZcH4lVo8kQz1v//M8Xi5mU5QkeCoI3GGiHcBJ1yEAR
B8+5VUocByOyyeWJWBmjqBFXxKd/8hIzuoRSA+kp0FmBWojgkG2BtncHesXedXNmBrghfPLBSvfO
8RdwB/5inKlWrfUzerzuK0mRQYAu0kEXYdjxCefEaPe0XspgkFYYoLq0djmFx8Y124ae7Zxeinny
rxhYTN9ro7O+2f70u+mUoABhHqItqFOZ15a7WGv3Ac0pqYRWodXHGJgx9mvC7FEz1JMVgO1zaNAn
psdoxjwnQH3jgXHQu5L16WEixZh1fB5MCmF7ip4vi5A4wMh7fAQCV+yczikfFzc0PgvUA7eTTefu
/UdmvU0nV9CBWPTPHomn5rRaiCVQEpNRQVBw5Bc89+bBRPj6SBlhPmr032dejTfeWAJQFZ81rB/s
zk4WlBIpkWXGVhHkCAgfqbL7+7mU9pmzeuNFcLmeNvtd4gzE6brAFwbLno+2qOTGfjRLW7NiRcm9
B5X8/v0LeOL6/edF4Htic/PYyyCkPnkGp86RrDBNETSdiANoRDkdtrm/FoOBOAMgCk5tUzCuNnlX
EqvGaV98Egn8v5awKWvQf32FYQOgk2SvsbYU5EnpCYgjyrAhk6ViiPQgcVWg3imiM6/e6+dmdZpR
Bjl4hRzKleMn1reiObd5h4gxm5LPJayM7dD4I5hA27irSkYC71/m13eU4zmUeEhOEZ5bJ0uqJNKK
apPjSYvQ0VYyYWfGHO7jqjX/+uHhUC7G9fV/eFRPTi1h2JeTl0S2QN83l85aHy2ZN106iXfOMv76
beAYPjZp3kBMzObJs+NnaDXcnCdmyJNq76yQJ8L1jDMn9Oa9InyYx5QiD1HP8b3yRGyCW+GEQqQz
3CanuQb7A6ZuglCLU2Q4UwC9ea/+ON7JauZOAEg9ogeCoemXj1p5ZMgKM93HU3GuifDWoWy+dXxo
bUcQrHB8ao3fhqMhODXW6hWmCcas7fLm2uj/0nC+vufUP+icaahioxdqvcp/fFwja6wnMSDVSOtO
XsIoCjf2VIi7yuyM7fsPu3h9x9DA0y/zHGD09G/Xwv2PYxVgyejYo5aDCyNecH2xT5ep9wCC0Qaw
SegR9BLZP2cWvKusJWdxbWY9qFiHQerU4JJKHXrbDoE5U/+uBriAaPzMK/n64V1/JA+VQJYNGORk
oQHdJP26Z5FVU1ZvJxGG+4jh6f79a/H6DgPkwPFAlAxFNVnZx5eCcTSto8ElDQyF4SEmQ+ZSa1yX
EqjnmUOtV/X4W4jbBW4BBTX3mnnB8aGqpFc59gPS3pKlzLBLhe6nCas3Eq81XMYEygL6yJvPVbFv
3G0aU5wirkR27P7JcfGOL7OkmA5IblQh1MOoZXItuotBhETZ29UjN7+94lFf7qxBDtdz5laHOG6j
Xe3SsgpSTOTP0IkfTGQDT0KPy5lb/fomrIwSai2Tzjuz1JNfGOEKrU2A0UFjef1HA4rAbW/SVYoj
41zD7vXFgL7CxwvPCQswu+zjmwAV0KRVnWRBbvj+N8vKvM2AJGvagpKtHvSMtez9B+z1Y+zTXORR
BvHgmsxKjg+Y1ugPdE2rpNKyffYIFXz0moVYrfcPs/7u44eLws4GsWhCj8CufHJetRM6lZdBN7MZ
JF4REoQ4u2eeh2ragzDT1ehjhtEbIQWYauPniL/e/wFvnCd7fSplSYOEDfD653+sKRmUH9/CqxlQ
Rvs7v+rTHUEa0cf3j/LGk0JH16X5RDUJFnn98z+OwhrZoLbrCAUM7eGxm4cPdGaLL0ANsv/F+fiY
TwS+HT7S6mSNnDXpnONKdoKZH+7DuhheXNOvn94/nzd2wHSuaKDSP6TnY7knj8dS1Rhychybk9H0
QHY6dAFZRw6lO4fplqzwaKfafN5Kq0NGkc/9blLjjw7c8IHgUKinXogQPp27QNDn/l88VDxW6wbM
k+vm4fhqL30XUnS1SJOSuL1v0QMHZca8fmmJTmGQLdeo1BA8s1ojo2jVnjn+q2eK68JTw6qMr4k7
cbIusDg2Ye/Y4SZNh+w5Nvzs1m0xi565B28cBijjalZcO8kUnMenmRFa0/JBJmgAjR7QB/Ach5R4
asIrc2bW0Ba8C2y+SEAF4utdES/fpYgHotw78nCSvts1Ru4+x6gLtv/8tL+ylf7/mUuyPuj/s7sU
iVRFWN2f7tL1X/jXXWp5/+EzZlomc511/L3aLf81l1riP+7aTaLUXUNIaP79t7eURDs+8zzFtBQo
elYP5sq+iv/v/3Hc/zgmuyswD2sVQFf9b7ylJ00jahV2a956fDQBtD7905fGgrO47g+3JR2ra3dp
v9SRAniKIPSmW2b/Cp5keb1+NA40U9yD3cxolVzsEzUSIddH+hP2V0T5ps9/XMKHfz8G/7Pn8p8f
5tFi44dRXrIrOPlhLolGxJNKc8vuQ1+XXU8oMP4AfiivGfFYWBLeP+Dxe7UekGXNZVPlOgxHQJ4c
v1fSHJuEaSSDxTrsA7PxmqvGNrpP7x/luLlBYW46LJsUzsBC2Fed9hBlT7ixR3m+TezevJnCxe4g
GSSEFBi29VxaVvQc9dp6gA8Yn1s5bM7gv7+667H/QYSskx8+vJg8j88w9Gy2PC5ERntR2beoqPKr
tqzJymDGP2ya3C4PRadGDERgEYzWK7HLxb11KKSp7lhb1D3QNO/r+xfk5Jvy76+ibqPdQneQqmr9
1X98JN1aRr4dRoSWTLaxd7g1FxgZWqgiBhCf2l/ix3QaCeXo2+t6drNNzOzhQqnB/EzaHA+g8D+g
skMI2dgrKuDMz1tX7dOLxjabYpg3hQ3G+ud//DxvcXGDNUQlTpHv7Tto71szlc33iZiwC3fOBAYJ
oyIfgZ7GQQjAtX7jxAfoutU1tNHu+v3fc1wR/nO11l6RjxscQeEr0otaYMzHq4DfQQmLzhnt/q5u
Ym/n1qbxBSj3/HctnX+P6AoWIQ82n+JZOL4AmAZyJoQ62fkabjnaGeiVWUXgbdPARSKyjMEhAXO/
NbcAin7b3c21k+2wc0KBCGMDr9p0rnw73pz885t4lNfS2GFloN10/JumFr2ulatkRwCK+6HpCK7E
ajFsZRROdF1AdbtN4Z+59KcLBDSYFRwHcIx6EeHIyZNg9bXd+2GS7io3jA6e3Q5kjufVmev9xlHY
WdP/YG9N1+XU1V4iHPITBCq7KWu5oKpLVZD3dvH4/nP06goyblqjURGG+Ku1/aRghDxGUlCawsFQ
c35bWbG8LFWYo5ukjDqAr1aH1CjUw/tHXfO0jt8mDsv3jlOjy2PTIzy+cZ0sfYeGiNxWxWKEFzBD
jd9SQDDZV7OO98UoGBOT6UlE32g0c7MLS0JkgmYZAWx7ntFUW4NvIxmTftN9zAxN8VORqAS3twL8
2TpkKG4aOdePDf5YvXHlMj2mcExu1hL9HtKp+KDpYjm7umNcsdFz2N5EyxoIlfYOQYDYHcLbmPiB
6dCzHBxaM7UIPsHI7myGIZ52XWnXe1QDAybSCfgNeKC2R60bi+5TXE/qzjSKsdwPwH6veE5gU04u
VWmQSegE4JmzatxYvZt/bL2EUGlP6IiAzLGvh8vcGlT5YcK4dlFjPvAOtpidJMiWIf/WOQ7Cc9+e
80+EBCVh4GWGMaCHjAWad7PD9WEbo/uC27dptkZBBqHq9WVb++HHkTj0T7lM0UmSTtD+W/UdsUT+
/FC/9SSxHDFx5u1g47h+8f5YICGNLXSuLWfrWuR/VEkeHphJq53SyFTtJR/u4twrd+8/SOsLfrQq
r88RI2E6uvy3vNN2yxiGUW9HuKoKu1G7xSr8nS7regsGS23eP9Qb50dNwMFsmIPs908eWULlwUjb
PofirbgWMxM+EjayoLZryOymnPf4A/Iz3+q3DipgjpgWa71ieHpyUYm7CKclI8678rvbbJ5wibn5
VooQ05RLfaK6xvz7a0p7jaw4RnVM9e2TRbWSiIkxvHGiSSL3K/MrqBOv3Ns6ci/ev6avvmIrQRLV
IkfiiBRCx6fXphIIA7R68EpTseWr1cC8T5IdMcfLrYDJeeZ4a5F9+rx4TD7oCMKlJIjvpMjIXUdD
EccNUyi858QN+789wmJfknhJnvqssL7AP+iJeagagZG/QZ1rhu5UH8zMsd1gIXnpoFZdPCS+xnzQ
EUb8LX33+bItcRyfeaXeeLoBa6pVtUIzF7X+8eWBd12PEFCRgBOSfNP3qy2+Ds1A1e05PdBbh6Ie
xUEiFKuyffJ0D8PQ4tDDRCRiHEgj3ojL1DA8ROXi3E146x4gPeaNXaWIjKiPz2qOrdZLBzK+cE2H
N/ho2s1CzVpvvJaYpRV5f21L++/675QKRMkwlF2h2PRi+MvxUSsixyAawJTq3aykySPJJsCmhQFx
sg5/+1Szg0C9SvdhTSM/pbDG0+LmEBIUjhxPblMZdjuCIJqDTJkHi6zLz0hH1p9+vAjScEBbgbIa
agt83+NTC2M7K3AEqG2ltLNvQWuSLUR+29+fFapxUiTX1Z0x2vFRNFD4Gv0lOR0K+pchkv5gF3F/
Zyu/ClSmz3Fo+E++Pi9WBsXyx/2C8nfyTOaZTwi2VZpbWEOGDQluKjua/3Lw9/Se/RKXBG4Puvhx
fdVOmuyofuzwEYetmMlhIfsWu74Hq79F35lvJ6WKJzggaYkdx4YzP6LTD6p2oowwiyW8wCswfKJq
1yWU+Dr/kYTVfIgTe/zdFkl1H+H/tfba7flyE5049vtq5NsKHcGJop2b6eQOA0/zbUpNyhbDlXCG
6saPNiVplF9BtE5qIwH+R9ggm/5XXK06S2zSeGFH2xpfworyK/DxqHZsqVN9zSbN/CGbeiIuWoni
ue17/Zxxt39ncRveIQrE/jQMS5iRFL9mcSUa+mOQafiyvExCpuQZT9WLU8kuvPLd3FkvYjg/IEF0
wa1gKAz3LQEMGWmKcXMnjWYirsvoXXxg2ZKz+esIv7R7DDAbaMXTL6vT2DDjSBXfVd3pYjfh1n1i
szB8xilDBkKWj4LUltyeImzk8/QSDo3KN23tSaTvRHVL+rll9xlUSFnvu8VmH4cpqMj3WaLB8QvS
urJDMrkOpdNECMaGH8WCREhL8WOZW+MRT28KVlWHK7JjRZdscMgpuQ9x4NYbSkLnx+qG+62sYeS8
siTq900yRo/5nId1YGH/vUeVX3+idOsILQkTZ9kkw1J6m7bQ1rLBAdGSYJMZ9hrTAjQFcA1wDvA4
bUcifTdBJlJ2abo3+TKF/WWvvO45r/CpBEBB/okLnMurzsKOt8kWz3/0ET0SOkUH9NrEh1fiZZbx
HNS+j3HIT8hS3gCrDa+5g5MIqD7HajPjBAMfERE5tN5b/kHYR8kSpKHd3/Ue7lOM7o37lJqlUW+T
KvO8WxSE1aXhlDEsRsvPDmllh5dLN8LwyVJdkjdV4lgbbDP6QACS9cSBzDyY2qb6NE7l8shzDdAw
jOvhl66Q6xyyauLXWgUfuY3jhfpekYV6TpX+eidAAbG2rD26Bx7e2+NlBfaOyCFRWVsNpOSgS0Xk
pFdat70yxh1lB9hScxy3LiGztCbOAbNPhArrZwF5x+oHoTMHMPtU7VcC/NGgsckXK7HXb0Sx6G2T
rw70GUNF0Tn1vpd1RIFC9nfdNv69L0nHtbjhW8/pxxtC/uYzlebrb/HqkWFbS5VCJeacfKo6o/BG
oxBqS6zXRFeGGRZZjT7WEYia7y/qr/p+nP/av+fkV4+Ke1pi+Fll95gGbdyCarycqoEIURhSN+vE
/HpWU/sdolaJ5Rtrt2iwFLMBqQhWwBSL5TJGDjCzUKEg27//w14XCcxlEDGx/UWm/mrsmOQgK0Ra
ulswpJDq+9EfNwh9jH3l1cQgZqr8hCtg3L1/1H+6OMefUuSlmBLQca3qz9OP3JLWECPjUcFBGKK7
mjTYPW3A+rIEhIQTc40Htfm2KCNzH9ykc4kYxqWL6T1pvxn1Unx5//cwrj/9BtIwBjvIdMoWq6xs
vU5/7KowWk+Yo21SfpahvwIHuzj7TLEtJAczRJ+OHTuxDg2qjLsIHk8WWDWPD1ZzE4slz/DPYaZn
imyVNKQpE2s8Sc44YGMvjjR3uqG+DEIna+pLtsysdTCJp6uoJuti26CfrIM6sp1PBMmZF5bKoNCV
QpPdVLSiubDSOMInGFZ5temRFg1rviZeunF21OfYiUr4QfMssLJnlh3yMvXJHVSDGBWeJbDoFV4G
ZJS2mfpRlxOLTFfoEYCryhsF3aAZnz0c3vZmlquarZZjdCm4D19somY6QuMgT20bXXgz/zCMnx86
qmS+K+be9K7ymbETTBCDlJcpIDYjr+TeTlzr3rHr9lkt49LtxUKmRc+6a0N4VyLaS+KkSdWdVPPU
urQSdr2FmuFiJJNj2Xb/j73zWJIby7bsr7TV/JZBi0FP3AEXIRiCDDLICYwSWl1ofP1bYNbrpiO8
3Y09foNKS0sW7TrUFefsvbap3INdsYpHXBIgxMbR1tVtGSnZx7oLdYhZyN/3NMUpeEVV0xQkq0Lc
JQC2BfA0TgtjQ+/q9hHIkvkjKZ1C7FkXs/xn3k9K+4GsZkV/md3I1A71VEb5ArXDZqIDjunISw6a
4wzB4N2ipO3vajsh3i3VgxntOtwm45gMbS33U0Tw0c42e6k+0SfudgKrQY2U3VEC0pRJmdqa6EEx
uxLh97CAjyyMmsnwQQlHPMJWRMOBpxkuaJZOiiW/tiIpTlMCRdtJXWm+R0EwPLFQh99h2xgxxJLY
/Mam18JZDyVOQ0EqqleEKSyUBTb1z5wnSbPMEhkk2wgURnB0JgJnN1Yz9NTq4KHsTRdm8CZOiYP2
hzpqPzQAd3lLxynb0+J2Gn8oCEMq68HGFyKzcVfFsE62pa1D+FKIpUv9VoydspsLXlOgDrDGAfX2
9kOCuU/bpiZhfGAO2ogERa1t4NNNjUJWkBs6m1LG+eTNfH3qTsJcfGnhHMJWHwaT7Z3oq59AX8vo
UBlVN2xxcGIkja00y+ASSiyMdRaZd8ksXeIh49DRcP8u49iTaA5LGldHxPdEj45cW2tP6i9Gi3bG
eOnxEo7V3dgECsjDgheQM4z4Zg2JTbyLm5OXIGc0EIcS6+BraI7DQeQukV/kvI6KZ6vA/OZisj53
bTcJaFfBYsJPaSZ4UwPSYdOOoGqWUyuZNdOkkPoLwWL8MggKiZ4+ZuPrLGZsGGQBSApFilHuazku
O5vQeRWlGAHbN6lbeAg0Aaf1VaO8dFCRwL7xUt2Ms5H8NO1GPIUNzJBNlcX9N3CNUtkOdqZ8TmtX
fECODOiJXaV4ylsdPhfh7fl7PvWg9Qarzz6niWO99prbfTDVJP01wHe4l2EFyEY0FVCj3CCyXnOr
8FvW2sByoRmiryHQ1cA7ISON2F7hdLkPxKnM/KxW6XlSgaunLQfrVhKdPsIFCoLJNjeDPYKMXBpN
vkb8XOpB7gWWR866+pCxqYaPBJYi30Oi1L/0eUS6aZbW043TD4D+OhNX8VGIui98KNOwlzQkY98h
z4SDP6RtOhKTZhv9buZkSbBePbyOeWEZ9JsL5yXtQkAJda3qnpb1RI7W0Rzeq32A00tNbXXa1tng
ZF41NBrG4zS3a/oyk24eWFhoYg/lAP4EaaESH6vOroWf9nn8jgCJekBnuXjCdSdzVJ+syTn3CtUK
nqqqLD9i0UA9Ebt49X1N65sfuhDMZ04IORqRbRpS0i+6fttyY3FIA2emCzWmysehFS5APb5KuXdn
CpzbWDOijwrxyug5Z7zh23Kspj0K4LL2BvJkwfo4ZZo+2AbJqJ6DRGbaz64b/tKnOrUOIKjFJ560
JDNX0yGL1tHANpvkB6wViPziBeGhuq+wTdsNWLwEYqyTUBrIMF9Evpt21ktPOGS7DYkZ/xGrswIs
RNjpp1YJ66cai2PkIRku7mpihPUthCrikpqO5I4t3LYo9hSjFdIf9CKn0+WU47fQ0sp+o7Fvfg3U
ev4mSRLrDxDRWUXbXk8Lj4fZ3Y2Apugx4VxSNhhsJ9sP6DMAqgDV47TL7qwrO/U1J3xLHqJCt0gK
hloWeEkQDwYYVRFQAc5pHvxTIfyfZvu/2Pn8sVvyvrZf/9fPoiUs8N3X/Of//tdzmX9dddt//43/
tNvdfyPspFu3uK6JgV865/9ptyv/Zme9VLkQllGwX+KX/oNyNujRY6PGRK26yJF+C3X+02439AUA
TQGWjS+uQepkf9NuR4V7uq/TcKMtjSv0bey+CRZYFcGcUqQt6z14iwCuIg13uH9eVVHeOVhCWPNj
r8p0Yeo0UE6eqxhY1ruMUDMiqyQqj6H15q5M1R9Rmtb5sc0CnKKt2pM8WZcUTn14k8v8ypYw8Agv
ZlllETXdryyo8bSFR6DWD/asR+rdpIyzOLRJPpIP24UyjD4g8uvEfUneJtULtNtleQf+PQQJHNvq
oU8WacCmL0sVIywEnGcFaP5tCffnSe+AJx3jLjU+kRrD0XTMKzPcTYBMHuygoUjUhUhhp01NXln+
DWghX+uGdvIQ3AVkDw+KF9GEUV4Umj/Bu9pRpmof5W5h+RPEV5JuwGfSAbIbsACuEhWfjSgPrB0T
ak/HD907ST6Ji9Vtstqq3c4d+YvePNZA8RMBmmhTqGwQto5wRLjLodOIXRjaZeUVTTOE96RIuvc5
Etb3VRrP/Q6L73CnEH1JrzPGFwYyz4m/tLAWnydryMgPQyug4l4t9B1LqOX4oF2lwUaS+CNPZzbG
o6aHPYhTDG59dm9o5fBaJezgyXWGgOhnoSRSzexwOxM13xk/Y8hJH/E4eyEaSAAfcWMwbGg94Ykt
yYrJbQMghRXCFozV8EeRG2myF4F4zjMFXGRmNM3XIGMlIwM6ZwmEfB+1xvwJov/GrmvMl3ZY3dD2
o/jV9LW8HejDwRjU5uClLYLkSKRQdq/hFCC9QRt3NNg/OLWlUOFJ8m/hkkdAKRUdc65n3xWTXQsl
kyLHl50m7oMNQ3GkfMZq6KlqZ94CX02+ZECe5dZOxmDElTRXXBaGvl/sbDsqEupsf+iiSaYEIZnw
Akmt5XZLm9Rvydnifd6zyfalSzg6+uCBhRM6NHeLN/d+FmOPlX2OCM6MgGkYm8pUOrGjm2ZmGxPl
arwFPDH5c13hs12mf+L7KMIepNkRwgVasn0emdGBqMVO+alrazIgac/NL8aQyX47xGoMQdPoU5UO
nlW8K2PEiBtlJEF450S9/FCQ//PD0WKzZTue9J+GiDa511b69KFrLOKgIhlYKmzGuhWHKW7JgmkC
GQIjiqIX2gw2sT4BLUS0AlGXeOMwVb9wyWZwkgKZPBUCXhS2G3ZZdWEmtp+MBnAcp7FYilBEg0vq
+7QhkbLkUWiiVG/zNmngpaAF/AG5pZ3u2oijG7Um3XpiixW+oPwkT7VfMr0FVM+vBGm6riebxvlI
5HNDoisJDs9Qf0UPmqNOHiiuBRQrpSy+5XSHJDQV/mwhR43ccbsf7kLq0x/iLCmfZWdjVDTsRjum
HCcHDK5G80ngQW7v7LqbDn1pALNSi8C9j/OMckLWUB31lLyjl2WACEw5FFrKgyPIEAEQnKYs0NNQ
dTdabYyUwjrR/KAzMvwsdTlnR2itbvi4KLxhBaikIvpuy/z2bQ7MhRZpasWXkN8wbyDM6cBfAOYH
nMeEVLcRzNzvTpgb406qVYWCPBb2SzuSBbLVSOzpNmQmydyvezV9US0xBR5Q4fzT6Oo9Yahz4nyX
xVQ8OkOmAj0zayrBeDL0cpd3EQ5BodaCwQOgNpObVR/sFiIQ1DuHyFoRaNEvzQaxSUx9Vb5aYdg2
N60DlQZ44xjcFWFJYHBlqgByK8xrkd/AWUV8YlH/3TSNXjtbJxmmYGNZI2wiDXEwVIcpb3am2ufv
qBRTKo/MXjsEYwJyNlTH5LGuALIx+WTBU5CJXBJNUdSPNWfUV0troSHSRHHDA4P25JYpRhAciXkB
/EgZGTJqr5Mb5teaDncTylX2FbYunTE5MO95NR+3AavKSbKdDe+63lpKZY6Y+OvmyYIkCXk0KC1I
qhFyna2RIGvb4FQQN5VRgp/is56/0y13XmD1tD/n3JnvM1uDjNq4YfqloQoFZre0yoDiPRyrrTWI
OQSCFKbvG8p7FC00o5Le7MLtYeNaTe+HjqPffjBFSgl3sgvpJUpO+q2QPTw7zS2CfKeXTp54KYiH
jzy1XhIPVwY/nD5hNsrMGTCu1Jlst2iUypeyLuRtFzsghfJxxlfXDk4S7WHkK88hZeTRd2hGU69I
jO44DbZWepY29c+zS/TyZgxAvkHe68NPmdKFD/Yk0daTdA/gSDqNdKjolPOD0QwQxQhbg8RXqMP8
IwvD4Sa28cwCGG6QKajjRF2HOnH7xH4BFgtrrv1ak9D5WbVayhFm69LeioCvAdubXeMTZC31WSgF
pXmtiXld7b6ycckWMFarxKRIoICEtHaRWISxgytokeESU74iPpUEyYDQBKZNvNRjMSFo3MxdbTR3
E+k2kCoKY3oUAIxwfKFk7Lwy1DhjG5H2NPMfxI5VjcPBRHzoC0tXmd6Yfaex7kFD9GMOW8J3ZRpU
myJvOmXTsCJXuzKUE9t5V+34PyKMf52dnnNeZRninZu72CeH3OGtQak+TJ6dW86vPszozsBGn2G+
LkpgsiabDqKrGmQ+TUbtc8gp4LHqyDT1M850fF8kFd/kYwqKxKkiG/2ZY8bv3bkFm2WWPBEfXy9Q
QG0umltOkZQ5oIVWNhwzJk1wakr6bTbH5F09otrbGCjmW9YLnqJXQbd7UgujnG7yVO33pF84HMRH
qzY2pTNZLMiBlpQbB3DqiG8gSF9VPRhj8LdmfYdVs0Mlbc9tTO1MMIFPSw6cCXoQiGLc6C9lSoDu
ngLvbG5gSs3drhnolDB7N5HhG3MMDX6sGAlmSgJ3t4NMSIreAiLeWnw0DbTrwfxgxTNVtjri/m/H
JHIfExcCOEoyguzuRngYo2/altb5piTqaTNY7JmpMPbat05Q7WKPEThfGzJCvrRjpwJyoyRgs85n
ZI5hJBXPmVpCWIiciEDFBIxPt1PTxHA2Wt13T1EkJPAd2i72EfsOpS05O8unRAHeq1gSkjt1MoyR
WL3eVEC4S0odxOuoz8M06c8gi9Ivg53TNNPKJtmbFAeSXZU7MPLiirbMI03/lA0HYRLFLidTim3u
0Iatec+O1aEoiFPHupvjvpgedCMd5iU0WbO/2WNEtCQLCsWF97PL/qiEu0sKwx1WlD76yIYZVF6g
BMVwp02z7t4YsyjL50ZWzbCLO2VQjzXe0WYXJaoafDdjmUY7ggAc54M+EeJ9h0Z8Mp51aHvatiVZ
RPs7CZlGZwBxF5Kbhc6ALXnVRwgSUhyqRIZezh/fGzKNPbe08+9/nLoe/ymO/6n7WZmeaRlAb6Ga
h6CV8A6GWzWGyb4qGtHWqVcZ41Swy8jG94BimTvZclLbAMpa3VlVSbbspLNFVOQAptKO5YffP+R/
TsL/sqn6/79l57u4WIcaLX/hn3Owrv6bZgYeDxfJOfbDpb/2f87BaBfxCSo8OzJ+/jgH28q/MVxR
0zMQlvK3FwP0f8vOOVfTjl+ODeQIa3Ql/uocfHoKRg6PRcL+rW9XiCxcywB1HUWpW5iRb41xB3Qo
c4YbjjbRi1vq7fGPm3LmPV1ewz9bO5AQ0NLTUTJM+kmwnE47KWj/srRtERfRbzG+MUs0FmUlC0ht
ztuKkryAikBUAZjZIvs7ugfCmmVwtAwmt1ldRC+ngwNAb5MCI4ZfG0Q+FyLF8ezWumewHWL7wtCt
E+Q3VH7HK83ENy2t30OjV8VUS0zIG4Un8lRRk8IW+ZXOyT9BuOFPTKG0h6vhHQ5Ym3bWaBS3TVhH
e5Lcok2Y2tpRK9PFTzlQM778HFYsnv/cCxK+ablyO/hlp/cCeLCSqqET+TS9+7vMKKObOTHbA6/k
vAvmuvyVuxrGVUch+6GM03Snman75MBovrvyU5bbvnonELMs2mHkSFR8VgqTOVBlTthKDJtBJOS4
FRa5UVHtHi0l6rJNJ6L8UQyNE+0E9b/PbganstXj0EJ0ELqkuCqTvEPyqZD67qZOce1WLVWg9e8D
34O6Zyk+vbHhccpQm8maEr92hvjZUPrRn3N425Z0TF8WUbMH5iFvdeIsdk0tYo8WWHMF0XXueVEQ
+03foQDGZHH6vBzEubR8HPJdDDlCFa0M5Jwyexd3jThiALG9yQzpIk2hTO/SKKXWMaKD+GpbHGEv
P7B1Z5x3GW4W2jEIkrw5a3qS6yqdWyDE9Ism0X4gB0h3Y2K3+zaUwf7yUMujX9/6P4ZaQ8KqIApA
wMapryl1028mW3Q3tQiCL2Y+TY/0C+wrHe8z7+Jyd5mqCXpz6fWe3uZYdRORVU3i65GrbDncFbeG
UehXZsGlX7y6LD4UbB82Wi6m9tUohZlrQmkV3qih4iybwqacZ5PWFH0LUnjMrzbHiCtP7Y21g8fG
oEhnaajzJuurNygR5JAjH0p8K8/yXZen02PSMBnmmWi/0FhiW1SNxY4PwN0SukNbewj5mIZUsR9T
xBl7FfU7p5bONV84lcLlvfys375WTACwUrBU40FFhnJ665mnsN7QUPCbstX2Bfhosk3iYa/Xxl9m
5bIQLJJ3Jj7qzhD41oZ5xOntIEtjecpmvxV0MTcBP+xDWGc9QTl2eGUPeO7SkAYuwa5Uk8nyPr20
nGNIA2UFW6tB7gCpNeY+6JTxaFWK6//9XTRhF3JtLLRsHE6HIniFWRRWs+/0LpRsWWWenkTZbhzG
awzNNzre5TayeBC8iH2AWv7ymv8hi0iNxo6ViIgZLXVHc5sbYrop+2EkToGsZ2hqwEY2Dl35dxw9
pjvOxtV9KNoIPHrgYlFRu08x1e3HOp6G16zRKr8U7Wj5Rt7pV7ipb7843n04exbbY01j8jr9qfZA
KVUJMHIElVruhtai4tGF2Y7pDQuR1Sq7tsDUcPlZnB+UG4QgXeHRs4H78/6QCkQyYzGlftyUqNmo
cjlPJh/VQYq5+IV9KgLTrYtvl0c997LBm/vvUddevdrRKL/9BtKjP72Nnf4pizLrIObRufLFvp0s
uakgc3jLUKjDEjy9PsfCcBXwD18vE4NF0DXuE2N2rjh9zkxcp8OsbuNgVjHVC5n6aVBnN1EtaKDr
YXwgVkn1HT3piACzS8owDn3Nxc2OlHBcXOw2DfsbJUrrJ07IgVfi67gzh8l+vHzD3y5S/L6Fy8IX
RwjPGpXS25Sh+qhMfeoe6UEnAA0/i2O97yK3/DQMWnC4PN4budjy3dG0QuvOV+44a15nqVQIbCmf
+7NZ299axNY/p96utG0P8sfaDo07vFLiLB6LwXSenBY04BFnijFBukpnpKNaoHwleo3Sh4X16JoH
5dz9wA2Nn2mZGox1YOYQurxqUQ8jqmuH99M8CIH0ohYfmWzJ87Wm8q+X00U5yKGXqRX77Hpfj95Y
h6E25n4SqkkOL4r1I9aWfrTNv9GJGiWhNYV7Rba3vHenq7gDzmgBVFFM43+r9zKNVKiAeZv7KS/d
xqEs7VN9Kne4VcsHk0bGZtbUbKvq4bgpQ3p2l1+DM985w3OW+D2tQe4//fq0eqpzKLW5rzkFzHhX
ITKjIoMy06fxykR2bihcdrxxqo4Tbu1LMEv2xVk7sDTbpfCasm9uk7axN3lFDefKpHJm0lTxPrOc
UDBxaCWdXpaNfIYYizTz3UCOVDpVZ0dCtkk1WVM94FRYwbrhGi3gzAWSW8sSDYUaS8p60F5v5qCv
4tCPZBc9NwEFSMIJptsuVeSVHebyWFZvDQ4B7iUMEQ6jb4gB6NTVQaNDQda2fhxVY9gEGbVaM4ow
H3PKQfnW5sc5Sn9dfl/ODUyi8u99z8Kle/u6DnTAdOEttcTXjNjI1yLSoK+yCUKd0RFi7Djpy7L7
vXaEOjMjsFNAPwkAcCFCrJ5pZhjSQMEW+sJwowcwYL9mXCY7kiYKYuf1awLSc8MxGkUNZgO28ouc
8499CcdsziiBKrwwc6N7eNT2p3Seq491VGTPwIC0K3f27HiYI4CjLjby9SmltkRN22cQXjW2DYGz
Kip2g91l2M+ksuXtlbPg2wfpLsnYOHeY83iey8/54/IS2wxpgveRPyP6XE6/7U2bNpk/08vYi0g+
phH5HJFZ+5dfoN81xNNXl4Ex5OO/Qzrhri0uMWp40sYUOmBqgu7GyvLuIR0ra9zTVHafiJkrCn8M
+arxfUAz3qJZmtLbyrbGI+FPkogqU4luNWUMuw1cV/kjKwNMpAMFyY92orsPxFtWi5DUGGhThC3p
f1FdKEtQiqk8ToOLitRAvS+8ONSVLwT1JQ6JaZPjq5UbGldmojMbD1CwQMeZYuEEwHI5vdHS6Oha
zgONthaNflaNlU96cuVl40ijylGDbT+3vV8o+FoI69L5bwK7BvpXpBA1goQ0n26JJ7R8oYlr1J4z
FQF+G+84sArgI9R8T3+dFg9JPJAL4ldzROnanLVnbHzKNtVU86AskUL4yEH8ZShUtWHo9lM3CiAs
lnvF+fR28nQXgTzFJJyXUKpWB8scYyztHBPajIr3N0Rst23LOTzmfWUcLr+C5x4JgvzlyMyGE3H0
6tNu3DZbBDYhTdheNBt10uVNr1cE6KJ/VTeu1pIz04wKOv067L8LEdG2H8bB8Sxrdm5gPJJ9MefK
rkeBsUvALsRX3pq369fCl7NYS3A2cpxdVTgJks2iqg0jPwMpDrlJS70+iuVdZVaOrxE+tIE9fW0v
cHbQ5a6wG6cXoK8GDRunV4whINF25NukZFZFB+BDKPkkvLDXweFjnHP72pN/ewBYitn/d9jVvG4J
ZRhFBK1bwct9zBx98QEV0+7yQz93cXhg2dtBZUE0tlq4QtQ6KLmZduJSt47mnErarEPvOwGpqjIp
TH8cUSdeHnTdUOGYCGgC4RoYOU44MKhXnxfhU3TMjMhXC7C1WRGmWz3sMs8yxfzs9jFnx2VrnxYG
c0EJ1IiKxjVn7htjzD8/gvK8vvBQQIac/gi3Cji4LD+ijHP9gf5beCCiWb6zsrZ94tH2n2w5RDf0
1ZGfxWF+JPWmvBvSQtwshNN705zQ6Fy+M2+3vaScqDSZfje1AAic/ibV4oQpbQpHbMQrvxllcStc
m2bb6JCjB4LwDhlbvm/jwfE7yrLe5eHPlNIZH/zDAjVdwmyW5fGP5a9Tx7AXAeM3Vt3seg7YuxwS
850r0aTNQhtvy2kYlW2oZsm3Bk/vPfm2NnKEgHZsSYjjleX43PQHW5V9hg7Cn4r66e/BhFAj4AIC
0obxdFD7btiNofPRCUm2vHzpZ+88b+XvyiQO09XbwAkvJzV75ENIU/MwScP4jBBE2Vfu1IwLNj/Y
Kt2gHxCxR++CftQ+Xx7/zMaDLhGyJG2ByWrrpBZVjysryth4IG/DHVcHPzGzdR9GOXQHu4qSo2bF
5AlJGX69PPC5eYbGJr2TxSTGkef0FudzNNrDzC3OlGrYF4Wb3doBFfDLoyy3b7W9sejF4TpaunQQ
nU5HscgUpNCBwKerCsWPlQKgSmPKpV0bfkBMkl8pbJyb17AKsyHGeL+gjk7HE3Ojxn3OeHOsTTfm
LBXiiQNi7RBdu+KFvU22QyWTXaPonBsXa5sF0MA0KT+v7iahc7OSRCImOXGK9z1d9oj8yAdriH/p
Iibtx9J/Xb6z514cVoklXITSM17k0yuNSG9cggNiXxqEQroz9ps0muzOw4JkfSJpvqfJlbmPDaF4
1z6ac5+ntWyYqYmCr16vx7HtFKntprHvJAVhEnmpe1BKowMoFuPKTHDuBfpzqNVyWBTZmKONiX3h
IGx3LGluF5PSts2LdtfAiL3ywp59kBxlXMhVoHWU9YN0eIiuCgwoyNgHI9hw7itcAdturNttDK1y
k0/ZsL/8LM/dT4aiN8LWk1doNf0aoMiHQOMiZ4JYt4kUSDsBNu04ow9X5rtznz3TKnMqFBnkDav7
mXZJ6rJtojFIiW0H+3veTVWY+JcvaBWCtLRCafZA2WTbxuRGHeD07cQxUrcGt9AnQE/eTJoMdnSu
aaCJuK4OmRPe9UoiP0O0qJ5to1R3bl21v5CodnsNJ8mBTeDg6X2l+6lQ6U8RX+sZJEz54IuqK1Pw
uUdOH5B8Ihv6FZyu099q40gGXUBWG+qceCvQonqVNHWAS1CTe/KB9og29fdX7tCyg1/NjOjjgSla
VLz4jlY7/Gm0S0BvZFznSPXuNK37pLfx/HEKxLwVE2+42tXZQYI43Dpze+wtbbjSJD5z3bSqEQ0Y
oCp0GqGn1y1AJ4fAfiJfi4vON1DLe8Yo44OrC8MDlhDvlbkcr9zsc0csijQaFTbEChaYlNNRG700
w0hy2qh6R+4JK8+BVNuRTTRp0dKdInNiVo38Xm3b/p1QC5ReBA8kO0LQCVK6/BDOfHf8FlDuVFWZ
y9Ynnw5W6ZiTPukXVqjsiL6cHuw+JJoJK+yVdtXywq8fN1FslJghZ/B1rD7xMMw097cjSW1T1bjJ
8et91nMrXwJeFXVfhFH6M9HtZh+Frptvh0LK4+WLPfe4KQHy4NjiQeBaz2yYvVGxlZFP68m4LbpS
P0J5iI84Jn7VwtQ3fdR3u8tjnpm9qYpx2Rz0QQq/MfmOHI/x7tKtwQG115OwPwLodI62YmUHYjWj
j5fHO7MokjOz4PCXlRGD9enLZSMgrwqzYDz0Cz5RHMXOaiGsR17zvUPFdZfiq7qyYpx5iVgr+IAo
i7GJdlcvNL7GMRkLWiksxjjdjMHcZ7oS7/TRTJ8uX96b28mBRWHBp8NtwvRdD1XTZ5s5xeMdEwbk
2VFp4PkwWxaGEJ4ICEm+PN7bj5VXlYUJ7C71W+SWq+2bquAiqLNUeEQhNUdqEaYfCJc8qUpJ6/dx
qk7HFrSUH1q9uku7ovwQJS6i8jzPrnw/Zy6dRrZGhBxtIRqOq8mqwbDaKy1VqlKZSZ1USPEAt0s+
soOKfXf5st+skctVIzAETreUgtb5HEnNrBXCn/BApfUKpsp8srZTVenRlfnn7EWhX/o9EHCx5c//
OHaFbUqhZwHKJ6lwKM4hKxeFidtcxYkeTdh5Ll/Y22WZEw6vKi8pYApsZKtFp1RU/LT0bD2jk3hO
JBGIEiroPcq46GeNp2OTaIlxOyrj+BndWPtg4P3+nCN13yENBRlQuCMB8nF4qGun+FwXtrxLSbr9
2feyu/Kyv/mWl9/Khoh2OJ0gkqtOb44bYmgFBCC8ADzOjSb06NvcK91nFT0utgFTys8lAc2+I/Nr
EQpvPullaLhrEGrhNGjK6rUn9xyWCyQIT2nb6dgntfahEa65k25ybT08866hNmRHhgHaob+3egXG
2U2twRBLJ3UKb7oMUgFV9vjj5Qd/bhS6Wb97efZyYji9l3MwlChuEuERuFceOSx0t11VXevNnxmF
JhMNGE1n3we893SURA30kgIzJNHc0G9r0F4brYd2+tfXYvyuWnFq/w2jOh0lxtfOsxkCzw1b51DU
RJM7fSGvnDvOvAIcrTgfwwOnCb3W/mLq7qhhtUvPKs6PYdTqu97EwywrNPuXL+jNUJTD0S8uXQ7A
x5zGTy/Iqmx8FTBDvHAapT8aevwpjeaCMlwefr881JtvCqc7NT+mUY4atMxWQw0GmfZZSGx7KBP1
RqpG4EuS69mQw8JrIrgJU2B+yIdW8y4PfOYaCefhgMNxn48apvPJTCfbLm0JCAu8IXXih6wIQs+o
OofgbM25ss85MxRUQayx3FZKjWu5WRUqoRM2Kp5mrGzbpO3xQJqcjG87N0mvhQSeuaH092j8Id0j
GmstG+gtqw7BqrieA8JLbuvEGW9lgIYHi39jf+2Kpvpkhmmy7YwsvMZQPHellI3gQyoobd5oRdIA
m2GupoEnW+dLHFC0zENwD5gW+r+diwlttUwqxUxVIIzXc/GsJwYm/QkxKK4JTJu437GvtNGz0QFU
2OZjZNwYmFk/hUGVfP7rV8cCOY8IhGIgh5XlLvyxSMZmD8uit1wvyzkA5NK2fb1vTU9XoR1eHurN
BMZlIiZzGY+NBvqb06EChKd6gePYw6SkHkdl7m86YTVXLujNqr+0mJCdEoXAuYMs3NNRnFHFNIzY
w2OjX9xYGXSxcdKLd6i1tEM4NtaVVf/Ma0IKBJdG4hA68bUyjxBahHlSw3UZVyh7I5SYdMvFwS0r
88o6c+7SUNyjkqNL/FYphydVixTROfh8FPemLZP8gCmN+HnSCRzNM4a2jw+Xn9nbej6302V/wGNj
CeXfT29nV1AcW0SCnt1SDtr0E+TdDUw01S+nsH8GNzWYmySbZm+qdYdE3Fw4N8KdVUytqeG7VqmT
6aDEL5d/17m7jtse6RKHApqdq6m2F1JvuH6HhT0qvigs8b0H9HTaT844P/71WGgAlvtOLXlJrzi9
BfgXg2ksQpeOXYnuoNTBgBZ5sMEEqu0uD3VmwkMoxeaREwiPDJfEydco8ZGFeUvakGz6fDEAYSRF
kkMypVKkuE5l/xH/8FPj5uXPyyOfuaGMzKq1AKqXufZ05A5iXeVMXOSctOqm7oP6UCH6JdC5r6+9
U8sNOzmtU4ODiIASgPHYB6yuEnALFNnQ4hPNEVnWRqMepZEP+3Qw1KPl1Plu0vtgXxuIMTU7mXah
a1yL9j13vRybFw0Es5KzFrgmM3STqlUdb4Lzs+nnwbjJClX1zKI3Xi/f2nMPFfkMdTrOecB4V5cb
wiDDvAbDQDNsyCnx5Gw7us+7wEigfUCX5myrFRu8/+lfK5S50yZKM7gTy2eyNspIrUVo5hIXEOTV
z3y2h32oMzKNlvlKuevc/WQvT5UVoRDS0WXy/2MdqQ23niBdOmw8wBnNFo3GPi1hEg3ulR3I21lw
ockv1VymWwSMq+PDgDAPLFfieAnh7dsSJKVnDtLYOFlp3RGSk10Z7+2VMR6Q4WWqYcOzVq11VplO
lRS21w7NTxk42QEsw8OIpXx/+T05NxCFFVT2aDiwlaymWgzCttlWJtBmlDAHJWROLVBqeLV9bSE5
OxJnr98fu0Kn4fRhFZOrjxihLQQxqrbhXTQPYQ2KgbqY+P+4KNYsjvxLCBW0wNOhErVKJhUwmxeB
DDrSa0iRN/b5Nm7d7q9XYtp8HJB401mPKeKcDoUpa6mLVpanB0lEkpsRkTMkGsQMmuX/9aPCVMBp
TGMzTDts+eT/eNsrUVN2njPLM2v6CZuuC9RDpRXlQzeZw7fLY51535eiGx395bKQpJ2O1SmB2eAR
sryqt1+Rzo4Pfah23gw8hIY2mKfLw73dpaEO/U3OxdC29BhOh8vsIgSyAsrQJX0Ionbv+omdxX9b
cGLi51H9o8ziy1pdlMsRdqIEbVF+oGmZA2LjMcnmGCRtecAGQS/j8mUtR6DTNed0wNVlYYlpeI68
h2pKWLFqCMenyFGDqp2Nd/Ggx37jFtWVe7l8setBkUAAyOT58UWvdg5wXoORTCnL67C/34MlhoNp
TNnBwSO8AytLRu082kdcSMYxL6bh4+VrPvfmYNSk7sFWgrD11ZzMMbCrk9iwPDHOkA9U8hZB+ua7
nKd6QPOr/q2sioeqQ7+k30E1BKH96aszlD1fnj7xASrS/JwErbA2oh7MG4fk+mvVveUNeXNvSRRB
wrU02tdlxJoDaqo3XNxYZPR0hnA8ZnY5HZBRJn/b9ua6+CZsemikZmFwPb0ucB4DMViE04O8aXEf
6dqyYWg8JXPkMwt48phB+bqy7Jx7eNhvloWHdYdy6emgLZyUBt45NNepSQ/0iloPlnLDP6S67dvk
75JalxeUi2QY8hpNyjLrXa6xMBK0mIus2rza9ZYN5sc0xNFVyujp8nv5tvC9jLUYpygAU51ZzzGF
DrFOxrwoIBncEZJPlxlbkA7BjYGkmbiMWryMko2RgmzjMKqS0LGYPNeJE8aVRePcdMfLw89B/Oaw
qTi9zZxX06DvdS67mhI6tubglXakX9kdnZt9CPL7rXv8DQk7HUXUTYRaoje9zA4djxNVugHI3W+M
Yup3VmD2XhMX9n9xdl47ciNLt34iAvTmlsUy3Wq1Wt7cEHJD7z2f/v9SGzini50oQhrM6EbARGUy
MzLMirV2nt6XcafAONIdFvxjVPY3J8hs3BaYv00uX88FLPI6CPVptk9rSs+mX+opiLJxvPPibM/Z
ys6uyCRQTACLRp3/erlLwdvYNoYVWG5cvMnSEuKKcRF8jnSZRxg8qTL+nYTh/84vKSpNX3I12N83
zq4yF6XojEVIeiwwh+mVcnDyXt2ZypJ5nedWNu9WCDI7aZOVEl+pDkeIOke/H731kETjHrhHZory
PEACAg2d/t71Jk5Go7prolmUyQ2wYGq4QvUB4L+sreS4cyFfZmR/6PnJOgV5MWQU17bWOc8jt1et
oLXjQQ3mOdNdH/4h90tmJGV6l2YxOl6D5qF7bFINDu0J5MbkRnNw+5fIriONMObtBVEAIcL1D0lK
Y6g0jRKqZTAyMfa98zqGzefzbSvi5G/fDhEi0jwFJk1oem2lLdB/8dQI5YO+ht8oH+3wFWN2aP9M
/aTEB7OJhx8QLOXlIUVn4n72amK7279B2HjxG0iWGOoXutWCtPB5CMm7mNeZkGjJPSjCy35eTzaE
WC30Z3Z97nQt+c+yS6PYiYNkVxOc0P8oDcAjbzbYSK2qj1zK4fO8qvjcdoA832uoXI3GfKr1UNlj
EpBZBJoGrljl/QQCcr3QstLnxEYOOCgr1X7qVEX1J9hYoMcfwmOfMPq5s0TZGRKwYqbILJzPH5zs
s+AcXaNwaJPeDkhz4Q4xo+px8ubw2+3vJ7ueKHXYZNiCy8TZ+Jsmj0xnMXgvATUa6J1E7nHMUYqH
x9T7cNuUbAepWKKzhT4oiM1NDmXoVWGME47cjkMmci1FZw5XSX23BsHfzsWy8ya+BKziPp8b3ARy
6EmghIHUVgA9y/hKg6Y0MAYT8p/Bhem2aaDg8qbspGqd+7qps2/uhIqS7YXRwYas+3x79bJfw/ss
VFlp5ADZ39xWu1VgjLVJttambL4loGRbaLhqZTokilX8riZUoo5wBGWMXGVaoXCKk+IB2gqFQgQ6
B/NlWfvur9EtQjUFSjYh5gz6cqvEWHXGoLkzsf3CaONx7qmF9q39sMyVs+OdJef5ytLmAjWpiUBW
iyVN0T7XbVaeYd60d1IVyXHGCCGKaAezoM1roy2C+j2fSchaK7+Y7UK4mYdT0EXJXsglNQW+Ea1h
5iFIF64dwmqV1TgMKt+zTHs/o8tyX2fNh9WA0/r20ZFcHBw8rRVHpOqkCdeWptSrmJynIuC0Zn/K
J905qcDeLq5bmkfDStMdexKfDhyHFgd+jta6uflSQ6q4tYEGJgS/DN0knWMcFq1UL3HqNvEhh+H4
o6PGIO//YZlMjrmUWBg52NZutcnroQMknLaq1X0A3rI8UZ4guczW8NFsrXXnRkqeT9qNtO5FRcel
R3a9rWmztKUZraReWjpRY6nWo9UOEPFwI8oDQljFuY0WlEUSszsgPjHs2Jdu8zP74oA9c/DpOPT1
ikMMJtNcL3qmZMcu1937vgXUb4AlP1hLujdEIImmaesyVUF0QtthGzO48NyX5pw7QVp19SV2HMjh
KxU8QePFly7s8jtDy6DHH0p95/7LlktMRByPq+EBEH//bLlLWrfwZSLnxXB4fOYlClE7T4xDslTt
45oNzWUomr/GXeHeKFtQMKP/ycfePAEAODIeaS5p6lIYJFkogj4v0wcc6R6DicwfUCJhYIQjjBbe
5nMWC9Kx40Ldc7Uh1V9HCFEX+HtOI12Ena2UOYTnpjZebhltbbRyh8BvZSvdJtUuuRZq/lIjuGAR
CJ1u38yX018CBsBm/XlOqYJuPJATxUII1ya9DEPldzPZ5r2Xtd7RaUKqMeEaF/VBbTtnOKTLOL6q
DIW5r2xJIqRTpha9bbP9nEVojRtDur43JsX5cvsXSh4XjpWKgogo2DCneH24XAjWka3RnCAqwuGB
yPjnFDXN3W0jki/Ms8IT/qcKRc3+2oipNkPtTIMThBPzfaGlpOc5q0e/Tpy9YeWXVAMUSp/b2mS9
EEbO3hDCLmQvrVOhprs6WqDY5fJTj73ud9LMvfaGoQEHsmv4er/aU2dGyJU0mQLdoQ1SzKG94BwL
GPf8vlbs9q9fWsFDRDOIOjUP4NaROJ6iDiGomMBOlf4e+tP5kMPlfIynxt3JVl9+XLILXiRGnqjq
EPNf77syrJkKp6oVjIqlP06pvd4hiNzvPD8vPSNVZqIGke2LQGUTnip2b8SrkpKoEqSdXJgj74jG
qOtk+bww9liXH7ppEuoFmv23OCLSJzI4wi9as7QSN9cLPmtDo5NnBSFU1ZcOxkC4iZr5tPR5Fvzt
GcYUzTLcP1kbycX1XoZw1hpp3qBT6pX5a4gx1csaIihBBvPpHyyRUYiRJaRJt9UTgcee4V/hq3lK
D3h6EIRLHWHtrBk7kf7Lp4X/P/ERMQMRy4tBArWqgJHnoYlOVpleoi75ij/rT86MVhr6bQjWNdne
9MJLH3xl09x8s2ZR4PTosAm57hhAFp3AKI2YSDLX8SnJIO29vZ2yS/Bsjdvjuc5eP9HLwR58dsfV
0ZtTFBvezq2WropXWlTayTu37HRrCyt+GcIur6EfBwsuHMt5Pdp+la3zRbHd6Hx7VVJ71GqYbSOu
ZcLu+jhOE9IX0DKZQaymUAQsnXtydXiMmoIKZmQhLnXbnvSS05akJkOMCRr72t7QF4i0jAYnJXOL
k2qhPhfG6MoyYx4fdH1wD9AJ52e9NdKdx0O2UjG+ScxFB+xFZmK3XTp1iBYhB9VHlzadyUOVvry0
s9reaYvy9fZCX47RskjKvuT2uGiXZOh6pU076g0QcyvQkfS4A25T3YcIDvhpOsFMZeXDMYTzECLb
WPnhGuUXLVP3Sn+yJQNaFQMztmA/2/htXtKl1ZyZ/Lt2smMDezuagq5i3XUQUNwtSrYH83n5QLNm
IWCGrC7L32Z/Q+1NMR1tKxg6bv7qMvPd2/VybMPq++3tlS4NY1SDBP3QNkVq8sQemppaBsRi9VEd
k9IfHYi+BnvOX1WaHu2cHkmvAWvk6eip4rrhu7j+nAYUyVMFjQp+W0CzolE9FYWNolQ06PB4J/Vd
rkT2QVsm8w2EZ9258GL1YNiZt/OACEPXBT9+CPUvUTBSAWgJP/UsjNcBh/Z0Gy0iaickBY34o1e1
YGwEwKdhqvvC9I7S75iVn2foKhnmFrJ42/A6z4Y8i/SBb9v2HoXkttPfTZaR3/WUSX4ag6L8shZ4
FnInMZ90xKHP86SMe0U56QkD3SBG42Bc2E7i2vBOz2tUU3dEjedSVFn8Fbn491G+aqfbJ0xqSZQX
AFIh1bIdgWJClWpASDhS9K7xLoQM+2EwFUTQKHDs7K3MFEG9uKGUG+mWX3/SRrWjRVExpS/mckmg
E0DYMG1PS5LvvdRSU8L7AhIlUN/O1Ue1YnZTgldKycIOMZPVX1aUM4LQHpOftzdQHMTtQRUAFGIP
gC9Q/V6vKs97t10tzQyYlWq/60PC+2LGe6OgEkcArQ5oV+CgAqO02bt21XptoCcfpFPcHu2hdb66
czs+QEr/rh+iZWdRkv2DDkogeRlIo2K7MafnE4IfimkG+VIzEJbZTsA1dL8r1QBzy+0NlNpiCARA
LyZfEEIxcDqZBZokgc4cCDPLunPfW+YPw1uzj7ctSV5l3mPSNxJ0gUzcfKq+pH/oOMRS+VAb5mmw
jOitrUUZEM1hbQ04it0E2KKn3DPbO+2cfplnQViI5BbcO/9tYxAU5vS6W4gJJtVJT1Nqtq+7pDcD
RHL6D3mWQ6ngpF3qR/il+zId6yOD6dnn21sg22xxKThFQol1iyqeq3Bx25louVfMXj00elLfpy5D
JqAQ6m7Ht8gOreBa/V91jzrp9dWgMa1PaliQ6mQeYVZKb8GfrKk/tQNiKoG1Nn+t6kpsR2r1/02K
I/Ds2ZjjZXT7Bf1szxz7u04r5mOvxe6bUEv26DGlp4kJP/hrHXLTLS7TmCs1zhvSxRmu/+RAutWc
Z+aUjlbmIqBHoTv7GM5O+0mxJ20n7JLZhsnAFQ0i8WBvlkmHY0IBAXdQFYn24HmwpUS6hhCR3RpH
apvTcYiK70lU5zufVHZ+ODw8TfRZqa55m/1d+3WkPmsGZeuoZyeJc3/MDfNczct6/PujymA5o2F/
RpLtjQ8qTVhPVptytF31v0okj54KO+/ODL5YO4uSnVNTo7hOqI5m/YsWGLVtGPAq9GhxrsHYjebT
OLdMMS6qYNxxftxemCzIAiFDo585b1q32wLPDHQ4zQVCxm3C+DvqlvVd3KTWqznUyx8exdoPC1N6
gYIIUpAok/W2WGgdZ1XS7XRVJeUfpm9xh6LkLxa/8YiJN+qD3RJfumQLvtIqy0NdAV9fW+1rXa81
pXk7edWYbXRXhoA6PbVQOWR2TY0zgyEsymmIWig83d4hSfCHi2QagSEkwHXbQbSwsqwhnHi+MwW2
FY8RwkBVIwOBLmKGcWY4DQrKPQpuyUN+ZXTjreoc2sOQGq+Y1RnRPNW7cwjyfOcZkJ01geIxNOAt
4IfEr3jmoIrQQ6pwSuwgqfVPg5NY57UHJ2AJAY5QLd/e3khxHTfBiSgxiUo4BinvXFtbFH1iRE6z
AzWsNCGbirAdemyPCcpFl0it52OUTqpvxNT+prBInm6bl3kLy+IAgBli1mMLBra8dHTAz4DKSqCw
DLuk84dWjw5WEpfnfzEFDALIOHHLNl9Av6/qTAHSrat4vkCmXh7J+Js3qWbuBefST8hUCRUn789c
5vWmWmFWF3CO0sueEho6ZaS/aYZJCyDqgz6qrvawOtJdfGZvczChb0TrBIb6wKuVHNVTUz+Qwq1H
T3H32jbSpdE5F7RLdBy32Y/rLsncUdALIkhAXlGnyGc/beo88vOyGV8jRPzX1KM82BTTmMTDDTEy
Ixb/7D7YBQW7uKfkz2y3cyiGRKgP2itCa0hG3T4isgv+3JRY/DNTTeclA0sC6bBOKLVqwxB0TTnu
VJFlV44CE913qshURTYXvOtGrU25UIGheJ2gmUcOMQs17z7XI/VsxQSAee2Fr6pkrb/r3tytO/G0
9Afg1QVEkfrjFirToZ7UQW5vBxCJuJOfZgAujHH0fhdIRiMHwX23jVE5KUqUB5qb7BEDyI4rEhw0
w3hK4eTZvCmVCS8yAZ7wcEO5+F5dF5Pvxq7xfl6TNNx5KqSrFZNG7DZsFltwJKOjeWmFWNPR60Lp
aRrerFBrBnEPaZWdJAVUjUr04NSa/Xq15r1ejSwQo1NAqZu+FQWhzZmiHYiyl4U717y4SH11Kr8O
aqq816ywP+kTHzcbUchsi67bcXjSfELQ/VP5InnStzXG2UHDq51BCnnasP4czbk/UYivLm41epcG
FrUHR6laX5Q6wKYy8kE1pd7rZsjulBA54Evzze3tYJChdAzGLzSXqWG9afIQfswo3JczkfklWp5w
vgpSC8ZLr69unsIVkqrg0S21+8/MO+0U13Xqz7nZH6lU7M3cS1f15yEBHkmvZnuEy9xF2BV0ZGe2
6WGd6TzZKGXt+CPZ0RURALU2BrsJBq8XpUSdl80DiW+jR7NxUPp2ed3m8FyeFsjQErQH9ag+ctHh
WyVF1qJgcPL5H9CMPM/g3WnSQAEEpcf1z4AUGNkTjUpbqK3RF5WXxh+nqbxXKidHYW52EBoZ6pPq
Il9mIlN7Meoh3MHCy77v89+wdZpq2iBLD3ozWeg0K2vcPmhdoV+yQct8FUD85e+fAjyUw0gbc0ov
ppXtYTZtJ6JkbFbVdKmsXr94iBS8v21F5gkpNcDly5gNdjYP9xRTtRQSsCjQ18nPsG/MwneLfEx8
bwzHPVyLzBW5pqjFM2UDq9FmD7XB6RGeI35VjLRlytTy9Ps6mfL44MYGMky9ljBWUNo9+pA9BNJ7
FVvpaokboCfFGcBheH2OzHYac6VrKS1YE4J/RbdcVjBLjDPM007eIjZuG9ZyLMU4EbwYIMquTWXT
Ypdo2YFgs9QiQte99w6OspRBD5bziD4qA01LsTdDIbX6pzOs0195cWiaEtKiQnRuMzuv7io7+1Ax
dXZWIWV4pUzQB5YRN/XvjxBFOArBfwAm2/Z3ZZKM/imOxdU8vG4jdf2ojUl/YeJ0VzNK5vVEQEvZ
3dCow20/oM6YW+TAOJa3aXWqoNV5PWlVtHP1ZMdUZGxgoQS57HZFY96aA4TCVhAjTv+fhV7gFLSQ
z5+XpDQD5gqT+x7uNeBC+bQzmSI7obhaQPb8x8XbPNbmEOmxxeBbMA/xiN4qytIhu3GPHPce/Yjc
FCMMREBwbG3JpjytAbcXUQaGS644Lk7/vZvD8QgxQr8TAEkskU+iIgd3Py/x1sm006x5Zgbe00FI
8gBXTHg/Ti6yzKY9GOe/Po3wrtP9ZhKY4uHWxXSRNs5ogdhBv0RJ0JuaAkmru7yOM7LL26YkLwKm
wDhxROizbWdxbZOBKCOlRhJVg/I7Re3BN3Q9/ja0jQOottgDqEoeY9pdwn9aBJG0iq9diqNNWaLa
uBStckvlzVQo6geEkXM0Naaunu7TpM7d0+y2JlOLK3rTChLSX26vWXIB/0gjUQkHHUIGdv0b3Dwy
CJap/AymnX4cvWE9doxp/r5tRXZgKOwz3klhhZbC5r1vEQZHCTUkuNFCVPL6KfnZDErlh4QhO7mQ
zBRzQtQdyJXxYZtNzSuvQ3xwNgPXi9uLgcD5U4kSu2+ru+xuUlO8CC5dQ7pY20rWolJdnhkQC5yx
Xo+RF8Z32cAo9+BEyU6wIvlMok/hQRnPRQA9df2ZbLsdGCdFV2g0kvkUJ7lzThyqGrc/k+QCEIzh
+ulgCdafDfDDHFwgJeK1IUXuj5o+1J/dcSp+ekr3Ax30fqcoKdk/wcmB34cLn0VtPlXrOnlYUVqF
2aSr36CVBA+vN0xHXZv2AhXZ/kE5IlpZaGZpWxgSj0+P2jbNpaTVtYvbjMOxiTJzZ//kVkwoCzxi
EvLR668UNllf08I1iQSq8kJIoj+4TM5dbn8l6bbR9QPiwcgBaeC1lczrUVtr6KdEqKydlGRcye5H
9fXopN//3hKDLzh5nmfI8TfrKdW26mGdofLemeajWi76ZV7i5JDZdDhvm5L4QhtCP3gJYEYn6dqY
KsqSXk5HJFlqueYbEdLTWqjEFyV2vhhKHps+eirqpR1m6IWtjnj2tn3ZpsIuyIAlvli0pq83lRiL
wauS6Jw5YPXMCOfHykTqGgqRdfl025TslGADCVYGhagebgqk6ApnRQFlQGA2bSfI5tHWNRtPz3eW
JNvS53b06yVltT41DMJxm5du+Oogb3m3Lm7DhCMi7o2z9uexqK1jrFShP0/dnrSHdEdFrgNCmbrz
1pn0aW1PfYfPX6cyf9DRsXjvqOviW6H24faGyiwhoSnCSGZPXtDVzetK1yTRacANWXYpq9Z7F3dk
6ZDm2jt7KonHWQ80IcSSAvonvu2zet7szW6Vd/T6YJzIf3mDqd5bvZp9jwA03MNuVjxaszH+w4Wn
KUH/1qNBYW0bYB0wiTyFTjNY0szw456myFiG/cUDaRDc3krhcjdZjnhfRGUF4keO6GZ9hla3q8Gk
ZNPPJDNZOPTnpKryV7HhhKe2t+onGOOV/zw12yvryB4fXjcaQ4CqGD3emG51vR6VOKa3memMMlY0
fEpnzXzeCOPYqWW7E1jKlkqYRy1DDKExXXy9VCWx+8UmOAe0r1t3I8w+vj6HbVAaUSd6i7pf9WWL
hn0/HG9vsswBMNxIF0TwtMG/e215ZB6hWbl6AfaagzfPceGrXtnseG+ZGWJZUauj4PaCzaspzDQp
atF3zwrze4W+wrnOtWUnMpHdCEIGwclKd4IVXS+mjRkkiUL4yFazeaqKzDrXXaGcnVopQWtb9SEN
lWrnQkhXxnPEOYWs54W0Vl8bnW4mrIyuYB5MOtPn4+r9uv2VZAvjMYLvDY536nHbr1QpsUcnCVYZ
XaXlUk3o0CNsdyA+7/wkL2p/qJJhx79IViYeP4H2ZfD+BYEvxNdqpS4K4w/WMIy+k6r1q3ZO5h1U
ttyMgBMT8oMo3KwtiSOko3Pq9WgTKL/rxco/arWz102XWqFrDO4bdwJm4fpoxIVBUyJjct+pbeVi
R8qS+s0wmDsnUPLOweMt1PqoqgEn2yzGLMZKTQfacJaTmo+lpvwI4fKFtt64z0Fkvenb8Zs6o++g
j+5efUby9MDpSC9J0NZDRbhZolYDiijCSJCvRd6rsmtglDUze/ZbbTadncMhNQYdr5jr4g3adlYb
2KpbMxFtnmLxntSwd466VdAuVoe6mo+3j7/UGLvJ12NSlwjw+uONXRQtYCydoGrq3zjH5j3ao4gd
rMnedJHsmDDNynoIaAEKbSyZnVJCjRDSzyia9gQnybT6C5pdez1NCVMeEFqKTGJQF8exHbbIJ5Xa
XcPHUlsYK+tFjx/GuuyOyeKMl7xifi/Ip9UIGjtBY3EeI/1phKD/lFCbjw7tlDcMQ9qweAe3t1p6
gMESU0hB6oWSwvVWazD+K+vAhI/O0/ota+PhnhS5HvxmHsIT++F6UNPARec3hpolBzsr6mYn/pZ9
bkqMoGxEJZdx9+vfUKUN4+5ZC9yCROA1o/3DQ9ra86md9N1YW+JZweHDmwIuk7rYNtbWEiscDAoa
VG1j967qK+W8WEN7sDlyn2ELnA96lHT/cJ7J0QUIjUj+BdeGmtqdoxSACrPOXj7pE8q1npYP3woS
mn+4p9SjqcC5aLcBlbreyxaQcw57NE5Bh53bD/XQ+S/T86I8D02rmqfbp0d2fSDoZaBVCOgARri2
NiKZkUYRpycGnJ095W4NW7XZOMs/jGmQcMLFAICIA7L1CAP0LwoZFDNia/3GaTX3ZwO9z3+3VyN+
7SYAReWMOSW4B0X9ebOaqLe9NgzxcSq14FdQ2WtPIeOAhzjRB4TD52QvS5IdfJO6oqg/UKvZ8lyh
3xx5gAYhP/Ba+2QUwOjSrB9OQxnu0Y9LTVHCIbCmAUp94PpL0ZoeNZQ0mOBWEB3reiO7tGMzHis3
3kMzyVwKDer/Z2pznY3WdKq28SB1M5hP6G36FPbcf+1R04TRefb8adXWY2y2vV+kTr3TK5EdScB6
cKGBB8ThbpLpqk8t3aLdFZidab3NmDg5FVPR70SBsu0kFyNUonTJJxRu5nkulpNDTynYimyJ2ssS
LsiuA1F8gE58Ot0+ldKng6FiMUT3J6XdfLo0qsDMNxGookYLrbs2J4s96OrYer4CKSe0q02Ef54j
yseP9hqhnIK0RtX49mJrX0H0z2e9bKZfU28q1c6Pk+02M+2AAZhrIoPafOuOIaZcM0Td3yzqj0sF
xgOQ7z+AZhCZp4QG1Enkh8b1bkdxHbqZxuT80Grh0TG775XaKJdIW//FfYqRSAJHEEiUx68tEZHP
1qQDjYR/GCkLu2ghOMhVDWHSjBrSDiOA9BRRqtM0iLXIysTfPztF+ljOtZYJ2jmrib95lAkvaa7q
H7Iwt3dK07J3T9CdUDmAgABq1WtTKnMVcV8IlAyTpEedjDco3Yn6tL5E/uRM871ix8rH20dX/E+3
DlXQPKEIIsT+tjVJbSljk0Ea7mLbxw+zVTs+rrUu/cbr1KDuxj1UnNQg0QiJ0x+IyGZDQwQW3KKa
4bRDTB0CEM370TgM9oydEX+OK2OvQSTd1T/Mx5wMYfd6VyHIUbxFpcMWIWD4mBu99VFTiuE0rkYO
50mTqIce0ru9aFJ6656Z3XgEi8nWHs0mPOyk6oc2yWsaYfXeUJ98M3mbgLvQ1NjW/QvDVvRYEDmU
JBpknJaGfq0Fx/SB0RYkzsgN4T+/fWJkN0KwZWt/cjY8yvWGZm3WjaB8aFnGpv3YLYVxjCbTeZ25
brITdco2ESwoYwEESvRmN6YiFYGRmfZTYA1JFvuFCo7LhythN0+THRLqWoguEb8yDLQxtNBtKrWC
+fZurFD5qOx+PYXa1NTHWS8RWs899+gNTf/l9lbKnmEHDCwhDYApMtTrrRzA9EQZuVUQM8pyTt2+
/762KViMODFeWYZin2xwEwc45VvmXk1vx+HIUN90nfFtzGVSL3mRgVe5Nq0gcOgwNtDaMWBTPVkx
Un0+KutaG7TrOD30Zo0qujlMAC8noPGTXw+uCU2I21R7PWrZdwCEjjsSQR4yc9cbAlM2HzcX0VaV
Gw/guaMTKXMWeL1apv7qNFoAK1C1sw9Sq2A3+AcPCMj02ipT9uM09ASVqaGKimJl/E6zOX0FgeP6
WCWU3xiv3KMWlW4+74qgulPFYOPm49OJQlUKTr0gBvF1gqWtO3RlGz/B/uIcYrDDXz0weg8ljx06
EKpNrBAmn90O+q3bp1B2y8T4EScByJW5DRB0J7ZHVHbY9DEOz+QKUNSpxl4GKbfC6D0cwpRTt5NO
ypwD3R1I4+1pTe8Mfcof7NRSdpyTcKvb50wQ2nCGaJiD6bj+lHOqGEYr8gNvyjuqLrZ9TudsPk+p
vt71g1P5VQj1vZ3W6vn2LkpYrkSLnCEqchMgetu01Rk0mGjrzMVqNjzprqIewrxYPsEHPw1HhWnv
4Zxlhl77o+VODyibZnC4iQ9ezNaT2WjpHuxWuhl0PCA5U6HG3BIQVmEDrUPnOMQu4fLDmFU9Aezl
otCi11Db3ptaBAdOa5gPUJLucQzJnibyQEqjVLHp7W+uMkrBmhGtQusgLIb0Uam7PIhLXXkTmVkz
flXjyNxbr+wei6xCV6ngCLnI649PbJVY3cR6pzD0rNd67zhvdfQK1bf63OhP2dK3x85qjJ10RrJS
AP44LEC3YkBXnPxnISLucUmZKYM53dHSN7nO9dXWovjVtcrn1RrLHXOSRwM1A9JR9DE0wQx8bW7J
qqyhAMU5Gwz7KV9aBIUYLP1mh6WxHJbRM1/BWKN98EqhEb8qe/zSsuVSmvkzaMAx3/J0LnkbKXpu
uqIVG9a+MkJb4GcUUL+t7eCJkMpdf+3cLZERbq412TcUF4LezHpxt9pigXCl7Z1g7ur4U9eM+tmZ
suiJ6Rv7V5INhb/YfV35iaX8MBajD6Dm13fcpOQ28RsA40DmC7p72+3u7BR1hXmh4umU67m1a7gF
mEe7hKtT+LbN6B3T6E5xytoi3fFqkpCL9I2ePnMzJFlbBoyhsGyA0pheimR51/S1+4nJVfdOWz33
v52tFqf1xVaDnaajIfo1W4BMYVDyiCE3CUavTh8JA7zfDtqr88GLdSRmw1TTK6KBrH10pkip/UUt
Vf2URPw+v1TTrjomNJUgVOyKGFfX6vXeh5D/Qk4CpQMezm3n2FaGuBiyBBre0FlyJG/64oHqsXG5
vRMyM5TLBCKEf9EquL5njVUVapVw5rQwjqtgSSrQck2+5u9v25HdJ3YbhBfoAtLMTfRhDVXaewa8
ZMC9suigDWnzQe300O9JVuB1id7dtiddF6MtMDggWoS/vF6XZmTl4roE1Ym7lF9AG6i/HHvYw7pI
VyWAT4CNWdOW/bqrS1NdHFicinWdHs0qpecBBXfQKE7/FrqKvSsi8f1wE5jcS8ocwCY2vr9y6fml
6ewE9TQo+UGFc6M8GVbcR4d4HYroXGmA14+IQcefb++n1DJ1avJZR/yxeejs2rUWryN3cJUs/bCY
YfSBt4KDqdc2736hUTGslCW4bVX2CtDnEdQx9AFfFAvHhiBcSQna69EzBoBRa/e6zvToDQN8TN1q
qaE0pyQx4t9xm3jxgdbr8g+VGGipgR0IGl7wbZs9t1ethOibmrnZaQ3NJrWMvnpl5i2+OTd7UzWy
A0UZCwgQSFlEFDbXpPOsgSCO8KrP4+yE3mbmh/bSPJRR+GMlod/ZX9lXhd2LQjOhE92nzSvrGtOk
09R1mXE1HtbQaC/loL6xlrI5ewug9XZo9vCecpPkutABkA9sB1fCXLELCoRoB0EvBr5papiG790F
lsbV+1bZafEKhSRrB4EssypYgYBUsK3c1Wt3oOcusm+xSnfJoDxRKLFyVKyov4vW1Ptho2ZyQBdq
l9RF9jWfWd0GyzaUwpCZ0ZVQlk598mAAO82FunxbSrNWD4Q+k+4Pg04dw07sR0UfzFMDb2Og9dNq
Q8wEytGOVeMj29i9j9JqeUREoH+6fcdknhJuLaF0hBwgb/711hjKEnUVTYggnqP1XHll+NgNc32+
bUX2uMPbLS6zy1OzTYzaJVQzix5QgAICCOaiNA9qZqsBMVx/+ntTTGNQYaS9Rl1cfJVnkaqmotLk
9USqmjciJq2kpp9SATtDPpXs3B/Z3gFREEhHCE1fKGcUNkFamblAetM8OyFHpZxy3Rl3Dq9s78QA
1h/gJggC8SueLWhOMwSxDVFlK5bfAPKii96u36gF70FKZIZIJ4mqdCExvFXZq1VtqPMGtJrS0jgL
M2M6mCV8TllEtP/XHwmRIqYRaNmRNm1bXOWapfkooI4VQ6GvYMTPjjq48wOjiu1OSCtZFTEe4Q1b
SOay5TMw9cxkhh3w/JokIbz0Q3aqKK3/WOGP/wdTZORg4mhC0CbYfKlohDVgYpCXKMepzxT246OT
wGrQpdpexVfWjSH/E3M4ArsCEc71qSAPirUsrZ0gT9XqrOmNckiQlzwuYzT4JTXmw5w5zbFzx8UP
l4hxukJrzvE6l36sDstdV1r5DqJG4u9oeKFiKijAaf5unpPFLfNWL1m+OiRN0NsjE1iVRnys28nB
moY9ylmpPThA6JHaDEdvg1eebATSGuAZ8aQo4Ec1az0u7Wx8WozQuIRxq+9EsbKj5FFjMFEzZ0rb
2yxw6AxoD0eiIGWqp99pWkV3E5HAcSq8ZgfQ86fDs0lRKCKZoiisiUx4Yyub8hDQHk+WolWjfah6
tvZR0doOFi5662+Ri7b/S/SuHQIFdxr6K5E1bC9wVjXMC6bz6C8WCWOAXgqjx1Pn1O+IhTXnGK9t
ofqd5a1P9QTG8VCv+vgxZQqi9NcoZ8KdeZ249XNi+fhQmEr5mOaCcURVh173owiZkF+VNquWj6L9
YJ9igvqIgdtmpKbXNO3bfK2H3/rc5orf1zY0ZstSqs1BbftqORhxk72d1mqoz1DpGeoxrTtdCey2
aN+nqW79XJvKfhcXkfeujcN2DTroxvZ6Ci8jS9HDQ4kLXQX63ttpKHNQQA1rI/AEV6+/dM2CYk5i
9efGssqz58DLWXtEt30aajyH6ofb3u/lwRXWeZ0IgQTRyuaJGpA8CutM3N0ujF6j29B3Pumo9dq2
xs48TLHu/voHiyCLEAGDvZgX+NpbZAvnRnMYWnZxyI82KJDDYhvVk+bE9bGre3fHE74MuKizkqjA
HstKKWpc26s8K9aXkTZfj74bHCZxfzJ0tz9UaAOQQWvLKWVuamdbX15PjNIhgmGc8V5gGtdGvSyN
CgOvF9idnX/q10SnFjlajyHI4Z03WXjy69uJKfh/KDxSTAb5eW0qSgdlWkLyy5jLeCgSJXwTpaq1
U7OXnZPnVsSvePbyJ4sxJ6VN9bxeFec+b8rhwcmM/BCPqpX6BvxH//LZ6EEB52PQhmfz2mDoarky
4eHJYPv+WOlrfgBYPp/ztAXvyZTrXYoS5V/HAuylAGEK8JvoEV0bZXrTsBjpoS/Vx90720xCfwjH
4mlqdodTZCcEKjBmLKAkpRqxSeaqZug7xeLaD2YJW4k5Nge4JG0fdpg9VmPZDUApWRCjwKTEU329
KjILQXwBwCvq0UwuR8s70JQLP0LRXr+218nybbfYG22XHZg/U+VUTekObMOqZG2MdtXZygTw4HSe
taR9O+aufoQroOkPjVHCR3Dbs0jXKVhEeBVh5HLF3z87oyp8Hn3nAihsmkS/QwF2DJhVbB6KhaEf
AwGOM7wE1flfjJKSiwFdaqWb62f2bgIHErCXLlcrhvf7b4NH3B0rSn9Qlv/j7Mp25baV7RcJ0Dy8
aujevQfb27PzIthxQk2USJEUJX39XfTBBdxqoQUnAZIHB2GTIovFqjW0Omt752ii27UF69kQY5Da
gemNsL3ZOxCZAUOxbdcCldg+Fy2BfXnZVxmjbM5dmqwHpbntFfVrPCStoAIgfiJ3vV7YshWJvUz1
WuhWjq+m53RuWq3+asuFPwI7GJ9ZQ+zXhA9l5jocGj/313hvvpgybkejuHMTTSOm0MkIZ8w3qv6K
mnF+rUErT0NfX6hX6X/uj7Y3WxR54IeJ+A0w8WZ1GZ6ma4XmUkFKF15HC68eG9bb/YmJhX+wLQYu
nrOM30o1d89yjt2/7o+/O1v0iMGvBTUOGfz1asP6z5pGMa0FChQxpCeCNvcr2b2EynFSa1FHFM0b
GRHzeSEICD0yFPLQljc/6Ldzo2GzOJU+OJOt7J2HVa/RT/MoOwslncJfqM4tZrmFWrj95Dtt9aEC
Zu0gK9iGQ/wGnJ0IgADI3AKGurkwZ3Q1BD7yWvhdsuQaMIqsCZoua8BRKu6v7+5Q2El4HwChhbr9
9XRXTag7oGlSQBtFvfGrzj7J3mafprk/4jnuDIXjgkOK9yU6zls04yrrIBYCdh+ANYbvQ4/iaaDb
5om21sH6bWMf1g8VEyhS4S4BrmhrGzuRxgJ8g9iF24VVbtkr9P/mxfpBkNa/aSA16aW9T8VBVrA3
vxCPdKSm+AvX5vVSeqiAuj3sxopI2FFWQoUmLdEFvfDm0Hdwb5cCUYRzAfQEOInbGZYSUwwcay2m
xLA95mheUBhowgeKxse3xWu7v9d4iSDGG7gnZ2WxDTEcKDIexKKdhTZ6qIaWC4zMDVcDzh8qHqVl
F7LVny3iW48BamgQZe2XU7VOaNBIcLYOBt1ZZ+SvpogEIUTwUcyf/3ZCVxp0rt0Rp8DzxDk7hFin
Kpjr9zNevgf32U70w2MKfQRABlD73VLqaI/KuxO2TlE6PC5i/OMcOxCdrqm7FNxj6jmJIZEII44+
H9TcHjzcb2dqhDXAGoSjuYkDm8PpWcNsW0HvFCO8TfKZkuorSboxX8i6Xu7Hgds4a9jOeHQZVwnU
LTZhr6ZjM8JDxCko4EhZRDv1qGx3fWQsYak3Cvnp/ni3K+vYMCgAJhzxwHBUrj9iHI9gE0IovZjB
A0tHW08PIpJ/e4q17wJnYE+WSJxHG186XVnf5fdH31lYI2+JbBNcfJS7N7eaW3YlGfxJF1CG75+s
uvqXBpy8i0Rrn+6PtDNPZCdQo0KVA5ZfW1WqJVRLvMQIRfPozsWQuO17iO8vFxL0KHgvUjwNBM6W
ltsMud/o5KBc8Yuf8fuDCA0wxFqIs2CnArO6xaQojs686KelCFu38s5eWLZ2ihefC9HykFQvAsWI
JINNl/t3zByhT6Yl2GS1LZvXDk8n+naEG2eTVi5JWCaDGn4+hm2yPEnk6uxJhVSihgWxqvrSiaYc
U85jVLraSJXnjuqeHXy625CD5gQ6xGhjYW7oVlxvHHTHuUPkgNNfxsPZH+O5cJhtFg91k46wGtGw
HMJ/7n/G/VFxAl0jp3hjaETHDprWNkatqXLPYNnps1zU/CZZevnvOOPZTqe++n5/0J1dCqxxbDQ/
oaSNwsT1VENt9ckCN4Ui6EqZwlDDu0RBPxeziMODbbo7VIRWWgzZQRuVy+uhgO/zxlBGdlEL5p8Z
ENAZYrCVQUeSHnxAE7S2OxLZM94kGAfYnM1QEFqm/VC1dkHDuM28ulnOYRnXqW3F4dukTKwirMcn
1O/H4s+XE/kcsjvg7IAu2GRVGi5qCwPur7Bn0AlDF1/TqSKYujkBOTh2O/czThsuaHNFoX+z9WBg
iOgAzzTIQECquQBe921Zk/FEe/Q6WnvmD3KU4+PsARWf9mPDM+At5cF8d0I6Tjxe78DE4120DbF1
RELQKEdsHxse142i6rGemurvEZCw54FD3OXgYt4Z0KioGCFfAIQAkr/eRF5MiOtxvhTKn4ePZGhQ
4Sakv9RwgissPEEPxrs9lIbZiIYSMhf0SrdeG22Iehw673YRhzV5svpYAc7mlZBjqEJxGrp5+riI
yP14fxvd7l8kO8YsL0Leg86lifi/pR++kl5cDVhWBcBRZgpbcKC3+s9VP/ZPIJX86AcDPAusg4bg
7RFFLECXCYuLz4nn5/W4XoukbhlxY7qBSF5b2aJB29bdY9121cER3VnYq6E2R5TMym/aAdEgiRsK
QBtUKjsSxG/t0dOntWQsc7xVHmQgu/MDzMgGW9sIim2gIfYAP9SK4Ws6g998BfKa/owC3Ce6osnB
ybgdCu9JBDmjCwcu8zZ71iwkgRTLWCjkfdmCQtHL6lbvfRZZfxxXgY/AdgGyG8cQyobXHw0CGnUo
xhXQv3LsMgplztMgYj+Nast6f39f3mYaBoqBWIMzb2QtNrcFqyGJCN4ahopcdWF6kqkVjfTkzA2K
IdiP6dLDHA+aOSC/L39utAqtIduHZi0qP4DBgI13PVWt6DrA0loU9lrzi+zn8HM1RV6KYpHzZnBl
nyFJEg99x9QrLtH1JEGkzCfADbqMzOh4HESHvY8MbLtj8loD695EoxjCzmMJhfSCslVDsIXan9Ac
QdfLiY9M2W7PS+zg3sSTFkEBJdPN1g3hAE29tewLEnh9BiHLnzpkyWMzSVEMk7e+rxZ5hFa/DUNm
TGSWJn81+eX1cttdVPIOyV3RWiUxNtBuGlrT8rK0ncpr4wTIl8U9JaI6cpS9DfPQwYDMPr42qG1o
4F6PvALjSGjvDsXQVQEyV8e5sCaez5aCF+KKROn1/sbeW108LxHrkTIYnOv1eF3Tl4N0/KEIqI6L
2o7aDFJgdRGvwn9oxvYLqplHLfe9OaKoCHK5kcRE4L0es0XSjpTPHopymN2siXgFnFGFw2TPTUaG
OPzj4IeT89t4mzihg0gkQ+0MxeyzOnU5i16GRfZnO2bhQW6yOzUUueDRgIsTb4PrqQ1WK1gp9FD4
3J9SiH6iiNAz620LsQyoEyd/XsHD1PD8gSgvEhHQha7HWwbRVXijYCnnljzE7fDP1A5wIR4hTTmq
IDlYyb1z8QtVACsI5M3biCvccPTaWPUFhM6CzwQd/yyJ6jof4P2VC+5EL4EY26xtPHpwq5iJXCe2
aNJBox+TgcAbWgvXE/XBc+46UHaKqqzEW3DTl+eQTu1BlekGYIA4+9swQIRcD0MY8xZnCfoCbf0a
as6S5J4/iue4JK8lrIkfq4hWRQWQdDYS8LKqBqvta6Wf4SMnkdbP/gFNcW9HoT+E1A+9N0jrb77w
GDO8tWUEhfl10QVvJC9WATNzm6/6FFfyqGa5O16CFAHEaFMq3exgoUJYmYKUU4xu3P6k9hR9Za6r
7WxaBG3Tqh6mv++HoP0R8WjBDW4Ki5sQFDZC4pmOTztz4acjanuFqkt+cvyFAIoeH9HZd+4uiAwF
pqwG2RA8c6+/sVx84H9Dvy8cGrs5TJDjLF6T/sIYlwf7aS+6mjIpLhM0i8C3uh4qVsMMIZIYHy+u
khdfLzrn/RB9KAXVz5D/QsxbFMBv9xd0Z1TobqEtBWVVI+a0WdAJxchonryhgEquuAzzZD3QCXDZ
AQl/pobQyRp0qw4GNQdwc0CNjgV0Cn91qLZKjw3Quc2adLyQTjShouGXL23v/wwmT+WwUdGPVeCS
X0Y1T0I73cEp2ZkyhJxQcMJtghf9Vs1SQI1o1R6kzBxdqqzn4A3ohEAQ3Z3aj1E4Olntu0dGjzdE
L9zSUCFCEcgzGrY3C933qKyFHotzAIVZWKCTskIWmE/BD+TG/oVIr1wKCuu4t3QGbvhpaWT5NRlI
zfI5tKyDu2e7BubXmOgIeSlAAGHkdr3ZFh/tTtq6sfGYXC6NUKpYR94UgRwF+mlQMS0HekTL2sZl
DIrcG46oqNwAErCVD4EarBVUbVfmUVX1n7Ha/ZdlPGSGbzfXr1EAQAJiFyXUG5CeUyaogU20hAAO
9Z5dy/K/0SQReekRdZnHqTsJjwWprOvhqZ/igwC1DRhmdFQ0TY3YN7oDZuF/e5R6SgWwhveTnCi2
Ple99+gRe3pkGsXq+yd3byRkRKjbAIhgCDHXI83j4GmIUgD7jVePToMeJakUdEz+ze7X/gDOsTsY
sDiGPP2L5LQZjCeBXlcX8PZgbUXml+GYaXRGm8xz1+Xj/Znt7RNDv/3/wTb3t0hWtVgKiPJRMgbI
czyeI8Bkzv9hFPMaRHMEadG2pdCHi+eUk0HcgllzcmsRPFSxjN7fH2V34QAIQYca9wT2//XCRZrB
XxW4+Rwyh/S11OQT8HDqtMCR92A+N6Uus/WMOCawPXiA3rSioHQRuQ3zQGAFShUFUa/7i/t9kuES
UU9srJyMl1DNhgytOHvjFL9DovSn6PVfv+EXngPYJtRMNxmBZpzWsQA+H3qR9ePstk5qOzy8QNh6
yR1irY+W9PXBzblNCjAosi8QPgBgR0jfEqhl2PiVXTcIZiFTObVHobOmRyQtS3c8W3jSHnzUvQGR
QpvmIgqnUGm4/qigtZR1C9UndKBL8J04qKVYbjeP19B6dJpDz9GdTYTRAKOCEChSra08w0Q61ig/
gWiwdIaHiNHpsfKX8BQhaz9Yy92hcEOh+oPQAufN66n15dQlvY7jvHR1nzses1OOcvSJ+2D5/fHR
QD3UCHYbnhmgmtdDiTnEK6CbMKuG60vFyA8GMsCrI/AQuj/SzpUAYjOUbqAmBbWgbZIjG2ty4P0C
BYGxC1+XyR2/oB9cg8wW9B/xjA2f+nIlmU10iZq3JgfD760pLJ5xHwHSCDT3JgaU48IB2wZSlaKy
dnLEyM86bkU+LvOP+xPdiZwopqEEi7oTNOy3IJEK3kTRPCOmJRT8Zu5byTe3TdjBZbC3/QFFw5kD
pdegi64/HAv7MBghyZLLUdMPcqTVpSbNlPlCxQ8OWnfZ/VntfT6gQE2XArxqqHdcj6dgMBqtARqv
nZjUeWHE+kmXsHu1nd5v4OBTiXM4xf1LGSr+pY8EObJduXnqmQhj9DEN3xUH8KbUXOskRKE3yUHB
t8lJB2OZlVx1PwAttz+NFetPjUO0yCUL/RmGNkIWMDtMPqCdS+H+k9TR5zoh03/YWBGe1jAOMO+h
G6GEEg0+2a8JNF9X7wT+zJLGHpSHODqCB4d1J2E0ol5g1hnd7xuwk0/suIEqRZKvHNoDiHQseV0q
FTtpQAL1hjXCKxQPjjb07soD7gScs2n9A9Fx/e0RZ71YgHSdd0NVf2q4Wz1AtIq95RUJz3gZDTr1
Ztd4pTObpMQO+k+1hFs7UP/TivKurYYfdkDLIwzNznrgoKGoCXwQbp9tdaMjfqdUyZM8Hp0hlVi3
h1VgwGpBoZM5cqjTEa6up/snYSeSIDbDYcQUOE0V53o1AsZb0qKbn4NVueK14MlCB8EEI+F5ze8P
tXPoUDwBuiOETwz2v/kpvyWyOgBa3aG443RtjQVstoF7CAUDubqVmcQz4RJ2/Sef066gK7Qs74++
E8iwzUCjRBzDw3TbwRqIkE2YVEkOwKL3MMLDHW9FXR0Elr3lhIknxD6MugzeBddz9Kdw9coW9yqo
89/7oCefCPbgE2xSj4hQOyETgCsDEzQauEjUrkfiNSdzT7GGE5Br2cChYDNAXTWLVmG8vHnzcH/9
9sYDUR4XOJ6aoKNu7la75nS0PZEAqyIpuOrtRwG3+7PFhz5jXXfUSv7V4fv9RY8NArtX0wGETD8K
T5v5iYm0+Ehjkqu+6k91VU+QZI5Exl2XPS7CWh8qHk/pCDvJ1Nj8pjVEc186D9s20SJ8UEH4EwJ7
bjaHKKLDe08fLMjep0b4iHB28AXQl7n+AK4CNjVJugS0ytrDdibh60j9LgVwsSzur/3RUJu16HBr
CtpjKN3Z9NI4EUXTzqvfBZCiODikO8cEuT5SXtAG0e/dRqGKVKrRUP7Iud+Ss7/2aPmu1nBwTHY2
E95IUI6E/ADUuraKGgSQX8lgEAqVVwvftV9jkkZEOAXzNXhLMg7/vb+C29KxCTfAP/wquNmAQmwe
gOi8rmUYQrOqhNPuJydGPSoquxeL1cvXBeW/NxBbkGm/1t3BTHc+HbI0lPl+IXRAK9rskiGkbqID
zNQ4GMTQOkgTNNPf+ITTgyrU7hyN3hIGNAaBZtF/i6/VsqB06pIynyC68w8IGFBbqyy751CR5s3X
JSDum2i0ysvI5Xi6v76704ShsKHGAWWyJbsYcxsvgkYIkvzG/cwX4IyWOCi7NBmmIyLR3liIewZ8
Ae1jYHmv5zk0kbeEc4jIEFM3hRNq/Ni07WO8gt7057NC4cW8BNFTRqp2PRKMGWa8NVkJGbSaWwXK
PYAmqokOKqvaqV4Orqi99zZAD8YnBIo/RsHpejw7qGFEHFdlrqcB5cqEBvJb6DYKjl+xnVprC0pP
GX5eJe9gxkL9rO8FO9iwOwEAv8FALkBRN4X4699QlcQHEazHnOGZ8wXKz/wTx/viYKo7yQ6q+2gP
o3j3i9t3PQouTmsIhwiFu4naTRHTagCzDgwbrpzch7hQcLIc4fypLyrCAIom2KMoaSDj3Kou2u7Q
trVvl/nqjMG3wNbhx0aTj3+8a64G2XzFpKn6lTkYZPZECcoJDps7VOREudb/3h9qL5nFWIZjC+V2
CB9uwksraNlGniohQr7Qx5bMyZiqSHafXLddvztWWD8u1tyeufaaz8Rt5gwQO1Y9ingcaCptgOGn
aRmONpGZ4ubyRqKA6gkKwcCEb5sclq485a9OmavKac4o4c4nmOQZ46WSpx0/klTZ201GYQxvVNOp
375a4sWZAlgMYDiXVGWbjqAcqRRlsnW6oGMWv5snVKveAEIhjvKUnWAEAB8Sd5wXVG5uusm9Pydg
alh5XPoAJkH6/kPNOw7TrHbx/zzj+NUnh4S4wZ1sK3+WFXVaexJu7Z0zZKLlNsrBNS+0Q+vL/Y21
9wFNS/7/h9pEAQfk+ngQ2oK0FvXybk7UCfKk0ymxlMx6PNIOxttbxgAKZ8CZQBwD+MPreOAkvNQ8
WCzI4XB0ykvH/+nW8xfqqPDz/ZntHhlTSoeoLq79G4z5FFVEOi6+2JIMy/fVgz5o6tnjd8UhTTy7
ofvBPNuh6dtVKYQzogs0T/yU20DHClSSUIf0eX7/N+2ttgG8ohbngaa6NQ/3Sml1kWVbuYgSULjA
PJzecrizpT30HS6g7ao/9WY3gTAymB68NvHe3wI9lo5xy14GCwXxViKTjsQPX02sgBvWmzUJ6H8I
iah2QIUIRVxUkzaft1YlGgpOgzWPe/rQUAU/mRj8l9r4X99fy72dFIHlgzMJFPFN0xMpedvqBhER
pPHyU9cMXwFgSU5ORP7LngUGE+QIdOGQb21ir5M0K63D2crX2Y2+LlP1OvqjzuvaPSIvm//TNpwC
XQEwPVBBwJ6aOf+W2S1R1bIlwf5oZ1fkrPVFWlrz0crt7UKUgkFNwsLFN/rxeGKuqPLgDPrhMp5j
ofUXwAPL1OpkeyItCNP3v9TurFATBgUDoOFo+yK37Egt2kg1qnaw8zlq+KtaGgDS7w9zuyHwkAGa
AJAmkLlu6ir2CrXCHpJGRVCFw5duBIA4Y/0yvLbVysRB9rQzGLImEKFwGeFf2z0xS3eG7eZAitWh
a+bJJDnbQRllU+Tqg3TfJJ/XmwISZXBfADjD6K1vwSIMcgNgYPg4U9qLfoC9Rs4907ZI4RupLhVw
vA8OD1SQroGfzGnpLfrgVN9+QPwCQ54Bh+UXq+16W8LyxK00T6zcmXX3NEvqPDY9RPPvf7/bbWlG
MRRbw22/4bV7k1xEM3YE2BsCASqrpt8gK9o1RcWZ9dFy+trN74+4+xGRl0L+2GBCtoWqcmGwZWol
QRlqTC7NWpfQguB+UaHH8cdXOib321Bm8r+dbLUQPST+SIpxaLtcBr18ZiWeTS4Jy/f3Z7X7tUJI
1mPTuMgjNkUEWAy4cVMpUog5hvG0I8QHmyT0P0wInSUT601RZMtrUtxP+rCC1OtQj8m5CtjfhJLp
VEcwhL4/n72vhAIy2qwm970BXYylt3reXBLwNWtyCZ3Sft+zmg6pXaOE++djAelvKLm4NXGHXX8m
J64be5aWlfPQVnkFUN2DWMRchED2/XG7DMoq5tGJbwQ5gK0cpE89Vi2WrEwphD6sxCMPo8NhNxXM
R6CZvR2BCxmg3l8Fiq0BjB1q4gzKrQpQUmUhxewYNTt++vO1M/IGps4PwPSWhuqTPvLLmleFHtsI
tP9QpiE8DS4eJ0fRdydUGBgpSsyoMRum6PVnmuak0ujw1wXa/eRZwlXn5Fk6Kjil3RmopPDd/ant
LCCIIKhkoQkILsYWqAsAeuuEPKgAcvH1W9jokDfwcvYOAuDt68Zwk2BpASqdAXJtCo2+ZRHujUld
DE7pZWr0piwEaBiE+8Z65zakLmqkzwe3y85SXg26iRakpZxMVVQX4TgMABf007t2bseniK76R8xm
ecCH3FlK6CuDd4HrDO3orXeH0q5wXYKoToXwMnzJ5AJxxyPLo50Ki1HdM9YdUKXDtt/skGYwshPQ
4C5We7WKMolFNkdjWQyIJlnYWO5l6ntylmCHPuKDwzXbbXVxf9fsBC6Qv/H2iKC7avxNr3dp8j97
PNIWS8CqvFuH6RxLq0THsU++/vlQeF0jFuN+Bpxh8xU7gfYb+AFNUdp0vLDZqtPVYWsmxjg+2KUx
fvUmHTGWXah1gmWKzqH5899uMpD6XDpUHYwzpnh5xDYZX2FE0p4lbtO33Dalh2noauR5FOoJ96e5
s1kxNsBB+BvGR9uvCvHcyCEBbQuLWGHhrfOQQlbeyTyOS9xl+kgUdO8L/j6eObG/zZWTki6Bj/FA
GBZZ3Oghi4k/PrnK6w4exjuHH9UdA0MBtBHpnHs9VKyptDsvaQp3rezvM0WTf/a75pXXftSnHSqB
f+F1R8/3F3R3gnggoi2IoHNDolU480ED6Y2CB8BO4r/rHgAYcR4TrqqDCe4NhfBpNIvQccYz6nqC
tjCPEZ7g2+la5yVp6s+uBTzDCPnlg6H21hK5D1jXKI4Dp2Vi0G+fbRhpNwp0GwsYPfRgyvLhRGxY
olTL5L9ddTucQ5AVDtKuvb35+6Bm/r8NGsnAs+AIgnMR2ewxlMTJWN0Nj4NS9WM8yT8VwcFJN3ge
854CgR7U/evx/AqSPm1ZdQWIei+Uatzpqjoj/QrPJTjK2ZDER3nE3rriekI73VwZeM1dDzm5ix3y
RNfFArQx7DTwGoORa1Dm4GEHVTogBJ3rMf7zXiuEmsEBApDCePZsT33Y2sRK3KUuZC9UMY0wdbCS
SD5LFfz88+MAEKbhBhrN5q1LtNUMwCWWdl2ANh88NBCyzurZUxkbLPEfTh7U7QEEAzTkFoPpqnKc
Ii7qohtr8jYgfXcBlnx5WCbvqPV/e+Xi/QhYKXIyg2EKN59NNTF64mvUFACk9e8AfR2efcmPrH1v
9z9WzUNVD2A63+AtrjcH9CWmUhkClQfPW4gBqFMYK9DSB/sHX2ovv/+lTCJ+fQuhYQwldTxBUHqG
jvf1aMJZ+6RmQGJHfUXPfO3iE8A9bwPV8jSqJv0gEtlBQ0+WZ8+fjxo4twcBiDAU4aESaEiW22p8
pTRVzgxmWFuWAcT8puURXhTDBz9REqrCXAA5mYyv96d8G0ChSemi5AV8MpSvto3yuG0iv48TUeAJ
NGVtK8QZNslWBje5P7WAR78NZBA8gjAe8P1bga25TKrJSiZagBQJm9hGEciJE9EnQ+qGUXOAKL/N
KDDaLy6IUQRAvN58ywSBLBxb6GuWHn/UgJ3lK7QdMjcCaIjG/Xtaet4FQJWH+wu6Ny7Az8YVACQ4
+HNdj9uP4HJKFygUr6HRy2R3zVsdwguJaOtDRV157htI1bsLtvL9gXe+JJBXhvsCkS00czYD1zZ8
cbCwXUHGUV+cqV0vbqQUAGlxZx+5s+zOMkZhBURK6LVvJeCkN/NQibkrBHgT6FYoR6SRoPapVcvb
lmv+sU/okrVTeIR925smOiX/c1LBRbX5rv48uSi/W23BAhv5IJ28My/X+dKPNj3YQrtDgZgBYgji
F47I9aeEISCiaC3MisYeOmHgjgXWSN76nPUHx3BvPQEuAhEYMEngDLaRhzdJ11hDV7QxuJKgEYoz
s6YB7GDX+Tx5zD0vbqByUEKOfNrNaxPzuA57uPQNIRaVMuRSW71iMWlB2nKGdQG8hSYvxdvDgbcb
g5tcKiqHQqyttMsqK715QRDCbuC5Inzwc2tu3JzAC2tOPbnOYcobi39w0I8ooeHs8SHVWvsXCvQ8
z3rwUlkagcnz72jh/i36xSc/lggcoyxK5oSmYkg4B2UVHiUp8yMJG1I4WupsqRfcLC6taoxTV7N+
AJmhZ8gvpffX1LWcXuapjHXuSuXJTDH8lxiohcZsRYFUTvXI2gc7aKnIKCPu1xqy3WMuZbW8gaYE
ac6KKOuvYAmShz4krUidua7jM8GsC1fVYMzJYVZuhmpUJQrfxJY8geNmzqxGgBwpRgeQISzhxRYD
oSmUTiCKqBNopqQCqmEvoq78fxuoro6ZbGDdAPLdxDg2retUacwtq0m72l6fprqyPKjsNI19sYCl
Ad5jwosvXQaULs/lEncfJuJABbEmJDq3voTfp4hZ8tN3LfE3QFatKQbK7lE1MvKfGI/rKtVuOOms
9K3p0jKPO2/iJbSf29DW3lM1r+QzXgPu67TW+ntP6+4bJKvH74DSsCm1RGwn6LZ47XMyoKdVlCIA
ZKsMrPC7E+FRkY1RrMnJHvG+EI69vMU1M7IzLuf61RZgIGdtOfEHHzpUEKeWddhlkztRnk8cStWp
DUmEKl3paP3Nrb5RaSVZ6QLjp9cLZ143pgmkDVhmKdt9Jz1gix7Wtex0JjvlRcXsRT06ADDUhJ2B
PwP2J6AdFKdQ0pGfnUqUb5yllXU+Ml9+bSprNtjXNiJZPE/dC8c75R+3QRaY1gwsgYcJ8M4fttJV
m/Fh9rwXV5EG1lukg3BnELe9yp16oF/goFkO2ZKs0+MoiGQ5NAmGy+T1oZ9adgmiLltV/6mbCIS1
BC9nmZWS40uQjsOpDMAJ/x9UtjpghsAlHtNQkflLWPK2fKQY7G/waDyawR8CQCO8lZENAHmz/NCQ
d3pqex7+hLwWbrE2KVdWUAqVwaKFalJbeJEa3onEs6JU2MlopySU1UmgzB2lTRmof11UPX9WdqIf
dVC23dm2VvejjCgsl6yhDwXWpLSRmcJK7YRNDHWZxif1kkWsSwi0761anEg1zWOuKXXq02JP/QDJ
YbelGSTOhuV1rZs1LDpNQgq5ryF8Hjut4hR1KPs70XaP/jrgtRftuS2uQda2f08cHp3pQqn1VHkT
+QGll+VDIF3UVPxmXpysQ2n/WQhAADIweGv/bzuqk+jd0kL9j6EGP+V+xCWo/D6bebaWq9f0+dwO
rDotDZSR8TXw5M56MgECo1QIr2gAZZJvPrMc/7V0Zw82IEICJZjKSOvuMrkOg36fJXglU7BVgu9U
wbbpxKKwG/4FZAjQ3hFCF3bBkNu/VU6j7D7zu6r0M/yIcngkEH5u0zqSlX5DWmedUqBi9HM0tpYP
ieUBEENtjWPzNbB8ACxmp+81jpIVXaCrM06pcmwhsqgrS/Fxmn1vOQ8jUW2qrTX4B36f5AWKfGHl
QdzZWd6RFilQxrWwSBozPROkqx1tvycglY0p9KRV81bCCCMe04FHlfO+jVEKyNawqT8x5VhJGvn1
1MLhz5mAfICyEPSMmKUBkBSzHPKKdJ6Xxku11OfEm9SXICBlmEYtid2HebWQweHOj6oTXerZOa0r
1DVOC/Tu3ecFOj70n2l1SPnBG6tevB/Kwf+wAp4OY4fEl8OboHHd+kXG0Mr82Vml0z9B4CCp3kT2
3LlfIWjnxi/xxFonR4XNes9YxToEBOKHAHYKqOt64ex6mb+0TX0Wdtj+k3SReg50q+UDdxBuThGD
huxDEg0caX2tKg6pKj6sWR82IT5ibQk4W4Ranr2q1M0paBkUKGgZqX8qp7a9Fx1S+u9cD8EKik0o
OYJar9yXhq7dJ2bNsnwMCbjOOQvr+H2kbIcW6KXR8bT4avg3VFEfAoBVLZ8sqaYuU0gG6+dK1nN4
SvB7vHxVCfzn/MVh5NEOyylO545b9UNn+ZDbVzEUeyC5JMST59cB+b7IaWjysQ/WNfe7jrHUlqJ1
3wte99U7bEDeZqH0Ootn1MZ2exMhE4PofB2BatItnZucQ9aGPG1G35PgLZMoeg9cg2XzLBSKlqdB
1tacT1CChQiZaMdFnDpMhr8wQYCItWvVSppBx0J7aT2q8Anl0ok+JNMaJafapgvCpjUrVNFKOOz5
RUx4LX/W3kq+SS9oREZ6HkfFoALvUxfZenxuiBvXgPzBwOkDIN5hk/d+CKsYyBgrD/yF2K3UOkOu
KBErspO4wm36MkWMWqAawHM7IRDjq+bkX8frKvtt1zn29MUpLVIVTbeCkz2j3Rh4p7Cna3waRag7
A04NxwLSrBDJEJIAXHHS1Fn4V5tA4NNKK0CR2pMlrAmSXr0Pu/mzbJqWpT7w9s0/SBqhfYr7GVVt
DkM9fkYzWsuPoWWPSyYYrxAVIRnq5DrqB6Dkq7XFnectKsGRdwbv1MQq4oDqjSNLB+CxdBqtEbP/
Suq4GVKjV+VBXXxmCeqEoJlniF69TknszSyb4YeAAjT8pqLMdltEAGnDk8uUUOTyDBoMJHqWqaze
qun/mDuP5jiyc03/FUXvUze9mbjSIk1ZFAqOAMlNBhzT+5P2189TbOmKKCCI6buaCEWr2WDhVJ48
5jOvMYs5iPtwjg/qVFf7Vsrz1E/aJr9QnEwqNgXa3rKnjHn0NKS8Q2Te7CwHWw8gykuTRqVMkove
cQGAGrMf94Uz7YTOIecuajQu3pRP3dcZSZPjUM4OiOnWmkKvL5NedkN4TNspikYdEd5EcLgNqnjo
h9jpsRMxI81NJzEfy0EYEsmnrEbezJF674wt/kz46uRHVM85cgvwUbGvcBRkrtHranKVyILURtGz
onCzSCSOD0WiNxrOMKHqXqurS7ESnVxlvpDGUl3NYU4ynaEhlvuaNs/HbipbzVMopyVuFZuTjti5
yAePmrOpshiXIbqMoMrEL12Riin3qiHMwKxTlSs9I7cJiJUUbU2XDWGnq7yajPmito1O33Z6rKmb
vJySaWN0iqjXkRQKvjvQkmLGOqMtHPOuqWezyQiB+i50AKk3VuTqqVE6h0avcnGo01jv+W419FZX
tZZZt91Zt6TmK+FqUz9YTV2Fx7BwIs5AmTh+jFzJyPp6P4zqQilbnYTYKKFZXEZANyLfarJYbPXQ
7qLW5x9S8trGUWFQ+S67wR+QlCwDU8KB0U1Tm+iMw6HQ3ahVaKAjCtIl7uwUKPlNQ29XGwozteSj
va+NN1go618UftuyXsBmRO4kqW0bFOyDeqXKs/1YmUsdujhyV9am6SI8Ckglky7QnDAc9qPudHfW
Qpkz0K3RgkVTRjgfpEYn2mMtckl2J9P6idYXeNFYHBCxm+ZGx0kkodp9mAifkSTkahl8pQ2TZ2Oy
7Jn9khrf1TE0Gm+0nOi6IyZRfVAY+kYyZdTI5tyh8UZ6EwtcR5RQxeZM7y5Yf6G01lJYrK5Dg+LY
aU41rcuOn5V2rGd+Bmb6B94oeFjW9EpvEn2cvomxSC+bXKNMnGRw5y+yOteJP5owMqhnjn2zieUu
gkxSwUxVwzgcfFPJtDhAlUzPA6celC9GFlutK/QZRBsk8fKIVQc8UinXW8eDwKBeNRMMBxemlSPW
pGDNy7KIYu/0tl1vpiIfv6IS6BzS2cFQpx/AsBM9KHzCHJy52ySZteoyTTqWetlzBMeave3xI33J
cHQtr+2xV48sTK0lcYikW/AOVkyIl2c7IA/hF72Qis7NyCZuwiyMZF9P2uqOx9LjvRWXEcMktnyc
pNlRvFJSxMExJ1kl4O2WcG9Wk/7QyUSxPEo4i006m5Xmd5qBWAfZ2/KAYwY7XnP6WV93LXaS28Zu
csudCt6Pb1dhe0znprXcrE8jVBOqgdmWuev28qjKz6UeZdyz6DE+4cmlvkhVhCjkLJz0MImGm83u
Bzlx84HjJ2Ar6F/TvBFl0ECOt71CGEbuJWQ8hjsnKRw/3RaLq0SJsrVb9VRFGu0IwTMt7zxnkgfV
03TRW0GmDcpFlbBGkd02wsJNu3wpPIqyYblxRl0v0RpAOTsw1FTakU9I0cqsWvM57iVwPsvQFgn5
9JJn3DA1d8iilU53SSTWl25Udoay6rgB4NjThHgVczXhNDgghLTOjCx8Ekufkiv0qWYE4PVN061U
oEoaeW4E0ydWT+mUZM63WmcrxJuIbexrteN3g3qTc7SPy9L0smXO10sfjpNbJoWW3vSDIj9jymj2
XtRYWbkqjIn935JKp+xfhMy4F0zlObOcPPIrQyHIz0KzVEjoDdAUFXXLyRNmruZ+iqN25iqQ50Y3
nspB9/IKnDHFo4EiqzmOANSlUoeG03Tm4xD37RRwbUcdF3PeKK7iyI2+rlJDzYJyatIh6A0L/ZOk
Eo4nlUM484Ips2zi1KxSV2nb3vZMPYrbyynM68sCfSzhopXj2IeQZHcz5IX2ACgr7N1q7KoORxVH
u01j0M1Ue5LFj/PT3aD1Kj6mstwS1qspdTFv6q3+xtQ7NXZ7M9bTXdnQYHQhf+t3uDJ286arU+cB
oq12kbaR8l3u8jK/WBLUx7hTl6b2xjLXrtUSv/SrtDTrx1SX8nK1ENW+TguXsZfzFX9UEGo4SebF
OowFHSeXKFEkm1mteuZTk5LKBdSsCtQ7qsRxO/skVaAmOhFLuZjf63Iaol3eldg4mqOtDx48O4Nm
mW4UFrpOU8cyxfSbK8zscueyL8fZopxDueWIfGvWu1ANums1KsJlNcpT9Vpk0zx4tjE5RFNTaFAT
UvT46ZSRcLlxYo8r0t3hhYtASRA8LBMk5vKeCTHtKVkZzYSjOPWAxS+iSnL2uojVI+Bn5basHTn2
5GHut3Q0Y7Imy0qvS92YB7dWkTFzTXSjddc28u6LEurJk6q1+quYhENvOqyr9STQIPNI2UjFdbJf
gy3oNLvMXobOFaWNomZS1XnIea7Mr5z9doXZcD9+1ypZypn7PqLpKzL7WJy0JYFSxcVzpY9iXOuF
0zU+c4ojihmZ6k24VKriTtOiFa5Uofu+1nJiAZc5bh9rOS17Nx3MfnKBZVR3ll2JCwPCQOWWrIRj
W6X5Q4IU22sSG+GGSFYaUagtUmKPztxm49J8HQeIIm7dOBQJSq0pqJfjhErn1hJSQcCYKTuR5Emy
1go1orbWUuJ2MXeckNFyIo65dGzHZGviXl579IXA0VRCJhOQi0q9FIU1Y/gT90PLg+vKhskoI+x7
NL0O+B3DLW52tODSQmsyP5rHilXvxO1EGCDqJwoulkwsEk03KcF7ia0Q6kRuOpryi0FrO3LjOs1t
GEt591TACDPdum3JWad2si/btq3Qki1S5VaTZOW7k8ej4k2iVZ9F7lTXKQt+8YxGHXb2HNWWJwki
kK3Zo0hMbdKodnjUObYnpUJfxTN5LaavsjW6mWJPZmDV4SgRoI3FzOFUJ19R8MkfGkfJvnapTOmh
k+fIWImwHp+6Ia5unLSiftk5Zqf6Rm2Y38J4ypk0ik0LjWVNfkr0TLsYgcGNnhxL2GQt1hC92GNF
PNiTO3EOqIb8zdTimpJWNESETmPTXZjIt0kk6tlygQvzEnuDs4DLUp3KvFO6VN+q2ZB9LQ1EuYK4
M8xXwq2Z3Sg15m1noUzox/KcPVDCTZ+U3Jh72GDV8KjAclUpKyzEQCZ+9DGEjB6UF07m1dOsgNB2
hXCmewCchfDQZjFZpfgIqUFUVwrRU1iQu9XdNKyLEC9dVPsMfdNYSSS7eVbN1ETsXor9LGxPJzZe
uscmV6aIWplhP09x070OMMM6t7RtfF80QbHcs1AquoHEauXe3DXNs9xx6gYsK+N15li+ByZe3SdG
p1J9SAwiiFCqOEDzvKlbz0oyaQwWTcE9qrJSvnXWdrJNEYJuHXqCziD5k2M2p6vQrrf1MHIUjL2W
HB0pQsvStMToZwPKkd6gJ1xCIwnRqyIIomB1lsa26At8f0lz9HuRAty5NDISQ48LW1hsD1GgoC7i
fEK8FYXKrZwkk3pV6hZraBkwnPTicTSOtD3RotL6OLE3LdVesrvK1OOdRpExD0Sc5rtam4ZhVciS
cFylkI3J682hVjwbXww6F5NuDq7amdYj4IuW1zKHvUrJpkQGT6HEvHZSZdS8iL4GQjpZnO1zDNKk
g5aS5fuD5ki1awuNuo0TGTpoh0xTiMoHu6Im3qXN7TjIWeL3lT4JVxROHx+p3UffhYpaNwyaTFyJ
wlCA0i2leSzKOo+2Obf8TVXFA2yFmOA/gNpe9W4Hi62DzT4RrpZKpbce9gHKWnR9mgfNPBS3rbBI
VfvJIpgPiTpakDqmc6hQwEZPVIjxEkIfdSIHvvHiqr3JvWbkhtUQPGtL5hbd2NSuQrXxVi1HKd44
XZp+Ix4iD5TC2kJQ3KEoA8Oz6DiQ6ElfR6VWfUtsPfzSz9NonqrICMML+hK2N6ZkNN7SdcbOKrN6
8IqooSnmoJhduRMBWrGeCsOethWVum/4JOnXkWRliddw2ztuxN7PfXlUlB4/6bA/RNpkoX5F8UVx
0RyhwlbahvRtIr04xosh7pphzq6qrCa4Ku3KvmNb8ZJqO8z21RiS3cOQstUb2ZGkZIsXrgY+V9Tl
Ka8wB/6ONOy7iH7LrORINXRCJyfUSSLSgShuNsgq/dAeQOzhElynHn0iY61Hg4rJU5npFVekWV1z
epRXVZlPKbcCBCq/DQ0l0Iym1KhjDcqB8G1gK0GoMuyLtqZGetGSs6EJiKTXxhin4doYlfl7X/Yi
2Tmi4xiM+k7ddIUZW954sj7xqtCwX6XGUI4RRw1buI5EFuTW5HxBaEehDpuU1rc5bAAZjo6wWWBh
b91mXVumuFCYMPTKoq0tN3HQq3HtrLbidTKqvbKSbeoB3G5NBOCyzIuQep4RZa7WWn13CmPtdV5R
vvOntFHuel3PvxhRr19iRzvjrNXKVH6raJrX4BJ0+lBamdaogUoOylpOHH9tRR92G/CwEa44Tv48
J5Ai3GaxSIjgEsjFym7DXA7M0jGOpejZHPGU0sQxI32isEmsKfuDGdfXFm2xH7raDCkKxARCnOzU
WV07KgAm5EtkPOW6SJ8wsmsiLArSfhPh4ZhdVGVPpqlyBZC6mNa0o/SG0nYbWV1yXWongptRttUn
INP3AAoHqOKJFkXQSxv8DCAVyk3bIOlNO7rXCb2cWF7VcqdgLhkbd2nUTV9+34X+ACPJgDoGDvZJ
ZhPtsbdN0y4XiA5gw4GRZjlfamE3eVnH0Rl1uGqFSkY5jaRiW+Td6MfS4Kz6Iv1MXPkDcTu+BNjI
E2D9JLx2Bk5hsQv4/XEBujts9wtr5LZ3RPaSLLUlAnTViSTjCJVsd1hi7h/4Xk3kGwjw7VBUoUL7
+0l5j5WhwQqgCh8zKoLwc9/OiVCVqogbvD7hV5cXpPDVXaMVySeg2/dtXNpCwObtE4cEXenzmZ/1
jr7IUgRyhJQcXcuRA8A09lG5xOu/+kAgf2D564BziILPV1VMc7TJI6cMnHxw3D6uxz1dDvmT/vsH
gJgTKxV9AsA4WC+e1vYv4LeqEItmTwUP1LWcAYWVv1ZL094ZoQkTdcHXrpWa6fb3j/bRLNLgMBRA
vicvgtPPfxmUevQIbsougiVuRq+yJ22jO1W46uKq/ARR+OFeAW53IqKD3HhHQpAwRFtA0JeBHkf3
dQ+UVxuGzqOTV15gxBFuVAQTV4hedveVtrRenqvVZ4qi79cmi/KX73C2NiNVirRRODzvhHgQ4VRe
XsRSrv51gMPJix21ZoAGiKicnUOyhSXyTC0kYCzKEp2cPlEnxnR2GfQnmjGEA2k2xN/A1HwmofzR
EcgEnxT8MH5GiPbtG4UUuXAepWVQ5np/kVgNGMo5bkEVoOYnJBrIv19BH46HDI8Jbhp5FfWE9fhl
BSU13Hwpb1GhlfM5oFI/eoaUmavBoBnXn2R5fz/eB5xUXiGaNCdvVIuj9/SKfxkQhmYkz0ZeBmGR
1/E2mxnJq1QjvJhHM71sJ03cdB3tuRJvG3ybR7rGWiYtpqvqgx1EVWHsij5TH37/vT5cWaibIeuJ
GLl5LoPXl4aWhOhMBhgsZ9+lHkq5hNSz+/tRPpxtTLZBbwOcISd/+/BxPwkyQBVU2UINIHGk6pgp
I51psrxDS1TxyVn+waGE0wsHLSJPFIjPQfGx2TTGQEoQYIrqbNW+FyvamgZVMzBfciiM68Vqq+Gv
PuXJ9wB1P/R60FFWz6VKlyZTdKLWMujKOny1jDS7hxQ1X9bKtGxnHULuJ4/5/mz6OSKcatyQAAae
s0bjAjGAZI6rwDJEihCvod/puUPpzF4sLwHj7ZU5y3ueBWU7xQJCUYCH+f27fYeKOn0HFFNN0LPg
Is8h16Id9DSdJRa2bJlIWS32LtNPTLeBenuZR+rKlmvbS5u8/6uScowMQ4MpR+eBL3C2qmijaSJM
O7TJcd3e9KKJAoAonVvPI95Qg/6ZRPi7VXwaD8IWtvScU++iJm7QOZqXosL7Rk0f7disc98ijXpa
0FttPHVpP3PVeLeOGfFEPT5ZpIDnOhdZmAqHJiAob2gsA350ltkdhxhwSoINzx5og3UJfsL65Eh4
d7meBgUGb6HLBM723I876YfSRgyuCvraLl3HWeBG0rkEJ5h/FqJ89Hyn65tRTniF96LrkqrTJSmD
xJLzxjWkoik2yIYptqstsliTOGTfSyZ3/fs1+3NjvEHT8YxICgOhZ6MiG3S2dKoBIAlwoDqQoIzd
CNJYamIOjuB5OmqIpKFXe0+tLw2aOrIfwCOXdJuGMLqIwWLRkgDYFcTgOW7jWAltN1dpeP4vThOo
UqcYkTbEO/Ivsac2xGZYBXZdlRuJYloA7rhe2w61n3iZh+Pv5+Sj1U09Faw94dzpGn57RkdOIwqd
LD+ox2b2jDmPV5MU63s06zK0r9LPeLE/F+/5O+A2PBHeIDTwf28HrM2CTmgh6iAcdcrOcrhcEVxE
0z7EwOpozeYignaOtW9CUq3LVC6LK1Md2tAt2kW/rjtA7399ylHa5PjmpnIQrjkt11/u6EHUzdCV
YR3gglsETlfVG+oucYAwl7KyQDt8cn5/sNMU5DcwqcAQCFbTWbxFtUIrI3lkylMt2fSteDJmMwps
FHNWv3+57655wjl48aRZCLtBBTgbadHDWI9UuiUpwXLnmnKivaKU95nA4fu74LR+UOHilZ7gzWfZ
TTTi24L3VxNkZS2vQPggLq1p0s5eciQXDfAZTWhpWzKGz9Sp3meTJ5oI4FxOEuhhyH6+fXc4oDuV
NWpNoNGJJH3OwGRYVuwL9KyGoO51cyuqsQ/UmDhHF059jJu++0qG9Jnp7vu3ijmiBqBdMRR20rnG
djaSRsrgMRAIsMONNI3TDwfGztUojKb/ZMV+OBZxJUk8BX8UHt8+NT1HG/wzY9mNLNx80hDdVdLF
neY5C36/hD4aClKlg5m4AgT5XF+t7I26WmyjCeS5032WWL5Vw+JLpjTpJ6fz+8V62oVQL9ESRrDy
/CSiVaKBc3V4lVO2dC5VYSChcRfV0Sez945KwppBU15h+nAD4z54O3uwxZpR71OcpNr5vhPmnQT7
wV+GtAsME//pRaP8ZJ2wB43UZJ9syY/mk0ek9HHS4OHCfTt4V8naHC885SjlzqqlQ7MFjJRssnap
Pxnq/TX70xUQ53L2P7HE2XPCOlBq0DFtYKWGWOW1bF7NRE6BbIU1uBpyJINWm9N+Uuv4cE9a9M3+
Pe4ZDUA1m1jOsFgFQcaZMDZDtC0KW1mpZd2tStwofYQO222ROg43jGhvF721H0s8qz872T+YbBI9
KkTEhBRDzhk0ix4hOJyVLRYgvemBSJd3VgE1t2mdz6hyH6xelizLF91mk1d7NtkF5ggx+XkbzDRV
fapNYl9R3v7+l3fjSX3hRBxlIOoub1cPGqQK92PTBnh2let6mOMA5zrVnUpl+uSWeh8YQC4moyF7
g0HGEft2qArlvMhuVHZJk7eBnePRGXVa+TqxqVx7QiHnk2354YBYQMs8gwrh+Owaju1JAQ9itXSZ
kHMcYVP7eWa8gCaAfWBk+Se746O1weGJqhjyMcCaz+5G3JhjPGCqDo2ESPOS0pBdZA1lb2ZSP9kR
H60NAxtXmIbcDmgAv51K4NLWlDu4ZbTM9rUy4gDmO2YKqev3q+OjcYiqyRtQbTHREns7Dv5wdZxl
ERK8wrYDJxSXEEE+8037aN5+umSyrSwIhmeD9CS0UhSObTDGDnKxNAtWkdUvvlGyz3//PB8cYFh5
nTwrCC14sLODpFMMMbRTjRucrp1sf5HaC5MOjMuQTAe0502vT4a/LA3JsodXRH3xVIG1zp3LsNqK
6yEdu0ApyNyddmw30FSu6rlTPrnwPphJzgHZPlkpEz+dywUosArL0Sm7wE6x/RgzLO5SaMPeaNN0
+/1MfrAymEaUgayTNgGEwrcroztRvomfuiDHzOWKLpTl6sIYPlnnH+xgrjWFwISqqWOce3uaJaJf
06KzzvNsDtK4ijclvTe8Fmj7UUr+X4RBEEIpB6Mqy2F4zkBVw05T8rkXQRXD+O6xiHWbkjAwLeLp
z6LDfz1P/yd6ra7+TFC6f/43f36u6pl+eCzO/vjPQ/LcVl31Q/z36WP/89fefuifx/q1vBXt66s4
PNbnf/PNB/n9/xrffxSPb/4QlCIR83X/2s43rx2Fx5+D8E1Pf/P/9Yd/e/35W+7m+vUffzxXfSlO
v40GQ/nHv360ffnHH6fw579+/fX/+tnlY8HH1slT+5iLx/b8I6+PnfjHH5Lxd+b959km49fI4iI3
GF///SPUwCmocvkS8dBi+eNvZdWK+B9/aObfUeqmuK6RB5CS2+zsrur//aOTOgHriKI7S1b5499f
7s1b+s9b+1vZF1dVUoruH3/8S/XvP/mmgSTdSQzwdPqe6MPvHIQxa4hTYtgfiuLG22Vb3xU3yldR
uY6AaeTWvhm8ZLtiF3vLBUSxxq3W4zrbWHtnP78aF8OL2NZX3WV5l2+lY/6Svii+scnvljiwnsd7
EbrNI+6ZXrmdvSZwNqpXb6ONHjj7ZTu8xGDGVbfxwHj5zXWzMx/jK/1HsqkOxoX6CGAaIq8C3OC+
vRMX3U5adYFzFH6+Kv3Yy7fZvXpdX4xBeJ1utVV1o3pqkF9hYn/dQr4HoX1XBMlGjzxnVR6r6/HL
iM937HbXy4W9ni76e7FtbqSj9qzudC9eAZC/MNfZpbFq1qEvNllAOLQCm/Ejvap2fMtLbW9twvvi
5oReeLZ/SBUlRUSRvGjTm+jxuo3p5p1v75od5DEKju3RWRkb+Us0HZtd7Vw99YdkR09oF13GV/PO
Oc73TOEFz/BDDcpVuF3cZGd6uBvvy6PlWm69ym/DO3WLKbgXe513Bz4sKIL6Qt5pF7E/ePIqvqRv
vytXWVB5ui/cYj2+luGq7YP4q7GpdsrKWaH4vukP4XUL2kHah9+tTbaGyJL70/UJxmy44Qq79s6r
hZeYeDmzwzZ9fEDMM3rKlT3+n+Pe2Pae6ZWraa/xvSbq817h2d/E7Uw4p3tAGYyvy0WxSa7rfbMm
Jkm3zcbwTS/luUjCmJZ0G2+tVbGp1tFe3ZV33XfpsjjYV4zwgFBh6MpBvJUxXmDas3WyNn3rRgNr
7aYvEQjJh2w/HMe1/WM+tMIdHpwbUNoP2l7ctkfbdJV4DVdJlzcOXxQPz418mayUQPbrde8pq/7R
3s07HFsJLYJirxylW9bn4CVxeUyKjbVS3OrA5/3EU12grfu8cOWVxRtZ5379DV6l21wPV0kDz8/V
Lpk0PGdNf9rEwEllX7mbwhV67VKxkhOvvhhWIyw4t3gy/Mlv1mTceGwergrP1b3qJl0tbr6yNvnL
StxFkWveq6UfpYcRT7Pdd1xBYVYGkBA8wq9AQkSPb9F8Lw7LvlyJY4U7A6QBfsVLyjKSvWnL0a4r
gJ4jCAIXmQfUqe1Xivm1B4jtiB+UikC+/8jDvVG4pgHzYjNpB+FePXcrgHFTkO8xePDcENsN8EFf
huv51vhSQMAu3brY898MSDGzV+Ve94wOmDt9ARqleICIaL55s+qZrMX8AnJkCQ0L6E5puN0AjXSX
g+WaN/LzpHdewtqVg3Ctt+782OyWhxKEvLOLgsbHHC/dhc/VXX9Fn4W+IgATb9rBMw0y6xFH6KNx
16CUbG5mfPwuLc4lsZp35YW+RhtafjW+NESqfnfsb2u/tDxFW1EVPswu3LDlYNzrK7zovNyHZ4mp
SrmqlFUJmjZt3VzHiQE+sJ65KeDReBvl3ih44IO53Om15dPavMPX/Eiz4IusQrhwh+p6GHwLPkie
uzb8xEN1pb/YIGiDaQX5Td01ySqetlZ+yB+TW2lrrh11VbpSs55+oFuIi2TwUFWe44LHzK6lgE29
hexndIHQHplf+SteBqr+YPpO6BWvdfsgBZnuZ+sachKAomWD0SjcMi0PyqdRAv66sUBwgPlo9xPp
wDdwji4Ny5vGw8pJ8c14rykbZwkAjrMiEM8HxZUpD3NB96f6HgOSA/A0+nn4HCb5Sltpt/2yKeKr
SaHAu1OD7B58rPJN32MrXX6BtFw89A/JYrhUH+wNbUJQnuNapmtlet8tc31iXt1n8co079HQdOQH
IJXVZowhe3nIiXTglEp/+do7vrGsK6ro29l5ZK7Bd2f8wvF2vLXuWVNeyeq+FDfy4HW1K5luuxPX
mX+LOK3h9e5S0uZezeNLbF9EDmgof3zoHuRr2XCHlawGvbQC5r3uJW+DH2L5Rbqyb7rNCyL/pVvI
Phzx+iDpj9ZBlnqv/9ocIUG53coIx4MS3ZQr7dhHIEbd8rvVf+mhOCWNtVapeFaD5E3PaL2vS2BM
rrUlGfOEn9yMwRyYIazTQ+rDjYnv+D1fcy++ji0IFOOKzaH4Urwjb6wPqnMwn7BMdBM/DQbUCOIt
54aLo2lpPmgn6Pa6MYdAaYJqhmTt2qCodZ/zrYAlOfjSfW66xTdHB1rsqsUh+SqXX5VjK76DNrUg
k0cX3Q9NTG5TPxvtF+doZPt+VzgXurz2m6B32VS9P0zelyEIxucCJY0USpKXulPj6g/R8jIcFJi+
dQ2gioMyqA8wDDjc6ea7k8XBmvGD634lUhUIHyDZJJGvuLFK13zubHexy3s90VdmVjwgqDweICFn
t2HqgQF0hqBcgxpOd/129AGrPtk39qWVMhXiAAWwQ6foiX+IQ76bL8Kj4RV+8wSkcMtQvNTag6l7
YWduBwhqU29Nbhf9e7ztn+rGhXb4pF2NG31vgLIcYN644Nwu7MYHl2xcKRvT7311xbOOIMpX1rTm
X2LdlTdA5MOYhVatynjDWq0TGoauNW4MO7BQE6+3abILF/CJG2E8jNDqX/pt2PrTglR9UBY7GODZ
tKqs9S7eschYzcMBBUjgY/0m8R8B909QCFamvRrNXSiu5GoHJXwS/ovcerL+Zwr1l8Lyu6rgf+eR
9psIff1ancLZ7vwv/f8YjpO6/SYcf22Lx3J+E4zzgT+DccX4OzI85FGnSjz5/6m99WcsbvydGrGJ
yTmQIABghsxn/hWKG3yISh8aVSDRlJO5zf+E4rr1d7Luk8gPqTDVUkrafyEUP0/mFbqLSBAzyEnT
kyrI2xR0AdNcI0SReOEMay1yO9iSESSqUIbuqE9Ge6AvOT2Dbe8+KSOctycYmVkB23WqAyIVclZ+
scB8plBNE6/D4DhELUhGocgUoRVEVHp78MemI7a9LbLXDhjyZ92Rd+36U92cXh5JKmI+jqydJd9C
7+quNlOuQ8uqZHdJc13zkBGp1lUHPFOALn3V1blUfSxMuMVFrVSgeP+9Wd6ksL8mQ+f1Br4HAmmo
mFARBSJxStXe9LnkKm+aWUqJRBZjL2tZ/FXX+nHXxyf5wF+W5b8SsV/HOi8FMBaVPBq8p6wLs4Cz
Oa/HelwGqUu9rAj14c5GHsOHBpVKB6GpzPlQGdPV74d8v8B4PBWJQjqAVC7PNTs7Oi6il9PME7Sd
YGZ0k5FtczEgXnIiTK/bKZHrS2vp5KffD/zRvFJ0o9VGWxkw3Onnv/QPu9K0ZrVWMjhOYWtemlMa
pjttAmfkSlH3Gajm/WqmxnKCS5Ek/xTbeTvaMCdFj15n7mV5buy7ontJ9V70K4CsLhQ3MJzzAvUw
H8vPMHEfTDAnCDsXqBgPeq4AXPdCs+cM9YtsAro4pFMWRANshTxKX4oWxE12Wle/n9vTqfCf7B2d
u5/ATMAQJwMa/Z1A27TIgNJh13g14iVPONKzUlNOqk+Gef8KdXBD4PxQS+PoPFcuAuILZraGQjwa
HA+IJsXQH8p+eVlQG2s/2RvvWuC0n8BNUl2kv48W1fmBYEkKSiGqWnlDqqf3tH3NyCsUuV8rStJ3
wVSb0FdFHhO2pr0mzZAlBHXB2ZqkAFcuKtVFXEI2+/1Uv58DMDWckoiKnkz7zhE9GcoZlQgR8kCD
QZv38k9dDuFk4yFJYufPi/svnEVcOBRaT52wn4Xxt6t4mWU9nqKcM7Eejb1o5GRtRBopQqeP9bff
P9j7NXS63ADu2JwM1HW54X7dnyYnUMoeqbwxgdyvpQg8uEVdR595o7zfmRbVfY2iFb0zbpuzG06E
ykSZCgZqO5YD5F4JquY4GgjBNmgNUfqPnmVpKu6KUBo+wxS8P2+p7DIkHm6c7ZTm3z4jQomRmICp
Yu+ncrv1yQKefTGh/QBaUrNDX6tcPX95XrH4AbXJqYA67PmmaRSkLyj5Fl6sLtOVtOT5PSev7f9+
lHenDjLqNjBYUAz/l7rzWJIbSbf0E6ENWmyB0BEpIhWZ3MBSkNDKodz96eeLvmNj1dVm0/eazWY2
tagqMskIwMX5z/mOCdHw737xOSg11BqXO4qwuN64ZXqXDqF7quieSKQb9s8WL+9/cMX8m2/zVk4H
Ce82fLBvP/X2ef9lTe+EsRjOIuckrDFMnCkEDw91I/u4GnMdHoxaq2y/VBTQ3wZwPFCq9rPvom1a
LC2LBi5PV6xzIAFt6f8w5fnni/gvayJfNOhXH/EUNNi/nWecrgIisRgkkNE198yCymVf+vAgYsuG
ThK0QXmeJLCRtEFWou+zPY7lkvEa6+p3QRJnSTzpkV0Pnbn4T+/1v70EDDSYflLTcVvjMGH+6we3
yEKHpUNFwmSV4Q8xLc0vHYWWv/VVXVx12RrmXVEbPJicEzkGWlpIe6s0Ak7LAfGHF6ztwZ6DhWLa
bLFPQZBi63PFHJB+rIVUm173LMkVo0u5FeW8DPFMfLuM+Rp9uVF9W313gocpWQjv6Z2S4bTu1rYh
ZtljoEtjl1nOGJuZNIHHyPD30litPIypX5Y7CtXqddfbIf+frQg0bW2zqk+ZiuaCORfvljDLjOtZ
LvlDQH98ksIqHk0nbXcE9SoEgFXWXwFzicRcyUUjMjd5Bi3J4XcsjEWSR9J0GOXSCc925nKHWpjj
zritm7B6L/1S3hNLltP2//4a/f17YVXnHE/vH8POCP7h3w6hsq5k3izwwYz7mvhbmyCtuJvO/08z
mdtuwVf8l+fzVr4TMq/juI+rHFbm39bBUmJpikQeYmEu/PwDMBDdVZZUHcKRWSxdrMWYx0trgXM3
y37alJPzmMJ6A0eSEgUeJ+FcfJl5936b9eiGtHs+0pi6q6v8QoOrEaPzI9esa+km7Gnpk64aPWwc
Xrx8mzd6SjQ0hL290iIXpKkWu3Uqfml7MYy4IYqcjGvhb7seykwhe/NjJRDeEVj/acJoEzHxsPW5
cJcWyEGoGHbzaY5J3ttLPCpLlxt8xtfbkljsQHK5hzQN+sdB2+FyKYqqTPqw88W+nMyUet8wZ+3P
5tQ5sR4EtC65gsqOIGg1cla1ohauYXBde+HdVXWe2JVh+ruZdj+xAbY19Huj6v19niu5w9Youtia
Lf3DyYpj7/aO/uBLt2hTpgR2M5CKHffGDTkdj+w8YmfUzfJyG9jFqZ5HFCY4/fOkyiu+Reg9E38K
hfriGz7aWWiczEZ3m5IA9zU1Vf80uEH1bNt589sdZ6LoEcHSICbnSkgpo6Zkn87Zwxz1g7MXdQgm
BzBW9Ef0Fg7k3jC8n+nSSkRVS9MCWRDWSyZndJCTAzk/mkU6XC1vqY+AeooLBA6PwndS6yICAeRI
58yHb94DIhRJ7xrlvghnAPIGQ2GxhVDkTgdGSL/zVP0ySiAK8TSv0U/BE/WUGx7InnlGn+qKtYvr
1cJOaA7WYY1CjTs5ffPa1X4UpjWSMrK/rRKuSlmE4RqH2kAr6XAB7CJRR2DaAPDdqcYvz03jeU99
ZK2QdWby6/FSIn/ww8QfQOVdmHQGR9P9Es5WdV+n/VeQ+89FiVA0C3tV+wVAhhO7utaIqo711q8V
RPo0s+1dX/bm1YbnFpckUjdG1oMPK/SXoC8wmb0yS8al0HFfOfNTUPfTtq4ihjgRjtUN1zfGJ10J
S4EHcdqwao2onjOfYGlATR/pxT1hWZvwxcMDSRPAYwGyXfmS27ggTlxaGDUJ08k3TVuMezvq4crr
SdU/RjnpG/zIq1kxsoxtxHBrgELd/Nhow9zXcjU3s+Xqu2z25Ylrts/LXbwvN75KV4pnKBykXHEB
DrOzy039JkrvreTmGPOpErAzmJvJFIwE+3i8snDFFM8wkzOaalcPs+VtAad633YZaXBZ3WTVgEha
+QClbUljnWfqlhstksxb9baokfV0JcV2gQF1XaRlPNgi5zY79QleX9oHvPy1xRl2hDTz3A/TrZdo
KL5zIEzHtqsvZHhfIshKG7o9eUy9j17qDywpdUnYtlp+cdr5jlw2N2ksn0IOoElAP/A8u+5RartK
lqV5It3/YKiuPUPDMH6UqX6AdLMmVVa8W/pbtMVrmEWMBnHskNc9KTO7Y5GiJnVetsE0wja2BmY4
wy2c4b6TYFyS2rMfLGMsksnrd2WrX51gIgltynPmy7s2S2t20+4Vsp2z91T1Z1bepg/t98jrP828
eIUp4cW+jw7dzORwx0x+mBEskrjq1Rfnuyfp6JfQrEx4WugftmVAcep7xOcWJbYcs0vPMwZDL16E
9QQrJ0wgEwyXrnFiTGaIs4v0E6gJ2Sb3rQeIOnxDGuE1L7MLx0/SxzVQtKL34Ud2iqkYtRoxenMd
41kAZjSa3klCNNjYIcF3LNq0Y7dGMmROd9/SxxUH1MjBM+kD7kLOwWgrA+hC+ZKt/p6jjuaAgEVR
8p7MBQOZuiew7PAOhS2RE2Uyq1wbTsLFbxrg3SOnNy/ciMGmbqu0vO+Kg0cfl40hv6fam356k9We
yMn3F7fTfeK21c7qKSNapRFhyV4eqtFiaGXY8tk1xJRYTftqquVMukRsRXS7ZGTFnNjeEMuekTOD
DA1DJY4G5Dpt9Zt6jdxtbTfnxRp/tqAloR6l+0K2jFDceTu5iEWIOVHiedLZZOImTS/heF8H9WvA
gL9JXMvki2mCl0FrYwMm/bWcrJ3hZdea81eMSgGey1uvVRl+ZT5IENbY7EI+eNr2Rv412lmxWWxW
xLYlHxIIwBytQQdeZFfZXdn3X/CLToTNQ/LGDuHsuv0TGjPkgw7qCdfDHKRiam5D1eXfU6rbs6g9
crpuVD+7Hi2VZPf5Umxyw0tvMJbpoXROswWyIKt2ujIZK8z7fgXvyTPx224i4ucWosY8quKuaNrw
KHr1RNfVwVqXZ+zYwN/7p3aU5U8phyvsXy8x8kAldh9+WYoSKSoqsBgvwkbPUuXWL6iLtHDKpbUU
jDSLe83q/CSG5cn0uhx7qdz7vkrcTt45w8Bsqndfu4rLBU57sK/ZY1mhcBveRZO/tvH2buZ5ubfd
6r4K+pcUu2gMyCQ8VOvyp9MYCrCVXKCqsG607WWx6edas7yDrmn+8ccISykN6s65cBioePZ6rgBN
Epykx9qu1wuwr/3QdEwjbegGJHOvTsvTv6PdmF7N2xfeTO9BtoybQLp7gwVniI02r+4BuDUx3sfY
jtr2NZqaL242pGbFyNissnEJiMUEiuRpd46zQN0PI1NiwajMmaN3FnCPGYD+lS5FwQg4YxN3/JJz
ipFdLPru7lxIG7Fde8yh9HxdGx5KpAuot1Wt4rxIIaYsKTBKTXtl3qkUlHC5W+i0IcOxz6kGcFzS
0xhVniqspknvQZESffOxQvQnmNV+m4UxxagB0S4E/wbcFEieS/Ib2vFDyzk6Wdf0xW+Hi1+XiDK2
zzwq6uGVWucli+RDlVbzwctcEJQODBhDGT8WWI93daMCcMPpfdc16dZCYAC7eTTrlzTIDumq4O/1
W3ewzoWZ3wU5tthQsBu37ZysKYCOoRq6zZQ626Uevosl//KD4pjdPtucuSkk3TZW2g2OqyeY5lCh
HoMZnHfCrq0NFrKQALu/7/OCIVANtlLYjyE8Yc98Hjw33clh3PuO8ZZya6PUMLFs95GTxs4EXBu7
Vb9B0fi26+U0khfWprEXJllognpAhDyD0j61W4LwEVX51WzS77J1d97kbVGOtiDptl0XPK9e86BH
r4ZfV72Dn9kMzvrahQVLNzvs2Flbd3Hd3WSLaueE9SP6ab2TQEC2duOsyUC3BRoYI1dr5uvA7rXp
2nK8L8uVA7sPWyRnfXfS9RBJnoKidSgFWwC6reJ5GPCAGUa/C9HTYm+5HXiM7s2csDEE0rxAi3uy
s+DebZCbKFo8W91Ubmuzmk6+AsIAewqDS52dDagFe9CefECkQaFx+NEvQkNwwSrFQHZycB9E6lGp
8swwDm6yXO6h3n4FyjOSYC3LSwdGP+E0/SNshkd4yO3DDJXl4JFSo1KQrbvRsbDBeToqNV4LbiUv
WRh9+jMIqCI4LubwFPoGuWYjoUeLw4+PgScIF66hDle3IPhlRgzZCx9k6kp+NZ4dfVeE8CBtNgGO
2Ms78vrHPDFGT0XQQzEIX/zVsuE92DuwEHovifeewsZ5gdlKssjAsOAOV+Y31yCT3T0dD5A9Ov3L
XY2TmHo7yf2ZeiEneJJgjMFzpem2yfpHo6LkfEzhjsEwOHJI2yvwfLtICsBjOegMRPOHIl2CZOz8
Yce45Qok5hPEkh8rI3+AvcR5C5CijMNx+ONa9bUZLRZ/dKTY9Pu30bSbZFD9d+esV7zl7rEPlfMK
Qa6JbXIOMLEylczWKE/Lqh8m4okbw6YkzsvKpooHBdQqzIePspkvdt3fgZ8NToM2Uujmpr9hvyow
U7Bw3PHc6bMslveprTHlNIp1juOIZgm9BBEIr01j+e0hzbsvY6rgXU7YuYK8eBim9KEdixNUthln
Rxnt+25i11FMLw13rRJL9NCIqWtPusoqY3o/xLZ0/HRTCkjHUdm8DXo8BCHtnxQOz7E5BFvVGO2l
9ghYoHtsbvjorjF+a28IH81szO/McFCnLhjsXVPwNUuA4NuaDrY7Zxl2ZpUe89XeMxgy3peWH+zX
sDSb4EbnWdN9W0MYC9tdOKq3bJneuqgYE3DSxyAQe1azjXkDaI3SuXTTeMXsDaOkHy6OTreRp+Dw
KKwoXs8hp2rypzkKXrpSuomnxeNgej9VGz1Es3OYG9M6ipCPyQhDualnDLXZ+Opq49UqBvM8hBjI
wuyJdtqnhuI97DfFu7kMe6flvQNUdFkAaCbdaJ+EF520loRP+jtJtQF7lr1jq97lk2SN6oKdO4v9
iusGHeNY6wk0HF0S96EHkyvxw1ZdbOEt22GJjkWTXi23zbAAyQrFJD1GfbNzmvWtqRusHbW1lRaX
WlnhF1qtP1MPsNMmxx3n5E63QR30kDktBmuQckk6PQ2ATkPuqCCsN0MJs25nrELMSeWt0SsXxuk5
ghxfJ4NpVA2Q/D5nVSnLtK9jbIT6HvyNqp4gz7NNwySsx4NHPO1uGI3qKrNu+DN2C4ufIUaOjINT
OPd2DWkosQqYq6dUovlQgeLZ3yg53puxNPJgmJCmJ8fPpr0lA/nWp2X/0INgTBPTKiCbFd5sP8Kv
SdmsrSX1j51TQyvC+R7iWMGFvzFHMkz9bL3AUpyty+xNwYvfky6yUZUB/qsHbacvUaiudJean+Bn
3c0QfrDe9UmpPh2hH9YAaii42BIesqrZ6/OyrHeEfKd3yQfEEzZC0kw7nxtvvlw9u5l3AXqWMXJZ
KPM7aL0v0rWwpPDnlrJ+Srk813p+tG/GFL9tEyVWnBswWmReI32orgRpa1QpsKQx/fTysnrIy37b
lUGVlJ2ZpLoMN2pwPwcBbrix0/UIVI9gIKBe90ZY8hLT4NlNPMEuI9bsBD0827a+7B66VpyXeflR
FSOGlsGcX0Rgv4OeegsCYO5mDfoc1lfwWUp6aNeO5gbGVPpcRBMn/SD/kVdgRWJLmMsBWvrN1+i9
1TeGP+TEn3bDC8uzAc4U8nXiGgAwg3pyQE2VA4ncrp1ChAOLi2c25A4WSeqBoYgfQCUeDWd4ghv9
MOmu2OTSxpPmeJ9dVWILLJR8znujWS6znNsP7mXZJ5bl8LHuKyjIRVg/Zb2NslvIpFCT4TFLWJ8Q
KDcqC0/56msaz8cuMUQGdnz2Wc/AUcVzmZcXs828Z17wj1HIx4LT/EMb3QyRYdRV27KVxisXYRTX
lMHOs5qEPrItiliwsb70DXe8WuvyMQhmSt40cESzJcFnBY+ZU/5w+R7OndtCQQsi/Wb4DQ8Ch7Zx
O9JC8Fp33OjnvKIKMp+a10gjIPhF4z1bWcZfwbdyHVMbcoTvGW2k56+PvY7yr5AI0Ze3eMvbXHsO
nWfu24CV95wXTf0AK4pzuCfLuzpMF44STNFj2jrjciAXFin7HIplTmTveXGIXd/MLYb4I6alYLzj
a2GCtooPJtv1Rnj9Fab4+tHnqE+8MTsS9CS3K4CojEegQQx9Qz/gNB/DrsbiuaT9oeu95RXsLHYe
Efk/bWuytwOH6ISjlLVzowY/Z2DP2yqiLo7eT6jsyBfuoOwDZQMhTYcKf9fM3NtU+tmnPYI8tVOd
tDku1C4yFy68aIkDj4OMCMefq1r/lE67U6GTbmvOikk92/a2yB1q2js1lnu1DH73nFGmYmwa2xd3
U69RrBxnMV8hmrIv2P0tpROV74gkCkHFN2Vy6zM+U7lu7kktop8Zak7yaX5UDifp2vNB6kNM30x4
+jH4CrnsFrMfD6r3AipcVjDSvV0bx07dcBWN35+KzMXX1MH1A3/iAIQOs+w5MCvvjpKICxC7ZuM7
Xv1eE7Z+b8fSwxA0roqRW2B+2PDLdqTCnd+3ZDhDAmhscCkL8RFF0JQv5Zi6W+boVLSXYrS++pvS
zH1pKDddOnNQ4d3J3ETaeckDSSkIxGXOghwXpep9Z0e5w4KAFAZTh/lNukZw7cyibSHhuDyQByUE
SoWBas37vXpQU6cy+oArpHwuJzqPOHGHWZ+erBxo7nFJJ6ya2kTbPVmTVcCznNaFt3eaSST7jW7F
r5Lfc/3pgGRw7q0KxuVnZLeFvJh68ovjCjw625qMFd5GGv9uUwmqgrbzyOsVg8/vzYRNglmk4tQ/
cdY2rf0wpI53ZK/wO65AflY8m43rf9Jw4j8OXPizQ/DPcYIYqrE8cjwFxBs17XiYwZCF13rhkHdy
oyVwgH2O1Xropmb60fk1D1Vb+fwLuUiAdbGSTPkRQgKjPOW2VCLJ1ew4OLFt6crTCoasuXdAnj0S
syjFzplN55Avix8lwsuh4sILKNGzRaNMMJKNmTSNGXa/J9sY3Qe1+MAYSq9xPUZlnpltBuD6cidk
B2YZWb5ZEpn7prFleNlEMTsXhOhg6aPqBJ5kCrclqupGGPaG6/be0sZVuRJFNhw+gY/uHXvdR2v/
JGkT+NmVyM+R9WWsJULh+CCqfreI0UcX7lluIms4LEjMV43cClo7t8582+/AHN7yZf4dTqbGh7vq
95EmSxdMc6zGkOoEjXbHjQu9gQ48bj6TXP2NKhFcbpf4fOd2fcBV85fIV5Elpm8wNspGso5ghZt4
AaKXZOK7iMLDYqzYFif/vvMXM64iuQNDOTzwS9xnJPPqBaCy92ZafUldjfwMJ6BuZa5hcXPa3nKF
wodNRUlwghKq47IKQr5iZMrtKJwWva5aoqjeu+bU+de1rsNgA9mA1UAKX+1HdwEi2/ZK8or4Q+Nc
5sBsPzN3zShMKIvFPQ3jCks0rm/j1p212uV6KMeCC73rVSLctPnEvaAL6C9JuDfOM+pOHe27LlTu
hc4e1QFNIPSe5KKHK+Osgx+cocuONYxhu212PDDhuHOWRZp0zY6G95DOS+Af7K4wgq1rYDFIW40r
2aKaxT+vvel0R77eQhORsG1An3Lizx0EA7YxoDtMYXFzZOuuGya7unJiltnLRIGCc6kkZI6dvxj8
U7EKhdCnu2jaOP0IuFq36UW4pON2EoBzvss9tzdZXcIsjDtRdc6lsbRynitnFdaZQo+xPphFrddD
2NA+MVBZclsmlrCcm1+L7w/FozvSKHZXDYx14BPOwIVjp89GDZ63MQ3w2r1NwreDuMYdMK/PFvF0
1EwxPGSu4IZlB5U6eYDIvkK3Gh94hjXomsWZjK2DUWF9m2Ekbh0hqa+JjHw8NAbXwLpG3niszF4c
8JGtt5nP2zCNUDTSfow2gqqabca5815nbXFkFvcHZv4PtlQuWRzAz4Nw1AOL93QuXP/cLnSBNnnk
77ErQESfVrQcx5v2jd3pba7zLhkNQYnKEHE2at31mI9wVcVt+K4kc63E82fnew5BxjEzT3+mrT1a
N1kt/9nQsbTuxhVTErd8ulUOSNCcLRcxqUsrYC20fsGz4I3OcK4DByEIYHF030glD3YRjly6IvDZ
2mvTbdpVigKKXnFyb8Z2fLmNVXZzxCYtRRXxmDth+zUYRNBm4V2ytKo+JVUsVwO+y3UZi7XYr2EF
09TQ2VGb5vNs49M3PLPYYc/wEXJq7N12PaaJGqJxZ2SzfSpYIoYTzHRjb8/17zozylvJz/BsC5tb
DYKcy99EaTjBnfgV8aU954xPflVFu25MerM2EwjvpA682gKKafCZArniNKuQt7QwKU8aneLUWql8
DLipPgY8dwn0tR9uq22YUf5sf9aoCAzOgsneMOFQrxWD1re8crprZQU/nRVhZ7WacNtQuXVN07mX
WyD3j41ITVYGwg30VPR3oRABYv0UPlTRvKZIeXxPpqorppNjtRwFTYr70K+iT4hj8OuXtbtYaztC
DDTxCqNQcvv2CAPkt9VuyN8sMyU51M+forLrLVa/Y1CkJGgootuwY0z30RQ4J+xFPRMm0X8Aky3S
jTXYaluJ9qaRls7S7ZgmOtvaG9LixhlwPyHcgo83onawtmPV8IRVq0+uIqhKfNWpYXPtL4tHgsLh
z9xV08+1DtkmHPNKA41zB1Xff5jB1msOGK0+mUyOo41iZHa/chSheqldvl1vGK9A+MZHQ8wncuno
RrTNBAcEBVQrTzgIRYA53ZwcgXbe80GH5D1CKAWdau9HN8NTDcYM5RJzpSY8UVb7poSx6GPUyVh4
dP4rT7FDG3lnpvHEXJsRbN+zroYUcDQ97vs1tyc8Z/ZZ52iGJOpsZJLGXhNYyibq/ppZvCohfQSE
7p8ds+U6gKNyz0ASOFybp/Y+r+lLjQODAHO2tnqnXXO4y4xFfAaqdO7ht/2mBym6VV7pI3cacMBd
SvuW0xjmsW06eRx8DqJeFXlnq0DLSrXp7d1hhQ8+6dS9SjtY3/uxtyFFLoPC2m96T222cvIQfb3V
ug3vEXDCuOoAZnv6wP2t2I0mxUi9KZ/whBgvym+nq2AqxvG1oHu8oCyIY2C5G+rC+UHc93ZzSz3n
mHk8idC7u+ApLXAAhPC4j5FYogPMzvQwlwEKHY0iZYi9nFf2WLW5fsdNh6qdoT2apS+uhkvah2Ao
ya1sLKvn2Vkt3PF2Blq4WNib7Rwdx7cfbBm90biGvmpR2LWfPcjoZoe3ADtenkQc8LnbgVutCu3s
07yaH3U/1xwzqIBiXhn9dtZ0/G6q9jckO9D9wzx/LCXwGtLXA1yqGQdqMM78HGZ6DLtlYjIST8LV
zjnYgCRWwbgLa4KADLd37mAcZNouR9BxGrXUO9n2OiROUABN7dT7aJflFiPJa9NUX96EzaSDN26p
3oVRal46Lxpcjgv4BVObHII5+BWsfbuZiG7dzjeGUW9a1dJRg053qbiNw9WX+RNSeHuWZv1EmXe8
hA1BuW7kOmHMjCMdbLenTpo8rJ7iypw1hsrPoyAGFC1LdsbnMfFFsCZGa8QG3KBh1Yt+1ubabSoW
0e3CQ5zU64iVyoy24GFfIGx8UoUR7rzQyjYMBEnNFNbrZFUHpPaSHIf61Y8W8Wg+m98GwN6kcNbC
TXxHveqwX624L1Ysg82oVRMXMsxPhm6iH2kDmj82A1XwKyxaEN2lGctNmHIxmFd2snjwWuNcA2Pf
dMtqvMixn072vKpzxvYci3yuDhFqGiK8HB/GIURQCmrgyX6Tn8MqaBOqp+b7sO7R0JGdFey7PZoi
lxCuXUkbOjj/osVMyqHpXwrTwK7EogrksPF2VPWtO1fbJaSIhowJ2stdZvlowSbM7bawaK0Zg+g8
tYQAcy/znsw0UBet5uHVS7nENiiVPw3fOCplnDo1m/ZmKbvugoqdmJP4Vcxe8zjPXnT2y6Y42fBq
DoMwxtc0dK2zGMzw0mXD8I14bJ4hmWdny2qXOHUIgsDqNh9weBnplvWMqQNjMoY+GX06U9kceoWJ
MKIv6rYYFrygDl33dRvtbNvwJuYW3vRIB4ZxHxaMLTIu/i+90YePKY7TbW2hhdkAd3WyqLp7Mu3+
I3TG9jJSM9HtRrV0h6Dv/G3h0sAzSTV9RsC36N0R6NO9z/Lc2GdfcvW6U8jcTxkEAqJiUDasZEHq
PRkLUuPtyMgEqFu26WBVG/B0co9mYp2CtaY1KuVv0AoMWBC/WlKl9TiefCmjPhZKhaeOSsLbkLv7
pVhp5IG3OnoWXQUYu+wbuckDuu6YZBrdQUmLNaCop63CrkZPk5q2eBN42wpPiB8pRYQT2kcYic1i
LhRXotyZZykM95ShqdBLMg/B643P9CcPVXSYBGcy4BOu+dp7/nhdXdd4paXJvhNtIE560j/KIWzu
JFesq1N64tSkfvdkNIqKoz4D3OsHwyyQ0W16TVaGYxunXbjZm1LdIe3XW4+LoRkvyPjdsfZbVnmf
xkr060wsBAQnGjB9H1J90nl9+6WcNp+3ka3T13yYqj9QOSJmKgZ7QUgbWDJNJo/NSAkmj3wBLyTu
u6J8sXtFKAlXnB1uim4AMeNb43kax2rPgsaZrfY0HjDujSuW34DWFKqq0RM0Rk66Z9Cz6Uk0cm4L
L83K6ucrnHFJajjhw4CgV2KgsYT1RsEB1ktV+tkpbFuipNPsOwco5So2+6aYYpl3jDzopPW6OF96
SyWWO2e/TeDdzEUDbFrAMk6201qfzrgOpynSrA+eI5liOPrSR8wAs3pp77rVSH/YWn/msg2ZyDP7
rjzWsbUoLlUVyHtHmtUuoCKiZzR4uyW73bcbrkdqSoiHU2tDTeE7zfB0alaysCm5oD2jK0hcDdKt
uNj0fdMkuK7aBw/HVLbFhMaqx2mbbihjiAu7QFmanZKItp1SFZc1QxH7qun4O/lGgAUpdOPFD76Q
8YqdGNr96HnrNp/b8a4uF5HAYzAZXxFRuLEvYhjFPP/CiyhnEM3R5tKQODL8ioIMkwNmyn0zWNOP
0iBmB183Gzc1zJkDchTh4BQjBJddakMGmT3yeeMjwo93rmRJg2e7dstOE8TZVblCPNZ8SQbFoRvN
FMM4R6ZuXpaOu+fGb9bQ4j+2d9q19GMYUSnKcCkz9Il1lRltwPSYExSiF/NRl2FQ3PDwhVtZAL0c
s5YzOv/N3I4s0gyQm8FEMcOiwoUkOyy+44iNZ67LNsNYskP+IwHZru7TyphxR4SC+VDgYsKS3i9o
7p7B5n97+uDSHLhhTT91W6wHy+lrDg4hxW7taPQ/ndljoNp3bvBTeAZewUCo5m5KvfK8mtD4Yw59
KTMv7svZbJJgXMZr7iBpjjXUp3huO30sEGD/gxPbvpFQ/tVyiUvHBykVAAcK/q1guoOtQLHJLXF7
s9PrUCiZrI3v04bCIocYwxGBNet265yC9KjWcPpgWB8wCJ5GWg6miFvwYU1T2lcG2WJwZTWUjxET
SU5jJYz0WE/ObG/6esqN382kGM5Uc9es/+Uf/n8d6PvvoTj+P4r9IWv/xc97o3z8C4aD69jHVHz8
Nff3z1/xv4N/0T+IxmC4dnl7YSvekKj/FfyznH/cIgHcfcnwWS50w/8T/HP9f3hQwYgEBuY/AWF/
Cf7Z/3BJZ1DRjhRpWiDZ/ifBv7/HL2yHMAS/0Y0Cwg377wZ+CJ+RNFpO0nnfAtAeubxnNm12f/k8
sOiprGv/Gji7hRv/+gqYtx/jE/ziI4BX9W9MPFrjuEPSh5YEhUX5kz2ab6wOLOKFO4inFM3x1S4X
krNe13MEmNpFxgvND2SlQqmMpNCB+SMfFcUGCi2E7KwSKOQ+4vfZa/3mJQeS3Zwp8+U1/1/UnceS
3EiXpV9o8Bvg0FsgVGpFMkluYJTQyiEdT98fOGbTjMiwjGbvxmrHqiICgMPFved8x4dtee9PY4II
iAYuGYDDnNVbU4wU5NFHa1/KyDBepiLNPo15PtOKRxyQbZKy91/SGjcmCUi2vomKKrsBIJxraHgJ
NvIGqoAX/AJnHoyPVQxDj479EiEJD+4vKwPlcTi5NXsV0ndDWflY4LwXq/oY24y3/2dFPfMKVh/N
X5PQ+gaOLnTiQVlgTxlTx4XaeHhVJJu2JAw5BDD5k7k1hA81jE49Iq/3L3tiEOG+VtQQg5xzArPz
KVA0TkHXmjQlEWcjax8J8dvGWQHHNnKjHVt/5Eu0Sy/MuKeQuz9XFZaNH0VgngV3dPxUW92xIjbH
iFDRUYW1P6bbHPAlnftSPLY5hamgc518N+WULtk/EX+lLJR/jOIL3jXrRG/PBh4QHJ8+3k7mflA3
xz+lKyvaiOXMQd1h47YZh8S+w0Ao5lVz3dL0rUmCpp5t+fdU+6Z5Y3VFedemmZ0e4rHwIXpgnLzl
nADOxoykek05bHEgzAcqKYTFXDfSQBQ95nGNe4ISmNpb2aCaXSsdAnczqqV3LDHqzqYBRcRg5DzO
mjlOAQl1yKSN1rW/r7ONvtNLg2OuKS1HkYWeqecGByGYEYO8oZBWGM7y2u58mgCFPqNv6LKvrcr1
9sJkcWJ1+/PEVkM05ZKVQuSty+lfnwRepnjh5IQboPEG8nqc9hPqH/W9mem9vj86jTfDk7cDRWyl
R+OZpKl1fC1ItzQhMsoog4OYrSF6xQm9buhvTaKvHnEJ9CGNHi3sMJfca7lGanjRyic7q5eDxLBB
nvKkDbe2mdRohWW2rc0sI0Lb6rMLY/pkovjzVDxWC1Sa+K3wKh//Us/N5xyTBh29SpsoYvk5UIpF
SzdMmM0zGJGpvmBKOfdwAKdbOq1HnJBYIY8vibAMFbYa45Bugf9sF673i7yravyqGhmDsMg0JN2t
nlCZVhCTgwTFGLnFVQfCqTBtZCNEVF61SwqPZ6rynFqaXY4fUxqzHNLTsRMX/E0ni9n6jCy2V+y1
2EAy7ZzYaOAv9xnZdhrywOG5NTtsKKZd8bG/P2rODBrboBHIxhP7m/1n9vlrgHIUzh2EvMwuFlrq
HpA+jHPx0mpL/1gALARZQVDf+9c89e2s98Y3QYqDC9dvJQgcvwwOY6YmhlKjaKlQRCyRWrI95SS7
Rq4xNF/wTS0ElXYuscCuRflg3ym9Z01xUGK//1vOPGbb1fHksgWx4RWc/BRLIa6gtqcFZlzTJCQb
bJek1BPfv8qpk+7PHWNhROnG4qUzxI7vuLQLC1RBg1B2GXWOxHm9JW1zYKtCTBoN+tiyvo7IIq8i
0eAwy72ZNFsKQz+auknv6wJtYTB4aF1iNxH37/+4s4+AnRs+IgNsuXeymirgqWZCB4huBMm39qBr
V2xx4n+/irOSGWxBFMS6mB0/gSaWWt36nObizOgf3RoxsWhoOrx/Lyfms/U583WL9YTCN4Oi//gq
rtc7xjLznA0zKXeaQy2g7Y3yQBrVcj87eXwwrUEQfMTZ5P0rr2/wrz3JnyuvG1ybqJqVNnfyvaJ7
GO2sZyBZ+HA8lkKiyRHhOtpTZhF6pPVzfac7jvbZJT0gJbwwzp7e/wXGmcXGsUDD6jauYCqBJ4Os
i1EnUetnsZlSQKNahSAlQ7CQ5k72rA1TcWhkH++7wRxJ1mzkTZ4ZwyE3MDMuhEleG8XEyhrTie29
bvnH9Io/D4gBxiKlG1h4rZNhNhh1ShS4R56bK42H3HGGp7hjGxEWKJFvqbw2l5jd5wYD6+A6sbF1
e7PMzIRum5VpAJDzgHW1VG9vULbW36vYx8ZimN0mhZlOic9Tn99/FWdm1ZVIyOIGJ1AwvRwPQ58j
eWnXSFaovLEVkyYDsplGjKaWRPDYOdG26drowlx25qoMQCyuOoZiNqgng38WVNeKmY5Lq69l6amN
v0wjBZatpGE3B3QbhjScx6Xcv3+31voXn4x9KrqUjkFweOsJ8Ph25SzLaQCZhpJssbxNpvElHByk
9NdxRVzcNnb0BnIeO7Drhlzi8dosB+236hU2SThMyEzaUddhkkVZTCE0hocW58h7wgE9b7NJfbV8
T0tzIT9waLsosOOxgd9XWG2x5Si2TDuj8LwPhL6V1AlnNj0HSnC2uupEqSgRlktXhZ3pyPqmy1Vn
71QNqI4Z31ebFjjkR+HNJjaaNQfAI+rX3xtRLZhxqwzbau8OFe4vskkJV51zLKZqRjixxVXUXQi7
Mtbl5vRJoip3PL5jEkf8k+WIUMdisPWFT9gX/U0Ur0EjRjGa7GTrZE93cQgROOubdMTKodlWfeOr
Wb9H0mQdFD6CK08NkJUS079ve108jObEAfPC6z73GwkZYqbluxKnM7kSBDFXBCngsa2cnxnTWai0
drwAoD4zn3qUxZjGeBwk0JzsZi0fBzZvn41X0nDUKOlTbsTkxG1Afzylx1KrWwLoTGfj9R4axtzV
w//FfcI4goENPUL31nXzr61RP+UDybyOFjjUJz8bQnVh5ov4Asr23M6Uo5TNN2utMGX75EY5wJU6
52bKCY3t7KwCG6mh4+nxI6vcKXsYk0CVjX+F8lHsbSHTndfO6aPo8P43aS4Iz1Sy+pRgg8PTuWBB
M8hiCFRWGBceyNv5lI8c/gxRMeBv2DUdPxDlkyfa5yyuZeWyRlRk1RPDkL029RTfL2S8X6k4e517
3bmwtp5yTFg7LPbA68adKwuQ/cdXrnTp+zUqkKDKWqCoghjaavTrqzW+F0Mx+k03HZ3fjlbh6Yvj
7jrTs+lekggKLTppL1VB3+6Y+DkrToSnwfb8z8/9a2QoQ6EAL1s2jVhyNyWR4WGpqHS/P/6MM8+b
oW/bpsdDt5hej+866UQzuRPuqpm2PWFdU7dpqbfSPW5HsYclsDxOHPi/LMgimlBmUxbETak2XarX
1q7QTTLlDN0vQ6SRJWi0LPku3MXdV21q4Ym0vAuf7Nv9h2XCYmDJJaIDDd3JqjflKcbZnvLANNXf
cRZ2TVCQfhum9pz3Fx7O27WOPBOhr4c54dDIPXk2cWnVmqF4NgRxezhtZJGGWWF+bJXufMQ7yLaC
rJPvF97I+rceT8+Ih9fJwPKYW2B9Hb+RrqTsJmedcegnH10rwnQR2czOItdR3KgcKoBWJkaI79PL
MZ1ZkJI6j/gx2jE+3TpEre//onOPfE0CEx7lBb6Ok5WXCNx5mDhNoQXq9F3czhShtGbCvT+lYFTf
v9i5AWlR+wGFTR2ISfnkMzQTh7qAz0MXlWY+D9OMEsTM5pbdBnY1Pz/UQjPzDYAVfzrEaWRXyDSr
DGhj4fVA+YQ9Q6/FILp3yWCYP/tF3NC+p6WfPfht5ac7OnBlGirbSYzD+z/+zMdEc4gSDMWRNQHw
ZJottdhw84Hf7o7G9DRmWXZAUehj/hrlHoxHcSeiAbIscI/uwlh9u5QxV1Dm+FMy58GdXBowi6Qq
4VOYoQuth4It2Cea3HBsdW1MtafV/HErs9i2f+nmtHyYRyOTm/dv/8wJlB8BkJ1uKOcj1prjoUuG
cDQ3o8GPsKr0w9RmNtWWGEv5bH/0OtkdxgXhJkCQfjss2vi5KVp8mrmhso/tRH5rZvtszqImuRTw
eebpkGNjUSJj3jA5Hxz/sFQ1OkSbGPBAbCxfhqnPnF2Hf+cuBeu27KfGlzGtuHa8inxlQqPgcNF8
fP/pnJnQea9r5RoAj8GR4fg3KC3q/I7QcyrX2F0ZINVmVvGl88iZj9URnE5h49vo9E/nrMpTqvdq
Zo8JKkAT2C1x5WwzXXxBtXMpVePsxVg4qTis+T2neJyqBDUI6gyibU0TPJWZ962vys+TmI1P//zw
KHDy1EA+rsCxkxeYk5ttG/H6ZVVRe5VU0AVyvUgvFJ+NM+MEYpqwQb7QXHgTZuUW6agsIGXsxHEJ
ygYNKmiAzrxCAdJ9haOQiCsX6+9GFcAbltjI0CRr8U8xDYMMxr745g2YoGicur/LNAbJrTt45/nL
1t5vvSofFSlxL//+cKh3mBwHXTBkp5mNVBVtnIujRnYSTei091Wg9Ma6MLm9PTaAZ1rrhShAHSoA
Jzuzomwpe8RcRauIn+mYUfcpmtiPZp24t+xjuwsrgViX8pOFEHYGeRJg7FbF6clSj18f5KIvtIBz
AFbyudVewbcg31q6YR9LpIf47XAmODqy9CIfN3gnF/QqE7bGBnnb1TDZFSJArzw42CB2rScFUYCx
dVVr5q3l91W3MjIuJQad+c4BePGpo82EO7EGBfy9pRdLPRuNG2lBzWGJY6lMD5rS1fbf3zldUtYY
ukWuqa97l7+2h0mP6scuONvWuKKv5QKD3DXkJc7SuQ+cRAoKah612zcL2hLnqTVF7La6OkKDPTtQ
KBrfzDbIn/CLvX9L5y7msQdlfNHhQzp4fEvzYuulLJQGjqpMbhE2y6u6o5Zk1bF/9f6lzr0jPnH0
BUwoLAwn76gz83YCWsjOziY7vjJkB1uztJ7ev8qZ/SPZrbjKLM6Xa3Pm+IbQjLgSawoDGJFzyFZf
7mAr4Frpnueu2mQjmWfvX/HtfdGb4XPxVsAtJ72TUWF3qWzMgXNezIE2yK25ebB7bb5wnHz7omyb
EBsbVeyfQ+s6i/419hDYGVQ4WMnGQcd0qbkRssXFcLeGm8T7f78jn84ksz7zAEeh42sNmSETjYCT
kNObjgsUBRGa2OXC3HZm10kFj/wk01kHuzglDuYqUfiwce6C7NJ+yALw/GyUeDSddkKha+FZzgr5
rOdxdr9m493YmRoOlJstWt8rxz9zoOLL4Uc+IbGbSS25s8SSYTKvIv/CVu/M43cEaFZOhdba4DjZ
6hVjbaalz7AikI+COkIYvHv95NOOjcSX9x//2yFMtQD6nUUCMYfi0zkYIx41EYBSYae7wDQqOn0K
vyReCuwbLH0yfkm9qbcv3OKZneTxdU/u0e+jYa5hJoRaTB3TluY3MC5wm8gF3LheaX8oQFfukUhr
VygVnQd/zL+Vub9gc9byejf2OPRVPtXf3n8crHOMt+NFiR+2tpY4oSB9OCXPlY6ipewDfnb0pG2e
OrVo2ke9ARd5DXbGzl6WahRFKOLY+O11fI+hTGHxbVzZZ82T3YwVbjOpgQIjedfeZcnQcj4AyPhC
m8+xDrz4wt2ncSw+IYpUINXdWdKtHokdYmfs21u/yZDK1foCdYFtSQIXCA+2FnpeDsMi63yZX4/+
stgb2llo3FzPnIG0LIuRbXr4UhwOsFL+6uzaxmDPuSpcpml4okgFF76KZfVjrI0UkeNgY9ChoUTU
QjSbsx3yK5UdthPD+7ZwqXiy1q6N275GqRigCFGv4FaKZOtLw8VNHC01GkyUsTfUDsljhQKsVZt8
yacfs2j5kj2EJqjOWt++RdzSOxsAW4o9E5CRJ1Qq0y+CzdGV4Dxp1a2d6uBkY5lHpGOMUTZs9WFg
W6XXnXq12Szg4R6qYJpdonbNxOpjJqUa31nfmUJtJn30nyYjTostMvrahEHGnt/wJtcOvYbDNGEH
42KCBRHmF7etrJ9d1xQCgy92sjgaifEo7HHcVw057rOhA2+iRggtJSZ0HBoGws8frTk0r04PWT+T
GL2TJhIBJl6OgoIdayAns/PhK5luubOrDPWoyGRvISzAwRUYhPA+Twm9H85LSTOBiEusMdTSJAFG
ItPiuZyy+XOHUOPzrMonsx2yK5k60th6USl/tZ0wfuRjW79GvrY8LkVW56HKevunB73ADFF3Zu19
Q0eh3FRCR9BtaWPdXaMPlV6IBRcDY4d/6oMxDmRtFG5nfKoKifAWxS5jx80aH2RClDfGXZ9O+U3k
jPhLLCW9Am5WGk+HvJzUk4PM85suQZ8EqeFpr32qvB9ZIy1YdV6cvJgAMIxQzZ1cQj2aLCe08sn9
qirPlRvNr5dH16n2EZr8nGQPZ6m2epqWn9vVVrEBul2NoevFaKMZ6bETjLYTvaipECKAH2LcTpDB
YIbMen8/qrT4nmfldF9Ybg8aBBP/lTsZZN0UbAWXasYmSz2we6mzLCExRqapHVCPhb+Xm7Nxo+pa
ulucYGAqGpOY6p1j4MbbJtg88ISjBCGcPIo08AD+ACTO6sHvbMgfjr5Z84KfzPZ73GfxEtGmYfyV
QUJg434GAOHg+lvsF3vUyI9YkERTTUXTHaPx9WSxz4Zs/IndGMVIi9J1szT6IGEPVpRBKHQ1n4oy
q+pN0XYj6CQald8HN9fisKlS8BBNbHkLGB/TcvYznaAyaIhmIzjSSVUJIqhtaqS8xlIetNHO1+9Q
ma+57GpQwoYyb1REZ30Vi42/sWJVH4yB82YwCBt8AFC36RrQrOtuFvB2OJunMv1VAxIsAlfXos9g
LuvbSnnYmvwp8r/qdTV+tmrgsoG7UPAOqG6tiW01caRhynEPMII/lA/gHWsLDJboP+imSdrIWqYY
UN2jNcerD/u1F0WySfql/6S36N05F9jdw2LYCr3/Yosv7phEjymzNp7wLh2eKQgsT76Ki4qRZ3Eq
StvFVHskCqzYkams8br1LFwhqZIGYmADukjV1cUPxMVkqOJbnLZ2k1nOJk616QkWoP29HYvuAR8I
zorGGvXvUzsULsN2yvHy62TmUghtmtCTKeA6aeuvKlu9OLnVxU+ouVLwPandOSFfsc0jbjzsr3UN
Engj6Ms8T55JWdHA0QzYPu3ca5BrvdxYrTXcFUMfORvbGtvpJtIG9Psk9BYfYtyp3p4ql/XBED2z
ntPm2TMUlwQTs0MRPYos7xtapvw1VUP/YoG3Ww4AxAWeepfSZoCiqn/Vkyr6M/1gPpmYKKTrDGkQ
gzlkfJha9LuebfUKcsHMXxxzKT4zefverW5xVAZR19Q/eifKk4M7aC1axElB1Oqd4iPOi6XcRXym
8yPmb7sPFQo3CIBjVeFGFJOeoYkxS2CRZpyoMJvpggSoScpbs4/kbctYvp3iWZPsBVa/mjTAKPHJ
DJV+pZVZgTQmgllPDWIQ36gHVy1Kmym+iWTelddDJiQrkeY4OIhT474vJGtVb5udcRDKgTOQmVH+
QL+aXBCURGjCfJxOmFWoTZIYQ2yvuRlS270bIBI5AUCfme6qpgSha6UA/TrTQXopcblDtsDqzk1D
Vd4lXm/UWyglycfJW6TYR6h3ZIZntuA2r+OJb01pkn4mUxpWmcFLG0HbXNOw8TD61CH2Fu2+gxab
hPFQOd/bxC17/p1oH4yGn7+FZJUc7B5heeAxYuLAmo22hyMpF8J9sqR9zivDS3dMAyk7CLdaY3Ra
c8QQVbjRj5gJ9tPCwf0nXIFcP9RkuNN2dECJ9o6os9CCMi62LEutE1R0l9Kw8gtEdV1va8hYFnvx
9uVkeZ+Fu96N5rBwBPQt3MfZMOjFznpECo5WtYkI6sjVbyXcRW3T6Fr9ECvLJ6xltnt9L0CtxIfB
GP3Po/CG9Cpr5XxH2rAnwXIVtX9fVAauNYGtflP+EQx1dmU9zMAXyfXysXQGMfo3uHCNvhAeky+D
t4mA+ZbgI/o22mHSS/HiJxQ9t3HnFcNtlLr+T1viAqSKSRacyiL3BZwqdopCEmkRmG1bfmMfWAiU
Dn7HiB4tfQwMezK/qRkSbZiwz9NCpIqkNDk424wg0zym2mjwBUp0PxP3Tjf4D1rW989NlCT3ztLG
D0liuCRhdXyuAlNKwepvzM+ykoD6Zkx/eeiN6BgB3XTqKxs+zPuNnYsM7w+mfNwOZJQGTTuDSGJr
0j2BvxFfcjBTzFKLWmOnBse9L7qkCn1rgGc2AKIcmtb/nXUO6C5BT1NfVGKjfYT4E2JQX7Pcqhjk
c8omaWeayjjYGFr6bSI0xC1SpGLn0ptun51On7ON3Ysxfub7SPDd9XFUY7FhJgryWPO+TCpPiusm
y6riprCscQy8dIBo5paJRKdS6IXcdEmR5Vc5yS53A3ZNI2zcdgCByCaiDQTqAnlnD23Usr6Veblt
7cI3N+3QVv1eQPzw9jh/0+Z69rKcsCs9k/FOi3Q72/ujtBA9DarHWT4Qeya17KVOhQ9cm35CARhH
s+CHxZX8qNcmPhJrsUeDjUpOfFrb+3G+ne0sV5th9PNXFFGWCCK/1j/ZpRt/sOu5FNfCnRPsg65B
TGwO36nPfVTgPUPlUcIYkqhOvezgG+YECG0cprvVOk6bCg4aHtzaHKoNcSKYesbZLSAeOJ27StBa
H8VMusyHKvfYopn+zLiG/OauBACjhA7Vle5tUZtQQthMDexXEs2PIQp2/rNRungPAf1GP8exj10C
NAqS0ST2qRVAbqNjrmov+T26xHkcfHYnd0UFkNiOBBRfdxUy4IPxxA+Wy/kTH5M9hyYS8SdwDTa1
kaZ8bIwkia4aEckveuNXD2izc1Bt+tTu62nM0S2IlTPbNQao1Jjd/FYOMV10+gHdLXMJ6X12o6vy
Vi6DFoMhiQy5beD8HyCDZN3GmtgF4NzG8LUrutVFKp2SyKoaTRq8V3cAfWflICk3WYmdbdtEFQGR
VOGID8wJqyYECzvkJ7Ty7b2Nch22x6I0QJ0+duunfEryZuvpRTQSsTa2bRAZbUnuYWJa6mCbiv//
/8SLzM14QM1T2+ymAnaFuJT6UQOvwz5EXKhwnmk5U9Igkmh1FCBrcU/KNWSe+GoUE2uAshtUyP3P
Aes3NWL8p4ZnRDwHz6bgPOnfOznI60QfO/xEc/TLceZLuc7nygo03F2LpuMqCT2pVimUXZUs4X4w
ZpJ9o+XdLzfHi5ZWFljHC+foc6doz1hFZOiiqGMeV3WwFbGdNntunKMYhjaAAlOXdb8rDY4ybW9x
4dx+RrZmO/gpHNq5fyS6J0/abNEwNEBjAQjRJuakV7FQaou/Ot3nn1FSTh8cG3ORMMr2Y655zUOr
oNoONpj0FlszsRCRDy2j0OZ5ny8uze33n8i5QouDjp1yLnIUXPHHTwSJpl47XYNcOeZXzmPCgdSf
MSMuo6c9wkbSQ/xW6sIIXN/pSTWDqgI6Lt3nsvTVj6/qxqyOfFFc1ayHG202Vss7DKFNVvvLroNI
EqSeOSxhW8/5hZrb22sz+FedqqvbJtG4JzVYQGtR7lVcWy4ZwMF88g4d1mYs4dU3tsHR41xSHFgd
3hfqzG8ftbtqfcicp4JJr+fkpudU8816stnIaNNwzXmnvDb1qN0uFD3hbajiM83w7MKTXt/f8ZNG
+ooCh9YswlTY38dPWiNRCCLZHw1wZl5jYuFksLD5qcEE3PIviv374+nMiGdi8ZlZzFUpQZXl5IJ6
OsxtgxSy02rYVn1WbGMLtPYys8dkTXMiY6XvslJCaYFQF/ktZxqknMmzr7cVtsdBvzbmAW2SlfpJ
OBGecklgceahsAwyAyI+oep/qumbstFrIDXBGxwbJ5hgk+/0+jbJzJ3eGj/ffyDrWz15AQyydaAj
dUEkfNJdmDSdxJPKRQI1Yi/3a1dqhwwSnLM1CXsUYe9b8euwzFpM8Uj384BkkMq7UJ9/a7ShfIP/
gwamge4ep83xW0FbBwhhlZSISPXldS0W4GoySa2X0pDTs9a2xtc5go+0qVh2rI2C2FGgtki9n5qm
+xfT3N42DDx9lTvpHraOVVx5/HtS09OaP5aFMZMQ4YrFwgLEBqNZcu+pTGqK2mXS7EFFeqDqFgVq
02x37RCNB5ll45eR+t92aLpo8/7bejsy1t9FywkRFI6WU421FLNvqp6RkRUlwccLkgY3VXihYk87
EEF0SW/4djJC0kqfAccI8laaqcfPoddGvWUg0iuvJu9V0Z4K0h7aGLuH9UgQK3bXWU550bQ9MV2Y
+8+8BJQ+OAMYEWvr8OQlOEOWmU2kkLZOSu5lS0BrzxHtwtg780gZeXgQMMVglXyjrMM/uxir1DCx
FutDjoT6UQrgf121dFde4ahLDpy3GwpWFBpgfCgolGnhHD9TiFMtsRksaUMr4wcbo/+mygj7tXpE
Zu8PlzOXcumx4fBcPWy6eTKlj6WQBp7hGBHQsODO7rLtjFomWNpovjSxvp1IuAKDhf0tPWlu7Pi2
Yhev2ZjoLNJzUt44Q9W8YuSBKw7PybtLxniegkibutsS0/1hWsRvMab1BlGlHjY9BePBretrSyKq
bAdo8pRoop0zWGC2KNFO1wW61wu/+ezjEaaL4hehKe3V4588+jPaT4hiIcWq7BcdoxFG9WTsUn1Z
rt5/E287NzSjedc+mkI+YXaSJ9fCH5cXXgXwkQmrfJBD3nmbvm7nn1ki4eB4zlh8qRzUR9fZbMV0
kUSajN9aWIr9Vi6SdDzo0Qm9AFoW4qlJ/Ni/sPP4I4g4WguQSZDx5XN+xy+C+vb4N5q93kUFLKNw
oR2oXuMUolY4Yd8glZly9byBNaSKvWNUCTHzs/DVRwREHRLh3I02s2tDokQEIWlVMMXv2qatcfk1
7UDiSlEjHqfzo93HBWCy3Zi3PYkhFqSBQGBIaoJ5iKrpurRNeTeAlsm3fRHPUAN1Mqi1IYKAAmd2
VvfdLPCov/96/ixzJ7eOOWjtefMEyNg5mWtw63NchYIQSrZ1+0lrNfDJupd/pfZg1pvFG8psS8HQ
zcFMW0WzY02FeoMqUN1h7JnVbZvWGsSHyXFfOvLMzK8F/YUXM83UD5d4M4IcfGsBhN7z6gN2X8PX
rKwFJYbRUsU2m9OE7B49TV7ev7M3kygFSzyzPt8k/7in28mW2JCc/WYCHp2Dni9tN2ykmi5oId9u
q9AMcD4yCeTy2EU6J0OHJ+WlBqypEKBKcwv725/3XaU6EOalJffkhWnLRyWjito2AWoH6WXdEKZD
U2/AuAAtSyrb1zbx3OPEptIRie3ozbB8//VpYHpDIEufUvgAKtan9VeL3qG2TX4fEg06N/M+HqD3
6Rzwtv9+FQJKIUiyePElnQwmaiJ2xsdKESkh0ExDEwkRdMnS5sKoXR/q8aBFFeLijGYGc9cDy/Hd
aPy56EonBSHWJBs7dYwgolICyryv6n0GE+NmlAZZnjBSu2tpp7m9e/9O3+wPsAnwPLFkI37S34h6
JuAwZgs5PrREre068HOBi9Pslu5sDMrD7Gegj4a/F/QFH9+/9Jt1m0v7yKA4J6GIpQd/fPMzrfaB
WAn6qRNItgnnyV1KUtczk47xNEd5eeF49PZD+iMqclf7FIgD7+RhQzfSkdNSbOmbXL+aC+unwmN/
4Y3+8Qkdv9LVtM1JaPVmrjvy47uKOAmDtyQ5MnVK+zX3JO7yxF8r+5JdQ7LNOrJVNjAZcdvQ+K3G
7YJ1VDUowSZqSwgwanN8qNNu+KHB9gfXRAPxxgXhOhzoLBSvqEnm75GWDMwDdUdVvRPT8ox+TRA8
4/buTkypS777UpvEZvFLv86N4WvbIc/BB63QF4ePR4PT1epdSbXNduvhoVYNjIUCQSQ9/krTXlI0
gNEvj1TX8YBrxoHGPM2mv6UPG+HiRSVcbHINUQBMsLJfthSe11D4PI6tHQv9TNoQK9WriPBVb2TT
iCfOJFP9oab8o25mkRPZU8xjTx4QdD2OKcQ2GLBP+7ICkhp3n0kRyIxNEjckbWVJgsE0dajb7/t8
gSeVL2b9oGmR229G1dGpAlXpPMUIrcwA23bzw8f+Eh0S0kzmLw2t5ivbbYBGcQwkSuDPQP4nGsr/
DHXy0PyqXnr561d/9635/yDmnD3EX9/0G97JYajib1Id8074P/4v70SI/3DoWIMmUdhzFPuLd+L8
B4cgf87JhNMxdJP/5p14/6GawIKH/ZToZAoK/x10bv/HpbZBaQMjjWBqNP6Fd2Kg4z2efVczsW24
K5NivRIY8+NPtaY4O1Q+iPHO076ynzba4iWJlv5Aq9Q+mIIOHGdZHaY5HUkR3ZNLph9IImk3oOnN
nVvT4c2pPm+yvPwY0XTbgSamtuZmiJKnSSeXpTZ3rIHTltKredeYoj/gU/pmemn26GZuc+0swKd6
8LyBXThf1GT/HN19OUTfZAejs2684Qaaw/JIJaSl5h6ZoQDFCShc07ZN2hk0Mr3Zh4/lxo/kHlDb
7m2xX7Loqm/wuiBxfrQ1H/g1eT1NsyA+nG81Y84DTfTaPnHgGESDoe3IXDTvZkczt7rWSlrGFRGD
kRe5uwLY/z7Ru/x5dmK2h4OfeR9ITGq3OsfILTRp79M8etHBtDPSfcwupbov0QWLDQphHbIcEQXc
ovah8ZB3hTPgKxabmFCAjj1yAUF6ClJ2tAdvkB6348ZFMLeDTiKX62sfBv6L9XE2/UQHIzG3g97b
+raal4iuHyJO4HiJsWkp+yShofOJuzEzjlLpVG7izrbmQEuq+rOfIHFxa21L/FHzlfw5WiuGildY
vaV1INYIUbTi0YrQky/ocQaPjogiRdTfatwoBLso1W6REQMHHkktCt0lTbdRz6uD2UuTHKUDVShi
H+kNNp5R0g52xeuI3RFLoSqvSCpSh7kpfpjK/FUXC1qTxdnC5Fe/KZdT6k+0oQ0RbLR307LcGM2T
ER+we5dQJOwsBE1Oay7vK/pwQ4ZnKxnUZ2Uk3c3MpvabNug34DmCBeJAGKedCR8YAQ7Y55eV2XPV
jfaPds2p1LQvs7tcCTci7CB+yOWyr2b9UBrls/RdbqDoeavUBR4H4Ru/usSxAlkvct19EM4WJ9YG
kxrZMwQoiZgdqdOONyLziv1glP4ja8GGWC6ax3KrooPPUnQbN2a59wyt3VS2/I5r67BUpv5t9skN
Ap4tAWiyw0p36ahXV2yYfBqKtKcDyPrqE9Yw/jpTz7UdwPbiFgWj3Op5+9S1BXKEqfE+qLYrn2aF
eLsa0R4YwCIPvZWP9z65QQGbAZMKoYs81UnUTV4haprjPaJVcUWnNd5mItW3RVbMH+lak+Vt9+nt
0FCmkK0eXTldEV+JqPA+j+RL3JH0iPwlG5oRimPzMavkF3eg2j6v/JCwZ80JhtFxNxXm9bDN+5Ds
8M/NRFyfKVtj72emtyktRGRYnD+OnArv6VDGV4OgKQi+sAhrzlbBbNrprduOP1QBVCJQkt8VZSDt
BkUakt3poxfWFupUDnJBn0or8As9AVlHzrsoaueOFkT8vHTNfGt3HNbxxRK7lPjOFwxEL0hRXMKF
spc0qa61xoSgR20lNH3AeWY/JsDXEKdhFKmu2CwQ4gFAPOGu814F/8XZmSxHjmRZ9l96jxTFDLR0
58IA2Gyc6aT7BkI6GZgHxaz4+j5WUZ0d7hEVXtnLkCAdhBmg+vS9e8+NC4PD/mU1U6i0i+ucvHGW
l+qqWfcfm67yI2QlfdCRlEg8+m/2mnM61LCEFJMhtraXNLexFOdREAlIL3M5mKvrPmTYs0jA8Lxj
y9rPM2glkV1U7gXmXbnJHNbZREOzUETzNSpl8vZOY1x8PdtJr96VWNaY0k8HrzYvMfEQeT9/x7Fi
Ik3GrozoY1ONaJUwqExh7aZngiZSjaA1v++idfSLKMkq4py8wjnHnR0yJ/6UHr1Mbuc4wd4LfOC+
IaOL9rmrmeSK3nmowBfe+6DQt6VO9HAbe+t2cczmw14wBhEUMt/ZVZbvgfq0T7booqxeQmACBHsh
oUPl8kWBjN50DGkL2z7WE3TeWv+qdMFS4bknjlEW0NisI5+39w+M4QU9Oid7SqsF/Ftdi+Eg7YpZ
MVaAOvciBCdtIBhsEbHkWSqEbf9MVCH/vJdpEUMSvoMiR+g29imff30x+jlDPFfGe8tencBUH1Ch
EFiMbbXjpVv2mbm+TNNosDsQtjkrOb5AMg4ns5lshDD9zEPsT3d5h6AgGROM4UMb5dOQRQOhMN00
L8c0ZvzolgTRERgEoti4UQzhSV/Q7nR0AHexzIqg1evbCtqVF6enQm/4w0QRun12p8Xt19lcMqap
qYLJK7NXO0EER0YEN8nqE7iIigwXjY0x8vCY/TDdOlqPyEXJkMN6xNTavKE7bEL2IvHLz/Xly5TI
YV+W68GboUATeINUYRRjmBrteKRFHulkUxbjWXm9s8lrmRNM6LX6LlY+cWCSJJuWLTjJm/21v068
Y/s69crYaEP7WPWdd6w5VyC6Yt/EzBEf5i7rd81YxazhBNBAH74HRRPR0BqOiVnvyEEo91Pbi+MA
AeBp0G8msP7huE6IoshlilIrF1GDx/rc519XD5mmAjbrbvJmeAA9Yu9j1DwhCTGA0YqUWI9G37tS
+HdjgcdwyIb2wB5h7UuWkKBJDH8rakrigFtwdg7BfZKkGgFWGq4sv42wwfQqTgrjBRAUSWyd+2zm
2c50hkha5ORWDJhJFrn1k+qjM9xQ9iX7Rhp/L/ksEPwMXxFt8bP5MmNbBO/lrFn8KrVpfkg8Nr44
F3bgIJYEv5suZwCcTC4nR35Lmw6SbLV2cQSeas2inOWG1k22r1ZyYdO5RXpH9Avr97hlWX+Z5bBV
g75TQCvXNj8vxWtSsWHmr8DRbxy7ZNrZRxapqHZOLliXmg/0vqAZvCyNeqxz+z4p3v0KVYxfbhPf
/1Z1WqgXFx+4uWseimZ8NUY2VwIdp6G5xUG1lxWhcgX8uFQuXiRUzrpoDg+YScRR1nTTdYZ7mdsd
nDx5sfAohplwHuSUDvt0Zs7hdeZdQ8eyJsFPm0wRDdPUk0qzM2d/S/jH0cpelbS3o/BJ56rqt2Ip
b0VvhGVrPHKCem1FerSt8aYfrNuukXcDD8w6Z2i/Or8Je0xEEW48EjXnhgg1YR80ytag1lUGEhzN
PpiR5KZMk/3aIudhVBgIb+IsVtXfvAJJdJp537RiNsgM4nHxBraHqQHKInnXlk0h0PiykzUbWLlQ
/s3ERtbkGHtSkndFLb6ukgQ4UHBrEC/xHZkl2d5yQKGPWrwCrbQecXGg2RVqjFwzkw/tNVnBkW3y
PdO6b2k65ZFhlOzYXWGf7LGpd/5IjJNbq8BJu3ibdemlUtpn6ruXzp55uJBem7L7UKl/UcjC/SUN
/SHdFgMlmDStyMw6wKnXP8uV3SsFG/8G/PVWhtkVbaItqXot9YHvMZ+qVx404Lda+1IW883oOd/r
UTxWHGNuGLR9Up21xwaT1KvZmfeVAOztoKS68q0d7dGq9Htv6nmUjCm+1fv5Qab6A13RXcdi0Dfq
+iESgmAv9U5xob2Atv8GWCt/xM27HLL8c0QqalTelikayNWSqgfPBgEuaKYIcqou3lQY+Pda/7Yq
C+gFayUfeKfuvKr8QAAcNRYuVVDj4jCpYokcG9g8XQDTCjuGqWeyLcihsiyb4M/k1ID7XTdoiB8H
zUsFljKlntHrue/YY7wgbebiHGO0DK899o1UwJYc6Q0EaRE2R+t7DHV6AjQQCIOknqo3fpHhBHSc
W8KUFAlhmCjSJD1gEGzPTVMYEO4rgnOb4usYxw90IbOvoLzPLjv90E5+lLZU4U5aylOl9+2WHblD
GsPfqDc0QJt5tN5QKxv7ambc48YGgUceisWNjvh7k189fG4+y1PCuUEzLPZ9KBzVyfDL6ZQR7YWP
h4xWo7PHYzO33eOSrv3tFKN+pPFaPWkKQbLjEhC6SSo+Doaq/oHdUp4wbifbjM4SuEmNiI+S4OAI
5Pw3r82S7ZAYpG6wpu/W2WoCINc9nEhvImSzgavuN+OxLZl2Sst4g2TjfyjeD/DGSf5Ql/Quc5nn
0OUGsZkFYTdeYQJfSvQDc/f6WDXjqkOuGrtD1yX686I7a4gNmVQoze++G2D+t0WvTjWQKCI5C91/
7uh/RJOvIUAXg3sE/ZKGjVepyPNWtXGrifRH/qovKMbQec+SvMklZUkyZt3dF25v7UdnJhanRfC+
9ww9Rq6uXmZI2mHitogKQeSNt7nfouUslq/pWpV1KLFZ4DiTSl5gB8Qk+yBh60pX7RQrZTS02nop
RgJP9LWVO9Wv5jfaQcZ2dIb5qF9FgYFnsRITngOFoyOUE79LYEwOaT50mbZQkuWx933t6E+ciiF4
PLt6IV7mydADux/nLyvl9hecx0w8VkyrrO7VTvdoVaOKA5adYjQQKAvXzVURdIrl2Id6XSOgc2MA
zAA4wwVX1i3BKVj13Lz7bTIHAlb9ArS3OewyvX5Y/JeyTjVjM1Qk2DXNm56SWlu4UmMnj429oSHJ
Xmv53a97a0fYjd9uYkUmdotvbecK4iFzZcfgVXXrDk3+V+lr9nMz6R2yUySTA+/ZizKuOmvbqc8x
IkyiDNpug0nGvhSpfMo7++q3sOwDM1civNzq61DxfMXdEqouh5JejkSM9ZTyqoNobFzfSLg7Xwq9
Le5HUyxIEAo9RDN0ZyYIk9A5hrNZ1efGtZcLp/PlTk66Hw1j/TrZfbwjpT09t1MxYK6YV5ajZD65
jHTO+RznU1QVdgxYdc3RHar1pkQWzj5LrQ+Ied6xgxDDsyD9NKybWe/iV29syHiyUdGR32Zv/YYt
R8yuu3c5GAaum+qb2fE3Dv7Fo6ZzL/HkDMeJcfohngrn3kx8tZfuVO0aRbUb1nK1Xw3pq3vgqcYD
hZr9bnrdcLOIMRspAs35VrKmsxKl1odWY4wwq+mQmK2MJFOj+8r5nkqAC+0dsLPvCXazSgLbfkib
IfCcvTnU74o9/VitEOf8pq32vtvLrU+bnLJzzrWzL23tvjSIIUzosX5Bd5eFAPvr7zyRkI48BBkV
2tezNhJapeXrQ16ZySsffH5aTLf4tGLCJtBM2zuv8Msn2BssrDk6bCnWJwNUDEiMePmSVrr/Ws8D
55bZkF+XKasPKjbzb52FcnT1SXok8wmeFJCwCvD9SMJxQ5LgNMryoyF/5RpMb4meZUkn8Kob1Sgi
8k7cbhN7JjFbVw7oxiIA8zSA9DYix9OEvhu6Hu2uRUjbw0JRy7kOf9GrZSVaQf1fjl8TGBY1QZ9L
81A7dXNXcI87cm2Jr4GHVpyVac2YTciHucXPJQ6ZWaEXJZwFIL5lp/rFWFrzxSFm9mYpjYXqQadV
vClL8qVhgcfz47jU8xqaXDKNGunciEwvv2itbh0qXVsfqr7nZEr2Q3voTK8huzAFD5bOKAE2EMXd
O2st7M94TK+BqoViEyOpJJj7wqFBbufuybXsbNcYsFIDMsa9kIOo8Q7m0tiIJda2hSQ+hnWpjWyp
maHSV5K3jYYjUw7Panab4SjaEdA5HQ1ZnEhua7SAI7z/nvjrXRVLg8hyzhZVLfuT0cW0bDhakZ0k
fTeM6YU5Qeo5XZhJxalaL9d+Z8Tem52SbDf6ZMyPjWC1r4kXpxFwTEGWB2bZtJekzZcDkKPjknNg
yrVTnZpPXacHlsRqANJuO3AcGZM+vgez2+6tq4NW1k1PgHvHyX3FDOp3HTE1666zLm2F4Twr2SFj
4567OBj28Go5LjYSK8pHLw1HRx68rgY0eX0MXuU8Bbmr7yp/DsYYYGpG6s58k1C6PijP7cMrsJ1A
3iu9BaIL23ojzTyws5ItZs5qI8ScUUUd0xKxfClK5x52ZWhU8xZr1ZMlqiiT8cRoaD+Xn0XPhjZZ
88bJnAd77ZsnTobTTizeb3g+8CgJDreTZ+M7G00iatDCricndZyjPxZOkOX51hPJd9LeP01dqbOV
FXtb2XOA+qIJlIHZJrPKL3QvyMKhsUh2Efg/wlp39kK8te35J8wCnBVT++SZ9nevv9Z0BEaGNVw3
KniBMoCjp8WecF+kqxnktfhUBsW3CzHtgR04cluI7zqWwb2LIBENCf0Okovc1EKIbpa31XXBs9GQ
o1rLVejVurVxHOo8YXtvZluEWW5s6e5FlY+mzVsLEhxKotsMScJmHI4FB22iSGymMjktlGpOgzjr
P4zFvV09/eJzjB9b/7lG+BloSOIeSB51tjygb0BczM31eWywjXE5ddMkirOJh/tCKJ6KmomW+dnD
GjbU1oLASP1CyrrjLVFpNhG620fLbiIP1rbR26fFT7653l4CiVglQiPXfyJBmt6Yd9IJs/IRAACp
23RuCwd/Qnqfes9xaz9I0gw2XcdEdNBuTcPcjQ3BtmlxSXLueDAWjgJOZKnlG8mlRD6p7VK6bO7V
TU5eXJoumz6Lj3PZPVCp3hQWTeKmdPKojr2vMrPncFXXNT15mOoR/0/m4/uPjYNSDVHmXhxmM0Ye
w1pR6Gu7OmeEVqBwJB2DRkrTSevArv+FHOKAmBovnBZIC1B3l5UMZOOgc+7njBg2gjQLDng+Iytq
RntZaXFbJk9jFSWTe6RVg726I9KHNIC7RquL/ZAQqu437GdAkaiWmsDUmFTaU6C8Zj+7NUbSaq/M
OzqPlP3zsiXGI7RifGpqrvGB8dHQAxuOZcH5FsHtZkDlSpRPvew7RU5iS7DjhMIjoPl3N3vlti8G
3jXUBMPkI3ugz0aj7EBsZ0K3/WE1xc6RzPOdt3n2OOh1MZu5/+Ei6DRzpMZl8dl2MQ17ax0uAt/l
fUc2TOimLUurnAqIWV7yBSeRFTYWuXptjMgMUle74Rz0Vhojr03K091oF6diwSuXfONNU4h3NUZr
wWT0mEoZIlb+2nVfdA9Tvu/f4tsPZOZvXYn/dRqLLYLCq8XNtB7j7OxnHlFBQCJnKw7BRfmzjmnx
pdU/0Ta8UZyTvqfLLtJ6766ozfiQ2MupKSUvvBzX08J81I3FXTXIS27TcmWRf6/FcssJ5FDN80u/
dGehXnyjf6glSjo6TG4095QEgBde8izfpRxTnJYvpUUMQiTOMRsHNlxSfTXjkmktMw20/WI8gbjc
eBWSLgBPhoAcW51VUR+0zNvX3ZqcOn5uHg9YaCBh3VWJ2jbTTuvOFn0qiiDr6Pl4Sctn+g6bIn6W
883ksKK466NujHT6h23m7yb6ou2Ah1c5nBlpUgs3iCvvwkiFmJtTLl9YijbUHJiAGGvg8HC7h4yK
dLHmUDkYm1fzzrGfvZG0I+Orrd6L/plxC4c9joPsBwTYUvotp24Iarfd9t5rLzTm6zrCiWEvrsXC
UN8MGj03NDNFzZrGefJl0Xo9IMP3tIrRJR7KX556S2FHS8hANpjWBKXhPU2Mzbf1YjxY7qiI9u44
hxCsEqzDp7W4xwoMsGWMtyVHvK2PYflotcwaqF9CLfX0UxPPT23b38hcO5CAdX2qa76y1K84NBKl
krrNerYwx61mYob56O5TwTGUgTVeDe8+Xy0nIrOVuBhn4HynnORk6OO32jbRsWvd6F7MCkfnbCV7
b7DVmXaWVd5j9P5kC6L74VLJWOl4RkqIg7K4ruSD8m7jfFh2OFsQwBc0Plh+mWi8xkkytZzmyRMS
z65W3xA2sCnxggZ9ajq32eo7hxZSISaoR6ugO+xwrJHky7jLqodrnLwOg6XO7mxvqa2Z18GgatWG
magLD6o5G8YdQa54hXZFVqh9Py/+FlXIHOmL+4SdJCTr9yRycdu2X+ZuosNdPRVk1vTTEBoDAQG1
0I9zbm3nigkbSXzXpqmhkmM2Y4+2yX7e0grP95jW4HOMa3uxxELg29BeMmHTzG3DVKQPLY1c2iwo
S0jKvK+wcnOWsRd+l1JMo+MuTFwzcUVPycc90lxty6JgztHjiaaHnJeXJD7lhj3uy0klnENiiRGs
6e51333NyX899D0BDnqX4XhFf3jMSDFP+RQCxv/uBSrAocoavGpbaVZMS3XvveHXNrZRip1GxHKg
0EgtZGS5+r6mt7rT/Zk4YzK6942TUQDxELpZs1kTBOamo321qQ0LX0v3FA9DpLmq3zA/KIPFn5at
9CiO8JsJCgtvHG4SiuYn8vVctuqcOtStHhaCjTEb7nRjwuLtZTu4dy+q1G5oJTwXdrHHsbTXyQte
88QKBzHSsfInuvv2cU1JmKKsG3tmteiXN+lgZlElh2dCfu8apB+BuQ4Wzd9sCCrIMBe9Jx7btojb
wSv7W0oJvSHdvduvTfGeKuK0LZv9aiJ4b4c05w3slbvKexfdES0HXiehLtC2nwknvWi033eZSdWU
QJzacpbHfC7tQ4WqMMiJEw26Vj7GIIPRanlreeyHotqR5Pq99BjlpVc6DTthIh5Bpx3qlTF8Q3Jy
QMIliuymJoaCpztuQpEUZ81FNM1ZgBlCpdXp0ZnyIy22eEuOkdqRGOyEYODKILHMXbOuQep0/IxC
rOeM84F8Ky1Yy1U8J5Wnb8gGvoGYS3XjtH5wPaFgr8Z1X0OTmJi1BoSIMnKT9+y02SZtgVtBznV2
sp4/W8iPm9HJmyAuTH279gm544UODknZ3U1RmrdZPg8EUvPMdoNXHYaurY6JNFlv2mUM47EbN2Zv
untHH77F6dpuaVgQ59TFaaj11XbR9Edevrsuo1VDHyulujL0SK4Ds92VTlgsiuXVIZCPN0fNnNQ6
eSIsKf9wOguCrUzJIGsSCvtptOjgKWObAe7C0CfsKFtHgqecdD7Ixe4PmuPlvIhVETRFdy3vch1w
AzFOV/9QaBKUhLcOtQPJ3HSMslpGXSI+oDG+aBU1HTr5nT6hOTDMuQycjgiCwWtfE0ZGdwbHjdCj
GfXgLVYd0TbKA0OWWjiD2L6Yq8W8oplEWOVXBpOfP6qxe1Ju/LUchba1utU/UxoCZhkYfWcY6wK/
vyoPhXNpOABnXtedNCgtB1xy+TP0Vu/cj6196Eb62bil6DArcWdcZ8lrW942jlHvMn9oPgYsgfvF
6MTZkIn/ruZee2mKennNRL1CZCIJPkgTuv+V/KZrtcNRZ71pnfRWpcaDBu6Cpix/gNeszeMizZnm
JxMLFKabepEYrXX/o2jNkOjhOnKNjgi+oaL4yQofiQIlQ0UtjjE+t8qDVULEcI3ZeUgyywgrt312
fOqZ3PBQF1jxFPWLR0Jn7aunYYG25YG7fca5eql0kX1jiNLtFwyfGx1XceXwGZI5sZuyrL0Gu9pB
3uW4UFGyxPBdNyaGTppQUFYqM0JeWB3SQelhR1bjoUnzLaqu4tr1ujRx2d0CTnmLibaNkD6wovWr
0QdzStmAJaIP/bY7+uKsEvE20D1INZ3wqjQcTJLmupm3ByX+AiFkNM0NI9jHXvTjrinLZo9b3/xd
Efpvqa/+Vlf1ffmf3xs2xyxJh3/+lzqt6/X+9WP9P/9DnJV8NlfN0w//EdUMzNT9+NmpB4475fDP
/8Vv/udP/nf/53+mRj2p9vN//4/vzVgP138tgZ70g5bqmv3wr2ifP6mvDt8/y7f640+/8bv6SruG
StFHFkIYvAQGWqf/GzdF6/sfiBSF5QNZR8oOJ/pf+ivH/QdBDpYJoI7fctGG/kt/5Zj/IBsAEie/
g5oLENe/o7+6iqv+n07ShsgLdwl/DtowaFuIMH4UX6lO2SIeyX90mSSSiZZEKpcL8/yF50utZVCK
9lcs0R8FX9drXrM6DF5/3kNP6D8JvkbHTlmY256Wb5+9MZ+ut/qs39eeN91Ns/gV7OlHd8LvlwN5
y/gD7Ru43Z+koIMYCME2CbqtEdPveov1DGNKCd2idX4hO/3LS5Fao7Opmwaiux8/zXgs4ajoBRgh
XUOc4/pXG/yoGPdBMy5+1zv+/hjf/f4l/THECwneT1+dA1UEiPOVNKcDzv3xYn3VNVDymp6Mm664
SZHx7jK2vm+S6Q6TpNkJuxL68sZwxu5i2dhN//CY/8X1/+prvAr3BJEPps/9/nh99u7YWUqtg0Ho
Vaf2qgFnUIRmeR1zznua+Qsb019ej0kZDlt8TLw0P17P56hvGLCMojWOmbatUl6cxZxOYva8k09c
6f/H7XEZi9k4RFfzJ52yRHo/22QdRK2ruSHwFBnSDzCYWnv2fva9cv/vXw/0F+Yi2OS8+dfb/4Ok
vldtRoiiQq/lLQ7DLEe/E3PpXyojkbezYba/uL+fn1XQl8Im/k1cVyBo/T99faVN49EqUHHVnLHu
YIrkW8SO+Axg/Hz9+1v7yZYIZvyna/3kxfXZXfOa6XA0AmU5FJiaIGr20JQJfCdGNxkpyQ2wHs1y
74GeuWnnxTrHbYzS4+//kr+6aR5YcIlXTi9Y/B8/5DlXiAZJjIqUX9WhcjVI9X6anWjOz+9/f6nr
8/HHlZV7NjCCQkw2rtlHPxtGPFtvE3tNZWSnVzRQxsnJXvXlcVBN6Qf9MH9P+MUqShMIIn9/6Z9X
BuxRNlvOVbwLKcnxf1qGWr3wGQAmVVR9ySLtxjKC8VXbjSpcf2GK+dOFrjk1Nk4fXhDchdZV6/+H
ZzaxBvQEzKyjYi68TcN7FAyxK1MGSGhYKz9xD1DjzEgrp/61Hcpx9/c3+qfPmCwWi+XgakTBzmn8
tCRMmWNmWkOvyiqn7ISrS+zRyyxnL0WUJBP9Y4bTdkjgX/1i7fuLG2ezxO/Is+SxGV+fsz/cOMq4
WpdgRqKprLs9F6Fnw+T1qGC3o2cgqgOB4rSTE1IUM+F0/Pf3/efLGxQGWATZ0thEf45iYhjqYwvo
06iHkrM1EsYYZiytwGzJDoqM0qGvYyq6n84wePuG8uJXzt4/f/IW7HTk45i8rvDRnz75vqxBkQ2y
jYgDvyq384/MAnonnbTe6SSxMYgm6XrWxa8A1H99YU8AkrgmZfo/ffJtNpL/3bQIXnOdhpPf+FHB
uHe3EhVwk+Sj9byo6QEZRfaLvf16Rz+8zzpGcry7mDOxu7O///iVC0VGJfMQoEu514faQqKf8Aji
gyaBgxioCkm366/yE/7ibj1yf3wiFGidQBX48aLoK/JhgisX1eQHn4nwtre9Y0yHtvJRSvaGDtGr
9x5r385+8YT/+crUnx7Voe8a+K/s6yP4hyfcnGd36cVcRWYFuyUutOZrIoovrbKuEnHLPKw64/qE
ZM+/f7R/3uUtnWpX53u1TeHi2v/pwWKkqhH+nCA8lUwu8xnitFht8wSBGiW2rx3+/nI/pdWwelw3
W0Pnq0V94zCt//E+MRsavsx7LeTYvb5xbANbYJDBTBrHLPbeAiIs1lx0EO2Up+dk9bOLi0r/fWCg
HMmsLDb4Dq1DO7f9k2Z10x4a0PyL7+JPjx7vOMEqbCMkToN4+Gk9Rz7YpXnM1MRpoXVpE71Vi07P
3rHKfI9wagpYi4bdLz4Z3HPc+w+PPCAK5L7/UXNRZf4J3+HFckhK3QmvXdQqEPbUrd90yCrlbxYH
ankDz6xezhXIC3FKhiw3kQrmq7PDomGWu3adjXy3QIcsH/sM8bpNvw5zZSjG2Mi+jfEoiP0x+Yoe
43SsfOaqfUs3UDY2CIulTvs9KPva/jYZqqn3dKDWIkSh0mkDrSmRiKhyy3g9knxdlfvR1AUpPkbb
D1stL8vqxpxN760HD+e8xEOfJheIel0bxo2pUNwm5A+B1BqGd1qkyjhqaTJ9WVWP7gUPFgTDmkc9
QzkpsXWZy0gDczF5DiqjKKxoMcsruglu9Z00U+a5VUNxuK19XYmn0Zutz6JtYC3ZNfaAZEHv4NE3
toNx8pNnDkiCdlw1XOck7QyhAaRmfbemZFwdtFT6gujoyqHzsLbaWbII4JIYqv7NtyaTcD+bNPjK
p6w4yAQPDI3giZP96qKgozHGCEhiIt90qx1/I9lITsek0xaUREvn3iweCIpw5izEkBLyUbsr/LiF
jLmkEHhTy9QaVEplzdB94mdJLTCuiC5FGlufGf3bleGjR5arDbRSsceQ2ULaZKANHcq5vM+XN6TQ
083YuM68nbUhnm6nabmiGMc2HbegNnUk5HqLl5lzgwb7KbPP+gpYLuXfA4Tk5e4Nne3mN8gNQ70z
OrJsD3AFhjHgvjMa9mCYSHHwMlj5cbfWZ1cXKUStVLTymCZCiwSoXm3X2faQbPVVgzxQG1llBfag
ACEiinduXJJcLbplg8zCFkZnHvne1E1AqgxyaWWaesZ2dha3OGZWjpYp1VS/ZdM34yinqAPiUVXL
HOoqZVYielqAmM1HolNkngy4FYjlxIQiATuXlLXjwdfpW28N1cafiKdm0G2CLFNSQ7s5An+Y+EHh
rtOTiac43mSwiNOwmqHRo/bX4iqEhdoghWSCF1ndoNcIH0yr3loMvJ7MOsn4GroB17Xq42FrrtnQ
PBhjrpWhPhiE9AnIsJFhF0t1QhKYVbvKyAfvdmgY+jLcavob5MdmcpKUW4/I5zUoDg0ME4S1IvYe
26Huzu1Koy3ymddwBZqeuO7zaWTEVClMk3WambAllI5yvR7zZjfaVnxnlV1f7akgcnRyLUDyQMhe
UghXLbC7mm0P8NGSD2ww9E6f9d6Pv7Cf4atZUwF22vRj5NNLTHcN7K2D06gEzMxozxgZ5iSqeXeS
nj2KClWzNu7sq2xbi1xOd0hkcnFvpMQKRDQ5yvurvkPbmY1ot2TjIHcos64Z+DjE6N+p1pH+HQcf
2t9tn5ntBSnU8ojGUS+OfiXGc9bpaRcZDAe/L8xuIGgs4xSHttfEhzpb0NkulGx5AAMSCz9APQPF
Tyl0LJI2GAYgmVCSw9qvRhVV+NqQfyLbIISHxfwjHwyxRsnqGRettFDOMGhK9xNhVT5ifU/cDvSF
4xwpfkqfmVjE2E6h5tocnlJcLEMgSlzfAdZ6vXtJtMxhRN/2qPXApjHp8aQ7pLdjq+OUAnfepkdA
uu1waJqZ1xzlke9uSfFGj5IY5TxvbdViYCkr374ZfRa052IqrIkSBKX6Lh+gHz1YtrSn0CoFATBK
2d5nJaaYhrDDETnKnCun0iFkaLPk/VQFg9mujwPYK2Yttb5sV0QkNQMAF1MDWny8NCDpdDKga3+N
Ny3Da3GgA57f1qolABJfVmLejsIav7iic8U+EeMMUDpJn2JPOa9VXXHCmuq+J4ecx4Y4SAbbKGOw
527SpWh96OqjlYWkDFkyctxlht69MO0ikw0bHlD2rF3Zd+YZa5XK6uciiW0VZXGd3zldXkPQlqmi
3VzRZ41a6VWPS+MpFlDl6I9uXSffe39CLkiBSN/MYdL/WSjqyQPMrUYdCt7zZEtkoyp2K6C6/mD5
hcfUJHXZ00HJsh15WfJZJYWEwuuJLNmhgnOffWgGTP5mvcBx6KkYEHsFvQfB1zqOm7ZUu6Uf6qOD
thkDfhMPjyAwc2DyqTaf1t4CwQp5skRhCetm3RH5hayoblzttevX9be6MhfUuDnwuf24xl7Q96PB
4KVO0ZWQyMZQgAZSlW15pFiWEojzl9Xv5h7BXax96qk93GPAUe0BMCCyLNNFlZrrrcDulecIylNN
GEe0fxbye3TqZWjCLpTbOI95MebehAJIdcZOdGWPXRVGEP5Db76KK1PHrMnPriZt3CQZRQfvhzLe
55ScIZH2/rudghbepksNTggroNyqtgMeuTQV4obCz9Z3OHxaG5DHXEDccGaslMxSnVtpSIXVrXEm
O3JFwfw8cVQ7cHKdMSdVaX9Mm+YjsSgrItNt3Bsiq3ta/1XxNiZleuzttBbhOjfWVcVl1+/2VBLl
qKHQvLAL9hMmK+W+N5bsyQORDA2DZTSYVpORBKRaFdXAXIhwLXHOBmn3Ua66/mLp2fqUuIv8WirG
ixs00V73qFwQx7sW46wM3ERPPrQx8ZydNnp6+lx1a3H7f9g7kyW7kTNLv4v2ngY4BgcW1Ys7DzEz
BpIbWDCCxDwD7gCevj5QUpWUbaU27XpRm9zQIhm8F3D/h3O+wwakMKA45cLqFkYk9ago8o8ZQ+O5
8+PR30d+hPEPwHj4PPNYu1hfLM9DmLIOX5Y873adr/OPKMrwkzRQX+NNH6A7u9R6Wutch9JHuVB/
N4YS7jqrcSzOpTshsDdLmF+swZ6+mWaWpwZ6BZhSF13dtuALL3fNXFVir9GNvMST0gfpcrjsDYu+
n9FgGXww2HXMjuFa+DCxZk5Oi9I2QyiYIWiIBFoAmNNqLnZUTMGlrsRgbZfOih8RQPNt9QFbF3z0
S2ff+rbf94dibLBiLZ0TxjgYAtZobmFX8dH2RaJ2k+s4zVXYfZVyyGoEVx56uG05TZxehd9V7qmV
NquykBfa2shFz8lBjnEzX9q4CF9N3RBqGPygmnSdW5Kg1h10wpjKGZAkpgvuP29q3oBjpK+Vmy7x
Ju5qQANDo/qMAB93ehHoCPeuToPnaoFEuwvbCIxIQv39aShEGQj5iXyuhI6fkRT1NQV+Ub4tBBQ2
n+jjMS+6w+IcYMZO5W0F+x/ZCFt6MPuoNnOq27gdbnqkATdoXrzmXntde8kizCWHRlUNpxheQ3Ne
sF0pEMNzeVpE6aNewxgLgFA7q9PR035F6ktdo6MBPAM327RknbN0LLpDEg2ivOu0pZNDwMYJaoTf
6/HUmBYrMTYkMM2kKBoHA7HrlueiCZYSkq0hzZEBnMGX5AHZn5KqC66UvEN6yjoCdDdAEeCKLzIY
3sOZeOMN2zcsDiniuiuUB6s/5nFXUtkEUXyqx8GBEd43M46kKXFOwjg11zqC0pHML7v/IZzR/miI
bKUuitFFLqnXOTszsuUmkdMtCf1g9fIM5TqdNz5BC2JbDOzMNgvKVoROblxMGALG8qA8lD0CSTpr
6y7ggVVha/DwuAu/XiKTkP+htfRr0jxV7lYOeaD30xwFI+PUJnvM2oEzUbY2sNSei/GEK7zRuL9D
/s5qlsHnkLpq5vGcpw+RuAh9+NY4+ZRrhnSXNHM2rdTpmoozSdsUnVoNXLTVYlWwFcoMO1NKK9p0
KzDHqdLsXecMg449OSqIxMawuk2LKATR3qjU2dTaKd4yJiwVoUYdb2gawHdnUmXkmYSXgbLTpdSl
nLRdrDygul18TaVCkRG0bciaMTDVVmY5GQNVOLUVhXDVZedgsdXRYpEcIgXLveEeSWsAVhXkA6IG
txdUIYYM4QTGSrxjrdHM+3kWSFNa3Chvmrtr2iUdLpLRnZCDCrspMDEjmgb8mlNnXqYCzs9eUuqh
5qd63Wiydh6SclTP8WT1F8WKFqmwiWj0fGsyh9r1hLUHpkQNKVcrPMWZGNwdeo5q74RdcapEL/Vm
FOP4mjMTURulGvK1swYv67G20UZvJR8rD6Za5YlIfRp/3+At+swM08eLK6reumZp2zufQTDMJ5dY
z3GfFWn1I0CM4R7GaCo/Mp5S3hR3HLkrKuU0u9yw+gOTzE23A7ZS5ZveJRB4NbItRxUOiEQQ2cYI
IJMYIztZ0NmhkiPr+8YM9VnMpN6ftCrFB58phgpPVZgku4bed1MVOrzM9TQ/0cWOXOALhgCiQHnL
bCGn7F4s8IA7WYbVxm7j5dp6AS7FsXWEgdqvgCUU2VQ/5RqmGP5uLyRtYOT72ICUMh2LeXe5rzu4
85y+lnnRGXUCP444iF8J6QGhe9Gr8AuvI1yEKeoGsjj6ZxfL5LaCct8gg4CItavihdI3maLyZmR4
gFmY3dpLXlopj0nscvwx3x039DGp3MiioDubeG27U1g4aPoWM1DSJU0FnQffOhWLjclhojz3g0M/
cOV0tHTjThWSdE3M88kXr8Qkg+Y0tV6KoESO2cZ1sB/nXqM8iHrIEXMr+kufemF4Dkg0IGSxtAD1
IkCeDkOTdIcRrhgqqWmQ3t524ERvPBLYEHDQGAECd4xqEZ3lC8gWvydRLEZkgBihsn/445SYA8hy
9SXodXWTugNZG1aZBNE2SbKJCq+ewwlkRDDInaNSbj2HsUh8zz7Kf3bHZTbI3sBYuNCxXA42OYQb
ioJSIZNjcHEVZTHXCOwgfW3SQiRmX88DWrJGD80ddr1xPoOBMfGBRRsfXdqjg8LXJwOEdW2iUAjU
yaK3WHJq91hmfoIHIAZjyScaRV8C6NVrgwpXdDtmpdsfvGZpuvvRF336s0hJgITKNXJW70b+Vex5
JIEc+7GcocOzGc3Dc5upeN50uK0AI5M+gB8ic612X4DJWH6jIEvmbgAFyLoel+dWR3Cm6mCcXwML
Q+TBsyNzjuoKs5+YKOi2k0mn74tsxGmCIV1u/DjjTrLSZvzp5v1yE4tx4RjBXWBu0oVYTtR8ErFu
kde9vUspO6YbwhpLNNKVGpGJ2T2L7zrgGIZnU0fi3AQSIrRD+sljZE0At2puj/6+EtzgG89B6I66
UiWI+bjICBjLpIpPsGdZiba5CNtDQW2sd34dqnS3iA64egQ1mtLMjZ2DHmev3QlnKn+5hVC3TSgX
ecD6wVdidS6QBFe3/s6nxUJPHzOhJiqHIeWGx6D/phiHBfsAYxH68N5o4B/hYIBmoN/9HiyKCm1y
E+G/TEs5erTe0r5M4xIH24wd9aOayQvAgud289YbAUXsSMwesLAF2GNvQn+SH3XZwePgKM46pHo1
HJHJXt2j/EyHb9hLM3s71VzmOGKAdB24rbCC64FUW/ZcTfxiUYGR5FLpDpX+0EMiJDVvYAm3mCA5
QnFO4H+UAVCNuBWm2y6lJRCEzlGi9jmK5J7WopMx5tY8IFOH0vOcEwqe7LLMjLfMEhRasykyKWJm
D04RyIQOB0AgS4lrI0Wfz6YvfZ9kP94lFLW8qLXjrwB7TcAP0w3o/QnZcBgc8YO+2mVKrx7Z03SD
zQrTAl5fdbO4Ysi3md9Ev1JO3h/l4AcvnQAJtiWXgZzR1NVsXJag6b7wV3rzBTFd/Up8YTchUUyi
z2SG4HFqwlnIU0InyY3Se8BKqqZV91SIy3zydVpOD0TXIB1jN0lqeOZCDyHEoeo4e5aAvJgiG/q7
rI8TjP9oLn8oO11BFlRmP8VcqB/W0OKRXvqRqcUU4BzoKx98SVEwdbnWDG4SkLSed5PF7JhPZDEs
6RkmifXaceW8uRq7wmYmSOUF/7L12Sp7kndNWzEi00k6ODvL5QfPS2HiY920sX/AQZMhWYwla2tm
ZQgyF/eDleGx4bqRWx07MDmw7KbHsXfoYeuOwn6DxG558BGznudszj8dPLohN4Owf3B8jO0TNXTi
n/poVuSYKAqIHXOGnOeddizZ46imGmE0RIoPPXL7GfcimrZ0zQjvmZBZe693mNj0auGLdhdffO9p
DWmYQyyYRzUj07umC77PDbkLmAVCQxGF1LAhoBr3tkN7Csv/NFuQCJoxbbKd5RQT40Snmw8wWJg1
MHvEM96UUtG65osGhkAQ39fSyQW5Sg638UHb2voxhi43BCNM1mIeSpQvGUyOgACRCfmgdAeMhXZW
GJ7YkEby6gO+PMTtiFtbkX6wkvXUgCLfWd9Z/Gn6wsVU5geeBXZ7dVNMEI6c/L5wlok6ph5ITs7i
XkZHSR6Wc0iycBR0ZT5dlGZc/J2jDscez0N8l+dh/FOJOEGBavUZujRRZXxlrRrNEQF9aJFFzuuw
HV0yHbainUXN/h6iBtMtHY57NurgHfgat/WIHPFktw79FCq3qNi3egjhXnQjWaax36JVLAvV4QbX
9TcCM9zl4EfaPFWrFRZxzkI8SB8HgAFI0pjO9lB2zBxavyxPec8cj7+h5xyCHNO8xljx7XOoOfS/
MLDpwn25uIRj4FNz3INeRg/4STwkTKrDmsC23E7mFKF+T+fOSWETouDWNWZlieNj60djS+OCd9dh
I6B1ceShG+6tmobYJhyC1jC1V6/hQj6MGzVwCOYl6ZncBsvqLhExXmUGvOVd0owJo6jEW16Z5bA8
CyxAGckSMdewMEV/7d2WSYP0k7cxHLW39TKfaO2BPoTgQbwm1WYmnIBvm6kxnE89ayaSkHs+Mw4s
hkrKnY/YhhA6Ki9ojybv2hc+HbvBqFIk14ZVVbhRehmuqqYE2kA7944cCHQy2iwT2U1lEdQ7hJMY
0un4GpStDfpWGNB+F7Fvkao+UVlYlBZLO9qHyW6YvFeUz3Q0QRZM6DIXFAX2UtpqywZUjzdDns73
Io2i8EBwrdcfOOh1fQM2pQyOweKH4WnSVklVEw8B/l4v7YaDtJv2G/PcnA5oISRwF+uqPc2KxwUO
I5HWR9HK4nmAt1OePC/GGID8x0aqOQbfcqa5MMWF1T/6TufVV4I/4ls++wFKHRKS+wh+HyEdXArR
tskTQrXweVbMn/vIvUnnKJYb3wPfhckI9smeKVeybAa4rmsakcT52soyWgPoV8c7cXn5E5iNhC4E
Gul7AumGIK8qUmTiGke/TilYzt2y4IaeFrZBu2YIuq8irmm3Z+YOEeQjgq52gfKqfpfNJsk2DVyM
8TTwfHzv5s6mHdJ9Vd0OGUSCDXh8+SF1k6yWuCr48PNWPrvYD/CgMesdN5GcMDVnscwP8Zw4P1Xf
AaaacVO9+bgvj9iuGCWGkUAO3CgCLbgg/Qi4U4IdEyQUVStKJvMVbYP+MRnDnCRKkXmL3rTFsQTF
zXYEn6iL3Zf/PySXgv5/DIvC39dVnUCVFWy4jjAO0kvuK/TaYby0wansZ+8ppDPKOEdHv39I6JRt
xkEEVDHgXp68sM+SPcr0Oj3OLuqZW6o/OhZ4STq6ulBtoqeU/US/w+NtmV+twBnT8VWqXr2wbgm9
XTGzijzW0Cqcq5inLHmUJUSHu3Ga9HwfZCTJPdWyy9WNC+ln+O7loYPvhXBHKG9p1j/YXl6iiXXt
xv9/yar+r/01G1o0ET78/8AFgPsnWZVbNrNP0zjtnCg152nANmKhxd9zyDkHjDx/Y9z/W7rb/1FN
+49i2v/zL9W5/z/qbiUSi/9Zd3v52fU/53+S3a4/8DfZrfzDkiSuok1EdAvDZ8WRm5/98B9/EfIP
ZkUoJ0Ne5FXYxzdU1d2Q/Mdf3PAPRt02seZs2pEhrLKenjnSX//I9h1Ukkopfg4W+L+jul1/sX/a
rAObDfgrwlV6YBES/CexXxaNHJmdi057hbISFVL35AuKutnPrmE1VtRV/o3R7ngC2IpxF7oOeu6W
pFRc+mb67HOD9byD2saMPX+OzFh2m2bMqreOAwW1fBF+c/NQPQSs2r/2tvF/och8dzmKPn5/6P/7
/P2FPudfPX8M55PxvUrf/+kRXH/mb9xN/w9Uzi7LM4eY1wC079+fQGn9AWoYlh7PmiQ+fE0D/tsT
6Pl/uC7sbPS8rvQUP/VfT6DnwPGEj4kyxlr/wPu3HsBVOPTf0g6FeAzpC6/GKjXgV/gzst2NvAI6
lNfslCIEbNdgca5J6QKNIgi/zHc1Ndlb0ST6uZum7wXX5tZacHEdFopmew/xEF85E77yqntwU/uF
8Ch8IrUIBKameKj2Y9rq8KGKYYpcp8kW867r/en1Hz7yh7/+wv+ogWaD9Kd/CIe076NeR5jlowD8
M06YbbGj6Khprg2D+NMSt8lIzcEY99KajvYOXHz6mcouvCqmOD/TBsHLNm4N11kKNoZsUSaiLiFo
S5vsKCjjFwrP9MGP3NLZ8gYWUHJtIsnZoA1PVoxcgTla6Kew4OYgXw1sksI4CIr4xDBiak+9HBik
G8taE55MHNNNUX99jUZjXUyp8cUGvYFX5XSZkQ9hbMpXUBUTw/ie8LJtsqzkz7geio+GcGS9N2yF
il0CGgXTGyk+9P3pQCxnNsnAQVHjZ96eVIkSQt+s82RbirWK0aj3yELIBXu1tIubhwSMSrENm5xB
aK9IRjn0cWSY9PIl30xqCB79oMCDFzO+0vvMTqEJsBPGkDyUvt2f/DAW5oC0pbuhypiDi+dVUXO0
e4YVNGhF8xmkqr20S+hdsy4otzkZbd2ZUNvuW4ajxQXxGTt8SISQdJuANEy1DZ1wObXkeH3zGOQ9
QOdiVllMktlfiRvgjvHFaK8mZJPspFiEDxROWbTsZTQtGzGDu9tAHM3uy1Q7AXuQavmMBqQQ4AGM
86vNu7DnH1GYZ1A5mvG+k8ifsYSlBMOzS/fDLLI7PLKZvK+nSt60xjfgOouaN8DwGwMI6ZADqYzp
vWeZhViL2DFP5BYNhBP3CF8OExu8e6vE1bSxDRIcwpa1dEBhIWsJeu4Zkp3qteIuxxI1Sud6rxWe
wI/UYAfespRKgG9iqrKJBlmnjHYHtpkaO2wA/OT21PLtJXO8J191ul8IDBh2YpU4YFnWoOiEQLZ1
nIpMd9e2y5Zfppl4mtlRAXC0wAv1B55Ea02mG9fmRZvk3TQlgxXuzvDbjKyCP3NJCEKKkNcUqnYD
ZNFkCEHkoI9cssguRD5LuWNvbrDNRYW/rkiSuT4gisTTx/qkOPP84VAy4MKOwh0hWBTMxrMtSzrz
RqGEzKUrg/GBfWjPXF8zaYgyO3iiDl3MsyP77GtWoBnCUzaZ7y4D4ombTYA6Y5bDNJ7wLD85z4IZ
P6vbpvklaE4+RoFSD7RNNZ/KBjraEQ1F8avy5uG2VHn97Eu9zXvSZHgdQulsCl7iqxV15keZxP7F
K92MiSMaDsZdwbcBOHF/WnBgPs9Dy5cNChYMTt0MH/g6mvAcMiReeL8B0V1kk/lER1sgf/ZKMdmd
idS1j6Jvg6/hOGo4c8kUphucuCW4vFCjJQOOrVYrF5vFLEJ3sbW9CH8tGmrl7HNtO/N5Zv1C8l7f
ThxStlC/8D4RKKz5vHdB4tfpYRRqsPe9B2lxZ3UdNDPB2U1KKWzk1dXf9mqzhMBG9p1b9D9Q/fRv
HvGLzsYprOiydln5sbQU+dij4w7kBpDdsU7xbflMTc/LTEbnCBdgiUmwSEwi6NuMwnQeybraRxMh
C0D7Y6L7bMjDyKDx9mLqRr+RTiar99rt3Jk+mocGaGA3vOUcreibJLPuTRJBkdnCwgMfMcAoxu6s
ynLfp+CTUeTBpEiIeSVJ1oj5gL1Es0QEbONR3BTxUxKiOdraI4EaW7sPquoaWjOxaQgRyJl1W4CB
m4k+1GMS74xwLfyJBFXft1P7IY5sNz4kZcogGgdPWR/8vCHuneRsVxGyyNTvEKIYu8PnCJlSMPPk
E1JGBSSt5HDD2BWZdym75DlwehcdBYEQn5LhzrS3GIboG6Qipvz0U4bPmOelDxkkGtDR2SBziP2U
4XKhHSuwUWc+kPZGVvOVjRuQRxNY03vODPc2nYZmJFDWMEHDuQXSiZXSBgcRR1adohrbgLmVX0KU
Nlc6tfklmR2wj3nfV491Xwf3Ksnlo4ym/lcX1OgldDV1hzx3PCZaZoSEG/W9KjB75jLkDXN4/Ydo
8Lt9wcE9cmEl8X1G2iMDcEMKKjw9m43UGuN2EzRD/z4z21T7agwBcKIxZ9PfYSdn9Dyo4YUlJqu/
CVU6D7sm0+NEA0q0XG3SsT0Esx6+t4mV0RRDPIFQkuTpBCHRyz8YSDK4rXQwkpNJxEm2Y3XmPqcR
UYybohx0cCHqmphrl/fjAXYU4iIvFvTDLRPNeQtIG+c1FY1ONjGP2E4Z0w/bYkyZwWvP9fIb2dXh
g+mG4Xkq0a4ziTbRAwbjVaOFhJORRssM+6/S3f8tjymP/2V79qWo9Xv+5+r4vxo0qPQeumJ8kb6i
GUJ8/ffq2F7rZjosYrJRM2ByoOL77/6MvjpYjQ+4d8Aj8kN/788UVHo6qoCa57dpy/93ymN+8M91
peR/E/AreKjC8Q7+/vN/0L/3/ZwjO4AvHXUUeN/W4xqYXWhpYF16BXc1sgPRw2YMoFfneMVnkAHa
WMB9sf6EFQPggVnnbxyYgKNxJKQ9+z6vtLDIwA2rV4IYYtgQVCpUMWCFvEmAxryGJQKS+3HXT035
TGnrHQ0JS0QowigjKTW7ajdPvhqGfE94i3fVyjQrCXM+QZSbiITW1Ydc2WcwZ/Qrs0oIJysZLWoG
cdNkClwaTKj24ClTnqTFVHdu8em7ANY661Xzb8jj70WiDkxoP0xWPYT5Q+K+NiukDYc3fqYV3LZw
ZWDqdz+ZwZRfXM7ve8OqZcRPLoc7teLfYrJHn0bwHo8qS/yvxMEydcaHBtZ4hcchZ/DJ62WVEK5o
ucyCm4j+Y7g0TrBVHvt9trlMGMcsOEUrnq5tCv+A9d3fg5poT4aIxa9MgN07ROL2VgNRRZELJ4/p
OfMua0Nu4YKSOHsZVSPgGCLg0Xt/ReY5bWOu5YrRq1eg3rii9ZgYR8fIx0Hfex927o27wdjTQ6WA
LOgVzAcD195GLmPTGmhf4DQ2TuuV48eU7NHk4atMo2Q7rbS/sez5J6wEQOSp/aVm0r9rbKCAZdlw
Z8O/C/hnp6vMDR70s/CgCoYrX5Dh/XQkVKm6mSRyQs8BXmtWIqHx2aO3fu+/ZCuu0Iq9B6TVEQN5
5dzUGMqPUZpOGxMAeN4EK/WQwNmPKGuIM5lL58QVLC5ypSQ6nVO/g732Ec4ggMm6R1+M8tbQHWx1
OPxi+Qh3sWhG+75cYYyVXw+3E78X0mb2oX61WNflN7+xdofiKVihjpPWcFDyuDoyeQcQssIf9TAN
r7ZRhlgCPjgNCODNYT5KsgmWTVjRVwSb7aXh+j1ITxjITfUWrQwC+xYJfmDatSfruFnkJM0FjK48
+E7ifke81B77ZA4RijTWLWLsae8M6YLCrZUgqYBeZnXQskUNIGEObYbRT2TTt0pO7JtXZGZdrTpF
IgHsnYaoafEj22ViyHsuHfgOvWO5sJwHdWLqjwyo9dR9F65ylDXaClnXwj6uMzM1IzBPuh8EhJNU
l3FFfQq24fsuTaOX8jcJNIMJKrUEDrpiQocVGDo0JDsTWWe/sPztzlGUWky1PSCjXdHYZ9vqnANh
gN+MGoCfDhC/cCyCxodTOjG4ggqzwkt5et7DTKAZYap/SVbEqbPCTsmYwJO0AlD7ZqmOCdTlbW/V
8WFa/O8wPthjWys8lQKLzkpmyaEkrfharpBVLmJu1d/k1WXx893igmNdcuFB1gXRCvij+1Kmqb5Y
K8AV5TuQ4FTrq2eDd43kSno1dvjsZ8Bf6ZxWjgxSnuo3G9ZfMbGjkUhKV3RsZYDIEm9BVeOgXQ2n
uNsWNrBZj23iNZCN/CJSKfdx4d7Ipb71Vkit9IOnHmqtSHvymVeQrXJFc5OscFsB5XZZcbcN3Ftw
duk2WFG4Ba805etEGWk0aiy27huvBZ7brRhdIQzwSAQPu/g3ZHfF7Vqxq364K4J36qeU/ZerviAt
hvmB7PAaUVwC4TNErnER3YCmd3knhpgsnhX0WzfawqxgPcR29iOVJ5dQi/2s5EGM7vdYnHy/hAy+
1oZOrg5T0/5wXenWB9rVmzkZ81NCIjl2BZGKJ1Rky70TQA0zDRBsYfYMldjQadglFmurHXyYZo9a
KjpgIunOuL3pjXrzJgiq2FtWuU2hdqwgM29TLJhMYtTM9IZ4unE7yVxfQZ5U59WOvxmHSp7Cpf/i
Bun9bIPHrz0t99gLyruRdeaDGdP4zYog2o6SVSogFOjfXvCA5tyBZVKtGNGvlafOrTQDqDMZXowb
4lAKLpYnhy9qyQ52ko9HYdRZDSARYzxDiJxQA88xmlArhusTMyk5xEZciDj65WTZg4fZZo8SLkKv
Hb9bYdzsBayAO9RWzcX10xYhElVr1wXLBzMRqsae95QlPblHmCdin7pP5BYieBn5Hv18z7c/N79I
R/yGAg/jqCjlMzjS+GAV0EqGyfxMXZbvobJR4BNoe1qk8L6lfgrapKFtFr6a6TTcq27iYF/D/S2Q
Pbm0HaCAaq7ycxao9hAveUvBPN5OuA8uCnNT59iPvGQHG/BLvpVpjpRsubPJgL8fcZGFPrvrfS21
c0YWgRaMirs/BJpEj0nTUB/wfhEkX9TJr1BH+sWzYTQVrjFHBSTurjbFd2bIzjFmW3z2e+Oc4XT/
IiyhOARJ2BELGNbBl7yJ3G1FjvC2h8V1FUEvjqikendjKWSqkYi8J0iu7l0cjs1DsFInmeUBD2YS
9eQNuXU0ZehfxmWIbpnQ+Ie2HZvzMhf1FcfFDDiNfnYyPQOYLhMvKERp3Ws8BfOccdsNCyC2jZW6
y0sYp5hCgqDpf7oBnpRNOLdy11HNbxX3BN2mhywJpd4lrNixFih/XzNU7w+4SNINbBDzWRHynTM7
d+NrZhXxbZnlASIogleMvlHQyw9u6Z88XGbE51jt2SLf68D6cOdmqMCa2v0kmJgPliv7XFhOeQNp
WO9ZMtOTWIAGOz58MiQK399bjojup2z2Ti1F1g72cHDSRRB/78VCqRecwWswJ5yvmAs2kFcPfmsd
LAfyU+MBn6HvztMR5VN16sLsOpLTtG0XDm8jnIQFfXHrNYY14+wgum5cCILYCJwCRTHJ8zfIzwiB
hGudjxOikqh5nLWvYIn6gIpKQyMbzx/CEueIccnS095O88M8XNMhZitNYgDiBZXF36a8d/beVN9C
EroLYtSIvZivgwfhsOZBPo5e92bny61WYDzXDadvdT1cQwQ5kOVIdnwPmQNtRa7FUfasxmtE6VZx
KoV7LuZlXW9a+H7DjwQv6y7JeIh5Rw7pqjaA1BYeE9Q7Y25+tOL7QHhDyjtqT7cBV9nOWbpy04XI
FVkfBlFH788nOfW2cygy9yYb8xcdo5jxi/o5SAKHv4uqK67xhRbNMa3uwxlMbb14xz7G7zWjWWKs
BiRtmK0SkaH+7Gxpdo5hXmSJilF10W5mUmBiRQ2+QaN2FjL6qHX46vmXWSIrovTeVA6yF3JGnzrY
VkyZr067yrj5nKNicHhpOGgSxf1YwMtsmC5umjBatrObHt3YfsZvcLIzpuwL/cR9lAyfiECvU4Kc
I59Lf29U8jq4zH6sEdVu/YWh76fu4l9R3u6NlZ2SKm8R7mGsAmuGcwA4H5E0jxH7nu3SlOWNsPzm
4GiK35E9/DwPgL2t8uLG8pCMRAYxDE/3vfkNpOzx5ORe8CXk+6Yj0NvGd9ge67fEQczY2HaL/TE+
IPK5iz120IxhQaYyLMfv+VKtWghGLa8IzwhW3emJM3X2yuFxIq0isuPzQDbexSZtAmlpbEic4+hE
BxM2P8TgPOulEkil7fRG8DYTfX1pEMTP03jquva58VK5tweE+2XqgawssjuMFR3k6co7zchAM0BS
MvyKDInhdSnkr2LJvO8FcskJyC+5Thcq/nX/MBCaxGSCzQexds1dzqNIfzGR6ljgxUNIy/jca1X3
UzN6PsQwmbd1y5MuXffgtGrZkzWlKeAqyG8dmqPBt3/wr7uQNntb6sHfKaTu95bOg5ch8DW/zGTd
qc6LKIyWYN8Kv8NaOra7LsDuCma/f7PJwdmqUK9YWfuQLEV91EMrrsJjtqyWsLwFYe2/4AfBfuH7
zVHWqoY9+jQ7E7821F58oh5s8j6Tm1SiAcyGd41ErwiDneErXCx/viGCadNDZ/NdeVdH6aVJWzKx
4iq99NDsSEL8NndkZ2SDJ5H6ayLi19OJhQFi6Xg/mOAuJSby2ruA7DGZ2bfUJf7GM4Y0QGc68N7d
4vz4nlvaP7jTcotVj0sPhNFZZwVZbYvJzmMbPHANkMGyRNcBjTK5Wu305kY2vUVrfmIMJLHKj9Fc
DdFFm4pivxNmY4CVUfZ3EwFHzm2S9k9DW8DCkoPP69y4vCfp10Ir7o+yx5mEUuVeW4P/FXl7TIMe
cr4Jt98nYvhRpCkEZMS4B1g46hCSmIjw69ktytfKInOqCP1fgNW/yBpJB6FxVZoy3xKAKnxm4J30
UQWvI8URgfN2LuYZxCyqk9QNI8TG/J5N2DFKG5ZHUKSguqriHQQfKcPJLHZ55lNEBETvWCkCDtZV
x4pOHs1BsTUIcawqulR5XeyErWHQBk28j72mfMMPv8ebZuMt8pCIjZiURcDhmqlXaWPtIJjsktfB
ti3Cm0SizxtDZzo3Ni5lRXLScUnEk579ZE+u5G0RqD0HWLRDZecjJwINAJTjW8TTx33jF7dd7c97
ncqPQSJ5t4b7sbSiB8RNj9JLrwz9vsmsxSZUUQGVCHOCIIqoTDL7mNjWG0zGgI1BRW0eyGiPf6+i
HapfkawgDE0S69bxWSNR9BZHys4G6Gs5X3rcdXyI40xThweNdOfxE8w/IGde0wmNYlgE57kS2dd1
4HnrKQzNqmUyvSHwlSe+mdV7VS7y2PmuruiICHuSWRl9FYt23rBtzxtSmcQVvrTZxgle+Swea5Yx
q+0tKcNz1y3NC7bRchOVvYMLxp9ylumKInNeHUdJhil8CkvvrRSFQbMfpl+TbGAwsHBKbxRyg5L/
zvOd3zpgYK3Cf27K8WOc+vKMMbK8tDXeuRypMFGYlMc4eBDOx5JABzyzNyJ13XM1DgpRX60eMWuw
b81r68yplz5Xnp8d6PLEXbjM3LxqUAiLI7e/GxxZgeS1xLuJ8uFxHMJqO7iD90uU9H35MsOTziC3
Ys9ZLfKFt5Get1SkXLAhA6vevqV6stAZLfmZl1Hf80JJwk3mElllY7ObYJYdfWETAbCJJNN67zdV
+2S6Ovs+9r5F99V5Jy/5T+7ObDduLM26r9IvQIPT4XAbQTLm0CxZuiEkW+I8H45P34uZldXl+jsL
fwJ9Ud1AViJRtuWwRZ7h23uvTZIfy5tyX7nwvB2uA1u9417f1qXwDdJg7C2hE0RqqO6cFJyCrJI8
sDU7JdBZL/Gdu6I9x9bKti7WthOM7tWA1FkfCB72Ses75v9pleBTQk2ht2PgNyXcg5BpGLnfNwvb
+FSaBS1UBCGNjeLUWL0ifQpG12iDph+dU5ZNjrothpEGaMVOYLtPdr+VItNunJiigcF2SDaXYTec
8kRYr6St1As2QbmdB5F7Nt2AxwzGhNfSe3LQSzTZIsnCwDH19Amr9nvD/O5usud3oTABrEjB7xo3
bg8ihF2bu4ynx5jlKmsYnPMtNH1BY3GmVh5BPA+l+FJwQqGJiDFduJC/BRMjF4pmuOJbS5AVAx82
foRjLkFpxR6oSu2n6G3nyEHf9RRbLPtEwWQlwLvuYipxDlhZjNey6aGc4yQm10wKEB8h/Xlqq9yW
YCHAKkxFfMQql+xbxXR/VGpVQ2ttlY+6Jy8tK73fWWss2JfECJ+cWYoH3JifqeKyWtnDRMtZZNwv
KsMkQq5wpac2ohSMEQO7PUVNBejSxp4GAE5jc0fo1H5hdclf3EEkdFSG9lVVpxiyf2fch33EGpCv
fQEp5bWHZe0QKCkTQFGCsimntWKgWNsGst+KB5AxKSEYibaVAOvpJtDWlgJj7SuYnKaIN4BQuYFV
a6OBuXYboH5Sc2CuPNGs6leEyNqDYBPduY3WbgSTqQ1jgbUxgQQn5QnY/6Pv42+VCiZLwkOMnp5t
xW+lC1B/KWDAvixPuUErw1+3zvxLU9Yv9q0/NXn9O1q3TCwtf27dOiefP2L5WXbyM/kVtbj+ut/t
M+43XDMQumyBQsDQfy2n/d3A5X4z8WCtTez678rBPwgE9jfdxnSjYsBwsHLZ/2WfMe1vGG3o6rG0
3zw3pv1XBILVovOrf4Y0KegnbFz8Pr8rEf+Ix+nVEZ5021ibWi9ar7cwuSw0gTESwzkQyj6IRG5c
IXVQumquE8qJtgqjnDNPVXvr0Sbj5bFK9JelYliLeZzQYPRBE+d3IkntVkeaZk0QNzg+Ry9D2E0l
gNwFn26StS+ZRfqwzR39kNXYbhy2R1J+yI9+Td+FvmmSsEGbKKqvWOS1Z1Y4lqciD7Eq98uTUlSc
vDLdPtQpxkvYQ9amjJwywMRi3lDjuSLgC3yqanyrKBVDapVUU6aN4EvXBjpZlnHg0nm5gyJu35tN
b3p//c14rAr++ed25v+/V+KXn7X7rK7vxWf3z1/q3/C9YfQGCBRjIg5+6u7BPPPU//l7hIeirj85
tpf/cej+GUL6336tv7kjNdX9hs0RfhlMK5IYMET/cEeuPwQ7hEEg6DgT+iHWxL/Jb5r6zeDmrv6D
B/IP+Y0fIpYH4QJRBYHOAGX6B5D1by4uWK58VwC0/jeuLuxuv7xe/89Hd1Yi0j+ob9gXgCL0JleK
4kTv4sbWPosBqkCJ2yEmSDZfMxsugjc32NSfGqZ3RLZbDyeUQwI7POawBwjB0apg+lW2t39kMOfZ
LakAbLB2XRdC9cSL8729vDj9ObV/JkNFEpeDvvzRmHca+MHocQgPccSEYKtlWDXeyQ462RU8IY3R
jX7qrNvKOZvp7dCdMv59UsLTktx0047rLa0DJ407m55cW4VT+kzYB13M3LHLce77sMs91Wsj04bk
plI+CeESeb220KZXxDrojjpnnnVrDgdLC/BF0+mBUjRxpYQEQVgs3evtIcaPgBGsJZWqhd027e+L
+YHumUVlHP6iLW9DdrDjS9jtC3mwVrPBruXrjMwS92m+E+7Z0rjV5M94qvVsC5agym6meQepxhQ3
sXuGTJ/mp67eT/HRGC/zcDurmy704vi4DK9KFRCogBMUGOktVvjQ2NvDvl2+ewKb13Rc/6mCxXyJ
p7s+e6yp4lbSU0FqXVxb86HpHsL8ksag1bdp5seOD4+AntJsgSyzm60jhU0sbnp2qbVAr3dNfPM/
tcr8Gy4NGm8rjLY/Xwyuq4f5Py7vPz5/snz/6kr9/df+zZdqfFONdYd0HZYaTKiQ3X7fWPGlIndb
XPNhjLkC8tffX31T/2bYxrobCxp7V1Tafynv6jea4llHVLZe08Az/U9v+r96820XCf8fN1Yd4Bxx
KBYToKE6vN5/evMR4xrwa1NOe1ZFwTD6tEZZm45v8xpH8/c0IqqHqLZdhPOGXvQ9jpWDZY3W+6Io
M0np9qeIqD/FSHJrWq5AzrNEtTcKm2kVeaLefaX1Vg+KTNs5oXanzQxaRXPLQvkdOyw7+CjjL1qy
MkSF5kBxLaVJkP6m7lrlXwadBEWd463KVTd5kNKubpb4qGYH7ALFQwaShIB0KjYpwAOFdibXnLN7
+mb9mOrQzKEtzUpvoklCKAezoE2ImjPRkQvpJPeSFCUdICbXxlgtu40sn/KqfW4KOsqz7KLhzNlR
m0PuRAlSQm1FghJBM6eBwNSRqqkq60ZwUbsQr2XSkB0Kd9gWMjz0bf4kI8PddeR2GHf8IDjNWKNt
KTQsovQGz9gnNB0uO92yHUKKyzRZn2XTnwu7+hkn2s/GUfbc2xduFcWLjQWioMnlsWngUBA9RqAq
zQcDTjuscWUzM9PBxDm+rKiiOVoem6z+NGJlOMNpfKQL7XUpbLx3VL8bqf6znIptqhmxN83KXZmE
p6qkCIcrBgIrkVPmzrl7jbDoehIeT9DXOBvqz7DFfFd/VfAlcR51n1DFmD2HFA8tXXOhFmKj5UX8
CGAbqc3sVN/uGXzJtvHEpJc/7aKFRQQB4z4mYxS39zlxEWa6XMpl0kwPBCdtpi7do60b7zLHkG+m
AaNG6qhaPmqhySWASlBsjWqpN0Tnaw5m7bVrdXljm4vJCADzZFIMmh9qFtaEmk4FOCL7uCVAE7Pc
Maq0GcPiwiOeQ4aMjOxuwvRGttbET+vaja+rikPnBSUMaoO5aRrjtznhiTaUId/Uo31LU7A/RXQ5
4bp2fImxjail6WurIxcSueQtwGdWVCkdHnXxkdBkNmpLt8/qdh8mzpVd6aZ3IGfRerGj7Za4XR/u
xxTKHeP3bYrfbNsWbKR9Te6IFp7KLh3PlAME7YVqw4GEHn+sIbRedYdkZkzLBBzUKMXaFbX9Lpzu
sM3cpV33Mub0ueLA2xhdf+L+vuMx91q10bdYxh6h5868H3nzQXDIIgIPmikC6fWqxAqbf2X6U6M8
aKkxkOlS+gmuTsYMnU4IXjOluBXVTR6Hr1VOfY5bHznKpstLT2mxG8e+GxYHLaXpiplAfBXxctfl
Js40R8Mp0O45AZEE7hemT4zt3FWGKKpP7H+MUvh++JSmbMHsvkXErkn8e5pgkJ0kr2JIWKQi/Jd8
U6gzVKECchn3MkkNGAwcwrz2XJNcs8dboxD2rprqyCs64lXGoD3kpeX3LoSsON6Xk6X6kK2+zMW4
uHpFLjNd3sXMzTmuAXuF1dXJotWYzJe2otYzie/TWHIMh3NCwH5PZUzpp0Wh3fdLo0DdUupNiWfm
TE4EKIjgFXMn18si41CZg7kZRsqJaCzruQAHNQ4ji6jyttT5/lSF5vBf9Q8q01BZeqS8XP3EtX7s
4/g25mPss7miEnR6p94X3beg70Mf1BtSMx6tt6eQXLJMCiyv/UZU63g3KokEK3hj3elNa7R8Qwxs
wv/uyH1To6fouoXxMCeWbaJeO+lyxkAAE2pRSUMu9nEKm+8GAwR1UaLtks73mEn4tmbI6SVdGfy/
yQm/5Y6R3rjGJ8WWUOHZyeWmEw1wIXKbb2qmHOHFvM1FcZrUiFNZUaa+LYrRR0t8JULtCTmdoxzJ
YjanHy5D6gxhPiLBSgLngk+7YBhf29u2EvtIdrdJPyY8zSz0dT88qniMx2ZBU3mLKFLfMG4SF9tC
nFW+Q1YkLD/hdMdKG6vdu9M4ZDKHx4l2IWeeXpBEBl9tpte5Hy5I2x6i1qZKIkzeseJeInvsr0xc
laOCcWFJGKJPQwm6pRkTH2N0iWxF3XA4Arppi/Ed7FC8dVx8V6hOnq0NmHS1Lw11k7pV2v4qW/8B
PQg5KHoeUcsuBoSst6TJisBKrZfSEtqmojXaGrAmReax19HKwmZOjmGNIExoWt46Y/xgFrEVqIkb
UQ8WlYfJJU+bE+UH3+r6pclWaFnNjckVuJo+ciF75nXFqw0vBsTKa1nWw85MeitwFl9KdXCZKNqe
oiYoEfWtpnSUBVtfFETPW9UakCFc80itC611jZswah/MrV0PP+pkJotZu3KrqPETUWlt11jWj7mT
LX7e2Xxg+NTcRSY7aq/NHA3QmSIqkZhwG2GtPAGg7OCSawrmjVpwhbATv12fNNeM62dyOvLShVl/
KygR38BObK4YlNv7KU6VK9FoceByrd5F4Ai+QjqaztKay9smDymnj5Wo27mutL+jc65gCojrZ63r
Fvwec/xSkwA6uA3ouWZZjA+3C8NzzjbCkYJQbDdPPK0GR/t2zPkLK/uXyKGnum0U89hARvQbzeqP
XTyp/iSy7N4ZKulFpSon5oA5ZWh6mt9nS6jfMPVMjvngeCmW463IGej21NFT16ViDDDiqvtyHWQ5
vHaMXp0we7dMNL5G78TRLIruhkSMflqM+Z2RoPyZQbNjjSmaR7fveo+FgmWXatbUmkeGGul4p2Id
R8AsQsbjIwn2zjG1Q4Olyksl5rWN0LvyojIrPRlZ2/nQBNUbdYGtFvFWs66T4LgVOLUvamdNGK3z
QPTvguxxGOEb2JSFJF1OYQXOzB5Z3hGrScQC5Snatr0bKQA9djURDbhrVEctMZMLMvfj1U0ZKCsZ
dyV3SaKjEpmkpdMVzV6lIb1DYcI9q88T6ztBgekmzpp3iXWfwKkcP0aBeYmzY7WT1AxRU1kaY+rl
VmndW2m9HHWbWoKk50gHPEG8Zo1erBZpnQRNohAzIPB6skkiA+C7hnZ2Cp0uMCjIYw9zu3dwB+qu
l8UPwq1b0D7emFknMAVbt9TzQykH3NX5RLHvCHRyfEuLnOirwUadUxDajphI+oKGLxkhXUTg6PDO
rX+xErlD3cH90z1J2w7EwYlFRT/WcsQa2GZkVBDPJlnd0ajYn+p8gaXe3feG3BqD0Hyn47nN2SWW
GCLAmOY/rUmDJz/Z+dMcDs9dSCmQQSwGbY5axb6I9wbj4qCq3FMVaWXQ1Hp1o7jVpSqcPbzppybL
evwcbvNAnITUg3XnxqdR5yVcQoUhrzABVpTq1exQrygyCwpnuqVJb6u2F427fE3bvNckvMgJpGg0
BKV6EgpN8hWFq/p8YG6wqVWbC3RN4l9J7scIe8toRRPOIvVYJOHzshB7QLqHijBbxdGeeot63spF
y+4L34KcYGaq74j42bDahjo31krcN9Sk9eB8uVR8Z5M+4TKavF6Kve58NZClb2w9iw5TBZZ95Oe+
K6VjbZhn41YZOwL9BOAs+SNqtAWr4COj5nM1KkFhWJ3vTt24l4q6MRLhx/2kYgGGirgYjN26l8kt
yaBzFszp7eZed6vTUu2pXGmKqrkJnfFoS5sKJCgkn+5oupyB0stKwtg4WDDjRjkbTsalO1n8flxH
idFFdE+4Bek+SIaLymRxJi5nLNQyQBPElpFnD65Q6FmWEO25ZdhrI6bmHnN614ctPhpt+Mz7kcQT
4UAQBLgd1OWk0cHBaaze0mvJb4VS5bdtjBBbYMqfRHk0B87e7F1KZEFbKCRePbApHe5Yjpw7E9Ad
537Y9WR9rl3Obw9jqlscdLeSj+lKhqpm8pLBmT63c5P+Lbr9l7z6/1fn8f9yjnjup8/iAzUk+jXL
yi/6fWZgfUOqNhl4r5lUBuwG4/DfZwYC2z0ueSLT5KfsNcz695mBUL9pDMhJwDJB1pk08OX+cOsz
wwe2TpiVCDTUPFKbf2FoYIhfQ/e2qjGBX0cX5Gxt1SFU8Ou4cK5FHBk9J2S9k5w1+2n2ZQGV2K3y
9kdT0y83QXjYx2mh3WHJx1lNPY2fqmnhxRrq25AtZJBCoplJ6+g7RiTOM4Llh+gWuVu0EePQygZx
I/meFNZ7bYfPVWu+Lpyr4waXgSOSL6gRj+pcUowc0z6vxasFsTXqrSzPMhbu0Z6je1txfpqcedBc
6+YwLY3NugKWkvpe7lF6TnW0O7e4dsKPZnLHV6lBZYIokbBWJvO2jgjDLNHaj6mthF1OGlibkLSH
Qu8pxaqoe63pnMUCvAROBMQ3hoZ6gybr7kNrnM4ruxV1nCW/A61Nm9+TU4ZvEcaWY6Znd3FowMlS
+ZRbVwzNLhVzduwVEgNZAmer6LU3JkpQldNpR4zsB5yW/OhK1sUC3XjSwpMTT9SYR4YTlFXxAXDL
2CWSDCYGyyZA8As3Y4fSqcJBoMSdY2VDQIFFJwKpVQiVP5LzPoIk4oaSSA/4mDxOE17xTjpvddfi
LbRb/aOiYxomdmuLvYn8corTpeOWUul0qttPJQ5z1PdivrBtK+Q0wDKn+F23mtJiTs8pkXWU85h0
Gop721zHigI2CXR6m8zsrq5e3uOaFhir3Y5gNLK/nuiXXHQpH5SZSZuwMTVTV2xF3T5zcaXZlTws
/1oTHW7zZKQc31EgObf24tnqq0fIXc6Wukb6jOPhmbyUDDJtvoiRAlYCm/1VDxPmuBSTbvmbrjd5
vE6ilXmf0EgKcQacVqwNL3LEsGLqzUOnNThiu+EizV5uqrKsuD7C30vqOQCFF4j1E6RO/k6HDvEu
7Swa+rhTIm5rs/p1GUDxdqH+oc4Rt1DqDzD8V0Ftqq+9RZdIxkFHK7jwsBKccmzIm2jt2QRu/9EO
eDvycrlRovJpwQCarYFkfQLJ34kX2prDQFILFcBqanw50FdX1VO7bXX8IoXRt49jTauCEdubNjR/
RqPAf1WOL1ZnmlAL8DDG3Ew2ORYC5vn9KwHuxxpgz4NQGqoVIhoGjDjeOZQoebOpH/XO2SMeklDl
aoK/waZ+mT+lFiQVEXR4u9jFanBh2DldkH/tK9k3DgOOoxFBs8N92hOCaCWO9qGf9oM0DmrqOHt3
Nna1KKnx4/l6UWX7Ibnfe1pZ9V61fhMiUP2BBQ4pSAbnTe2jH87QPJET0TcTbkzPyVU6Y/lM7ONo
DVpfUS5v8znzIb/W7hRvF5O/6KqzT1mPRW3Q6+U8xVF97EqdTCJTW24iFcZE2h1AJybk5kiXxOvF
MJ501dOs7AWLWR4kZkbiqBsfDJG+Jsnoy6VePAcf8U4x2tyjaA0ksEZCl7VR35kdsdNqxay6RROT
mtfgJDqKvIoW75uDMwTIGAkhvLV7gQbD+Q2JkNkHnicnM+8ZNYpHiNcOw4Qx9wDrEUhYWP09TZtP
5CcOuNRaXjUrQTqAqaNnHSwAbBMMlU96SXYjVRK2+HcTHNE9mZxDaNSYSiFDeWEBMNddVHszEiJy
o/mjDcdsp8jFclB1IKgxB2TJ4H8JcGwXaA1Bfh6/KJSbBGWzL+2PAZJkPqD3NBXHjCptjIC+sJd8
dAmzjAxbQF75RaN+MCQ0drkNWbnL0xAoNW9nu2ogSj+fUlsRHlhNAOwhn2flZzMysxFqepJFObZM
xxgukz79rAglc4fIN8bYVQcaImzMHYC9/qe0il+0zj81Cfzys/4XKaKaQJr8c9HjUuU/yRn+cmxZ
f8XvxxaDE8ha2ONapipUaqL+OLXo1jcebFN1DdoHOYasmI0/MoYOfY3s7y7VRrb529Hk76cW8Q3D
++pJcFggVpH2r5xaNFIwv2odKsqrDa2OD6Lpto3d5ddjywTCtG1iwPTMN07DqDCMMvFw3qVZw6wB
lGNDY0GN10Y3nY2a2pqPH3zY2vh5bzJTLdI9kWC1C9o+cSp8h7HU90wNp/vSmo8ke9NAcYafRktC
Qsq0CdQuJmhgR6xf3SSeVY2VuWrrk17PCjHE0d1xOErvl6Gkgb00L8JS3F2eRd1R7RxSFoXypVPN
dtGs+cHq6p9EfoAaYWeiZbB0JaEYreuZ1IQoA+YxZrnexKbePy1UCl9NEXaeHRmjegs1G0u4Fg0U
GqdqqLMCNVSFMMaiVOoxW7Q8Dsa+tPYAyrDiAMZ8XIrxjeCQM22kzkFns2i6VvzGzrYDbXDVPUss
8OlyVvqtHgmc6ckyE7qwqvky6M0zlFWl3en6HN5jcosWf5hE2FPrYZsb+huSg0ZCJ9ww/wI2mTVk
oDv5pBex/uJEvXmerA6FFpAVPxjNQDKMVarRuqbcAiukgSVrAdoP73k2C5pXKpUcQVPaN/lQwK6y
p9DyMaeFN9ym6w+H9BixonWvqC1zjwE/vCGfHw/HNnLFkyjwtuwVYliKD69nenQVTdx19FoT1RZC
+6GyM3kWPEEXeHDTHUMs5JywMj1dZSlssn1Pb6ygHOeMY08cAVmbCtdD0eJ+NVO/cRibYU3JDimX
Xo68bflG3IINMsqA9ot2PetZijgNMhMcrlrlRma11R9GNxxOxEYF/F/DfIJeupe9ZW1l1DHkQwKj
mphh7v3s3lZRhQZTlwNTZynSN73t4m0OJpAEln7JhomhHWDx5NylbgIdrgWtiasFNd/kO65MiWeW
hbVh4mXtB17Hja4yj2862N5hl7iBbKeOas1qDrqiP02V8xJZXOpzkCCbWa3kRpRjoBA7D0RrelEz
Xyzc8xzPqJOvbPop61HsXCUMMdfAv5XIPSWx+BYbpjmTiXU6fdw2ioXXXr+zpsg+83h5RrtCJDI7
9TOMa2TzadpV1IXCj3J5JVChe0nF00CT+7yrTQOstTkE8O/GrdCgYw7hUkCJE6Y31Wpy4Dh/HjFC
u9ndCNTtAEyjINmFjdZYfcBlKOXRaczIt4ye6bWO3TjJ3AcBR3RHyrXZyJ6xTu5Oci+m/FmTw9aU
OrxIV8sZZpr4ppUWh1yBqjSAXY28yVpjCnk0QMWxV9PhjHRU3XQzoa8pPIdVSIvfIMdANRmoIESK
CpaIkj+5apk8jcwGDqOZ0m+gPdlzZp2HBjgIpFheiFZHJLOF3MZG8rWs+mfrjB9LbVtBPrRPhKXB
MTT23WzH3yN3yC8V3VLzpgAejFeeaQ7wtrsYp+ht2czzISoyDlGzGiSWZX3IYeV0GBQKbpQW71Kt
IB0ojvoM9Y03sCzFU+toBSXoDOgxL0Mf4HX7EmHJsBF6DXGkntnDvohUEOpWxpiTkycmi64CvhAm
12XhVSdjIMIMeRlerg+sgAnXUlOooPddTYiaqPBNSfKEwcqZ8Ht4ZtzJ1L8rBHQ/UloGDd5AJ+6W
QVnugNU4W8JQnz0sw2OOIXmvaIm1y1WLMc+s48CoI3u+aglQCQON8NSQac7p/QE2XoOj1qu+uiQj
2a5NyQP/LICpUkpNt8ODtBNG6Eo55QYLjxEFaYFb2GhMqv9Elt7xoFD8sUj91VRn51DxcPvTiKul
6DoMtoWsgSnkbf1cK3nIQhmrhoCqPLiOX9RkZp113q9T69htGPOBUh3h/O7GBcGo5t1gthdrB+IU
WGuXCZxFPK/H/LwiuC476x3iURhQ9w2mPSa+YVegw0MHSXKxq5BkEYk7iguF1qvbHCcaByy32KlD
DYJimEI2P6A+Q2av0Fm3PmNzprSdO8h9NCjmGeN76Lsqi1w9jEzQMr31otbs6fkwFeM+AUtVoZQm
pvDkYCdvFgLSTTP1bqCKIrtApw5JZvO08Rpeuqz9Ps6HIeeTC6vdG1rpx/Q0XWoLb0/fVH6r8nPD
fFhOmaLnN1DvCWe1SOcIv5Qt5IzXiWWbBUKZpXtULVkyoE91J8162zZSeSnDSDmi+VS3eaSJQEvn
8HbpWM8So/SpSfb0npuZYVXnpBE8q0V5UwwgVlpAgsDyyQ0PhDWH0VPznO1OoUJe6JQ0xwOyP1G0
cwjNKCh7YCdq2jWrdH+0OlApocW+YwuU7OgjoTxvS1BX2Xe22+7EBCJGWwSGqnZO3dyvYzhUBo/e
HNdXy7FvDRUVlYYzeegnxXxI8+aryzRyE1p1rsHY/piZFaIsNQUQ8KvtTPGuqTKydjx5943CH3qD
Q/qhHDDaLySFzhE1IIHd6YRMrbQ42/Qw3XKzTo9civtDDh/a14uouUnLor5VcpXP3hXah+bgsKzK
cAjUqto0bmpeEtt9dMu5etW1Jt5zb+R57PXnVlkWQms1+1eCXYQBi+CViMN9DwGctaVu7hrmXw/k
hqJnSnq+ei5OW30cJejqMbwm9Vomw8xnQ/HvuKFs6n6Y6vVL9vFet9VkB0PZ8OF75x+UJxADmZT2
2MhR3TZm1zFdjc9GQZUbLWTzljvqe0yJHNrTkD5k2VifLK0yeO/L5UB8m+OSlo4XQ6zj5rQQeNit
1zzhPeCbhEsTIxpL9qQ759Csa8bZ07EiqnAGmqGwh1nuwWKoeqjmJf/RjTqqLfF65PXxqa7s5zQq
g7w1xuOgUdXWCbe8tYdwQuhcc0VxaT+N1CfckNZ1bphVPWkOtxebMg2gadjH2dbvlTlEDI+Gal+p
bnVqWVYeQElPp6XmZp5UEalynRBZt4F5lbw2hqkwQ+HtELtkTmhYccPyQUpF8RkhCbwqBLJOtZYU
FTJENhIgKPGlWlaVv9O5ECde1brvS+tW37VRTS4IxM54kAxLfMXIl/dxMOjXhCTXvxEAEvfWRBMg
MKfquSiEeTv3AP2tWHQwyewnhj4CEcLOTxAemapMsXoHdooBRt3F8WNPnux1tOLhK5ui0odpg+Ec
wz9GDFfJrksPxXgBQvWFjDtAoS65oje4XkPFnf2YH/5Z2H1zJNoefwFf+0yLPtyWo0WSrS8saKyZ
PKvRaN1LQ0jfZuXH4lBXszeMBZ0Zs6lG25zWyf1sDrg68DEpFwnZSfEoS7AfUwpDAMiPLIIAp6vN
bJbCGzrXDUrivcKXgivDJlTS9BCiiJ0mSVmi3cXXKenbveWwMipAnFmfsKjUtIBcl7bR8T/Wgk+E
57aUS/fFO4Iob0KVCpIGPAcHS9RVmkleJuYDYEWyTylYm6vcsJ5lA1yM56++HR35kdoDKkfEcSG1
qQxTdIuyV4XZG4fF/qlmqhcQIn+1mWn6uub2ZJgH5iXOUzQQm8GEKXT1KKyBgVhlh7tY7+pdPa68
qexc9JASolntHoHnP9AJsrWq+MJ+t5HkdNSuJ9egLNt+6a4OGGOmrNLeRbrtbpYwtnZT2d2WjtqT
RljeK0e5JpRMb7guuEwBSfqLtgg9kzMlHD0KGGn68YmNcb7Wbb8zIQIV7Y4jSHIoGa21qVHvqC/r
DlVsZkee4wICgjHum0FJoE+Z8qQQLuXkk2uBMlOl0qu2cxdHeenDa0LZIbh0qWBuYBBxu4CArLtP
rCH1ALolGzFpLHLx9CxGqgg46iCpZlikHI508aL9yCY4AOGg3xGcLplXzL2PZI/cmOMlH/1GFXOg
ctog1AbRAerTkYKtLy3Fmgo87hByiUBGhM0CTzA8zKPmkADHOlJkQ36UFDFswB+5xx7aW5ClieJV
MQGSZSlrmuzIe1Eqk+yFhudg4vk2sKDvB3JF5wh1f2MKAVhNbT/AauMewpAA17zzW1EOnr6M2Rm/
ElmWNiUzyvvccW4gR4qI+q5qWnopKFC9YSV+KWXTPpSpAFUudU5aM6kuezb34Ogmj5/Ehp7Lhjcn
L881JPgNiPriGCEBOwS+ITdOt33nuPtqNB/zWNd4ot19S/i4MnpUqOmADz5mUJxOQQOhRbKeuIZi
nRmrEz00BwKOwEroUYjgSdBZemiNCWDeorCAVrTYi5h4d+2WH0pj0QtBiQBaaemcNd0MbxxnfnUs
4NQYDI6MfLy4NXy2fKwiF0Gl1z7pDBlwW7JJzBjVLjSpIAJh4gvI90FL5cWeiiCSorrb7skcPjER
7OkSoIDFpcPUwbv0hPKav7nRJXGQAkiHjg6/E8SNMmNSLa1OpxYwBnPlhvfs8UMwmw2mXb5wVw/s
NuEeY8bgaUO1GWzFb+ASCa18Ek3KFscsjTNKs68Yifrq2AdTS2Ozxc/jar3DjjMHbWY85zS58fqN
2YFZW39SegmNRYqSwBdKCVmhxKbCIwNvM9lpoGfA+YE9lEEUE4Ir3PyxjBQi1BzzwyLct0O31jpJ
FIiylL7GxDMZU/qU0Qw9FROe18x6HihKH++WtEfCN/nwrPkHHcymAQ7liGYrNoOaiP0CQQYjArKN
rpW3BMHbfbb0gMILWe3ntAv3yLKSlVtpqW6sOG/anJUXn6jcfEgnmh2SNJFIq+nPKTZuOzMoOiu9
jQTRaxxIMdx5+b2tKSw1CuOt4c/m5VqGNM/ScHaLm374HLmrbhRDYDxagfQpJkR4HByuv2fWMG2t
4i1L6wqIBESofGSSM5A/L62flSzeFJsmZxeowEYv+qcMfA0iSAbLzfRmcRl795o41osxOR/YHhJ/
hsXp5cI6SUImmyGdLiOznq2Lt2RjzcBMdIyn0BKXg1HzVio1dR3s6HByYnU6pRhOA2ryCK3rTg2Y
quAK0aMeUMk78EJXMyG4FphiD+mRey2+e1WlVVXIOxCR5MvkcNUW+Wrr5CRpv3qglZN8m4NdY6LO
ACUZbIlKyDOrEtqrBueO704X8LdAFpS5SY91zM+d5bBYws+QDf+TvTNZbhxLs/SrlNW6EIaLGYvc
kCBBUhJJTdSwgWlyzMDFPDx9f/CIrnb3zIqo2HWZlVluMj0lUiSA+w/nfGdni7ZlfkDma8MQjHIi
EjuS9/B02RPaDWZiz9wRxwXRWuITbzWAAAMQPSpKqSO0cmzGNW21ISOsXyd5w6bi4rhp6vV9M5zZ
YS/JUTNiucVuGJjWuoowCqvVhNSvzJWF8F5eiRxdHCpDypmmplGxEqS0JDUaMBZga5EoJarK2UwJ
MXmjUoEobU65HE5h1tH1cW46JO0CaBhI+LSHA8+bEPTc+H1cd9UvmzGXCL445PFrufpDrGs3xKeB
1TOjzlOY+a3mCYETSQXORkylsXNyUyKpzO+K3Fhxn6BwgGZhyCHd4dE8ua5sVlHjyHepEfak9zI+
jnIR0SvJt9imie10KffVjH3QNWdmFDh41qNJxqY+8cgssFut8rF47aOBViPho4tbQzkgn7UO4FFA
BjTKh1AFzyqjnNn8s38oCNtbxSXkrlIAgIjNGSC8JUgu1NmCISUaT8GsumRoaIu0y0RskCO00Sv9
niv31nG67ZQG7Q0WY4XRR9hvAnJyeRsJ0kqhPdgyuBnQxQal+YFxyTcT5S6nI99VbXzHkozRo5rd
1dBhr7QMRmYe3jplQZ5Vju8fmRe4ggvG7U81b9OtyErdI7quXht50a1yrXZRMvE4JDcg3VvBbW1n
OVUqCsQgz2+1oubd8JQwXfgjo6L6UUSQjd4mNFTOjdFlmwHu8WqWBY7F/CGsLcQgDm9lYC1DvBvr
ss7wYQw89S5pIrKDYzMWwDXqkC2AXVVeZGcnN4pJGyViYjFB4xobjZMeJQg3wkd76H0A4D3ZqOE5
i1ihGLMFAUu434oQ0gKsfbC+FeVF/8K0dsdO5DSrPSxiBblc+UWY61tjdxPTKbYjxGJj2OqTOwe7
SjI770Zjq35eTtjPHJ2NIruzbdeHb5lOfmPEp6AZ1aGuWXgl7Eh7A2jbRDrpOiI7d5WTtNjEKcen
o7yAQ3mFxXxmOE2Ksp3FXh92W5TX3gQzGgc8YtykvVXa/sJYAkGKBGk2FmhBDSvkrgapvNJgVACF
TQM/nYpTSwLGaD+hJ/1Wsz5lQqBnqyDKz65FVgOFXXbGwKBsdZFVoKyYtswagV0x+Zjq1PiljJEs
NkB1rEnQY1DhRfWERqu+UuP2psugiYm0+hq19hLWDZJZ7W3KU+JLA4d2ydAYE8b2rmYa4+kMwtac
5pVH1ggy+Mk5ZcRKsQR4j8oR0XVKxQgp+KO3JcIbQuA8sAUtxTYlJsurdM0SmNgsDZWKlTnkrjr7
YSQZZra6Wyh3jEnUKtyUC0CEBJ/7jFHLou0qCcBD/qoANmXGiZF3FAyGYQXirQ5wDllZ9agM6mtq
UEwFY6w/ZLq80LYB7e4sm/eVHKtSuS9n47Vtiw+7GL1QkGNs6Th3xRT38PwiQjBsrcZLbX/iQBsQ
Bkn4LVGyrYf8ZE1t5o0h1y0j63gdi+JW4QfXkzmoYJC1PTScQ2H2jEgJSl33vBwSnWRaDcYYQhOb
BFQ5AiCsMiWZCumkN08OIbQE8sAHUj6NoLTZoZsgUx0SSGxIJyurTCAzF4xTIg1CrIZqPdRpzMmw
1iTTBotXU2JOtSxzdiE33YoNoQbZZ7rNaraNVaH6jJjuyUVKPOm6S8xN0ILIWOAvk1t5g1S+2Um/
V6r0C6s4x4k4B2O6r+3uLXQIUdNm/RLbWrk29Og0EbxSK9GuG9sroSFVnwdWpFnL58hwuzulAHJ2
5PIs0soEvmDf5Z6NiHNLTLWLwtwFaYC1hRU7h6k9pnfMLFZqSbiKInbku1qXJMquJqm+010Pfqxe
92Pvw2U6419+HNMJnlQfLuPj4DBSYDfZ1yTiDyGTQ2T2zx18MVG9xZr7BEf6FS6VdcnJ+YHejj5a
qJxFpRHs2yoibLFh9UxaceqnsHFXlWnoXoPdTDizP7bWBS/Pe9uKS5o00Y4dE+JdHOUzRgSeJQ51
lowy9htZ6mn19NoCbcfRoj3TSqLDGjXTUypA0gy5SDUNybXn0vcGSz80lvyQHI3k3KTdAfYGb0Bo
5t6oBm1Fq2HuLDEAiezlW7IMfau8vp06hfl89uAM+q0jlWeTUI2VTJUS70PLokJSDkEz+IzUtroJ
eoXvoXt1yrJfO/2yh3WCcm1HAeYxomP5AicLzJ3DblYx6ivG61dj5hIp4l4XhiPWsT2TqYAgXSsJ
tSttTkdiQ1KgM0r1ReLhOK2COtrW2G4NW0swuqW3Y9eymzHESnThQxkY57wzzmPCg1qAe0P5i1N8
mHdFbpKmzkYflV21alRprLPemlD+tYTZUXLgfGtgXMXUauYgbntSyXhxRPBEwXhAaj2TCDEuLoKs
SS9JvaixcXxYYHhVp3HvyIQlT74Y8DlUzfvfXy3/9/bGfyqO+//RM2ex8f2T5fFb1v68Ol7+/7+v
joXxm8mIQsdlbqv4Hhx2s78r3vgXdr8GNmpOYA1xCbK2P3bHuvWb6mCscW1NW0x0LrbWPxRvuvmb
o1qaSRSJ+d0n97cUb7zUz6tjTVNxCeuWQcgMDnliSX5eHatDmCthiurGRAMcM+DXBoNinUkUxw3K
erRMb62un0X2xkrF6R47ZMtc09YU3SLz9nVKrzG5pmDaNM09aBG0KLtaveiGtuOoW8i0mxBPSJ0g
IZl3jridNeBC5vMsbyyWCMtLD/JBG33WIWu8r/IDiqKrUMTuwkdrvFUz364xeHs5T3JSuvdtSEUo
V9AmVuyZvJKmCCsMuCOLZ34W1YeS/8nOVATRwORz2mImYByWcf2V5YnHCHKlNmcZMrgwvozyDElx
FTM+6FmGpvLbPJjoXp+n5VzLq3dgdKdWBUhHQWGkiFfCXW3qNzCWtjFcrzF/djDhmhSzZUhsG8cL
E3SLGk0E0KrdTc3EXE0/NCmvS/OeHbUf9W908RcThhmpUltzYlaqD+UuDy5uX2yFDLd5GV2RPwHK
B9L/KPYUdXyIzABEvy3DZTiAb8GWOxRnnhi/jQPz3gj/1+0Ug7zf97jXjPKlC68imgoTR62aghCu
jyjh10uedcAJNwQf1Af5xHNE2+HMEfOHMz8o7htmACYu+mbJsYymd5OFCy3+2Q0YeRL5l9o7sw43
dZr6Ku6/0X4GUQRQv1ozAmIMpqxo9XjGNmA4/YCTi6OkgZDqFvh75tSn1DuNBR+5UdEqjdtUF+su
0iFLEVBmdZta9hsb4paOaQevo6CwUbNhE7FEGhTY2sjBouqtyMKlRlyxoFmrV0MfHeKo8ZHvrRvG
Lf0UX0lVQ2Z3ry+N/SePbRgjIavZAdvZfnSMVV2/qmyHNVJu4PxTSmFXLCy+X90fARcQqrUp7JDq
h6U8v0oPG2iIvlKqHjJqHzbItZWzxEbNWYBClEXsz85JtuZatzdhzGBeyw6hden7F0iuOK5ucHvy
h/IeuBOWVwzNV9EhV1y4rMVLSuHZwC9S9X0Sf9hM5mTNqBdyV8Xd5tCohtXs9Sw0MHXAcQeHCB2w
QZREOviuiJYRyQLAwtgkRo9Oyiv0jzyNOVEYWI7FBIaJ5HgqjWoUOBZHj6OJOcbZYgelUEaIe5mO
J+aaPzwJ/4UFfyFl/OTD/f6AQTSjLbJeQ8XW+5MDn4NYc6MWqaqWfYsJvG7yx3TguwyouAdv1s6h
jiCWqf9cO9dGlewnO9+InmSvedwqweCXWbAdodP1OgZ2lFghZ2cQbYF382Okuov3Yrybs9XseO0X
eCG2pbSXBGCQSGwQVaiWW+wGqzp1V1p/VUZ3c7UtbWXN9nA9od8zFvqWjiMSqyNUMfXiLmUDd/MS
qNc73OPUAfO1ZXxGtAFJoVxZzVXFAiJr9kn0prsIFiIWjRBJH+BUwdFukGhaSFBRadzlgIfN0f/z
D1X8am7+9UP9Jfaps+k+oEezFMsekd2fjTLxFn3ePKarvHidJMI49ZmqfnZ8MRGQWuV/8b3q/+rg
MNAiwzSH4MYp9fP3WvQkhvwRkU4GiEW1HBHrjiCI1hPB7TutfY4iN7I3Zr0Bh2tqd4a1L5Tnyt6P
wSYlWpTnknZR42vuemUiBucqdPwMnYcVU2XvJM2Z0v1u1f8viRC/CLyX4w7Xucq1uLxzR8OZ/iMP
QnDFgKfLGAS47x3dSoeNZravJ1gBf/4VLb/oh1ykP15It2ydct3AdP/zC0Enyjp1IOKWu0zLkCCQ
f7l2Rj+mC6n+6rXsf/qzBEUCnYerLbAPpsY/v9oS+wB1MupWeDQcfER2IPYxVhDILbve6j1Y02hB
sYAl+vMgYZObui/MfVpuzBx/4nCT2WhXCnBf6ZQ8OqRDiDQDHr2kSKJbDRUv5Jwn/JezM99lECZx
4MEMvETcvCisP1FTbHj+r92s2sc9Btflad6xgAqPQ/MhwFi25nSehUfg+80IJn48Gept5XQbnXYy
nG5roLS2MD2oepPJPFl36dGYRTIxYVe66ulA1NkliFC+9jnuU3W8HjFmGoJHyQAGq852WnjJWFZ0
UbWXdbgM43YhGSPzt1w5h2lzqNH7NjZ1Nu1VMLLWPyI51cqFb0PDJBBKcyA6pB22wYOa7WP86Ga7
s8nD0NnE2nKL1Hsl7GZV8zHYL31Ybwf5pJiX5Rime/HN6SlabOLM4VCg7gB6MQa5lzahFjDVJ/Vm
GCHbTZ9CvU6dyrPmgeCMhylhg5R9Tk5+UJctrnnAvblK3W+O+LT5CIhZVBCiDMUbWW+If0+2uEvy
E8EwYLvS9q7n5LBIba+UpzDtmUt+PwHy8qntGFg55lplvNQpct1o1wOhzgkpKyTs5CV0dqeDyD35
OPI8K5KMLSBeUbS1Dviy0WtYnqj4khX0VEZzXRlE1ZJoiVhjhWN/3875A+ZYP6INJtjU9AzkBZlt
7EaUiE2LWJ7hOX+8nsqFy02kATSj5EPDWIxJ/WqGUiz0NaqtqPZDYjOSQPj2RL595SUUPDr3yQK4
Djn7OhRE4TXx4V6JpMagNuPlishC223skx4rZ31J7fkwWCi5/UL3m8jEuIwT37qIINz0XbWzrTNo
UR7l9m45UvHcLYNDT1LIwG3eAXNdg+hdu9bRjD+DLrgd002AVkwkLY5hdB/pNteeHYEU2eTH8ODr
IxgWE/s6CjeH4nGKDmbi7hHMoXG2VtCzUXCh4kOsUjR3s2beZ/pjb/Y3utGtDNs6CHD74aMDiAYI
OMsJnUDxDXJ7j4ybVR7cwdb0HeUcBYKsGnQHH+x/qL6AYKqk1KiHfqIkIKpmsLeDQ9K8C8ifKlbL
v3WDRT1ibYhuuSsMFDFy2Is8YCYC6mBntXeyxsqos4HAZkFQ0EBnSig2zpTnuGcHoWJIJIC8LLV9
5J4p/wbna7byNVoelkTQRjkixaVyTp0pPGhyBLgg2uYQz10OauXBjJ+68UHVAcg4fDuYfNMM4Q7G
YlG0qPhPgapsbPYsXfOhlHxfxvPQGevIjbxpGA5REN4vJSUbHcztrC0bVgtRv43kR9E8yVTuNGrN
KT3hNdq23YsaR49A17yZPtpiOkZ9pzc7JYAuCl3y0tuclPWSv4rulFLTxFERMxcSAGTZaBXbiYJ0
gpJfLmKP3GLPZnOpnjMk8frItTJBrWO52j3Z2k3IY7bpn5BarYyY65J8rNbA7QgplrEULtbnUj00
CntA7nlQ8cASCuR9gdJude0sdikDeyR1WnSpFIyqgG+mMr24ZKUNLE4djHtLK9GJ7GTbSPawBgC2
96sc3jyLLn0CngcnK4+Af2KxG7NppQbNqcJtH1rjLsHul1l7HYfKaOEUtriN69eQrGkWNXu+LURN
ly55FMW3glpJIQjStFAEqQS0Eu4aJxfGvJu5FF5yn42fJm1PRXrkSDQfn4KiWH47zYcoZ+OJ/UmN
6luluavSeR9o1LwMIqyawNd4F88D3gKMNGyGMAuvZn3cOMU9R0MjIvKzsgd1uIpqrtJsD3iCTEmB
kXR5Ky3uY6GcU1wBNv0KjpENgUhrhUG8g07EMD9I7GCqzW2r1oukadWq62mUG42Xq0wFxa8BebYm
9gpJH+dQSmeLwwFCKgsy+8mc7nMDxnTDljotD4nzCYRjeeR1gbiiIffDmBkreAy4qe/OfOjd3WAA
5DQh2WpXQfuYqrsOJzU05bTf9eoLCuMVWo0qZrFqF3vTOCmmP6ICHG5rxYv7XciIMSAY5Vof75lE
VsFuGUE64tqupae12HbxVTUVIBLlqxmfA3ovah8XkiQaV54FVzKFBGP5Q/U6Fxe5vE6eHQGjvypE
S/Vm9Wo5wB1wXSYXMo88B6MN1f22GR9qOySlmEaCi9ZVmV4mGog2dd2NJ5LlMSYwRpXhepL2UaH/
bocKgy4JBX356sS7tNc8ZaxA8KIInrcGPWy6gX74IMp9aR379KW3X4WWPYraWhviW47PdEItkpTe
kvWbjVyn8zaKYEMhVsEu7M2vSHTX6bwNCgKkgnUU73WWs0qwITJt1bHbRQM3qeZqAoZdpDyJgEW6
tzNfWDLHa0h9HovclcalOnYNU3ykjtYqYXcoOGQwhZITtq2WaV4fYsk71DxMTennrb7rxePMOk4r
zc0I3Cu0mCvW/XZ03EWw81QtmI6SzTftVSTvx+a661hCgZDJAnktsnsU6auWoR/Ego1rP9PcH3WH
OUn1GIxfMIOOjQ7722AgjI5qatJvbJZXVYuAMtoX7oapBF/Mi4KSDSv4poi58QjTbtXixkXage99
BR2A8R3t/AMpKmsUSYwXuk2j069wWUuLlNeRPQd/vwO3QkbhShisz9V2XVah3xXJQ1wCI0dq68zp
Yca0g5Z+lffBJhmVjQU1C2iD42prGJg5nw+CYwjVQHFxfI18ujp/ocm8uZqLG02TGwvoCTx2L+vN
ldJznhMlWLpQ0FU248mhVQEey8lLI3bKrDH1kigWDt8SbIZBcYIIGwh3ro5HhXs5Yq7SBt8qDHeN
lkEkR+xsn0lrkwgMHWKVYwaoUI/BJfvIzD2bkU+K6z7HKeeU5mrO52udjl8Jkq9eNdd974DFlj7W
yJ3RZNtcdY7RUqXozSmJx0ddql5s7CA1bDG4eTLj6lHljRGWHuNXmvbSS7vLGLB3bJKNFXClQmRX
dM9KcMenlJ1pfiPbUw4orcvrzbh0rWPxhir4iAAQr3warPKI9IyeQqL7bHhk9lZ2wLewD4FFO8ZA
u1qvx+o8T7DT82SbWPPepRBlaOxAbLat/FO3I9Tc2boqBEOXVzxrW21s2H1XSKZML4CgP+VijQ53
C6F75bD76FEEyU2rXunqzJ5xZE0FZs16yZ17JKDrPuT4K565mo1gLSbVN0C5wh/2UsXCaxV5WfDa
CCoTJd8ZE61yOXtDeam1eYt1AND241w80hRossFeaW6NbOYZtq3lW5jZPv5pePbPYY2f0xBXVfIc
Os95ugT39f4w3egj5B63yU7KUB8HvdnPbeXH2uAzhDON7ABI2MuL+O57s/W3DNeMAPnPr2zGn+xK
/73h9P8kU9PSCP7Xc+njVxt91QvPsfnJ2LT81O/TaTCniNowOaqmLYiWUPmX36fT+m8oKUkIXppl
8T0s+D+n0wQIm8u/8IOGiWFvMT39MZ3Gqm2bOhZtxtnfjU3G33E2ab/MjlSVqTnyCxc0qsqvUyHM
/dStO3MzEp/GhEVWNEqNycwXwgtn6MB637PTFttAajTtprFxc5L/nuQbxa6X3QgGC00dO8aPg3Zw
rMB9mZOxeKrGMcNF0aKP25KCir0vJGnhwdC7eu9KlcUrLcv2h0/9X8zAlrf5wyxg+TNMXF4M10kX
1hkN/PxnqMbkVLpTO3SygM4k8CnWzqHB2DdsoatneXVXYhXYDYqb7tVZVdd//vr68gL/9Abg6lns
DL4n4v38BhBzEWNBvCGbqCy5rhM1vWmHmC62rZAnBMHiPGrCPjjI1IGV2BG4GYXKfUbq2L6Q06af
axj/ROzyLpvT3KfVSQM14Q915frSaeq9TrwyhMwGxHhUAMNxCTpZx4DzXpKumY0boxYJwj2bk9/8
blX5/lHn4Gr//E8Vy77ilz+VBFaWJzb7SCYvv4wbCxymvU3M5KqLU3mX4go6NqNqNtt5lq61jcp5
PA6OC4MZxrfDLkyOFGCpEejrDKXck4tG8M0GR1aTfqK7Tc7WG2o009rOVGiXAOat/uItq8t7+vk9
Ww7jSiiCDlwEKKo/fz2DbvSZaAlWbYmROAoxfmGTmpml65DAlnylHGX5oXXHe2005p2dA8Akt8l8
n2CZnpgRF5lX4pNnFxBVPnb2TB4x+HRXWHqHR1z/zkdISlu7Keca9/9U59WjMRf0/4k7HIje7La6
VahnhyTeBDWWz9dYbZWclIpCNszD47R6T8cWboqrAw3W9OlbqbvKXSVydJYx2twgkPgslEZZG/gn
NsC+scnXaXOFado+OVNBxFE3FPe22bufZTA/1qkzX7BGFE9lVBQXxc4srxMccVZIblcc0rgFXTWd
m6jIlvlJCXYpzccDp7R1lJNsbsq5KE61VkXoG0D3Y6kKrk0xI2Rz0ztCDZtj0MYDCeR2Lrcpmav3
uq5AVY6UYF+NJvBuSgqgcP003Ng2czONzUDYzOigkubUZy46RhN7M5mrbqe+oCaIGBwRKuBRTTHO
KIgKhXHjqreClFlwJEWPcng0YbONTkKbGCJMR2KyDtySe9sq5bSqamYSTiqfHKLTtkzm2nMFc3HJ
bTkAjRfbeszLzV9cX78+fsQy7rRA6Rosp1064p8vL2mF8Via+NOJdRtqiHxgLMyygcvAVqr+BgVP
3U0t6hsliScW62l9M1n2U6toCtuztEcJM+JgEx6aBPyCekiOoFvGu365+zUbwPPk2uL6L971L/Nl
lXdtsZc0hWUtxlb9l8UkaZS6DbmTGHIJkTGRxHK7OL15qE/ubuQKssnq/hJBP/g4YnRMBhA43SwO
Xv78jfz6QFneh2Hqjvmdc2ypv4xWR10po9lmV4DQonpwgbx7iQ0hKuomaLJ1ZT0YUrR/9Z3986ty
WNg27FJhCJrO5dP5gVusCivUlA5VXw4Vq99E/VA9G3YdfnSpTgdhASUZkLdRqqVp6frBYkoimqvr
gpe+QrTZRq7xUnVNc624jKKkLpwrqxo99pa0d3/+CRFz/MsDTOBxXo43C8k98/Wlvvjx3dYDRAK2
oSBF2WCuCRo48ebfo0kyHQYPHvhu5HiirjBOSshYfttbVyR6hQgKM1ox3GSCwZX2htWwxNSb1cdU
m2zafi32FTMT3mAE9XuhK7sYMuSh71tC/sziSZ8qlb6T1M64aIJ7y9LyvVXBqUKJ/FgrIePO2Qkm
oEKF8IJQOvd1EDFDHEKxapg3oG9p7e7oqPyXNQIxDSeuggYvzGAoIOpSDEZ5I7HAq7nquyd8EygO
DQZipsAPWHeBCukyAHwwq3P0Grv2dCgtx/HJJK43jRsG2zRMCZsiGdzERFpZ9w3q4Z0Cg8FPMaCg
GiMwGU8kJzPS1ReTJgmiQ8YvnxNhPQMKZbFVlXAw4b8O14XCfnVNctChHrT6bJpVc9sqRf9phKAq
eJylR1UCMaCL7udDDgAK0qrUbFIJldGzx0q/iUyNfOdk8KWmy2crYDUfBqF5NJsuPivgTQ5hUNAw
UvztyU8KNmMJJBS+LPbFlPiHxqrnA+zR3s/ZJCNh7XEAWCqkMLiBhJkwAgGTy1rEeG8qS2za0ELl
o3RsrU2wm+W208FpQYUYVjXCBBiJSoPK3Jk2TpzGgVcUdBoiLElMogd21DnZ52HcHad4sDwnDsbr
pHX2hDi22zwwn4k/0cnSii5WmJAIiaKL2Ry+H3JrMGAtHtahaI6ZYpbXeJJan/xS9z3ntPELq1pm
fxlRWWjWJKmXfcf3bJbOTevUj0TRMT3E8nhyevYOfVpkN3ZfoM4T0vSZkZ3VRnmNmni8mxCJLrKc
YFjJnolJVCFBJXm65pLX/ESg8GuS4DlM9fJ2GCz0gNZEwCW10CNSP3FBGqjtS5AkV2qY7nX9+84O
MX7kpNNDXmXKOsTLc9dOY3qFaQB8zwJXpKdeW4wbzrUlp3PvQuYDFIblIaeczUrHx204sIPBtOkB
Mcaui9ZMrKIepvgMkdZL4oKw1GZsX/kOh3u4iq8BXTIcnlE7931sXpvQeA4cc/ZzlUJTS3DobAme
pFUOlcTTO7RlyqSgCYXiBhdUxzKUFJl2mCtsKjm0lbWVMJ3GZ/RVYiguGDTY8XZMGYzKXjwEBdrA
OJyrm06lOt3WWqncttwwt8Bl0/eiDG/gQo1YGOvyg1oM3WTvLleQYzkHHdv7nYH5fD07dUfyh3af
SBiTudao1QpIrCD7gAt5jsuEsZ+kUc87csQzvoBjoUTGm+Ch/6TgxtuVPHseQY3Jk2y08plSlQAk
4DvXDfFPVMakOiU+YwFs82jviw0+2gjhBn6nEEODYIGVuhEJQpj9sMAk8Vdt13rutVFe3MSEJyF5
NoZ9FjJb5Bqr3hmpfdgV3Fun1jDX2AB+ssi1fAESAEVBSOJeFs+nRqvNK9scVXKW5yc9tr6V3PFM
ERqfo9ElI0fL1wI/k5Z1+TpfwKxBJiy/c23jrY+tXemyVVHB5hAx6Kb2xXYXPUjvMo2iPoqHi611
lY6egUkjzbmokLTgTR4AnnxMKOQ2usHOUDZDCieh6Ge/CytmUAQcb1zZ4glJJgxIlALHKLJU7rx0
IO2s6ot7MvuIjrFkE/sZtQP1tQr2BM8bDlXkp71oQbRDLH2fwD5fVbIsbpQY5vXagdgD7mfMPmNL
puumnvMnB/UyiEHLeO+CqbuPOoUH/2RsgkZx3tzeGG4Sq6p33NDimLrS3Qy2yzfTI3yx2DdCXjr0
Y2Gsw9TuknVIRBKyJGOsA98eFnE/53/5gni+073JGuqD4DmWrFVDU7gDlntfSrTyGireHQSs/BRn
CyFBmiJwN32ga9MmHgkFfozZqm4l0TmtN5odEs9WV8Xn0DFMP/Wo9kDQL6+UDIl1g+ghRJa/3AYT
fsgDviyGnl0H7guwxjRotzWG9fKzcxkOlbzjY18Geo45efGMhpY6X1OoY6vgXts0DcFuzGo4gBNS
LX2ykMfzUEyER1cWuY3JOAvMtdJBY7HoS0wevlgM85w9x/do6lLjQYxk0dxIwoblFpKeoW+HPoZ6
q2bUKFdl3GVcr23Op6umsT/ECF5GkjuvOcfdCy+eVXdqGiXJezCS8nM2rErr1gbFSEoVLCSAoTpQ
gYYJR8JxxVnz2UsVyFneiCNpzfXu+1uFqWOwvW1JmtMG8SDVvN6ZRSaOecdlLAg7JgOIH3MFhzHN
W+14U8tRFXDKXIu8QGRaLn99PKK9yknfvSMLEleJQzjvY4ltAJVHOFEC6WU/nlvYy1CBbKu/G5Vc
HKO5JJabctJ4S/AhM18dJxuXmmIGYpvQULJsTofYB1bJLwKOWu8azE7XptmgVSZf6kUGLu+jT1Fl
2motX9yubitQv4680yQs7rXIwhYqWp9wweIHXCiT/CFNMfNtNKSqt56m2OxbGymZCicJEmlEfeM5
q+mIuoycYTzbQ72rG808ldSJbC2FSxhwUeCvzUYVBpltKu7FDUs+Osx/80rWWvNplLZ7meYpqtbq
7CzLq2k037JAqE/C7Yk9K8U4yq2E63xGORp8mx0luTGItttiFLdXpXS5QKMRJFR+kKjsazbtpnsu
3FnZYAGGcmQbQ7lJrTYDCEsGU9NPi665uFXr2XjLkC0sdrb9oBSYiYkXxUxLHESozMMx6iIExE0/
C9IW7eAB1XA9bozERAzYCiQGdFP4yLNp59ZZerJRHd7CrDBuZldtvTJjekqMZn0gPjPeDK67dGpY
XbHshOXWsQP7XTQVNgRdIrSrmkxeiRZQuB3E2WdjU3VUmp9Gqptc65NDpSK7fCeEzY5sKsebPGhV
6GHEKq8jjHfzymprEW+LSnYvc4v/uNUlSy18HJwgQcrYH7ovmIpZJ/EWeP2OqQqhkfAYmhpo65yx
gI0CfBadHl9pFcc0UW5in2QGkiVLippPWwS4xyWxGjt1XJzDjTJ+GdDMPCPDH1brWAVF0qMEMGrN
Yqc2RrvSmMMbI+XORjM8XYDqPFFj3ttRiLqCDE6lkvVVM6nCz7r2ztBtpv0k0DH8qd/DkrE9tm4T
CIMdnuRIITWZuXKrDBNVOsQzf5qV22hQ0WBE9JKKZU6sJkDfZMAW1q1mjqew7burskwAgeTzuGOK
4LzqUaGd89Yt1+qQ6qckdIqNgUt6I8wYUcNUhzdNlgZHi3XObRFVySMz+CdZEp2uAxY96kX3pvQB
A2pTEsioRBLQTBJjmJnaeOcGzSUsK+sFvIC7boyw/qxj1Afz7DRcB21drWa8jhSGjuFritzODoJB
NvqY0SJMWRB2kKBEQrd9zP8G377+GQMBIbv+Zm4jcv+yevMf7GPLIXEMc2U2zpHmBfvFYCAtaZ3H
grIznqAOg6JZFSMdmy7q94YNu9OZH1oqnoqeZ3qlyrs66O5TJXmIIsR/afymRerj907sf+fgD5P8
+se/f5Rd0dbT3VfIuOfniTb985/Mwct6eJv+6Qf+YHuJ34TJtIFmwzaYlBg0+L+PwI3fLENHnUiI
ssm/QFj+zxG4zQ/ZOse3BZPUppnhh/7vCNz+zbV1l8E4y0iApfbfEmj/PAdgIogkG58Iui52wJoQ
v3TWAeY4gkRY0Whjqn5YCkBzqzTtGpPmknbZ5m1+vRA+/2KMugw1/t9EcnlZAJlMUG0IZQt5dZlY
/jB+mHV7UrWa8AQjU4pHSh0Lf33R7H/4Fs6//75/K7r8XMZF2/zj3239X7wMwYK2zsfokoy7TK5+
eBm3+D+cnddu5Ei2RX/oEoggg+41rVKupCqVfSHKiQx6777+LuqpMlPIRE/3DNDATBdNBsOcs/fa
nVERpWtvpiDrvmKFNz7Zk1F/IPKxo8akbfPFagdUuJVoPQ5EWas+pW2JWbevGig9BX4Ovc8qqu8b
IiCxdLJ3K/CPd2b4W7y9Iadmotik49ia60azeKCP1EGGpjeTDxqIJ6jzqS5mJCZoynZ46ACHUang
xJ22SKJItJCkXpCwOWO172B9uBSZ6P5boQyWSmH3R2idISQeig73hS7kzziaY5DmERBEjtpJeDc0
+fApqqO+2laRFl9aD6zkqpUUbXGzFY1PoDzEk1Xs2Fl/G3A0/GSl8YBZJKDizK8sfF7yZOE3nMlz
dG9mJREu+lFCh7txE7WuQJGk2wxMw7wGBRQepqrUxVaWtOGMCVIrEEUbqXMWAvZe/x/QDJtzYu2w
vavUU55oah9ZNRR3yTwSWUO/kDelRawxulqo1zaXf/ll2J6ML/LuUEcyvgXeiBMZZi+mwpKaZmtl
Fda2CwwkyTaZKpXihK3R5lwZaeq4QvU2oPmAPPofy3BTp99R5BVBgp0IyhX+SwANcZG6yC9GdMY2
seaEmZomnNFZGR/9vsXDFLKHi/Yt2ejRurMUXfIKAo7aYJiPv9l2F/2y5tDF2+l0w3DjWrZ8TSYC
e3dGNaW72vBKfFslHsi+8RBH+BFbqDxpGkAd41AfwiXyZD3IYNGxBzFIlyY1Kh94ZBkdUkrqNL1d
oEgrC65/zppSGF9ASOA/kxmBGBs45vVtkhEEv7bdqQtYqEKNOqRAsvmff6oFY7jERlEpFG/f8L/f
6CRxJdO12GRDP2+jVIV7+PHGzsQke0Ncgny4fL230ubJ2IDlLEz6iC41a/NkUpCc0mwqYHITBpb7
C5ki0mab3Ynhl8Njw7EI+GlI8I3XaZxUysIR2tNCo37kl19CCyCgm9gUcNDJjaBs0LevaGYOhAhj
/vxmBbMbwSwtBJI5/i1ad/mVwf2mtj1+AuDR9HFIxbNddO/LtPfPKwtz1wvzObDodBfoAhtC6O4y
wgeIIhl7P1k1LfCmVGe9s7W1QHQbgMsgtYz6WsOhhShwtI0orjYoIrFDVuxEoIkWC5c6LCN6W3nV
IH6xqejcOaHyhlVfBuisaM6YHzI9isVO3iAHmsB8OVdK08vUf/JwUtKmwn5NWwH05PHDOY3KparR
JmAENR+AmuZbeC35zZzk4sqLlMd9y+Wr9VzWXhNvFHGCaNCOr4X8w62pYRqciYSBki4ZZ6REiVvE
a7uhYrrujHH4A2+j/FHNWt95eCL9VWLlibyyIJ6vw97Sf8aV5bAkvvXJ//1Jix43YG0Rk+RWstqG
HL4oCRvLnMlxCPG/0uu2TPMrV31bAI9ftu/xDrhvAKIoCU9aN20eJlXmtkhe+6lO122mlhZdW2KP
CcBCIeca4BTYnMPXhZtgPMDg7dcLQUfdw6Qu9bozOwM4ptdgUpyjFAY/cCScVIkZ2h+sli06CCmB
+rMz8iS4pxNiEhBvBmyiUb6EX7GaM8tFwozvLAgK1opUj4yrdbIn8ikh5D1tWLVu68LSX+2IaYjw
Z7B9WyKuHbExXY2KKvQNYHUjbrgvrvTy4qAMg8JgOsPDeo6nTt+gTaXSN6RheQhDiTYqi9E4Z6WN
oYYZdd43fo5o1un8Eadv2c3llWF9tiKBIliaTYvUQLlSnWy02mgOA7+OUvBhvf9Xt1V8U81S340x
EDoima515d6/ni35Wfl5aZwcD+2RZcE0nSzdaniKO7f2sHY6lW8gJiZqMiJtvboymM4+XDpZqCgc
ievBdZ1TMcU0miHUxgLsDznOfK6R3E9NBLhRJcPL5Tlcni23y7Ucy/SgPdEVOt0/ZjJtioR9yJZg
h+F+bLW1J4RzKkAcdO3X0u9Ft9GGTTE/D8pPc+Qg/mujIeIs1Xfm65W7WaaJo6+IuyGMkFWfmACH
Ps7xuwaKRXe6LtMt36psDymnu0dcEFSm7T65L0PAFkWczH9GrwPiQt7JZ9N2vO3c4mS3JgkdsNbV
Pg+q9MpPsgQvnt0Z8hruzcUdar9tW/5ZKeCxBgO1dVLcRh0k+yYp5LMnJ/Z8mvRspBnJVMaramB9
WA+E8ZILRRzdj9modQCYxZ+ddTAFEiqNTY16XVG2f4KCVno3dGHwetM8SImcnlyj3l9+qe+MJn5e
h9AFJC3L+en4nQZjNcfWoHHrYJa+KVHqgkAJxEdhVMV/XgZwtzi8HIUGiE6wf3ItBxikKUZMKKnZ
NJ9R/eY3sQqznxNdr0dPteGPyJmdQ5l1865vTO+Xzgt1pR/9zve6nA8ZRPxc7CFPdiWzq0bMZ8gE
Y1ZcmhhCFS+dk8V722kw3s2hR6by5Vcslz/zZNzy0CZbZKYJn+/2+B3HwqoSgzLgJtURTae2yRZZ
vlDk8+Wezj7nVoapPEjTDpwPvGIfmRQ2TIdfDVthNmKXh+JLAh4ESqT+6VTtJjK48nVpafdzPJMi
ta5KQckFRG65u3L31jt3z0GYbbftOI715mH7Z2wXxKEtMw4MrTYIxpUG3pytnaCmrjUEDsj1uS4h
SLC+qB5TpiYyESs01OeMu/lNLcfIdq4YLNTO/mD2V27PXV7eyctlc8b0xB9qUcxfBvg/t6fKcNJ1
2btYY4Bv3oImnQz8vzBRCI3XeHgZjaR55naJ63Iw7obOU+g0Z4Km9iRFoaOOBgNW0RT5zf0Y93hG
ibogw5saEQ5PQ0bGABKnLolaarDkD0le/zVG2bJAGkA/NxB2UXPSWSdXTSCZTFeNT+X+sxXWI3lA
pOS9OCIqcdVxhf77gIojetBAgHekS8XJY0Bi00vXtOZvlXnpK+K1SKwq9vHYd0uTemNXZpa5g+RM
3mZTGgkLLm6VD5P050+B2Y9/c4sbe7CprZIz6Rot46WPF9BtqMFlljW+g2Wo1E8qaQPkc27/sYmr
iOApmJ83DVIo+kIBUWy6NJw/Ccizv5Kem9gKEUEGdecu/RlRbAU+2OQsbZhlWw0aIUsZzK1HBCmC
HMvYu8Rtfgt1oj46qgPNd3kgvvPlLupBYMVLicd2Tn7oMLRwypol9FNbNA86QJhmL07fJGryAw0f
83+YrlhdXYkbD7Edc9fxyGrLPs41mHCsOXb9ic4mhvqSfnU0+eZurpfcxHByrR1H0Oa3jQBhF8nK
vrK0vDN3OIt0hF4oD86u5vgm2M2o2HDwH1BGULu0zOpVnfdQOUZLb+Tk/xknHX2UDUbkCprllXdw
tl2m/LAstD4J3Ej95Mk792hn+InpBRuwMHodS6/YBDkOc1iQe2ry08Ey9HBlhubLOP+kHWSniAv4
m384mS/t2iBixuDFAy6EYQ1U3k0KaBcVXYt6TjkycbTqAGjRxe1vZEwLDDCRql/6OEPo4Y0BQYtT
Loy7xAOzsmoLtmgbAIgjXLtZqxeDFkC8wf8mfhVJGkNUxknX3NjzUqyfVc0cAIxJoEjLEh8PvhE5
N7xcDV3P9vVH8J8EKpqxnxvrKvNgZPmpQJ1Nl7HK8XknM4aBSDYv0qbgtMrT0fswhEbzuag8hSaw
zZ7BLcdPDUIJeJFeTJG+pS0t92VdBM+wpMto7wKw/WMze6YQT4bkUXVG9KtLrSneQhqJLFR2MTvp
oU1Brw5BDOF5JH2DWGDBuoYIA3QQ+zrP3KgZ0T8OiHn2b/shGn6Qk2NQ386U+EEwBYg6bSYtRZuo
GH6JKuhwEUy193Ga8hGfYxOjXWmdsvs4N8CT1kAP0LkmxPiszKrRP0DWF5Ijaol2rrOAJWN6h6bk
xAmefRed0IeiIVIG1b4AvhaOIDRW8Bs7imUTgoMVagH4mVXrkE9W9QHCGKez0nuvqOsOt45rfNOB
jv5UNmiWNQoz5xFSVPnN7gewuRFo97+iH2GjdQjiYGEJ+1WSfECEq1LZ0xS1zucSqv1TrbrqE4mv
w5fJt8CLqzYYwnUcJfnIhD0QqDCYBjx6ZGrh10mauBjiHiHvukFkTMQNpS7KlbqovwLydZqdbqVj
r1u6Zs3a0rn3EucOru05Lo0HZSMAhajMrguCT4FtKIv95NZxJiFu4iKLPySuPZBHH+XyoODXgJsm
2iAmrmgIu5//dd7ER+y47ECWMzga8eMZxNNUtvDQuxsAdmAfysBZTXDyCb7FgCJ8MvcuX+/8610U
6OhgOYdRFLROrkc8sEIskbEgZ6XDnGHNTzbL7XMjZX1lcnxnSVgOXej6qM+TX34yPWV9mtiFTpie
ktr7or00efQG3IBhjSiS+px/ZQk6fzTaC5QfkX/TT2Cjf/wqJfhqWmuE7tFEddZeVoPBCsERZjlM
sstv8bxm8tbKYM8IcQHh0Jum/p99jalDIymwoZJyTcMJf6BvP+SjZxyGGL6WC6Tv86zCJtkTKDjc
sattnoekq8Irj/zOCoDknZcraJJw5jxZBK1C2bOKSW3wzBHBZlPLYd6aiUF6Qxe1WJJk25E4ju6B
EIHLr+C9S0PbsaggWo7FLRy/bax+Em1aHWwiULu3Q+Z0u4ba32FEmXI7Z1N1ExljcuU89M5JzkNe
C1RAULU8Ow8ZdTPYxZgypEbTGvbREma4jrEcxMTM2iwGflk7INmJrJR+q6+sfe8MaMYzz8oNcBNv
K+O/P3rhSJTFoJ9DNKW/dd2i/OIFQ0aO0RJ0ZVN+v/yOOX+cL7Z0pgSVBJPB7Z1uq5DhZjoBCbwh
HSnRO1nP4meYdA3Sknqup5ven0ZvA0YlzDf+6CGgkBHS9+e+ttBi+aqgcEcAtLtGqlf8nDlyged3
BLJoTywTeG5o1sBkmsNsneLmAONHGOyTC4T3V971nBPQSpcPqcUytQFri3GZ3X6xHWgCh6sCB2+9
K/zK+SZcc5ENeyMr3QDb3mJu8Z2HjF063qm5SL4W2OS6DTOgb9FgbhcgXYmjA/QeiXG9S0Vm6yiP
MquvgxaOpzUBVuvClJl5iNFOG7IgLj4bqNNpyj1YlKcg3vbYnn4MuePRPwtSgDs8fssDwcsk09os
frqo5JudY3YE0BhNSqoKSnyWtzFMsJZV+CqKjRN6i4J/qj7kcBSXO/AC0GzWnHT4vkzjBWFXSahb
PsYVyN82oJHQRcZPVhDCbcpoAm7UkCcC7wbGBeRyUTsGTYyo/VsMvf2xtmT8ykZWF6uhCsPwk44B
pm2GKChfvUkHhNc3KUhIWJjDJ6fViQE9upxwZjdSVfjfkm5cZW2E2zMuM22s42aow/tyEOI5I0Id
NmnQNTcDNUJKFZQKOQ7WSZTu595t/vpaIkgTxSi+5rRMKF+qidzFgt3FbVBZJrFlqFRh1BI+TM+u
ssrq65hWw29mnliRPZI2gI6jsYRUy56FgxVaTEQ7VlETJVeoP8w6IHYSRWN+D/k/Sz9YJB7gnisb
J9wEbcmfQpBrre7p/8zyIMO4IYYmCAMTs38BoAEBDGk0okUWxXMqcAqFqXlmO6z6H0OWZjliUJRB
pKl17rdRGw4CIm34rPlswasVK2tqr6XI1XNv1aginMEYf+mwhkDhGXL8LaLR/h36fE2rUhn+K5sz
2731EIsWwEI6V4N0FnYFEVbWBrhDr3i15nlEv0n14d6GZtyvUX6x069hBaarfFbTd/LyxrvSJmzl
IQIVC2UoUvHX1svVbzkH6P/jymAm0s5Im4/I9rq7McmNaHdonUGFuAbidsQy9gyjauoBPttwrDaI
sNFWIhYNWxIPMA4iL5OGDZohWIJpoezD70jy/IU7SYuNqaM0XUtjHq2DFK3Sd3VM5Zx4wBYb4uX5
6HzOl5jOaElwpPeE8k9WWNInagCP6P10nVMeqVp8n+uSPmsIP2OKD01YRPukaK4tt+/NghbaAGqq
1PHUm/Pqn4kXS6Q9etNSmmIHRbcucokj6tW4L1pM/IZNs8CtFopZ1gMWVAWF+ssP/s7Wwsdr57+V
ONlhnNTG3FbErYFCdZNrgnHtvpAPYTArlPjRj8tXeucVC45WHmsqx0l5Sopry7YJ3VF5G9Rmy8GD
4M6tJJnmj2HPZIGUiB/7KbSvLObnz8cuFFuRpAEkXemePF9RNaD+O9fdDF4wH1gaJkoHY/E8eyK5
8irPl3AuRS2IFFrSXylrHu8bptFKRdVTsDJnUTwkBD1vTPK4uJ6F5CzjjbLxdrpvTZxeWU3feUiL
PZKCIk6H1Xkrp/8zilA/hjKuBa/WGRA4Fkjq50h5X2Ze6JUPRaqzdRs1E5UQ36R5t6hKjp8Ssn4o
OtUCq27TEDjZpMWm64lQokedtn/dOlZ6r3PXATzMOXnDtiIYttx3S5jVXBok1gBeLoh4Uao5JFFe
Xzl3vPMyqHmatkcD1RKM7eMbdEkF6m00e5shIdrElAl4s9RoN8onJO0/D2mFH9NTqGzYL54O6Si2
27ifVbCBPA/NE6DIBtkzATGkyD3mrQmJrtatdWVIn88ZEufe4qxVHEHoqR8/4ESg3jwZyt9Y9LvC
feaZ1LNTbN6cpw014hYxwCvQYWOWNVvx7NZCl1ee/L2XzPGHHhOjwT/bMNIsyORYimAj4ip7zSmm
fIe/i+4ho1H4/J/fMo1wy3Rt0hAZ3CfPC4LCUk5C2GlUTFWzi0a/mlYRk3W8k2pMeepIfLHboLqy
KX5nwqK8zFzl4DPlH5Yv4Z+vqiTkuxon09vUfkxejSPiV+DGIVjBLOQ3Dod2r1s9//fDHuuQ4Ay7
tMcl++Pjy45OYDgV/VMWTVt6EI0Ytuy1iNYl87i9opZ4Z87iCSm2sWUFxnZqHc2FazQg3eNtTGEd
37/w0J4o19v24QRTamrVgUwBF068Xxt6e/mHfWcQuXhWicnm3LFUUI6f1E36SCLAiLYh3G5Cmpru
QHVfPBjky1+51Du/Jcd01jmFidFipjy+VOJ5Cfon1Dpyngp5b6nSAM7kcY7MKCQDCBIJ6Co8OP/5
OzF5PIDM1HNpFLxZd/8ZQxXac8+2aNPKxnJfXVEVX4XnxQd8h/bN5bd5PjEfX+rkEa0BL/Zg0jPV
GDtAM2Yx1G6orP/9rAiGFmIf75OqOJ3R41dJmbIzRTwl2ziP8nsiEZsPOR2ve4PgnLWLyGx3+blO
LNlLDdiUDuI+ITyiCs1TxUjHSYso3yTd+n2FSLaIMx8vRMVCU5LwocrHQNfDp8qP/HHnFV37jK2/
/Epzrd4HNH5wyRnSIJuMmlGEYCzO7VU2gO8opzQ+4MKgfXv5js3z0YbcgvWRo7yNMNE+mTk48qD2
9ZCwR32t88eiDtPP0YCH6ENFnY3mbEAQMU4w5bfbgZ3la+dmLQz9OsP/3vtpnhAmFEFGRcDTAjSK
B8q+VeH+qNOSfodFws4nKHbRD2E21fOIViiGTwmpc4dIqP+czcB6N1mmgJ+byoZK12t/MleliQf8
ymJ0/g1TIkLsyW8E0AGB3PFokG5mcRaC4KJGmGOJmXmPo5f8DIDav1x+q+/sPBDyLF5a32eB90/3
V3EH2dM1SO+wKBiTZ0NuemL13hOR6dYjtez5qRDV8LHjyPSoCmQsia2DhvMdQWhuskTqkeqG5jVw
aeZcvrd3fnBAExCX2WIiETylBswlBqlSa35wWef7OoJa5Je4+mryIj/Ilp0nWRXRlWH2Jjo8bkHy
GcpFIuGz/UMMefzuPd1PMWZsg1ydCXG5j6/oQYt0rkiLH7B9Jbms1NrCxW/tCIQ13Rc7DJs/pugq
fyHsjum69gdKKMGEHH2FnM2FT2fpbJ91TujvL7+j820Lh6uFYM3+XyBYMU/u1pVh2BXUODBMxFtF
EC5Q1WpM4QjBoPNubYvkAZl35Dep3CdMgDXr7+VbeGeK5BaoK6LF5j9vI+yf2Zgl3ks8GaLZnKNs
V+dG/xcT3/z18lWWifbkZ3HZeCJCXM6T1hv59J+rVPimVEsO2LYIZwIs00Ea2zmZiGxyu5a4l5DT
/uUrnn8ai8TNU9TTPLQ58EKO3202lWZR1aDfRDcVISfnMn2xZ7d6QCEd7HCgy6cIddDenkowJRTc
QCaFNm7bJnHrT0MUivt21sleS/pYl+/t7GeHX0o5E4kkzUwgdtbxrVVxJ/qqJmsHGAulo469/7c5
x7exFY1VyX0xVli42WiEr0Q8DgH0QQf9yuWbOPs+uQmkwqYn2Fb5HHaPb2IKWyPLih6IxJgPyOCy
+YCcGrFOawBh6qfkNoz7eHv5otY7j44vnsULGQNl1VN1TmuGA3bzONh2jWqooykFOph9aw4C0uqB
p/q5E1u7MA2sj2YSRH9RWza/yf4Yfg1NUFJts7zqdRpn6OOIB/0AwLpHwWvxFv80C1EKtG2zA6G6
TYdXd0Aiz3yf1h7swaB/HnpVP7OJ1UjF42nA4pWhbF5jcvf2nh7xUaajNf6ynbgQ26YN5VPai9Rd
z0Dd50OvYiBzKpwgWCYO0YkW9xk9sVPu7dvUDSznyv7lnd8IIBCaIL7CZUt6+hspo69Kq6632o3L
TT5l9YcWWMQOxsEd57eICKfQvzYwzmYEZlBqz9Liv3JZXU4GRjPaU1WUzbaSUXNDGjiAtnJ00ZVc
HgvnbZVlx2Q6PmdF/mYNO75QNzi4QOXM03mWfOhYVNcGrI+9imu1rbwcZqnfYE+LagwFdke+RzTK
L5dv4r03zAaY+j5fAJPgycMiEbMqz4XmWUuhKfjoact8MKzHqbHw3anqBklxlF159LMjBl+eoDVH
zYCpn/7B8ZNLdEKINsdmSyqidchnzCiZMPTBIeePXHGn2JNR97POG3H7Xx930ZUh2KAL6eOzOVke
I6My8448uC3yb/+7STdpnWCfJv3Uj7N5EzTwK/FqG+rKunw2//PAy4BiQuYv/7QqUM/Y1G34UtsM
gs3j6Pv+nthQcejbTN4NWdz9uvyc52rJ5YLsP3i9DvWfU7VErYygzWZNHqpP1MqmJsiVjLuYSD9E
E96rG+LCcOI6c9d4ISsArG47PVbDSHdem7Xorvzg57ac5X4cKmCCOp9lO8s4/GcBLAziJFlTGgir
U5HrDTnFFhhNAm1D8MEGMPVorlHQYH208QNH4C7WNjFjS+xcFYDNpDJ0J2rAEbeAr6xki0elGVbY
Q4mvj4DkGStmTuC3QHnoZpvGHP2dU/REt4i94w8DO8UfhkLqzxbbNKg9pTXk4ZBq7qYaBdthouHU
fN90c/zd6FBigKB2CQf1AuSBiTmQ7wgKjJtKO+18iLo0eGHYWN8sa0wIuhjARQgjGctV2sw9cD0l
C7CKoagOTYHEcF+SvfANx4X9OA8Z8ExJ++rGn8VCJ6rQa5Ink1vgC6u0GP8ENTXC7YCUd2/SmyBU
HN0wXb84qXz9UvtY4Em4AlGS6yEqbgINtOTA7phkB92M2cHiePA5HyT1f0xAs3WDqwBxUG+1iye1
79wbGrrw0wM7m14nv66rrao08rnLg3D5mI42PfzmDkcAJnBqg2h2jn/zMqSbNOiSpGpj6m8QLbk4
4OP5xqZaf2VdpTZwfjEqfBTqOX7SEBMnR1D8/lh7QzODeyS89ltvqPx76uUguHtYMGTBDob7iyMq
JNRu1ON3dkeW+SlvjHTasTUSv2O7GXv0jilZjMXc16/SbANj4wljnu66IATSSkHVPdSLNvE2NcQI
+zonXGdt1MQo4gJy+xfsoTAba2dy1CYGu8ZC2SY5IdXCitYA5ygJjiPHUtLJ6vGz3zgEKSwKfO+p
LpG8b0fbgfIQIPghhEhY2HQ6F/dO3zVlt+4FBqw15KeUJOSGjNmNGjobpkYd1dUNB16fFIyk+pPq
HGRVYnZgt1Pkjs9ymoQLyMgkymFoFfJD2++I5WImEFs3jAj4Nn2CSzkDNNWtW81Zu4YJkOPSZdzZ
69DOih+J0aIy61qnwEcEB8ZZ24Pj3vgFlLddMtKJZs6xQ7a1kQR5h8pQrWv6rcNmwlXtbBzyjKxd
APdSbee5AuLt50N+ozOwRGuMP/IPEYFV9k2FvWVvxlZQFqacLA5O73SIekY7hnvq0AxaJXDY/7Cd
Kc0tDKrwoU9b7+vQUqniz5RaPSrFr7tWqHDg/St7Cp6nsCpBUreJu0A8/PY7+nvV08Ox9N/GTCrv
00gK4LiPiOZ0kPIMQbtKu1rhraIPZt8Clwn8NUb7NNzVEelLqy6E3PHC0G6SD3XfDgSpuTIlXhd7
w6aN/Zkm4ViqXRProd9MUICGB1+GyZfRCrXaI1Uo7Y1jOHDehxqUBHvAZliLQAGzNROqcyuZOtTN
fdvAbz+RKRcDCcigVwXlFLB15C97X/u0ovZ+mcx464hXSTaZVvUrPcfY22HDxFIP9NP+qZPRH6l8
S1qcQUR0ZRi488emEuJbjYijAasQEkVBhqX+ZhtFHG7ssWleEjliLpJJx001Ab2mNZ63iezPNPzl
4J5YOGZBRgGm6cM/odvHPq0q5FcrPNDaXylHtsVzE6Z1+mx1zmyu7LhHS90S3rqJ02H6BqvAfrk8
7bwzEywGF+wtyGLYY5vH045V1awEZtNtqTAOHwdCZg5TkP/xMNw9U0O4pjF6Zy+zlPKWJiGtHhbb
48uFdpVPJCN22zwwwTvQ5VioWUS7UX8g/hhRTbXD75kechRrV6InzndvNsUaH1WkuxQyreXe/llV
J7MdBeMm28Ktiyh0RfN60QXcwB5AedSO5rc0hi3wn98v52Sq0Nw625nTvAu74hzSV2OxNbwM3V1R
kpmKghI67Wh+iarB3l++3jsPyfXYh2O1YDnxT37PrlNjl0NT2uZ5OO9Lx+LM4xA5bcVNeyBx2KG4
l13T3ry3gQKSZCF+oYOH9Odkc25IAdekpUJktNA8tuzthtdJQXTGCjgAogmHPLmdStKgydfp2/Sz
50Z5dYPuy/nWJAoo3uW38M6o5sRIpcRfJLgc6o9/6kZkTj45ut66hh99qWBdrIAmIMnSzbyti/Ha
V/TO4r2UkPCJ07ykZXYyrJOmz43YVd3WLIv4Y1UhiEB849+juNFXfuDzai6duaXNTrOBbTfW7eNn
02XkDlYXD1uOr9YNqoT0UPL/3QRs47e9nbXbtNLGrgWMRD8iTDcWYKFPTH9kSMQuCVoF4Y+7yjEH
a1UBpdk48Ch3wmxtb3P5V3jnzGYvymdURaZLH+bNX/HPF9c5gnpnp8DnkXj8BR8dYIs0nwD26Zl0
+yEcvldYyLcRucuffJqgN0kXtNde2HkVwfZ4T28yaHpgp4MBCz8hpK4G76/ASu9V64TZSxYiSwC2
XIhmUyVT9SmSTUewq46lwLWdZJ87a5ZfQ5bNxSSdlY+kCurfcanF7RyrwUXpn1KcKkCWf0URHXxS
gZyvTM7vfMxI2DkJIGWnAHRaCCt0qHOnmeGG+qN716FkBc2k+ztR5uU2RtN/O89JdmV3uBwnTzai
lIY5DXHOtmkqnXw7Rog80mtpZrkL7QSGV/2lKEMC3/774GAONjnkUeojpOdkzkA3EYN2WKRdRQcF
JR69/DtQnfDRawaFztad6pusKttdGqkK+jYb9PtABvn/8I7pBqNjYs70aKcdf04+0cKJDRJpW/lI
G9QAa6meo3pDhTK+z5v5j2TlvrLXP5+eONzRXqe0RfWE6t7xNRFp+CAOuaYmi+yQdtH0S2NX9tac
9iCARyD1rrzs5U88/lE51zLtYhumiii8k0kjTh2ny8TMMj9qcI5qqhTxyHPRbXil0ZMEdbcYe00k
ekW7JF8CGpaPFZXmH0bSyb9XbmeZD09vx+fIzYq4uJhPJwaqCBnkvX7YemEUYSNjirCWgE3C4xFo
NWAC8lz0D3EiFnOtrzEvqfD75Zs497njNGUrQiKaR3vNP1W2+H5fN5NhD9tOWo0k7gyB/9rMcv9u
8p1kwB5FlCAxFQ15ORR96udqnqZsVUyeenZD25xWZguzeSXquv4eOGMFkEaWcB5H6hbfJyPAGO/0
SX1IYHcN0FoTTSa8isxrGI/zPgZzLG09n1o7jQEcVcfjCTBqrMO+IrIu40AEYrm5yTyac+yvllDJ
SY5MsXV8SKhabgtDSwvtIlr8FX4pap0CnEbZ6uLgNmVGjp8ot6K3ypvL7/t8GnbQOiwdyGVaUaft
i7Id4XlAEdva7N1p8aSY5PMCaRuy2Y84BcanPu/EIUP/uDXBc135zt+9PKVBYbrU7+QbQvWftYg6
WTwiCSPLJOrbcdXHFpTyye3c4D5zC8MDdUdrG41rapOjokbUoMhPA+PKJvSt2Xoy9NmF0ukjRJTW
xulrmG0vpdiHsoVVqPQeAI/F0b2WkOc+oEbFhkRkvf0UUMz9XhpRZDza5tAX7Fwy/9bP2zy5cSLL
AslQDOAyEwUdc5vKGQBLNVUjdEHJqZZgvtwn+oAWq3mwAgQIuA8jq8L3rY2fuRVT0s5FxY4ULl+G
3DYoKGzLwcB0nSWeWqV9xK8wdqh8p9omDHNIO3uVaFzmmziswhtzdptgl8M0b9euH8aHOs1hrjJ4
AhJ5k2hubvvWaX567Vh+gQ+tPpKcnSSfh0Alh4rjQbVyJrbFnpmqcj95vrp3eyf319S1xRXh3Pnu
DH0NfiTB0QORxOmOqQdQ56RgCredM2kShDm6pUXDIDeLfHd5kL+dl05+XnbCNEoWUQ+LyrK6/jPM
Bh8gWi8WwZZvVipaCclRdFMi2SItNVZmvY2obmSP0ggrDuAhnB1Mj+Ps/pZNXYkDqa9N9MJQpGVx
+dbeWXToGWLMYttI6fq0jIw8sauaBmR2N2sD0m2Qb3AlVL+GvvkKKOZa/t47+1SXpppaJG4UrQGw
HL+JvgpE1+ZLjSm08CSDkNMM2GAQboxkvU+7HRmxhXUbtESYb3zWg3rTZ0Uqd+PQ9NnWxyLSE5NC
vBq7LAdrejlbWMWSuumf+mAMnnoU32pz+S2djxUXtxxrJa1A6u3qpAzn+mBu8WsmtBkC+kVx2/W7
rh6Gu7KJAue/X4xLMSmZqDI8NiDHr6hhbQknkygvKSv31p8JivTcrLgLaatdudQ7e3EWOTbBywRI
2c852db5NSc3nFjztrCj/n6WcknOE5J4EScsVy2XJc0WAQiLZojjlTwvxJLelTF4vqGlWI9Yamm5
c1Lylv/9n6/DDXyTzrg/b212178Rkbgvo1+A8aij0t0aqHN7xN924V5Ze94+8aPP0qLSidQGFRx2
bhwTxxeOoB31QQUVox5xlt12oRCPdTMnyYOdjaIkrgr24z6iHPM9jnrre04Y8YstE2w6hN96f2nw
Rk9lwlZuZ4MwJgQpQ4+5iruyGldprZtu1YORRa4eMJEb2LsxJldNGIACmYggmuaMSOeuUKjTnQAw
nTJa71tRT2G3geRazbeanJ6P9ajBlnpOVy5579n416Fy36/GoO9Io6etmBwakjY+Xx7z52ODIY/8
ZDkvY7JwTvsNmK5GDHKe2vYRh9Y6JPMA9lRZy7smjnSwtbIpvxEeNjA5qPI21p2I7hSCnG+Xb+Rs
ePAr8QPRhscQ7vqnHx8KzEiZoZ63S1mQIOsiKw9120iglsP/c3ZeO24j0bp+IgLM4VaUqM7ddtse
2zeE24E5s0gWn35/7H2AY1GCCG8MBnNhjEtVrLDCH4TmoP6r4OszKOiaXB942fzr7QE+XIeJzEpw
Dk63hyytkMzdVA+TPsbl3RTqLc8azBlA/cLKPtexjXkxqFhtBGI+yY15n106zBuIG8hM+rcW6f3p
8FkELT3OOhLPPOfBda0JUmKKoLhLJeyfZ0oBjLPOYYDnd0bRNSOAUWU748pHBXIXt/TCkbPF7jhu
R/tBmmQl0oPFgqBydLw+9jsYf7XMwG6R0UOTiVrRuseRJCoJXVRrB5STIJZCDsH8U8Gy9KEKtdLd
T7SPyz2GhdZNngwFXhZjSfEWAZw0vuGhwTmcLEadbocwgjqnoqa6p8CPGHA8mfhmoTVnvir8fERp
kYBDytVJw6BwNEyje7VCKNitRr32576qn2ddWt+TMoaon2lN9KcOh8zzG9YF/EdbdFuH7MJHNk1Q
JuqCwV0s508/sjVqtSFCSzt4rhjrO1XRtF+T4cTtE6bUdDaQxKqiILSc+W1A0xVpJ4jzGLqqmHEf
2kY6x6JrTTxsK7pC2FwgX9aWOZWt6x/pwhlcoLMqgHIcEMAOnv5MiPJlKI2lWdDhGr1DfWBeNHJc
d3qkOGuPxwgKXYye7xwmG6fwPHji2NsWCjmsj2Paqn469jg5Jbd0r6NaUyqzL2Xifh6GXv4R2iLn
nCXUwF2T4j0QIeeJYm5X+9ZgZ98QXZ186L7Jxmm5cDPCZYGN4IA8AKSnri4G14iq1FXZsQbNxI9V
OcjbmZcC5doy9W5IHKs7PE7s/VzW2QdvmDHY64jyNr7JOTwJ4CvsFvCQS5HRWqOMNViyLIZUDxkg
X+WuVpFd9IFQDfWeTnr4s3ZQIfFNC6j+ULZWdhP3IFB3KsRDlPHDuH/hSkMRwmjgjvst/WFz4yee
RZcGuR2qm4YBucE5K+zrwk7conLMg4ZW51MFJcfn2GofBV52n/O8zt+ub9ML4yGxuHhdEaURYK5O
EwR8AapzMA5uY2JliJlTeJ8qSvbNiQbkXZ2S6tbGFM8fCWC7FKyW72CAuNBXu7OykjiaMvPQCi30
u85LFjPmDHk7Q0LWSFNJMzIN58CF0zD/a8mIC5OvAhBkye/tdR+hyURtYU1qHmoBVbKHBP+jI4fO
iSxyTLOmRMcQ+PoSn19YEOEpKtAxceCgnwXwszcaZhPh1kjT645SnihRem6V+9ZOzGwjcbrwPSlx
Wosy5AJ7eGe7/hUZZpVOY34qFmtIQV26wxx5yPPoUSbFLwAh9QZsfz0cjja89Av7gu+IltTyrf8a
znOiSRNJEwWpZaA4iQ7kHYwQDGy0MbTuYlBtW7tnfa++j4h0HZyE5YlHlfZkRMwUuD0tTHe5su0H
2PE9SgRN9UFF8QVaul75nSu2IKNU2vlr/35yl2FtGvw0ZpByBHB+Ouygl6EzIfp8QD1TfyKK9eoA
R4DpqyYAwe1qrzd+mWqooF1VYyNxQOFPu/NoA/d4lYXeQobR1Bf0PiDyDXZnqDS1q+wW69r4A4K8
E2l8aVi1LzsZfWxio3y1wQcgy6lm4teIBuIYhFW0UEjLuPvRJ6r4r5h6lHNVa7adHXeniHwkNtQc
CGMCIaSiCvk0u1Xzey5yp8S/NsZcGYwJnr7pJO70snEQqRiS+HucACigeVoPWPB2lVP7nhyp0VdK
S+jgdlG6c5V6Xvw0LRgYrtINPyIA/e3SMI+G/RJt8FcBe//NLhGhX8wE135S0XqXFaQzPzb76ncW
t6BWUm7RBitpOaUHZPaZeNsqobkHp6S8YP2QxYdQOumDtIZo9pHn7289lW99SDPTQ3dJMdKfJAho
ZZRstHA3eXb7OSTqqw5hoyNWqllSw61+bKnbjcLIHhU1gdoB7xe/YiXXIeMmXQGasEOFH3HwTunm
J9R/0tkXaJiTJZiGgpU7pcqHlj/7EBYRSrKePigRhqPlEu0VCdbopBvGh3kEnBAMVT38tjuXYGxK
ze5rRT/2dz9UZC8kvS54tj6qvupFi+mxMcrmHlZlmO/BqqDpbada/IekQsMadrJr3Rdi8iSQ8hAx
OYmNaI0ySYgaUgqQ4D9HqFp0k5ZqehPqzog2pgaKbUeUUYMgbdVFeg67AIBMVdWXPq/8JDFDzeM7
OiORwWi0DHfIuuD3LumIA/YY6M3A9cV9Ddtsj95iqos+ws8W8yaUtxRk3L1ywBoFrV35a1ZDeOkj
fHbMR4skfxRAtZEQE/OfNAytX/gRu7kPhYKSG4T6ac/NOMQPVHGz76mVcXK1YrSlL0iO7Z2ORsbP
SiIfepD64Dw0lZe+sXDwji0l4V6+fheflXgR8aNq6tJJhg/BI7QqFYilgZGOXhFA1p8Ayki7A8ca
D2QryaCjya5CaKYnaNn1H6TappinSBY/IXxEzt7sxuIlaRJYv7Ku3JsanwMdext3RlJkKHVl49ee
33Vg1siFl2SKfH/dhLayrkiMsK4DGoCaXzVgdBMgoT9Envw3xOZXJql+ur5A76yu04uOaxy9JxQR
qDmR4JxedJWLXIGo8c5QbYEmjFGF1c2UNWp1qNOOJL2NF6sGnVSvOJhYNoFDU4pJ7ku97yy/k3rT
7tAIzj+BNSlRHxt7O3y2GyzlxnDienTp7IIHdHL3cwJGuNjbk9bU5Bk2HUQXKNpLAkK8fzQkNo3K
OFXtvkP8ZP4oqthInvXYkDB8TAe0aJxAsSmUCQU2NcyQPzGj35GIrP8soDkJdDxvkneZntc/ZtpR
yK5GPRV6x+0p7KpDTP/GTaPyKVGm/g0Hx0gJKCxQ6FdTrf8EENzEXIkl/mjnS73C03C6ug270vmP
x34c7iwATmhS0H79JsaBCpqTjsmjZ4Jq5DgW5Z82jlUKycg4o4AbyXLfNWVF3RCmz7EAOKSAD5tj
qnhOLvAabgD3+Jzi4WuNm8m4j41MtLc4UosYPHyOpEPUePnnfkYh44gbFCTHXguLrRz+fNNhsUec
TN+fujoP6OkGsKQpy5FO7dIpVINZQyqo6miJW72e+S3aSjjhmO0/xkg8ryzD0itd2stADU4HNTto
aTpagIFqVPXR7egs4CwoIQOo07frO3zZwKcbHI1KKrh0DIlcUME9HaqNoiyPYhUYd9NiklKb1vCg
1HbzdH2Y82U0aUuisgvZbinWrQJrl2bRbOd9FBigGLSDEmXhM4gHnFPsHOzMIJvkudXw7r4+7IU4
BQo/OQRJJ3D/ddqJfo1C7yaJg36ISrwEZ+0GlSnjiUJM96SHsbV1o56BbPl0SOs7rgXElj7kmmPm
GI0sI9PASgn0Qvcm5qn/RvWtxg8uUVLv3m2i+KYwysVoDtGHr2jmQAtXNRQ7/L4Jw/yL09kAGgua
N09ZCbX0xkLvpPGRwvKsvR51Su13vaZ9xh5G7/2OfuLPBMBFFZT1BOxJAkFAvCqBuL8LE9R/d7LM
jHuFo4HDUDnLZ8rDZrvzQt0oA1da6kOc1bhuS4xK8MaDq6WAeyzKgNh/xgO7CIcKDCMINp5fVbN9
I82Nz0LRyZihlov/7ExOKJU3iqPs6SXWNAzVoe9pA0aZfsiRV2/8VNb1q7DkLI4TUmFzAO1eQzNH
1tpbXTltjKKRTpSUytQBYhgaSbdHERP/vjQtHUKBCM2WNgPLtsu6GK3wutLLp1CLpmGvco2g31Fi
+3mg9THKIw+m96v16Izg/EYXxJ8jL/sp1bx8zGtPFTfXd9kZsZBn9F0mgpeUWgyp6ukhchprwnBn
yILZiHXL58bAKMC1FXT5LWRJcgvDLmwFuVFjDGG6WSi+J7Jw9DF0Qw7Wbkd1ZgGT/ndZGhJucT0i
Rk/doegT+WqEpnPvua2kFKVWyX6SM6aZbWT4qE2VfmubOJtHVin3iM/D1qlEcH1+74iQ00uCV5Ce
AsAaWl7kiafza4vZcPvBSwMj1REVzCLdIMNQzW4X2g3gyWFqHJRyhvyG+9LAbnGyrc+4R8zlUY/t
yfAbQP/f+xyTh4fBaPXiaVqeBFBbhPlkZENlPcIJzVqfjUesY0hkjRdjQqiTfK+BcFoNy+rZG6L+
EXsEOe7dGic3v5jQZOdcK87vvs2Vl8Jr7V+GXaBNeX0Jzi8SVEVR1+GSpFyC5/LpCkzQOh2MubLA
mqryTs5Iu6URFeRStTFLbYto4wU4v5YZb2G4w1iAJLEu6+FW3A5D3WSBXsSxhqqRVnaPXp7PGxfk
Ohtn53ItUqJmMCpAa71qS4tGNOqtNBhQT3pMnbZCWbTtnmWry/31JbwwFN1pY0GM0CmCLHq6hEBb
Kc9ZUx50gDiPiCuCeO9s94U6jLJBMTkrCTMtaBdLIYeaPw3x1XMTYgbmFG6SBNh6ivq+FDaOVHT/
vadxmOi72NypJBY9eHs3FTZZXJ7UqByploSfOdvpjccbmD+FqTtDhLR648XLcsEtLIDC7dkpbXzX
9w0+Za2iRbemPVh/Bh1bsJ2rCTSAqOOIL41lLsTWYqazI2lI975qde1nWXWGDcmLwudD2Nmbrhjn
e9Xm4Lw3ZUFr0gA8XehGqcDb1n0RoK4/lf4wesJ7DR1FuVfylgxccYfR2vi4Z5LXFOeWfuO7Yg1o
kTXgKSlyTe3GsQxSJfNwdu8t/dilnXVfCEW9gxpt3RTY/+yQFRO/TSXCHLHFfsr3jNK68dBx21mo
ej625YzFJ9VXkj2vyEFGa6ood3pnRBuX9nlEAuEVCVXCO4fQYB1jxZh/2POAXTzfzjmOvYFkVF/u
68aiJey0xX3vxP3GRXp+BDzEIRbzCG35Z53BhLWbFYS4bQAPo013yBVan0sH73bc2MuN+S1vzumd
DaES0hFIMJdLey1OaMIZRDaoq94d0g9ElAevygNI+xbRVuE9VZEqfagY6kZAeTZH+sDMDEsFSyO2
Wks6SJtbq57GJmil+5n6QkpV38zMQA5G8/H6jXK20RmKbq/l2KiVc9GuTrniTtDEJg37LyQBfxtF
Zx4pJhVv9P6pzjjRvIV3WwPMgHUhK0efSUetwiMxPD1ZJley23ZVHfSof77GYdEtUGQIgXXXjMfC
0ha1nbjnz3kw7mg5lgHiae7G7XbWPuBnWITQOGgANCOBXzVTinyoUSaI2yBOE+Vnqg0uVm6KfZAW
BC9qZKN5b1apYsAgdPOdUIFDSbesN478+erT6ePcAP1z6SKs4WGSZg/+kLMI1FyTj6L15j2L595i
hTiq/ArEmTce4bMtzXYmKViUG3gR2dyny68NsGLCJOmCENumm1ynsAlZJj0W0TQ/Wl6Bv4pA25oW
Xb6hOXO+qVEtopEK1IcaAOjj05EHYZjtjFJWkNgi02DI6eKuskiuCYDScGOaZzcT01z04Tk7fGnK
uqeDcWYVCX+4C9zOMH4AL9Buuk6t9o2pj3sPRubtBDV6Y9CLMwTIidQdABsivdNB28GgRY43VuBS
wNmrOmz8pvb0m7zO+o3Y5tJQvE4evRLKi+B0T4cqM7QfIx0vYUON7Z0Qww+k94b/zM6JXv71gqBC
7aC+hcwkwdtaEwUaSl7Uo04QGSvOnRyn/gO897c4jd0elB6Fj+vjnW9QsEnLI8iNa6BSurqQ4Acr
cDh7oA3YOP90wiz2nTl07Z1r0frd6VNhtDDTWnTkpeW+Xh/8/DxC5IX4phL0LLp1q/gqxhmzB3FI
iKrl7jHm2H9Bj764U7gpXqBE/h+G49RrUGkX4Nca+0IihM2WVuTB3M3mIy7ccjc19K6syMm+jWgL
HK5P7/xUUA7gMwKCew9ZV7tmiehwXLSZXgfPxhb2dKeWItw3QtQ7rdOU+3IytqBUywc7eUQRxiPx
WcAjAAGgFp1u1YLoYwJ2yLsppB1ExVTs5KhAmm2b2qcaZ5HH0SLtzCp/sOsh2pjz+UlheDYT3cFF
RW7tp1Y70nNrs8tBB+nZs1K7aIKwwfYeTZSN2/zS8iJaQpJnk6MDrTudadQ6+kjdLg/GSRseyoz8
K8wL9FTjwn1DLWkESLkpoHzWmgfABxiA8It+K/3wNXILEI4zK5gMB3Y0Vh+iRTP7OBd0QQBD6bfW
bOCngGgpDQwUxR6TPBW7uvCsNxebIxzCU/XH9U12foDBslHsXcTj4BAs1pB/N/CAc0WlQP4z8Aq1
eikl5FNhkBJoZoEYldvFB6czlL1Xte4/f+qliIBKNpwFtri32t6xUmIBjxVIoNZZ9mXoqOhaeiVu
k8Tdcgw641UhSMZHBhREL/99X53O0urx6COhdLCccrwbCwGfJ3pH88si1H2TD5bR7tJKuMGYGpBE
rBCaU6blX3KcVT9fX++zO4tfwh7wFokUgpr1i478j1MX1uCAFgeLU+nTJ7rcyQfZRfhXFaa18Yyf
fV4PAtvCSwSCQry4xl3kaWmMkWFPeMRNzUcQGg9y0Myv2ZgVN6gShC9mJdo34ejKzb/OE3wxJRSd
fIwurbX8sL8awyw2PknprAaNqCzgbyRCJnLOz04W/chKfQsle76skHtAMBCycH1xxE6HS5B71au0
1oIeFbnd4hd/xJ6DttRIk2cQtfLz+vTOI1KqmRCIeQmQQweDtbonE69Upa3MWqBSgHkxvTF9FpGd
HKuYeHgn86HZhZ5NnpxmxVcZF5PfqSZqfdd/xhn3YrGBMsEygN9YEpD1dR3VilXgy6gGHV6D5ecO
BWj7Sa1T7Su0ECBo3mjF456MqzcRYi7dAGcmWT/QCOyJk3Nj/qI7HPpDExravFMadbR8XGMaANcS
ws2uKxu790vEefFYRycj2ZVYCFc4LaRov1+fzPlepUC8MJlYVDKNtV4mGjB9bnWjFlTgyyWoJcf5
LIF4PWeKHd4YSp4eEoS19rk9baFClkjh71cPZxFY58TYtAPApqx5hz2IAYFb1exno6H7UeXad2k9
VBtgifWLs4yyiMfxxUAhnX0sjJ90s43V2S81ff6ZOsn3crLzpz7xlEeKzTRr43ZL++fswfnfQel2
woWCJ7bWrx9dEwrCYM5+RBzf0IcAlVuFbrOfzEj/pLUopuU1DEgfUFjyWvVglWdPlk9mWbXHNhma
jYvh4iIQPBF58+aiEnV6Us3JznBbT1RwEiX3rPPuh8t6SXASLrISxWAcG0AsGyflvX64+sR06ZB5
J1oll32XcvjrQrKKsK3KsJ99BV/JXWgU3lFpM+9TaVbRr7QBspHWiBt0gzodYfqWNACb6DbXyS8R
HZJPQL6awAtBDptOial6OIDMKvr86xRhoBHlbrzxPr77Sq1/8bvRG9cyz/PaLSytugmVd/B6rdk7
Dzau8bsIdT600pQIkondOvAvck9FliEeg9bM7D12rs7B0VPlE+BJApo+3So0ntER2E90zd9ZcFw7
XICn309TKopGkb7ABPvxu553Ax4scvC+jHPl3lVJqKh7pFe1aB8rglKiibKLsitqVdxO1D1pqZCo
Y7ekKuqzgsDgl9pOjBdKg8mwKy3gHsH1W2UdUS6/l6NNlkf6TOy+uqgHoD5lP2QSGF3SvaD4ndwJ
3FH2wsb9/PpQZ4/C+1gwslACWMgIa6ewMbeJ0nKgIeju9Z90xSk/KQrgqygfxFsTqeYOaFbK9q6T
g1ScLpiFvSWIu34Jl99AornAlJYQY02csaOOi6tHfbcy5l+KltDwa/FG9luwv9+sMlO3Jr3UIFbb
dImqKH0tbxCcgNMN0ZI5Q3nm7jRmQXu/k7GvUFa4oe+JUxc2RZgnVJlzy5HTjwWA2102TbLZ1UY4
frj+AS7MfdE5W0hxgO3OooDBQ2qyiprZL2i8MON+3kepWd6paicRtZyNjRTinWS2nrtGt4JEGy4E
fdDTuSuIiIWMN/s9Ike3+gim+smqpo5+P0RQsXO7EJRhrnQE+KIUqe1HQNd/CAsa4c7E1Qi5KyNt
ERoJFfk2pAp6KKWIERd1jFk5Tlw3yhFBkPY7BtjmhyifCjZNVPe3lt1b48bVfGn5wA2yeSlkcjev
gqhIdp6FEpAEWVEqu260syfpOt1uBAPvz1lo/mOLnK0K0oAOOVxGIqh1jNgIrHhQKJd+42Q/hDeq
Aa6WFkCIpkB8L+eSyJv59voWObsOqL8Qjtp0LYm+0Qo6/WLNHIELQ6YHL0HTvR/mAgagm0Uoyuhb
TqxnL90y1FIUtujKkO+tQuAmmsc5VFyG0jvlAd+OETnyUkJcs2xE1ir7MFddv7GmF+dHMrWoLy7e
Zcuf//XMhZhHm0bmlXuALM0PWtPxvmtV5HEXqfPrS3kWNDE/hPIWtCkYdz7j6VBtyvafUMfaO5Vd
fU3RmfXtBFDc1st9cRwg/+hCc7ZpX5yOU+Psg3gu3M0iDOc7iiHUXTwWdp/NSfjJCLPSRwWl/m4P
xfAcaxLkGvZofmkX6KOEvWP97JvBDDKUWTZW4OzAYMIOHwokM/UDnupVLNPqzaiH6MpTPTS8V5K+
6QDVRUL1lEitoXS0UY6/8HEBErs2hkAmfcU1r2fAfMlOKoBETeU4KAJp4NDw4PGj2dv6uJemxqZ9
nx5HdH2rZ0kqAU1xTvDjBoyegtnsorj2+6rLj7XUlI2lvDQ18vNF/AMqO+D204+sh2qWW/AW9oK2
5Gtc4FpXOnVzLxx3q/C7LnHxNFiIrDAnMPb0gFdFdZcGvWoiobKHhoQY6ohwPKrjk/HGYTEeOlxY
nlCxGpSgUaz0oGZ9v79+cNaJzvIDmCZXHiRCwH2ri6Hq1dAJS2zRbaeZHsF1KM9lWzQ3i2nn0yyn
5G5E1i2mHTgVwfWhz8O3ZWxC4KUMxXFaCweRy1a9ZsNZHdO+qg62KdLhCF8Ds2wi7/CmUcm97qhE
0NiN0XlyjqFZjNgsA781/2Rz2QSOhur+YzPn5udGUprddbMSf4+QXETHFMrNxqt04Ro9+cWrzxUV
pRK15PZ7TGW6V8eWwy3cshTWqwlgEInp18EkNL++TpcGpdHEQSNlYFMux+Ova9R28LsiF672gxcm
f2Tbor2lZejtFN34DJ5HBBGIhcP1Qc/oKcvGYFvSVuZShSazuk9Qc6AUqBTVPm40L/6WeAiy+mrX
h+m9VaIJChYVMNe+bgfzNo+77Hs3W31ygOQ+TS8jevkIS/YNHn6GLMGZu5DDXq//xEtbl/Ug1CH7
55SuPkaVp6DaYuKbYSycAOe+6eAO6A1qtL//DAJovNqYReDW+ZYN76ULCWDEouK4SBFZq1dASxPV
zGVe4wxm9OgXqqjM8CGsLy6VcLxgmx//PNPFQJ3v76KscoYTaTDyymPA0Psua/R955op/oFV6GO/
qR6KKf5VqUb6FTXGLYeACxOlo4HKD2WIRWdkdROisZOkFsXYfRHhsaeZfXEr8kzsdUUxj5Fmbgmn
X3hebV7yJVyAj8M/p1t9dMwmrMKIhSXg0wPhWmV8i97KpnbK8oVOgmUIk4TnJOC0qACWrgaqkYcJ
3ZGubGgsSNdZpvZxEGH3MLbdiG7NpBwbpc78MKahuhtL0T/ak4D7X0aFvaNSEe9GTU8/XP/OF046
gIglReQ/bOlV+pJKD0k9oSFrCPj/Seh95itAY2/KNuw+gvM1Htq0+nx9zEtLTjQAg2tps/DcrZZ8
znK9xAsFT9uu3OdRbj86Stxs1NPONhIgbjJRhAqWC4UM+HSUtDa1sUCq1BdRmj5p2j5FKypdIMn6
oImNi+HCYMjPoO0HHpJP/F6B/+vCTFLKggqdHT5rmfjAwrGXDSuoqJNQ7wTwpI039NJ43ECL3D+E
Lqpqp5Nzar3T1cFx/QqjdnCkg3ekL2o/qm7Z+E0ybiIez3YvwKqFmccGBosP3ul0wJkGhaNPOgPq
CnQeJY+dn/NcT9Ghw0wWK+KxreK9NdeoN+sR8mAxLAzd1+AZeAfq0dSXKr01DgrGtECAucsCKxFx
GeDqGv+ZgHR6eJFFzaExELXe1UmdPYxJUg9H3FE7b6dETr2lsnG295kTiRCiIGCuNXPdHTAQ4S/L
unB911Igv+lA9pHrgWl4KGWtHzVkLQPD2tTWO4v1GJbghwoFLScuyNUNlxvCdhUBhkOTRgcCcrKx
NOtLAziFPnobCd/ZWVsGQ1LPIv4AL7y+3gqpIiBuMZi5OJfduKmDh0VXTtGWsvalgZADocCIpRjv
+OrxrhWS90YpPH8owbmavT1+rCqr+HL96ri07+nkLObQ3KMs4+k2HO3KUHMpARLrTv9RG/Fhq0Re
+TOCard9g/bV9fEufCvIkjD8qB5zV63z5TYWA+yzAk5XmVFvFGVXPfRIH2u7Sq/at+uDXdiP3B+s
3fue9NY6HiMMoCTFpgs9Sa171Az5ZzbGdGfWmbj1yrx4yNmyG+HlhQVdlNDxBQXWQyK3uoslAmkk
N5bnV+4AYW7CMD4D7OorOHW+zYO+BS0+L8jT7wSxQP+XdsfCCj39gpOVYcgBgMOfUZCCFFMU2F6Q
nDeiIMDLkMCPchxb+paGwNQ6Dczc2TvaYzvcIIW4JYp+cfoEc8vP4eJeo2AQMAorocfhAtsQx2Ko
IM0thd0idr4SyyfB9S98Fj8y+SWGo/BD8kGh6XTyDo4f+RxziyplaOl3xNnOU+aNw0OKnMbbbM7q
TdMZLi4lmjA2xr60uyBYmpjLLuHOOnY1EUzpBwcMfhpikWyhv/zQJLDwyqLtXkWRjh8xEp62CN3v
LbiTsIcpwxhlhwGiptO+uu06Ogg4o+WhX7aRJe+RpMnEN6hDCGyLSpm6yoc7K9EJcL38g9sBO/fH
Qet/KnOH825nKs4EqRCK5tF1EN7y9Sl0P4ahPrZ+QvZTHpOY9vbO66O+8TFh8Yo9awvHrwmnWH+b
CzX+lA59SXkdCMngm4ON3K6JKtChtiuUgAF0eOV9pkxtvktniIVBr7td8gHRs+GmTNRq3LVdUXy2
Qwv1b2m4Yb7RGLt4JgixFxU/cgpeo9NtIdUw6ap0QrWqlTaaGag1/rHDqrhrgPLuO30uvqNvg6aX
8OpbbU67XVp742uu0JrZ5ZGst8xCLhwLMAPwtQkvUBQ5w/oIV6aim3Q/CUvx39yM9vIkpsN9irDx
IrEcRRu1nbOqBNWt/wdiJhSF2Xy6BE1ZN9XopbrfT53pi9mefADj2lEWQC13g9JTZU7rBo4mQUhL
fS+BV3v9cF6YNCkHUTDROdbPa6P0DGnpdoga3S9YlZvaiCRDdrnqHZCkFk+ikNBqrg95/rwAjceM
hWNHdxJoxOmsK/xXaC7Xhl+l1fwwmk2xw/8ihzMqtiq/57MDGE+pmUHwejtzQ9BjXZDZ0OjM05G8
Si1l4Ij0LXXT5KBr6b8KYHGhQr/nrsP00yRGXV3ztjKqRsK/PrBR1BWmIT7Wbl59kRoF739fxCU2
/V9wLN6Ep4soB72NqtrWfUx0vGw3VYl4E6K0nYA2FSTG66Odb1SSRIRNkNDguaCjvRrNkQl5RWwQ
NGZU0Ks0f7OFh4VDlmrqcU5ir9v3mQJHWMvq6k3PR2Xr0ToPtRZ+IorpNBCw/1znT15rOiIyR+C+
davez/lsvLJpxMZEL22YxQwQ2DEEDktf/vyvlGa0cDOtc0hH6VShS2XL0NhnBvzlkqrT59nj0r2+
smcwpWXPLIIKxtKnhAOzGlFtG/SykgL2UO25VaBNujj0osOSCvH3F+ALUEZzOyv8phia/0IaHaQd
Zfgtyhv95fpvuXQwYUgjkkKvjnRutX072Q/NNEI67e0YK8aqiG+S3laPi+XCxjpfGEpDs4mCACRQ
FnyVyk3SMBQHSoofplr+bKbuK5l4+NBF06frc3r3Hzl9islzltoneSM007X4B25umCulrek7U1t+
pNRWfwqJf2oiApkgXwQU+gVwgikPWRN1025KWgd78g7a0i62OyyaYqcUh0g0lb2zbLh9vtbA0v/3
87wYqxIlUhDXaS6ebjxXV9QuH0Cz01ht8CMHohCgPVGMKEfo1X5jUZa3db0o7Dm6GFTDF+jl6Wip
hSZK3wnDL3AkMdCBqDUxY/CkzfFHN5MmnIk0ar9NuUcPAA2f8Xfh0pCcTf4/XzXHKto6BssHX/8i
NgJSfkDeKRmtfhH9q1Yt2lTFMS/ODwgoGL8EJhsB1kjKzx7uZQfBosAWAjREgtdFqQZy7ruNhVme
ntWvANDP1U24DuRhLdsSl/OiQRnhyzEOEBEn0shb5InSZhd5ShITdgz5N7qyxUYH79IuXSIhUHsA
RKGuriKBBGVPJXQK1Q/LfLxTzT69z1O1/Wz1kbyjCoqXVjFVftzMhIC5EunfB1WtbvIpGY5l2+Wv
IH2q72Ol5ndWZaW/r++XC3cvuvjsTsodpIVrAKNrIoBaVJnq2zUmUgYy5GiQtHa8oe96jqVYVD9B
qZDrQsDk5J1uS+mGVSMjnMXqRrdR8RtBSrQ9rI5dNNUN/Hlz+lSTuemLvoT6nM5Q+pCAjTZC0wuP
AA0pXMAWLdKlHnz6M0bbHBwnaVWCsSL+pGdJ85+pJ8kXxBrs+wm86sbmv7TreG8QfuLZ4Zldva7a
4qdcu1iPWJCln0vXiQ5izIs73Rvr295owW3R57y9/k0vbjkYbBw6sJooBy2/6u+njtnUMxmTb/Pk
/Vj6YHf1mMtPQLHLY+nOeYJUQRj+sW3Zfi3oC5iA+hfzFvJz9cmMJlvu+kgtQAm4/YexqDBYuv4T
L30HEGxwROjdg1FYtuVfv7CaaTfxdmBypKhRIGTtvcCQQ3MPgYnmg2PO7cY+vzQgm4/OFwhx7sZV
SpJknhhxMtX8Qa8i/GQbmXzIYOwZSFbaSePrw4AGzfVJXjpbIBAXqohN3vHevPtrkkrnqLXZSM1X
pTm/YjX3Bc/M8dv1QS48t4TA/3+Q1fWSlbFbT/S9fNlCodpDaJvR0vOiskAZs5/+L8sIQBarNzqt
VBtPv1s4t7z6JeZUKM8axYEkUIwH9r9Ek7ChvdbFW7r75yWGpY4DbQ32AFytNZlImU1NKeuEaDjR
i9ta4Kk4ZZ0VCLx4bjE3+kXJo74rwXff/PvCwteAvkSBA0zEsvB/fT2vT+fM6RBqAREMAdTACbXP
2uEJAl23sVEuzpFzwLO0mEmudTZTQBKKzc3vd140td+0QgvHhynFUJrGcmmgg4WMVBAZGFL5ujZF
/+omTaBKvAB7AYgZMO91FTKtknyMXZJVHbWrIJLov7TqXL40yDocrq/qeVOUsWCkYOGGrBc+6Ksb
saZXVmHRpPuzbU/TvT2k4/SMYtsY+ajAsMh4lANmLtWsVR6zyUT7vO1Kkthc6goIf0N5C02p9Uen
j8WXWG3NLb3FS1cFgsB0bOmnk7mvrgpATAnmySEeTxF0slpL8AqZ4+4Bw6Jf0N3mjQDh0hOxULuQ
F1GX+Gh1pHoB5MSaKGEheg3PsTC+DLi43YQiz4/u2Dh7KOD9xt6+lJpQI6TtwYcgz/RWcywdKzEG
jaupnFtR/udmU3xntl4zHQCm1uA+U5TT5TArYieSUjHuxi4by50SA1PckSnH1f9hX5CIArIkoyf7
XbO/AB5oFbtP9WNlqpSjGllaHwBvbrKvAJodL2gbp8sPfW3M4zGOEghwRPUpyzPk5tdUK/SB3Bx8
9E6d8PgB9q5FW5v3woXOPcArgj8LdJ81b7XXlYJsuVMp4zW4RSShjjG2K4PrR2S5WFaRKn87EqOo
GuDuvna2pa0qBmzcMfIkmbidqtn6UgjxQU0b5fivI3GxsgOW7j8WUOtX2PPCtu2j2kY3YCyOSeQi
QUSh/EfaDOXr9aHOdzlD0ZPiMy4jrt/CGACD8T+cndWO5EgWhp/IkhlubScUN9ONtTM9bWb20+8X
dVXptNKq1qLUmo6McMCBH1qtNb3c4sG3Y0k+spmwYpCgH8ySMh4nY552VnJzUJCBos8HgG6tolAv
ugVJEpc5nqWOAoZJIZ4agH10ULB+jHN9unNqeU+W9Pr+IHChjgGSjFeSK+7y4ciwp9HU2sLbLoZ/
yhuMGNQkGyeUxvKTVeKId3tpN2JriKh0+gVAUBGdncsB0cQZ+5T6jtfM8/I1yiua7IC9ss/wjdsD
COLgSUHZ75A0qvYUTNb8pS3nvefyirsisIPUw4UljygCrvOcCO/IES06kwirUqwUBR+hhxMm04Ao
Aczu2lXUTrsPe2v61ZWR+pItQjPICOARuWpi1n/k0rR/GUVSdU9GPtbfUU5AUDMyprl020Gafte1
XTtHJ9Pt+1g3Gu0eion09fZqisW6PH1Mg4opywlo9qoTrUSz3mko+niWUo/yycyV2Mb/Ty2pyUf4
7YH0nqZjzxWWHtJei0uvpEah393+Fdc3DeUCeo+UNhBGRrTl8pM2qtnKgQZHUE0aiJNGEn9skfvY
iTuubxqRD8NpF+A5yhOrURYsJitpsXVPnkal/FQPVSb5ujBvrhbS6J1HZ3M0qmBkXUIVxlhtU9xL
+zQ0Hd1z8Cpt7ukcjcnToqLD5llmix7h7SXcGo4iFGIHyLUKOavLJURpTJC6cA5Zutj+ZdpJceiD
KP5RqrseEhtfC+Vu4cIMVZt7dFXy6nCSE4YWFkl0E/2rIBD2rQrjnThh41oR8uAE3WwM+uyrawXw
sQ2qkkEWuZI03BfK9EhRL4LgMzWLeZejJvHr9hJu3SwXY4rA9W0MrAIEsYfCwpEDDhWohuiAONF0
7CDbf6KyGX5eZsVOcJwcp1MyRfLD0E7j99u/YuNDXvyI1b4xgmbRh5kTOSNKeUhxmcVavWqQ7Qv3
pNi3hkLwnv4pcAYy09VQYAfbnJqi7cFfaVSUZ5bgXlpqLihpWvZqA+IvW9004J+B3xHxiBxxtbgV
TcPKySpwE9KQaacqyrQPutEu2slR8jr1nVhFQdbs0mU8q+YIoRZYbZC/u2VDZU4BhkxeDJ5CX20r
OQj1hr40ezdtzd8QPfP/kbRPg5to6riXEW/tYQ4I6TeYXeoiq8EG2vYFVAoGyxAeHBateFZGot4o
lVtPted+hy+79T1x2GMs0lKepdUS62EcJ4OSWEBTLEnxUTWwR1eJ5TgAAjiU/7u9UV+LWOsvatFl
pMBFvgp65PK4IJYGOL/niJKu89/6OPadV3dxD0Yry9TP8RLPust9hdUObJriNDQapZcCAGbWDdFH
KRgH//Zv2loBHB+JIyEuwPMSX+TNCV5QYQsjdH4h8ej91zxsBq+imQ4t21BOt4faugWRI2Kp2c26
s6ZL2Yjzxxk1UC9OxuZXQlX9vkJBLdq518UirhaZsr9or5JFgqtdLXJgzfhWFiBjIsPAcxvLZPk3
ir6IWXaSprmNlMu/Evy+d97KjdMKAA/YAimaqKmtnhO91OacMMD2xkq3C0QjovoYEVfqR9zwltCd
ZxMXGVWuwi9dM2WYeI+dpez8iK0gi+vCgbEHF1sQsS8/Z71MZY/sluNVQWIhzj1IyuI3FrBht+oX
6VMk5XnsTaYVYtsMMiVE5t5YRt+Iu/iLPC7Lf3OWlT/B2LKAvangBa33lhW6OPJqrWfLLQQza06q
O6mORmArWoUdb9IA8Xz/0TQIWIUEj7DCXHdFpDjW2qEWyj+T5vi0//F6yOTlt5nUyk7x+foM4B3C
SEA2aHEST10uWjtqUzkEXeTTGegerRgVGqRbM56SqNjZnNcXHEPZ3GyQ5S0IiqvNqXRWWs1hA3Jw
6OtTagqxZlsrTumMezFIjT0QzPWZo4oqgm2qpcBC1wAciZwKf6RE8goHtcYQs3rX7pM9kNP1Agqv
TWFgS5qIjIf4FW8ukXqJi6ztIIlIqLpSKk558SlRPWtV57x7WzAUVQB4+CKFWgPUnGmwsUGbaIyW
IFqaqu8BsQiFElsrj7fvq81ZiYFYPrAaa3h+MGgYiDszNKfADI5ZXtYeYnnyQa2QNrs91PW2QNHu
Ne+F9UQfRLtcwKSHVplEqeSpaoaiXuIY8yGWghnEkvWSy/qf28NdyWKTdsoAhQkWqa9DLVpdEzJC
qqiXAfNbUq4Tl7YKSsldgB8rHgIIVKLxLneiLRhB/4W81ji923WG/NNGCBp3E0ubO9dpG6OG/JT0
4/OI57V6QgcNNxx3KWssZ3Z+8nWXkC4AiReNedErXBfoAwLJnoaI5E1BaX42m2n6nJbx5NY9hoT8
tMEPHas8m4l2ryLG+hTGCCbf/g3XV7ygCKBBxPtFGrtGlEWzMepUl1A9HU2MKUuBUI9q9Zg0eUkZ
rFLvLK7dAzK/yWPWQqa6PfxG24bxKS0xf+IjkMmXu8SKMLMHBopIf2oLCBjsHC9BFv+3qklYPqAZ
3bp5mJQ/o1lpPkX6Eh8p6w6/8RRoQLlr/clAk/ZYZsMQHBIHI73bP/D65eX3AbZBQY688aqT+VqS
S2RLoofn2Ac9DVLyAiXCHCjqT4hNzL7S5s3OoCJEu3zu6Z0pSBLzWThC645dFrcNZuFItJNlGd+D
qix5n5rBVyur82fZXO76OJ69RBqiHcD91v0gtCtQV6RRRch6+TlqyMDgNTPkYhUFZYNEtXwnD+x7
zSj2iicbQ4nGNIEqulti910OJUVqXMw6KwvJmVjNGlOgWlM5Tv5YNvnePts4agxGhAYLE08bZ7XP
cGiO+Q+PRqhas/0zrsrOp03Z+3I/y8khU7PwD6o5TnAcdbSpYIQbjhtNxZ5k09ashRAhbAZmz21/
OWtHWVKczeCZYkMXh56jTApukFFgPbS2kZ9ub96twdi8tJIQsSFLXw1WtpYS9H0e+k7WW1j5yfjk
uAP+qqDxELbeQz1sDSeuMs6ywKeuWypDqcp12cDWqJ0RKIyUlT9yGUguIhXd9/fPjDuD4J6yGzHO
KsmhhNuHDsAXT9LJWTPdys9JG2PBMaH6/hdD0f4TWlcCYaxefrGgHSsUrrTAC6fEwWpi0UKvTYb8
Pykx997MrRWk/4JXPUJHLKL48zdBB6T2LscUNvB0PRx6v4BQ3pyQVcYWMbfz7v2JEpVakMwItAFC
Y59cDpdqNR9slAJPxTjtKTLH1CszPA+IjLVwZxm33mcVIKrA61GigjV0OVisIsrTt3HgJTqVjAfe
w+5bYJjSZ61Sij9LkNYtij21/kyqalEpR2MWAzfFrlC0WaZ/e/TSA27AcMLAgWACkxhTS196jC9+
3/7gm79UcJNthLa49fXVscFObY5QIBHHJq/QMchsuNhSUHWHpLb0T0RwveKGS1S9VLUczf6MCuNB
6pXBjYO2fzZilC1jTJ+5obEtPOD9uJwtyhh7gIKNt5tjzb+AzSH7syYshS0qZ8VsEMyFlnRondR6
hP/gIJYxagfKn7qPliD+zvXQGm7WQhq5vVAbER78W4TXOPCs1JoGEMb56OgJgL6izftj00sDyHee
xWCanqGNvFePiwAPNCrPElw/uIXrPKMxZuq2DlcnFsX3KlpRHqbghEhtNp6U6f2iIGI4MRC+AIy7
foTzRVbbUcZ5MOm6+NhQPzvAeYjunAnDlFpLqwLrFaP/sgxZ9T20nOIuagfzrhkWayc/EMdwFQ4A
qkQUmPI4iL8rXDXaAT3605KnDepyL/xuUajV2/Ptr7mxm0jyubcJnTmoa40CYh/JCQM18ntsE8/p
EoUfpGR0kKLMKy8HKHjs+NHu3KEYFiv9e41i+LrIcBLxiLeKFvnqeig0qbe1GdANhoPKMUf8H0tp
BUW5JtJ9ozZk10ZyZCcs2Lhv4W7R736FqTHtyzupUyah6kPqWiuBdQAdmvr401mHYNy//zYiEMQI
qHyCUeS0rEtFDZe4w0mMfGVpltgD+2F+0+txum90OTqoTjo96lO8uMgUUxYYU2gNXRjv6T1szJiM
3yR1tgksKYFezjhunRrFPjP042VUTl1JQEnhJPunJ1Dbu/FFhrfat7pQ1QDCQq9fXqtZx1hAWXT0
IzhxWXlX0Uf+0phSdyriNDsPeVv/yNLOEQ9rgTU5BN47valgimRG8L++hhI9ddBNdhKejUsLLovA
OYifRDHtcgEaQA66lgCgkJz4j9aCLtHCyD6Y+ZCcSqeddu7IrfUmvyEzpSQLK2QVUC+1DgKyUjGA
mApavyNWSNzPNSSYiNboX8yNkifIK+q+NGdWg1FTbRGP7xmsbGUy18l5dLLEvisL+LVeo3XLzoBb
6RvVERDmBj0u7qbVdgJWI+UGih7+qEXKaeg062TBavUDIzhhcvICBtYUpkLZXUgA4lYYfb60zaD4
LbJs94mGVuUQVoj3jfrP29fZ1sKTx0BaoqdJSLp6xBOMS2c71WK/lEv7mCzm9wZNNr/tg3DnE4s5
rrc5esVEazhdAWAXx+BN0EZVUV4sg0uEmvSLGXX5Px3GuhQUyu7RKRTzo2HB9ncsKfvw7inSwKAC
Bs2Hr74+y4Fk6kEQFKEvFcjiTdOCUn8bw7rXhr+IFEHRA1KhOSvI0avVBHbk9F1Vh345FMvJwJz9
wYwgLqVtsScesPHaUZ/SOJqvbb919X4OUOPPxazsUAmetCjUnspyid6fGqHXLSQTKb8AjF1NCHZQ
lNXGHPpFPISY3zS9Ux+SEfv5Npb3ugQbdw7Hks/PCtIlWIe+2tCB0omJXKhcG49OPvCizcUUu3Ht
DI0fSHq3s/u3RiRmEAaxgjm/pgynxZSrhcY1P9dlcLKqpfahM/6JTC18ADe0R/vYGo6kD1UN4TSD
W/DlEWhCeRlqywj9tq4lv6sV/cA91LnREtlf09aO/+LriSwC1QPoUJAeLsdbEPMJ2lIPfXMkyk0D
KjDmjGM91kJ/kdSCwsT0VCYQJGVfbZSixsNw0IUtUF0tfhyUjWflsfEx4HF6fzTCHnm1suXKgtJ7
OStr6aBcFVqGfLG6uGHQS2c5xP8hwrrn/XUeyksMJlxkwFqshqrj2LGKRc/8eazbF03NzXsM38fH
ZJHGnTdi4yKmLWCS1EIH4G1aPRF5bedg6+PUV6MK3YC0Q4JJr5uidtNhmHaWUPzu1V0sGBfCHhf+
wRXSUht6e7FojPmpIdffQLXUD224q28i3tGrUdCvoqqNsMoVDw9QEw2puEn9FoLnaU5s7DJq5KzG
xcaQD1a5azUKSqzplH+OGuu9BmmEypD/BIVN7H1l7ctW8zkrJxlTfzaj8QRq9WMfxPkXBEC7u3JK
gp29cq3iifoAVXXdYjgSvjUAeqIXkWlKnfhp3hBcmF2gUxs2g9GfAid/6qgnnqWusA69HtcvYAiL
zy0AvMew0PXYK/Na+59ujPG/t1+/jU9NNQ9fJ4ASFPTWr59SqE6j5WXiL/Egg0mUoJdE6R6VZeNx
ZxvR3QZGj8jEumUXzARRPZYlfOoZeCjQfWz3VJIS9C2W1DxNo2U+mCMRjT1Z9V4heOPsUEfjMiA1
ohq8Di1ghMxAJNLMz7I5+a+wpPAxHGvzPraLnYLa1jxpmYO6opCAJMnqmlN7ayj40CAwisa8Jy9J
74gF5AM1e+0wotf/GBhdciII0M+3v+PG28H7S99GodwCAE2swZvwqW8juTIS5kgfM/7TGUZ7GGdt
wGPYqNtzn497CLCtqVJxprzDDCDTiz9/M2AXLSa8IxDOaS8PR/q+g9smMfS4KMNRMantj8GwVK6K
1vXHv5gqHDWFqBQ40xrzTrITo8TDIuuIRLjIWI9fW3v+NcvTdLILx7q7PdzW7qFsQBeY3FpwCVYT
nYH86MmEPMBgFD+mxgg9ys1YY0Wd+uf2UFsfUbh1E2qICGetIloVyAUWi5z56liYcMwK5X9Fl+Uf
BoUOqmZmzg5K6/rwU2WjPAOxioI+D9jl1OJmadohlbBejZfUw1mnfG6HZU/d83oBL0dZhRk42aVF
maFG0KiZ8nUoCmprStF9mEZaBu9dQK4YUG68KHwo0uXLCSlSM7dRtgjYaGR9Rqn1l7SU5tkBtf6Q
FcMeXvf6BRPdehovZG+AhNelQ300lDqVw8K3hVFGSZLauikktWd5WhqUX/Atdo1R5G4TdrQ8Z2nc
7MQF11uGn+BQG6CPD7DyFYf35hhWAZY/MoJAPgg3u/XVQq++GFPb3weaI50yFGreLdCIRY4QzRC9
Fygf6yh1KHT6LDYjynTTDmkVK6fFjhwaUPqeFMLWzmEwzFlpfAPBEJN/M7lWrxrqO3XhIz7T0Wem
X/EE867p3SwwnB2sx9ZhQO1AJDP4aZE4XQ4GEqyzQ2dEEFGH8Eo/qHCxfY73wgDxBFxGPWJGIo7j
9qJttzoNKVKKaPeg9hXXrU5tyhzczBxM2tOL6ifa5BznWc0OldrNJzsK6PYHavDf7WNyfXfzCtDH
A8BAofJKd0m20sgubTX3h3JwXG0kkyqAgtxhSp94gT7Nd2z62ZfnfNgpwm5tV6GITXBF0gGE53KR
8Y1frKDiLuhSe342kvlPZqhD7iIzanoYn4yH2zMVKdN6tdFBEBI7PP6A6y7HSzIwyqHMeLK1/B6V
Re/dshiLxynqLA8h5srtoy7aoYpuLa/AoLya3UFbXg1aIk5SZ11c+I5OV6gNCKeQREBwJTfSp75X
0lMaO/E3RerD99d/LUQDhM4wqlCiHHs53yKuOlpECMNKVR95mlS0z3OEN1CHUpSfFUbpmWYy76TJ
G5wgHmM67XRD2FLUQy9HlQq7MgcHkUyKsygmFY6U6V6cmdovroiwO4QASIo7CeXQzm2sACshHHkb
8MiDEFttR3UP3CS20eqzAwfBKE0wlAH8rZeBILBPZLT8FqNR3Dq1lntk9dGuUrvgz+0dtjl5R6f3
h1ADzJs1hNuowtbQ8TXxs9Qc/SrJ08qNEC6oXCJZHlQjHh7LMVq+gzgnCiNhHD7ORtifaj1xvJ0f
s3G7iN4OL59D9wHP0csvMaddThkNLevcihBQ7Jb85yB+xaQE8dnG0J6o287vDBRI/NJR02Nj6nus
ko2LVGQ4wJMpcom46fI3KF2AZLnEbwAtMGKIMODG3Jbn988U/yQGevVwRbruchRuy1wKUtL8kOBP
fqojY3zS7dlBt6BJWWfi5Kh0DQLR5lEy4+hbkCXNiPSKTp55+7dshAG0moWfBwsPF2K16FMizRhF
h6m/KG1134+qfU6VfLwvSiBikhZo92U3ZB5KD/3XCa7yznVzvdlBJtIQpiFCCEA553Il5lhX6mpA
zmqZc7DQWAJ6kyZF7tBLjX97ptfX6SuphM4LDlEoz4k/f/sgZ301xTjceiD5HJi8SvVtqNLZD+op
v5NwbfmuT6acvX9XU89BAQMiNCk7//dy2K5slAnTBge/lE49t3B7/BRC+hPkrdHHW5WrbTHVz/Ar
zvNolw/K1OY7v+HqG7Owpmir8XICBnkV93ozcylr26zTlNGblRhYWRoDCkUPoMzgSw2S5Sr2YnyK
yjnuKNQ3U3Gg/JrdvXP1+Q20qWldkoaQ0K4+9CgBr1DB9iBBYIT36dyVJ0uvk0OUSNbHsc8c15l3
zVSvXuzXQenLIn4gZAZX6U+rtF04VBVChlJZoXUS9eeg0vtDO+ffpTAYTrfneF0mEeMJpR1ohaAq
1iE8DO1BQ9p5RFgzd76VmVndN07U3lfLMvsaalDnzjHHewIG60PTJ8FHfFCNc985/WM5ydqvOuxm
Y+fjXz3oop4IsI4WvYhb1qBIrpMUtcVGmJZL9rEoK9WNwqLz9CabXMNJRy+1ECVTB2xYby/H1dkW
IyP/8FqfIVhf7XwD10+nByHgdZkTHuqmbnzo84k3W80ehnFzkqJAKzx5xJiXhyynQ6xjrjd4ltlI
z8gvyi5kXuXc5El1HB1HOjZq3bgy3d6dmHhzZIYU+TxR/lp4xjGXQnIqJmkbA7S9ZqqVpwLU2D+z
upSnUrGbj5hYNgE+67K2E/VvLbD4tmAU6OfyllzOWm2rrjFLxiZ+GRqvjDXt335O6F6XupPudfqu
7k+SUh4InMIg7QBOXJ1gpBWmop1gUth5lZ+WIQKIGWOs+3kc2/FUann90Zp7TDJv76LNYYlNyDxo
01/JaaIhrznNlA5QaPPlFGijeVaLCTPXZIkPzqtRSx43O1t346si7IgOMGgEYFjrGxP8NYmkiYhh
mzYJdstN7+Mir7k1tCxYBUPwW7PG8K5bkuF4e7ob3xQaCXq2r0ot8MIvvyktcmWAQYCObSEXdzD+
0xdbG7P/lEpRd7buxu1ILZf3EPaK6BCtDk0611pHtDt4hIBo0wzYLmGzUbWPWa/pT0UZNl9vz23r
UyKXS+GX+FYAWy/npqohejhtPeCGGemHMJmzu0xz0NOQi+YQNwGKgVNcvJfpxbZ9RTtQAuOGWN/J
3Me2Aox/AIkVTccAmbn7sWrDBxjf0V98OzqxsHTQmKV5s6rgyCynyUEcvAYZ1FOcNPKTPTa5F9t9
8PP2Ur6u1UWWIKYFncykUkurdF2V7loDcwcrHDwpUfqXXkoTULO8KYYHqdWJXIQV4+Y460pvurXk
BD+dcEg/ZboTjG4SJj0MtDqFhhJo6uwjspl90CRVMrxilCPrvstay/GlLNB/OITkT0mRhb9qNP9x
AOzoMrgzZeB3g8moxxKEcuLge/JQra4zJW0rORocrtI+0R97rWtPrTOkh1Zx2gdg4Xtd+1eLitUa
CkllsSnESV9jLU1lDhetJuRsQFPYWIPgHf8fRbPMcJMsGMP7pRvTnxYruZyHIs/zj0k9Z6NP8RRR
zd4K4g/2EOSOa6gF0h6UYLv5+5RNEzoWBlLG7tIvw+dsUMadqHnj5IIjERxKzi838WqlaMNmZhRI
k0fCBuccJ7rwd9MbNc6UsROFLloesbWTKFxlRnwd9jU1enJFYnbxm94EkQp+Y83YKlimVXP1MXSc
fzq1VHe29dYgWLlSkRcKAtRaLgfJ2yVWulYlZIiy3o0K3YQMU6SH24dn4x6i6gm+DSQDoKY10Gyp
KjuWO4lYVBmWM590uNOXTqgHhPN5ydEwTyPH2XlSNi52jQYO5UDh1ks6cDm1RJ87J1+Iw9KmKf4M
8xItx0CyNPoNKMDtBH1bMwREh7YN+4Tod1XFkYel1ZKQiL+qYmzT8lmvPnYIz31vkH5E9yJpjnYT
mh9vr+vGq0k9GUw7DWUUQ9dor6QdlbGETuJNpdx1XliY8cdkRv5xwJwXibPMSB9lPY2fsm6Udr7p
1vKC4gO+CKGXCt9qe4LWi5XC4fIQXcFD38xyeKLn0S6CECiNO4/K1j5lgwqWPTj+K3pGITsTmKVo
8qyiMH/yzVXVlRNzr+K4NSnhPAszBngv7OzLPbM4Tt0Y9OM93PBmzJar9mGYKu0esQ0kHW9/vK2x
hOy7RY+X2ua6ST/xOstzD8y5p8blG9FEuNMqcvOYpE37F2dBqMvzcBHrWGvpjgLJSHCNGBA0Curh
AdvDm+n03s+ykuychI0vRTrGpU33VmAvV8euH5cRHVJOgiYjQN5WevCQFk21sx82LmQKiDiCwKcT
sDvxK95cjppedFo+j+y+OqKTMVaKRffQ6HLXGKKyvp8z09wJ/q9rdzj1gQcmQkXBkFr46hGgdFLz
JNkDOmtVLB043fJ/UKb0J3Sc5j94+YGvUJK2AmXhTLnsp3GYn+RaalXYcCViU+/ePyL7hWgiblYC
y8sliPIQoFWRcHVTRnGTabbABvTlaUQPZWfqG1sV5BYvH0kXhfE1KTkZJzWhzjFg6VuaJ6PtzK99
nWhQ5dJsZ6iNK82gSqfT2eSwA7m4nJVJ2a1veiyJgPDrR6fPf3eKMT5Lljq9GEsqn+0a3wI0drUP
715OOtRCMARLQSHncTlw3LGMgcYcDWOOnsOs0ggn4rHKXDnX5h2Rja0FJZ8RivI8GigTXg7WW9CS
+xmphcJq069pAvlZljTjEZhucnd7XhsnRejaEbRSlgGfthpKrw2zkjEkgKMpjc9zq6jHV/Royw73
tWbcw6VtvISMZ4mGFcKwoEEvp5Y6autUioHGbdEPx5AKmSsN9VdTibSzlTnTXSHv+m6Jk7eKK7nW
+HaES5gmroGnpiQjYBoPvTcbepq7IT3C1tVnx3wO0fSo3FIb8u8Z/6zphlVdflHttNzzbdz4pFTb
gI5wUiB1WmJjv7mReidQoO6xzqGR5v9GupR+mmVnfjLtLt4L3LfWmKIXPU56q8g/rdbYbAw7DvWI
vA4D87tem4wDFKnhKcGV2xdicwC6sz298K1FfjvoaiN1SqIsoUkCVJkFjmGLNd9lSwjLOEotXMuT
+EEyi985ya9Qe/uLF4xGKP1WOtcI01ylsqlstJEYHXEf3S9HpTpCt5dwii3a4+0Ts/UlYX3QlSBr
5mlZfclGD0NqSazuFA3zWSnIuzJYKH6XmMrOUK8EmvXOFWpa9KzhCFwFHHj+FE2H+qBnDWZ7WJoq
eVgkNXlolCj9VVpoF7hOUtef6l71jKQ/91Vu1m6uNzEchsw4ieCdCHoxf+OEsCTk3L3xv6hHU/X2
moiPu/6dUPEE40jwOc3V22dPi2oC40b7bi6k39YUTaqLK3D9qa2gf6M9ony+PeDGR4AtwZXFh2Bp
1mEEmPGiSxOOE8w0rCrtrH3KqSkfrSZcvv/FUHCbBDSJlszawEAbqfc1g9yjWN1In7QiBQeVzjn3
Vj1oO4nkxvPG4wJyn1UkQFqn3LQL6rww5t6rbfSnJY2GY8s5/9IXiYQiZlGdK8CUbjNh0Hd7lhtx
GSMTlQkVHuqXq7hMnVsK3sbUe5lmSmfsT03PgUCws0+upZwARVBTEHAPR7B+xdX15hqsKzKNRWdD
S7ma35tN+sGy6vEw2qF00EMp+DQOTuJOMnynsNKRerSKPe+mza0jPKqEuqaooF7+BGfW9JaF4DWQ
ObV6aOu+ZJPighuc/duLujmUqPEjqQGBe22F1YYyNKnEZpc6s33GTSBFwzNVjtwq7wYniIWlTQ+L
SAhor5E0thxm0UJT0HMqKzjEA+WiLlLDUxh1vdeRPyMtXu5Raa55ma+jAoxG3FA4TK52zRKZch4V
Wu8NaKkfl9xKD8gOLs82anRnmsfWfKxKvT6mdqJhr1hmJWDcYHgM5Gw8amoyngZpRJnPCvvokIHj
8AvQBXvCshvvoQjMRceJ/+FgXX7xurHDJMwUTlUbDi99PCc8E6VzDy8w+YwQo+ObdBrPt7/9xntI
l4+EigiO87RGi+joJAClYps1/TTcwTdpfqbJMj/Jy5Kchj5PDVcN+uAxaZARkKJe3fMR35o1p0yg
1jXqnOt3ako6yjoRUY8mTfYpa+3poQnJ8UI97v1awmtjUaVsB5OzdY2IfYBSATUp9uLlUsed2qol
5XlvMEr7KcSvxO3Dcc8tZOtc0XOnWiRuEuqTl6NMulohHM5lpdd1e1Cqovi3ztv/gqTudhLJazEt
geIi26DjIRRa1gCEPmDPQMzrvaoNbBdxSemlKrofptkVz6oUFvQuddWXQ2lG67UAsy+XLa7wtf5Y
pHn08/ae2py3wAiKQhn9l1XoUQ5jNKSqeB6MoDtqnfQPqrPDFxog5U4vYmPz8AQZKG1QaQWEvDoy
RZuqxOZB56VOKYduW/TSXaEmre6iYb68xE2pfcTkYg9MtjFBgaKnBojHDWI4qwkuidMP5VL33kR5
7pcS1LY7GZ35MuXTLvt9a4poyoNYpd6MaMEqZomQ9Q+4h8l8elk/VlU0fUXMhMKEOpq9ILlavlUX
beCOXdthfIXy4TGNrfoO/HlxcvRynly7SBL9MOi9c+fEdKD8UCqlw2jU019seeB10OYEtp7MXczm
zcNZZUpTxaODGXJEETZzotjPkiB5NIdmjxu19RF07guqXK9NevHnb4aapLnspbpiYWpIc/FUBf9E
fRU/mFZp7WyzjetC5LgiImBTX8lvNXEs5SHD0TVhxZzWzA9K0Klfbh+bjegUqINQGAbMDnxP/Pmb
CdXziDNmj5F0J6szYr9j7jxmwOZ/VlNnPydS2vy5PeDWCpJ8CYYZQRPM4ssB9dloxrnUOD3owp11
vfuiSBJeN3G7J8W2OTUqhPB5sHemyLIaKcqquh4ZCX01gkPIa14cBugVZfJ01ydFtPOqbVW5RHQo
4mAqBjg7XA44R3qoWjVrSYclAPAoR98nFCzvNX3AuaEBWnPA2UH+IfeG9pj2gfQs8fqeh7Tu5fdX
uIj9CVYFvYh0bPVZ23psBjwd0TYcm/olC3LNr3Gyj1yzT/b8jLe+qA02m9gcTgaC/JfTBjSvkdKy
zlUeRrmH9oBx35YIJ7qalE6fbm+frZuJGgE1e0Ar4N1XRa5JajJpoXnllQhB/YzTPv1RA0r5WMLZ
6vzRXObCVenC7bwuW4fRUVCAF2UDGJirT6tbLX+zoXdePgX4yHZpcJT6Uj7entxGXCRM2YC+MD26
A6uzocW9ZcYNoyRON/rBmMgudD6IyHNueBBM08egy+LHscSdOjCGvTrM9vA0JsjeaTOuo38pnKQA
aS/ughxmdDEZFaS3WTtoS9fdLVa33HeG1p2cyZHo0+rBzvm5/rSAOjk1BOqA7K6ETJpxqpNOB06Q
Ksvycxoy+xCg1pf45eRQGc4Da5TcobTknSvwev+S7fBvysFEZeB5L/dvYZtlWUTR6GGyQ4lmzuUP
rdm8NAZH9fb3fY2ILmsBNAw5lSRYIAmp9F0ONUvZpCUt9REsaxvjMKJi8UGJsVt1o7lJf8qNqZ4C
1ZJ+TUtSvNDGVO+dOIkeRA38R6UM0iPSt/bnQg72pPa2Fp/WA/KjpGOiPnb5y8CQFFpqBT2lkgC2
TytjuNRg91ziQNVGGETahhu3yx7i63rLcZgprQqoHTfI2oC2w9za0vH88hwnzWu3XOwZkHprtj/B
HCqmh8xCctKGavgVLWhlHlNtwYzq9le5fif4DchNUSDjtrxqkC15W1mw4QYvKof61MrZ8ByHXfVN
pXH9hT7Nu2U8RJGTfw56Hrg7KPiXS71YUanaMWXeMafshMFR6kcNzmYgW8ydI7WxtZkR+A5QX+y2
NUKnRy3ZajL+7ozn2KujIQTPYptINRV7BJnNoRBHg3dPbkeF/nJWUtIVZq1TCpKd6Lm0haNS7ijF
g6n2u3aEm2NxTYEHQo+Y0OVyLHWwsrCoSK2plCjNw2SMlXMuU0ztZaeYv717e8DMFYxSQND0a1cn
I4qcWB4cBqtqPBCCSH9OtCWI/Wi0cl+Zx3SPgnz91qCmRzmLIBOfTh6Dy9nxCsQaZsQUNgFwPMNy
BOFdcRPcntbGgRcbXugJ0NUEnHE5it6kktFNpBMzosCTH9noXrhVVKfnebKcL7HZqIekCsq9dv/m
7EwwDcQnxOxXxf5QNWeMrLloAskePScu4xMYDnkPZrm1R7hiKdlxqYF3FL/jTWAr99BxqBxT4NEa
ULQtIN4c2Q8vpvTm317KzaHE34amp4j/VkOlVRYkI10pT6vk0CNKUu7zYfhX7wt7pwa6USNEq44u
CQk3J42A/XJWEvoQoojIZWG3tdfobfm7LBbbz2o9vSsXyXzUO/1TOIzKP0kcL99xRtoj4219QIIU
zgSqF9zPq9miim10Dkp9XgSLygvNZTmi1J3srOnGw0CLjw6ChfYajanVEccRLS+bLAfBOUcLz8AY
3A3GnB+00u6futppMevrqMOi2n2qNWfPYWjrk4IcpTUMBp3y9ire06pGi4yBZk2/xMlxktLaRxeA
1qo5dYf37x6Am4DmRezBE3T5Sdv/c3Ymy3EbzRZ+oorAPGyBnkiKpEWN9gYhWTJmoAAUhsLT3w+6
G3Wzgx367fDKtqqrUEPmyZPnZIsI6qbFhLop3HjodLGbXOz+Fqf745ZC/nSiD+pAtKFzn118ulRR
ee4MSH+org/fjWmQn8KsqO8yqGE3duqVBWR30PTmYOtCu9LF9VJr5TRildTZyEJ2Tp11e7H4c1TP
Q/jn7zcqax7BOeqj3GkXW2U2kgl5FNBEY+UFyC01oa+96d8G4G1pLEtMZN7+ZFeQr63tB7USBNcg
Nl7yGfrarSZje1ebAluzqK7W1v1rFPNs7tth6f71lJMryONj49L2V/jvu9o3aa8cEv95KbEN2ade
Y47fbvysK0cTsiodeOHWF0+x4nwrFYubCi/gdqiapTuI2Su7w6hmXNm4NORPz4VOEtOAmFmfh2z2
Hkssmca4qLLmySlwOHi3uJlPcbCqjQ/KXkp5Ixy5cqg33ARReGocxCMXpwqhnMU18gL0BDL0zgMg
itGFd/ZhVz7nHS6LPFPmadLdCABuOzcKLNe2pGU5WDaB/NpQbM9Xp/VdMnKPCcsM71l46OIhT83v
xuiZN5DeayPZG9MFuhUtBeHFOSvCKhUdSRp7D7v4tgX2hHWTxe66zDfuySvP+JYssqxb7y6EiPNJ
2URbGUJPBJNZpx9kn2rC2D6AepHb6bGzNM7bHSj62ztt+1Mv8hjcdxweVx48coaLmMgHVB1ocJtQ
I8vneLaW6m/PbZsbhJYr24VR/I0TyMVIg8b53LAnMovJgdBiYpC7q1dlPWRDaX8Li8I/COVkB0Sr
vF0eplbUGoPz8vYkf3EAL2dphtwssDE2HO5iw+RT6FQ01U+xmnDAPlkJDTmxrZNE02hnZkmcdDTG
7P1RCmefZK1aIlwnhp8Fnb30247GP12TdccWD6LDlCTZ3Yzy66dBlLm3T8vZGQ72nFkiyqtsAB+a
uUb3eTt48qBBw+gjdKu5uvdd0ewrOw3bG/N7nY0SQmwc9w1uAE65hBtK3L6UR2SEjVn4OZfTMUy8
rYC7paOhCKlM1ZhEaU07Ug0Ty9yuOvTyv9a5975R6N+56v3bS/5qN287ClW1X33+BFMXr0bhTmVO
yRAoKdXug0INqoyMLjAeUnCng68CWqkJ+G5pbGwf8uxD/xqWEhjRDOD6pTSo9PEhq3g44lSHIbl5
OBycAaLrmmgfQmg53Hg/Xt0Pvw4OZBLGgiZxeWhrYCuJljmAdeeHR9lN86lKxjpWgbXcCPOvDUW7
2iYgEhBzX5I/SG4LiOkUKzbr5p1ynZ5kYtR4T5u3WNfb7X25ilABqOuRAG4k0PPjOjaWO+T1RLtW
0CctrVrK+VaXZvKFpsxhh1cmqopFsTyNenVuRBtXh0b9dKO4QEW4LJ3b7twWhjPzAVcvQ/fWcqJA
FtMxWOb03bJJV9ddX0XDIv/Yj4hPSYM9/4D6Mu+LO6oUAyYnAwzigsa5SFXWija4N++Tqr8l7Xxt
l1owQ+nPREGI3vPz9S3t3i3cUCtcL4cqAkjUuyVEgrN23Wq3Tp51o753dTwgXY/RCMIvK2ogkXxk
ygCxYQhjXxdw2zvHwQgnwGqTIt+tdv6r45ERspb0iHAfnc+PiKtY5jXfLN7L+UWNXbijK7K9670U
gkmvbzmBvK7Q8+1sH1YOzBzymcsFtUTbAYfXREAKdY2DITClOWSCnqbYHn33uS68OtjZoT/y7oQi
fW4NR81/Gdm4sv5FNs9RM9hNEAXlGGCB0NCqyb+0PtB/7/5xRrL9WMTuf5n6kg9frA6552KiU0Hd
hOd+Hy5B8ZTkZM0kttXXt2/h11kmY0EcIkFH3ZtE8+Ikp3Pe1KsUVE6EIb5yZuXX0lmdkz9q87vq
Gzpgzbqn6sUl8OKIYP1pGv0Y3IjXru0Hkmp2A/ALojkXuW6i6UMokE2PjSpZd2WW60dHWd4XI8nz
rzIwqs9vT/vaePizwE7ePIRQ0Trff0g3VjSz9cDfoz0+L0mp0LpfpwHXm6QodyqXt2gIr8Io1pkL
i2ZBG8QVqPN8xC4tpen3HTfm0IqPtEGa77MsuRFFXZsWyqZwPPmiW9H6fBD8WtZ19qWK51B790NX
fygGKGhuKUgAlsk6vb2K1x6c34fbfs5vuItpwic1glbFKPfXuyy3wjhD1nU3DIW3f3uoqzMD8NjY
SjbVy4toIRjrya8pQMci6PU7MEnjfUs4/lUSz7WR0FzB0Z+PCBqwKVBwIUKXOZ+ckYReQh6v4iDo
5lMYqCECo/CiJnW9vQWt8MYReN06xw5BXJHID84IGe7FFOlnc93F5k3NpsXO9q4a7PcWmI53oMrd
fxCzVAXWad2S7zFl1vmeCCf1I7dv1CdM67QfoTthVnFGAd694/qgY76xrCmL2kp6dpQblflXkQ0Q
odzKKu8KvN6caLLr4sfs4CEcTUhXWje+27UtAk7GHYae/ybGfr6KAx/Ga11WMfRXbKOBcw/KLo1j
SLn5RqJybYuA2QLlGKgsgkacD+UHjfQbl5JWs5R630+1+x2ArIxnzxWoAFu3MtxrU9sae6hsc4+Q
AZ6PlxmrnZvJyngW4GYjRjtWyIQcHSe5tRevDYXwCuQ5FPDocb4YykwrB9CREq9fJTn6zHP3rtCa
RpihyW/ks1fCK0AFckmamiGVXlbSJ1d4k6OzMR4xOP+ZoGbfRtLRU+wZoruHe1nvZ2m0u9kdu/TG
kbsyTXJ2CPE21RLO3sUd2Q9BmbeyATOwahl5natOJTTJyDfn8vD26b461MYShBdOMerS48U3dW93
DcFGnqf/Taq1D5YcJ8pRc3FjpO3bXITKdDHjWkPlC1nMS3hRlhnt2AYPbNqIdl9snf+OK2+ZAlyb
j8u9AYzKa/YqzeD+DenMZj7KRbs0yrp+/topa57INWX1/c8Xj2eMui2sM8hRF99Jh4PhYhk3xmjc
5bEY5+G+wh/hCXFv89PbQ21/1KvV27oTuUPoR7hsk16wTPSKCnjFDLGJtKw2PNrrNB7KcnZj9KdN
oOn5j1HGTZoYiJF4BESCVOr8ZCPh269yZFC4Lcm7kWcA4dvZOuiEPtMJ4tmNxO3aJEnZyGXY+1te
cz6eldHk4iMzFY+e6vazM84vuIE7J7aT39BH1bd3Ofq7NxKpK/flps7NncIDtxUnz0ddF2dwAeJ4
b7re31fNHNyFCM9g8YyiHkTUaf/2p7y2RamcUITi+QYWvNg1ZZGnLbLSQ9yOa7Mv/dE4tWL+FyL3
rYLClfWkY5uCKy5GYICXDe9blUENvhh452A1Z4m0vpROhfh7axi0CvhGL7D8VJbzz9szvHJ3btq3
W/8Qo1NqO19RLtOk67cYb+ntZRcUwo3MpWof29pZN/MAOypaN6OAU3c38rfXEi+onZKWbs8QEM8r
R4Mec5ywHzE49XrVvpS0QHcgDtP8rCYQaFxQ7NgvjPpQjKrdWWuv3g/hjNg9+tH/Sm30+1QU7f+A
tXAl8bPQBNiek4v1kPZij25Lwgz9Zd4Lt7PuUttOoiZU+s5LXeP49vq/ZmVtqxDyN0EUTQqXUaLd
BxmYM9iAKYDp40G0BEilVefBSUzj+mLqZnAOYxGm9+CzrbmbRTkVsSN1/98UTMQOb/+gK1ue38Op
Rr12CxG2f/97gNzlQWoZ/J5sGQkfZePi/Gr9DVTxP8THm2YAJfLNXBbOwflINmxusJYCwADRiuy4
dmSXkfZtBaXTrbOnIrSrW7T3KxcIVUlAAxrjiY8vi9e+WbuSJrkhplG2O0wj3kN6016ueahe1gph
tLdX8+p4vKFbIYZn+7LpEeFNL9WBNcT+0nr/KLXIWInKouCRUlNY6j9W4mc3bSKHwNGIg7xi4QYq
68ZKuQMSL04SOfNgxDZYz9FS4n8Ziss8xIdl61y4fObE6leZ25kDnUk2JdCiyx8XHf5wwjl9+fNF
JDxGMJ5HDpx7W+TftqSVrNXcY4+OyICXndwB4UbcqL8Kb8BVSpELvD3ctRPARbj1pEPMhMdxPlyO
bqMeyCviJXXHiO6aMHbaXEXefBOeuxJo8ak2hgMBEHJAF0dg7EOXfuYMQDlwBuyec/OEunt/46a9
tgk3siWMLthTvDDnE5JrjieeScXPaiz7uRPYl1gQyiJftkZEVbe5EY9fvdOIH+GCw/HfelPPBwxz
dyiqgFNGM0vDHQIomLcq3IvezHdrOY8HrQKxo+Wt2TRWvGi06uGY9r5z45dcm/nWkoVkG0VleHvn
P0QFPd0SFu+3GTRl3K14k1vS76OFqtSu61DHfnvrXPue2F9w9FhoXM8uvmdOoVflOd+zq1LzUKa+
G/dh6P319ijXNuhGR8MUEE0Kgr7zWeXkFmagShX3+J/vgcN+yCDtXiQsjxvrdy062IqhWIluloeX
vFJgxX62beItD/3pOMfc/u9k7tt3wB014FO+PoQlYjLEDumHt+d4dSU59FydG2vrshbrLSXiwgqc
Jptq80vT5hIuB30wb4+yfY+LUJ1UeGvxIf9AauMinlQTLCdPAtHQTSBO1P7zv3O7kchDzsvengcU
ARB8Ohn1ZMTmMuY3gq+rH3Lj2v3/8Jc68b2cc68OmWRtS4/K9+L+hXhDH9Pmlp/enunVL+lRaiFU
R6jql4DPb3eoaWXCMgU7syd32LVmahzZo2hVBgXBTbLaMdW2/qCC9VYfztUzyByJozc74cu0VRT5
uDJ/vMFFWkBQ08bOyQw3zojwYt3Rhv8/zHQbDT7hdn9fZCaF2219WYzX1ln1FGZ1ctTT1voZ1NVS
7pPBES/FOqqX1QzaG0/HLwrD5YYikIOwCWAPDWr74r8ts6cUpIUgBV6k1KLv5s6eTPTq1vIzzAfD
uiMD9RFcs0T211yMmcc7XZX7asoSpCTwBPJiVXRGSKMDZMgoKcOhjZZlMeZo6HxL7LUzGF+CYpp7
fNkn27mxdtc2pAcGufEWERG/bOIR2rKHAoPRGPX+cU9EbmbRYqwIm0l08f+4W4Vg5ffRLm5L3RZm
U1jbnkR+67BUpUGZOa/z+3z1nVt41LVtSPqP8gQWi1hLXTyCM7y3YQ5BGyzVrTFZWH0y0EeNg0q3
h3CQ2Y1L+trVwhelM4bHncfwYieka13UWlC0hSAtHmw0Io3I8bQ26ObUk4w7VPDm3WiO2eeicoN/
F+3Q0/r2Ubh2idJit6HPUObpsj/fjWWeZcIre4CxKjMeVtm7HzyvvtW/+pqIwHckjdsIvDRj0fN+
PozF1yuSIaDpoc3W8pjjf/oj7WdU8AU7H9lfL/lYN/gkob1c1bvcrLKffhJ0OcUijC5BCFPKKPOy
1I+isRO1Qz930tEs7HWMgr5e/5GjVHUc2LX0o2IQCapinrtkkSXMWj7lg2XSSV51TbWbA9X9MTOH
vUENFawD6Aid9IuA0O9k2ddbZ+Qy1t7zFCSSVl2jPChl3Hhvr5w/nvWtT4yiLS1P2wf97fro1g6/
HQmqUnauEyFo4Z4IsZLIKmBFv703XgsUbExP3D/5ZmBir5qpURMlkAnI/MOkKJrYl5Lu3RV5lH/y
whLvKa4WfpQWyK/e0S80uh+UbD32sJvOdZS7HqYGqy7MxwAQrI8KQ475u37o5/eDZikPMsUR+kZu
egUk2SICSM5b2Y0+hfPlWWEF66EA6HXgDBxy7cp9IKwm9lZr+KHbTOaRrFvPvXErXotnUUYAzdtq
+Bv943xc6Vdel2ek2r1dOU9imN0d9Y2sjlpgEdqEEYWms3+eyjgoaYmftAgjrw/aPUf8ljnIlS1C
MmkB1QC8bfbQ578Ffrta/TXsYmQh7O95Nll7swvguw6TLm+9pVcWnO5wCHu83TQuXlKMAgHkYAYT
b2nSNe+CUtnxNEzpgZQPmcvKqv/By3y88ZWvzJBBwbi5T4gALwurWDyh7dKvUGjnDnnycbTunNEw
sPdW/0OpZ3NQBgnguQa83x6N388b6m7WEPRDPDhTvQ8kJdSpWqw92qi3cJVrS7mdaijJEFBekVvX
IFjcuiLLmywEIeC9VPFA09LRk1CEJVqDD76T3Yq9ri3ltoRkC+TPtDSez2+dAy+1MCVDB7IzY6co
1MFRPlyAfFA3AsyrQxHg8Revwat+0Go2cnfKmyHOais7pmFjH1Uo510zNrfofdcIAFRV6U+hHYZG
hEuaeZ4bLZV/oIcm56SVtAnH1H+y/WJpTGwqdCXdscVgOpfLLgypkBtzOdxIHX5JWl6EeqAe0O9+
iZXBFz1fW8eXhpwQYY03vfXu0PJZPwJUpJ/WXvoI/JcB96QsRZWegmGit3ExpJRRrVQVcGP56YNv
LtT6gPq8u7npCct7tL4+vX3NXwl7cCQnEP1VywdlPf+VU9a1yIJYfRygpEw9J1v39mh/Gnqzuk9C
N70B0F/ZBXTJYWgCskdMcEktbQ0NacUDf4KdU+HonbR0WSbpOylX49YDti3wxQfY2uIQAtnawLGU
P58awd6U2Asog+yWxNvb2h93FLlthL6mrjktDXbskZkkGFrbWhwL/JDryBOuOPzxEtM2t8UIdD1g
unGxEST4jZ8vwCvGpDEkxuF+l1m53rvh2D+0TZd+fnu8q2sMX25rwTEoS1xcWtIgQVhWknI7HD0o
ZVgAAnOo+wlI4I/jEXKZ0ObeQrGB++MiaG4XbVrKszExSqvwhKkIPl9mZhzqTt0yOH49q20oBtn0
BcFqLjbqgDk81s1eH49GsxxcuoMjY0rGQ5Xc7AV7fSaA2iGBUHXkJYWqdr5xdOeXTtKmG564omTu
TNkdRfBsv3pWF1EW6O7e/mC/oNDzncoCbiKiBE1bkWeb+2/PDOKrfkuFjLkB5ttxMwVue5gEqXg0
cUaei8aBfo29bUkA4yrnoS2dEO8AJ0gHJOZnUgd7xkEjSvymLvcoRdn3RZ1MP4qgtg5Jkqty1y+L
+Y61w8lQosf8V4qCR7Z/eyJXLl5QSh4veNWU9smvzyeStEJ7Rin6uHSc+ScAfn3XonN319T0nEW+
UGpfLiI8dtj43oVBYnwBbu/TGyf/2vfbXEW2Xme2ymX3eI6mU9llJZeM8Ky9SH1xMIbRPU6JZeFn
f9Nw4Ur8h8wEuB6kRhp+CLrOpx32mW2L7VbDR9x9bJYZNMFWhTjJCrPKqjhknjO/K7n5YpUu/k6x
b033pvzR6xCCn4HwngXdnLlf9k84GvfUUfHE2qkzYy7jj8elyibEqgcid5DHU+kUt2D+K4tNtAkV
GwCQusmlLIwkMVqqwe3jsA/o+vFb/S6x8+FpDstypPV7Ql347V32GqpCrBF+JS20HJlXQcvsG02b
bM5pXSXgAnSGjqvZQta8o+6VC+HiUzcbO3+yuo9vj7zFzhfndNOmwdSE2olJWHj+nYEDFzlLADid
LU4sm7Z4DNbbQgxXh6Gnir9JKxCFOR+mG4dyTZawjw2nQ1Yi8XR7FwxaRyqxyiFSCKNle4G04T7V
wK5FLoqPc52bOyMss/cqmKr20CdZdlgzO7hxV1373PTjbnA5pFPKO+e/TQzoVFo5Z2stWuuj7dD+
0s9+efBTWC47MwHj27296Nd29abwRHMIikt4K56P2CWeAUrGiMJQzb7OHCfOVOA/q7BEf07wfLug
YzcGvTbN3we9SOndrl1rz8got4+lR3Gi6HahIHJwvMR6npLlj9XhWNEtDKPUuZmPXib2hjEXc1ri
LOHpUN9BLuujLunFHpOiNRr9Zd4DWjpHrJ9vOYC/mil1CNpvQIHAQonNL2Yqc197FPjphRG5P5wc
p08RwdgsMBD3q4zy2KxLesu+ZdvBZweJvJSAiCSOLknoXxe4erJmRaWpnsUj3dX10Rrt4Z3bJ+ZD
45nJLVW4V8dpG4wWmE3dA+z1V6D+2+uqh1JJq23JgNPVeq7HxTqEXeN/fHubvrqVGIVmeAR8NgT9
dWnHoIOJgA6CzTxl73NJgQCqpQTB9teIOIIGSRDM3dDqWy3Jr4kSDM09CIJHiuoiRnd+QjYhybYV
QGS6D8xvo9VmP4lqPY0QKtQAQjF7M5y28x9Yd6+f0TxKwyhdZPiUFL2r97LCLBMqeNK/vL0kr07u
9rt4EQAXoS2x9ue/yw9qcxEKTau+UKEddzIxD/485bt0ImbrB+kChZi4JLw97JXvjTYytUx6CEgD
L6Mpf2M+hxvV3KuT8kvTBJkJVujcpD9fmR64x1Z0BjmFpLadrN/2FdFn17MZGGcximPlZEEZmcGS
2/Hc6eATuDFJnRDj9P3t+V3ZaVtF2KL/Bj8zWgrPxy0RHKRNhXHXlCJtM/TqEOStE7WZue7D1Qzx
ugqcCEzyFsX89coi2kvaBkqxReCXheJugQLF24PSbeGPj2Yi9IcuV8MNfOf1jUTwSKQPv4aA4lU0
PGaFZuJk70ORhnExTM4Jd7xv66qmU7aA8769nK8/I2wxNgskLnSuYeufLycOoeFoO5Tzc/qYqxhj
neFQWio9FbabvCTubN33opB/mghvHDXQkF9WgOzTi3e0lhOZqQufa0WP7ZC29bJrazuP83KRN87D
68uWobiRNs4SefAltVE5k1vkATyaEZnv71m7JD+WojKfC+DfL//DWm7dF78gSGKl87UUZjaz1BQs
XUS0/U+1labZ3ktzkpXGKGcf4l+VH/HjaW5ZGl6dJAHoVktBff6yqqeF3fXAvxxGo0uO0nPKh6Cu
/aMNOHtjw7w+fySG8P048zAMCfjPJ4lqmiuEBbBDV39wlA5Nf8ewX6ejbXfBTz812iDS2vUfnSbz
blSEX2dY7Bua1LaNalACuCRFEYngcS84c2nfW2VUB4YqqRuNHQr/qVy/5I4314d0nfqPbtCs/4WQ
VRAQrsbF/PD2t75yGQCKbrAhscN21Z4vg0iycl4S6qhlPdTY4tBYGptVE9g3lvvaOOiJ0P63ZRmv
bNlTEyYpvGz2lFP3D6kluoO28lvSz9cund9H2X7Fb5c5CH4xSXRzIGKNJR27ONwGQwIdvFVSHdD4
nn6+vXyvm/A35jvMhV/AMlUd+3zEFgBQNIhqxpSgrY94YDrZLqks/6mhyP73xB18D2BjIpkbzPYd
siPqXRXa+UudNPW9n9k00b39i64uAWoHODeQ2nAjXvwghBzyciNztGU1fPZEW93r0jf/7oLa3wVY
Rt+CvK+dWWKgDaqC34TyyPmA7qjqXq0AY0kp8tNMNXuXSF3uN1mlG2nL1aE20BGSCrfTq8qQ8tfZ
C6CIdfSFHVa/qe4gGqhdYc7u6e1lvHY9UOyk7RBcDAz64lx4tRgLlQYDQJVf+Ts3KMafKktGhaq0
s8nF4pZs9LlxoNmiOL499pVp/urk5I4gSYOze76i69ZB0aDxEU+oVT6OujPep7NP5yiNM4e3h0Jb
98rJBLciFCD4JD27BDadAU+Mrocz72PZ1D+IpQwwSu6o2eIEY7cvfSaYZupl1nrszXH8SAv8Aood
9EJFTuaX+cGESvtBlJ74pvWSfGj7JPEitAlqc6eNpJt3Q9CZYYSbptZHbbrptMsrPzeOcnTlj663
HXno+1H96zXNskT92ntZNEz58F4bNKfFuSedH0G3lD9MtRTtCS8gp4q6QS5/YSszthFI2hakF3b1
LzG9+bkJ+t6jRiCDr/PgT8NRr23xdfPRbWEbO4NH52pSvuSOTdzaW/hSYTM/ZEVEu7DxOBRTKE9A
rjRVEXLCwiiMtf8xTb1XPVUeQBRsUrJzolacvUJMrpPdUuW9d8SXE/UUG6faQxauQX5KwiQktw8a
f9qhbdlksW71UO2pozTrTrRmvhwQCKlOoaxmYDUpAjuqa92l7/spbb9Cl02/NX0zfsWL020ha9Ry
oO0T9b2dM63uI1a02GfS7Ts9gQ2ZYieScVxiEVqL+ZAUtXQiLoni38ZVmXgM/Mx8gU/WYb6V+8kH
s5cEmiMSSyhSZhXk88Fo/OJlwgSm2AcTdL6ochv9hTaALI8sS42a/6QrPq/LOtlkRCizuuiOgJRN
2fDYrAJ3j9Vs+E2jaybL1l2V/wwbP8U6jd79NHaWchmepaIdEAUwFLQOKcJZYI0it54E3i/5PQpv
zVPu+wkzzcLyPnVF7R7qgO0f80A5X9upyL7NNMJ+hYAY4mKOsr9BPaDQx5oH1d7npkttoFoKVOQS
JyULrpqCOkGDHeGjYzh63qet3yEOmZtLE6VZj8cqpFpdH5W0cetq0uTLVK+mC9UAcZxdP5uFc/DH
NqxozGlk+YgsgQnpoZ6y+840IK4xC/OQKjdz7oWzAHFDEHLKaLDrTEbBhAzLyZ18Q+zUOFj4qoIF
3YssCX4ikYTLlcxAi1hQFc53tJUUmOKkhv/NmcPOPXgJ7T9RhWtSEFkm0tgv49KU+piH1RLcNdo1
ix1qla17tJOEP0yIRd/PTu4KBCOK9n1gde0znshSRZXRD++KJLNf5jk30Fcf6/kfz6PUH1szTOAj
blxVCSFPee69GSSJDTWJFBNremj8h3UIVhOTHneAxZYHTLPyp6W6MzzkVB+ItRs78nEQeXFFKtCL
NFLVHirdd4idjF3y7+j5ujw5XaL+bROr+bK4WDXAdp8dgDH8htuDTrX5X1Z4xTttLDlXkZd1U+Qs
fk8/vZ86ftR0ffhhSAXbtdUdWBprXJ4W9iINl95YvU9SiaT1Qkpwv6AY7B9xDCaTbFqr+W8oqG9A
B58U+gMYzpaRGLvhzvcr2416Au/mUAFHgddkVT2e5spPdiH0fGdfZkFi3cFNaMvtUEz/AhPbYzSD
172EWGsEu6mv57vUDeZP/SRg3WqnTP72FrbKrsHJtb+b0iX7Sbqt/3adzut2U23PvJTaXZD050sb
OxmEoo6rYAxflDfNzd5KszK9E9k6L0hiCnSMrEZ26d4OZsPc2e5orBF8DMc4lTZF7r3qy6SL2pa2
6HjWSG/ve7MROHGuxop7cCLTYDcYbWNEfZMVsOONdiyesmxE633IRz3tdNnU0ylPiiV5CJt27u9z
g27/KPPxRYxTtUzTXRuICncoNYDo6QXFipPQi+wiPzPE8k+Wp0v1kQzX+WEGc4bJiMz69hEGgwWU
Xq5tv74f+DnzPrA1gBi680v9zuxsfzniYp4GDyw+AvWehnku4rCrCvWsg8XOH5JVTMm+Qyiu/eHZ
k1d/TbOq4U7UuhMpPthegObD0XP70P/u5ekQfE9Nrawc2HXqNWqeyOP6X6zSRVozmt11FB86xy3C
n5pwUe6CUje9OBpZspgicnVCATRaTGugy0rIoJSaPtt+1kbcGqVXHpHQH7JvSCQbVaTsNVh/CHOa
OhdjE092pyR10el+SIKQOys281AZH9UymstnaIkJ0mFma85P6Cbm6kc5Wpn1RTjFUD0IXhU7Rosx
Tf7rbRzlx4MMNgbPkfxIF+9hzlrz47Jk2unIC0KI1tFQm6Itdj2IY/szD1eradBDV+34AaXzvH0o
l7nzKe0FK/7dfa3Sr6i2uYZk+xhj+lTMnXQw90uX9l0KYg/BZqzdwf4YWOjdAsQ74wSJdLZl8SIq
byjTfWuVdsF71akkkOgyQD/9wLoZ9g46kjU8B9QvUxGtA+qWyNWsTuromPTSbacvlU3j074wmkDL
eAGQXvJIp8GcnJRXquxJ1eEkf9b5uqlEzjZb/8npZu0eTM4GRBwD/VsUbwwQm+InJZMh7XeTjSX3
XUYGne6sxKufJmtR6tRjr9dSqncm+RC0KMymUVij12PHXifb5BkpQInEoOmv2gmiRs4hUj5F5ozU
6Zy2Uo/OqmX4mFW+n0a6HocE4o+tEYyKcCsNvY/1kPNR4KaJuSwjtYSjPC5lWCynsh4d69QG7uDc
le3i0iFutGFxkB70uMiptmC2FXbVxGs9jkaK0UCYZj8Cf53SJwnH0YpWt0aBLu0m7UTGOKIaNYiM
+qJla/08bDIcuzWpCExlZbeYQ1mzxMUChdr6MC6t7cTdjOJVh4mpysMddoI19fEyNw06rBv8PRqc
nbZXck2yHdZjiMm75lg9wwBHpHkdzeJzpmB+x+2kXHG0YTQ+h42X2pHVinDcTZOlvhirqaaoohcQ
rw4jne+o0SEn3fT+Qs0qx3lml5ee/ayrZfhKNX9e49ERZh+RCyXLfSNDT+9oaRnheeSdle/RvEDa
yPNVBf8ssfjvjblKv9cuEiuxDKe0OWl3rd5hNVoXO3uR7YMSppE9JvQA6P06JdnzxL3HwkGp/eRu
1LosWq3SC3iwqP/FqukqqhE+/29cFyPBgV/4sMymDEw1LnoE+RAAwoYiaoxhMP6R5VBTjlNhLyNC
xaCLwsSX9gEnvSk8BghguNE8NDLY+arlZu5lhw51Z44DxgPGqNVHWau5O+Z5vc7fCR0tJ6LCVxU/
MzEXMEawSpiPyUA72PKUzpldHtZ0nVcRzWEzd1+DplKGf1ixz7bQekvcft8N3lztOzMNxXdz6o2/
ZU//voXofafvjLmfg8iDf825yovc3xs41YtI085TU/cJLPXQDG5xMhI3b+4nfNuCyEQdbXxvGrNh
EH+7Wu5SI2nWvUdG1z9otejluCydpQhs/bFmqxfK2eGTh4GuWYeAs169rDTRmNOMWLIbrHf4O2Xr
Lmwb19xPeU9cFpFN9+kTl7FZPlmzl5Xvc9WYzbNu0QfaF3bbt/RPBcsHBPuS6gRTz7/LuyqTsUxy
uR6dHJDtXch3PDrV6rI3HKLePWKiS/m+9bRt7zPZBfdDIdafvoTmuHRbXNpUefNUunX/pcKaa4j8
ziBE6RYKDhB159qLAjuHjOqvdvWdU6O+u/RgGJHVrdJ7J1clx31r1N5//8fReS3JySxB+ImIwJtb
zJj1TitzQ2ilX3hoGuiGfvrzzbmVNnZnMNVVmVmZYbxVS+GFeh7uvG6K/inlL3VeUTwfJonFW16F
HbLtgQZ3yJxg6pt8n5PhXVMm3vxlXllwRDrIOT00Y/lEXoEn02XrcHrBA9itc9xN3LddNO2U0h5P
L2bgdLsutctJK8bWlHecwxInw3qki11ldXMfiw4+RBzU8/6YEDD22ImbiZSUlupSSuo8ZbU1j4Rf
NMPyKxZD90otjw0k9zh87l0HqMebUL+XIuCXbiErmdmOopfOTFmHLHTbYBGmKmIGi3A9+PMLjskX
Vg50lEIts2vXdck45nKxGMfwZkuyZQ56VqH30n6tmzZoaascMuvWeJnuq13Zw3fgueV3Wc4TqkPl
CHnHOxmdrQ3p0c+w7qsavnto25TskPJTqVbNKSI7s+RJ1Us7pcFrfq3hvJ6sORlF6ioU7x8mjAfz
sPjCajJQ4HW96/dNfCkvMXxglgYRvXp1rC+rTxUY2inZTnMkVX8XNpG5dpK79TaVcf3gKCpjcUjX
OHe8muV4Be2YhtSfyRR50JuZl3PsQyGcunkk6sFKmnCmcViVV6wRSfc/Fld34w9H2+GYYsU2tp96
sMIks8zkt2nXjjMWJaOXlEic5vV3ZfXoO5h82sbPBr2JKNsT+jvwa5cGFzMJ15xU2+v4rpZe12WD
qG35A1PNI06rqCl/uNRWPDf6Sn3z27X+aXdGf4+NP3/ORzQ+HYMwv6G32v4aUzr2tFE8ybk7BGo4
l1M9fovqtQQCbbh4I34/629rizydehKJtw7n+HOuw0RdqnVJvuJyNcs5qErlvyWy9YNiPlz/T2k5
e5gn7RjEV8o4JTVo6FSl6XrnIYim6aEOaapSDooYless7Dc1MLBfsL9xvKday3W5aOLPKTJROY2P
/WK27qJ90TrfBrMJ+dI59LsPQjX7uR32ViAYUNYdd3L/45tZibNvTXp8GWhMvQd/87d/NdJMmcue
leDUj29eZF08LVO2TS0ZeGuA8OWxbnqWzh3sEp3n0o2tDoe5IP5r23vy0ZMrt14BMxo31W0/2o8b
wVFX3XRxmQeWH6uzWrySVmwN+vPgjbq6NJPdvFhq0Pt9OLqrviyxU55qIJn1YdRtcA2VMwVZpV1j
3w9cHeLGb257WN874xXyNWyv1eh5H1419zQX3tqhqJex992xDYFq6wRwm1orSOJt66cHI1g8t+Ov
I0RN2cpmqJgINP2x6XJuCabhGW2FXbrF7DriDd2oN2acmdb9LGfZ5jryCE3wZ/5wip2H/M8drJKu
rVwbHz1032y0tqv/M9j3bri6UuBVVIbSu2PFo40yxezrvezLFp+kG8XlOTCD26dSmnYtFCGLOlUD
D1NOBaW40f/tfxy/bsZ8mpVlp3EVN/9NrTyqYgvD/a7R+Ljtae9UHtgxka37Qz+Vk0z9bQUq8pom
4ECZ2nE62QeSijND3orzZGyZWk+pM5I4RPxOPD25gdXtF3JTQNJs7N4pJqxlyVu2cn/vmja4P9oh
slMbrNp5badlNidALzc4Kaj1796euEc2t9h2nmyQgurObcfV5GhvMSIp3ab9byyxxE8xDLScM6+1
65wVPcpw2X2cYK9+ZY7mvj32W2IN+1h+2q+YJTMDWnWcxdyj+TJ7dXTeDo8FSqqOw2oFzknBqSq3
es5Q8TvmEXNNtRZjMrnb52rRJxaGj1PQs7K/XqGhmDIlvK4Gf2PQ4R1NqgAzMxvsZOFPz2ljRdF7
5ZRjlDZ1NdRpNW0gLXFdzawbdWNpZS42+M+NRYZ92rGuLZ/9+ogund23Mge3cl4o4v0PRA61n7q7
P37Vlj/cxZuLCNcaGru7Ck2fiFljoMO87Yz/1rIz9YtPe0uT6MinP7dgFD+xAPE+Bt4+de7dee4L
fHGC72NyNHPqeVo+rj6H0z+92v43DK6dpUCJ3z5tlYoNE0kI9gOEdvxi0ccnMVTtbp3p1rWbB0ty
sdJaTfoqJm+ZsMZ0ndet7WzrUksi2B4C2IAtx+E5vB/ZPunyaWwScULP5r3FgyUTdMduK9MwtErJ
0Pf/e2t0Yv0FpRPi3cSOWJ4jn2TLYt78She+v8R9vklneQ8oEv8ZRaeaYSo2BFevX9Q3W+JyXgiU
70kRc9w4VP9YPezsJvLk856cuz3prW/T2G1fxo30lK997c0nx9f9bV3LN8/rLJb+qth0XFPOT+9z
cAJT5fGw1eXFO/zy1bjTzutkW/TI2rLnfFI1Jkq4hLKlUy81WwXeuld7upl19ritFbdtK030jKIZ
7JDHZ3XTfkbIkh/IKy9aYVaTugK5fLGPti1zv2NphW5sG3Fv6Kbjt0JwK7K27HWXNtHUABsOa/2G
MX3ZYcJFA33BgRgcpwuW7nUVLLWdQGvlhww6pGWIEVeZsccEv9nUMv7LbLNfI4v5MQVLEOehccEe
krWftq81ceflNC22J+7HoJLWb0Nm4L9ENmuZLX3tP5SyF39jgOGuaA/tf9u2srkat6z6gpYhaNJA
1+TMxkCI/7wO8KyoN4n5tZwXjTvFWMLGp9z9bnuTk7ub08oCk8oNleLq00z3BZuF/kdSTjuEXW0t
n4k37m97yNHTH+BE2VxJ52M6auXfDbvoX/dDl/ZbSFOwnSxbQ24e7ArIM4zn8tyzndCnlNbx2TIM
j4U/y/EaQwK62W7oIR+DfTBnjQkgc4Jx+qFw63b97qJ9Xq7Ys/ZPol/KMY2qYFVnx1r6S7xPbnM3
3AQkDDnBMAF29ROtE2cEm9GlHv4egOkHkLMc3EytHu28LjXrVkNo1jI/3Hj/HhPW2qddHHkvVtjU
zIN7bD/OxFCuReQm+296077N7JXRLY/o8fsMS6P9h0jK4AVnw3Y4V13kf5OxD1inwrA1ZD8cCTDw
FLe/N9XcbrVrgiK09vHnjfaoM2HG1mdbcDOvoz8wwuFhgfWusctapYup5hdWXEktHXS08SKIITrF
2i/1kwrnpEJKYdbCtFu4PG2xRcdUxXP3SFtzNPnSNK7K9yjUTpoAnX9MFWFmn93cDVwmYpGWd5sB
7CfGr7HJhEf68pM4mu3BxxAm4G1gubyl5AnfSzvyMv71EzTb+TikeGJjLDSwAcRqPHtNyAMH2CzS
1m1vzXSl5+lcjctS0Moht3O9geBbF+fu9xVF2XgfVE15WThR3iczug+Te4svc+NtQiE8JKV5tZLa
ZSWHWKd0B8/EeMi2hPtYbVbwBTgYiCtzfPBo5imsLtrMrFmy/eX9QibffZVULFBsdtweDqdvppSG
a/nsvaa34HAs/RjqyeLVJ5gDp+Fj9r3MH+JmyeOysls2KwbeT17VRBeRxXcBeN2jhyOuIr9wMBtH
3Exu8rMTBOATR7L1MzqFJbZTECffSt06Nh9CBnQW83GgIygtDz5msXSJub1vnKxyhKhSUA9eHiYt
MFB6Tkx/I484FtoHiIxr0B7CBkM1bnsBpFbvnNGWk3cHctUirI1qHkJn4dzZ6dvmJxDKo31QU8L4
g++wK66DU9VeHrTu8Vy2ZvjVzhGrMiogRtWLiUJ88peWy4Y3XWNlnVh787gP3vBdBXRgn/0Qrr97
1QTBW+95C6GCa7A5DzGJsHfH7jeq0CTF8EaVXuODpY7h375LKieFNJvqx1rY+nFdFniURSbbD7dq
ohYEEjM9UuBNlEoWTO5FCFybD0O9P01lq7Z3qdYmLjCQkGPqe5WAuSGO5q7au7r/lhyJu91ua4hf
v9bTTy+ah/qqmIStwsPB/2Ped8UTS7xP8uVJwDjylezqU+s+/s4yKh+6GfANTPEU3Mt8m/ZtysPd
K8VlHvZov+/jbnw9eECPO0+I8ltMzp3/MU5DNGc1FPT+MxStvMN1EAGMsb3Bygbp7uBzSiZkS1Lz
V/olvgoVpceKn80RK7mUwMTWZVwsz3rsGzQIjzco8XfYeuGORURIW6LE4pr8GG2pc60CdRSW1Xq/
vG1drNSxknFJy13NzWnWsGm58T35CaSTWJe1O+SXM0JnPAlvkH/D1W6f1155bO4hbXWz1T1Y7Oyc
XYssapL5FSKeTa2oqpPrgXOY+9EFDWSS42GplWNvESXfd1i07gKivKuHuAmX936ANfta/G1rM+Gs
E4U+HI68Zwo4mP8YwFNl9jC4dxPep0uliPx+aIwIBLAji4XXA4fu/mOpa9mkNDFzDcFjgFMXBrwk
62rlNVzF6ADMDrsnHWh/fE30Ov0jPdwnFQuBF9V0qCx5WeEJxYW0Ur4Q5/7CpUFGFlyQn0RHNsmg
uRxW6U95grvVjUIqy3son4B5oBmTRyx0wga9WdJihZDM8z/PZ+LIvXEh9TU0W2huWyjTK4s4+/Pc
9nLPBIaHJSeoIPUihKIC/aaobnkVT+7lpvzC/19EW/MC5YpfGaR5+cdmYsekY4gs2N01lCaLQ0c+
NUR1yrR2GvMb+heKkODQoExxI6VTQU9Kz3ozoLyfQjV5l0V07fcwTqgcQ2uqP8swlUPBzM0Pa4S9
GOGym2dSsYGen9ohLv+acJD/+c1Ms607p6FPH4NXH7fH+WnGNGU7LcKzCtpJqz7NzTyur4HS4uLQ
3xnQxz6Y0rpmYjqBvQfizHeJXKCv4Xj3FErpt5n5ez6rXVufSb8emA2pOXHOeHnP4trhEb+knV3v
LzGsS1usrplQWjflofEqMYwsoEmrTcCZQx00y+IcP7xjnyETk3FnOI17lgF2osX3zES7/bbVe/R7
m2unzcz/n4+RJZA+3xFWw4Eb7XT4k7vJD1ua2oHJWPo/o1NiBz1ZE6ud9WCHZxUvbZPzK9v3arZm
5z0ZCRpJtbv0yymRs7dgJhQdIDybB43QkcMWnqDL/BaY32YxQiPTMmkwlWK8g37CFZEssV2eYtH4
dt5VU3U8lthuPhvvQIpDcbL/jUvUP/SIvbdzb7ekx3XhHhYtJeUGRQ5zj2aF17xOWLbKhNRuizeZ
B4QltjV+6IJYWFdPOFNbEAk0ikdGz2pLmfcZ5L0h7HLYvF3cJV0M/ewymsJVx66aCsUhAIBcWQBz
+Mr9lp7XwfrG4yqKenRnJpXNFUM6KrH/xHVh4dzbvf6M7LMylNfBby5JU7XLnQ+/yXVwbg9sL/Yq
Dytar2uA+rbJvEiDjy1TiWMROAouBHiKjT7eam444YlRJ3vaTXVCnhoHFEoSz/DSWyObP0U/b+Jp
7hr4SLQldZwymIif9M/tkTKo92HqRLRk+Yge9W1syLq9b3XEFGQtAXkOWHB7J5ZwBpmbMdLtQxDM
YiiSqowBUIK9uk8SqzseLEIgH6ZFsxElVxcKz99rNviXat6mC8eU/W1yB/u/wD2IqKhvClWQnGkg
Cbx3Op43q9y77P/+WsVSecupVN04/tzHniZedYH9tKzVgP59H1m39V3pgK9axyLTmL3tI42Ik7ni
FAKz4Oug91M0m/V71/i9c1q3Ei6L9ma7h8rW9XlxfGg741T8dLWgw7nuiHgtxPX+KlKDA7SE4TzU
WwUZtWT9UG38Q6ng4j2DFeIxRG1zomfWeOPaZN2lzFn6mhxdEGXQbN188+wwb6pD1J9XbATFl75m
A+Pa4An1OcNP3mmzHlM2wdVXtEyb7k+HGC0r7RkmbqEWjvg2gKt8juYwWKjpm0RBxWG/5mWzYEHE
Fnk731kQ1O8zbZP/jWlwES++t8/Rf+DuNTKBqIG8GQCE9rzXtQPGgxaRrrfS01e3yUWwZ7uws8Y+
S3kthxbnuOXo/ObqOfty5Og4qdWw5uXxL7QMP6gYgt5RavT0695ivBTxj81oNCfJqYnrIKKeDod7
6XvRvbfV3PyqNnhkvFqmCsGCkyjDZufY/gen4UAwGLi4hnK+x8vpMGJ1c7AChBD048gW4apCfD2T
NbkfD0kwXkQICAqpIUBTpCYhvpgUaAVMHPV/Jngzle4NKFThDI4y90fXecVBvrti0cWd8wDRu7gy
a2xL0VdsFuRkEYZ3rn9TH6iaWp4hvzg44YJ6hykXwWhn/eQb+TwdmEOAjZEzl06C0jb3aA4uapuo
17EMxxfUPLP/arvcp1+hML25bNTyOF1sVYfvbSzciE2zFgp7x62lfoL3oNbBLAPCuYvvJqz6YrSW
VsBcvK1hPwKzDI4Geeu9T5gjjv5hbSv5GWrK/vfeb3pG0NuZz/nuHdmWrMsHUv+yK26WWHXOZRbf
Z71F22Mz2m57BWWB9R/+/1WMHfc+N5he57VqPMQGuzDt90Mc9Zx2w87OXSKqFs/dpmk9lrCNuO47
Lc9Nat3FmTuXWLssGK/88IEyeLIQhwzZTuzHeHIGn6Mq4j9/zzoINKh6bH+E0978tY+6rVJEJ/bX
tERhfV/KmZw5yLtwPTmHEB9aHsN/seilKXB1avWD2IYtIdcsnvEJ9Wpsec2GM/Cd4yzVv8Fa4jrD
OxojR5YZ7TdmIPTnK3h3xbVnyFJujBKrDZyV83uhpGcjQSe6wBKu+rMhjfpYUdJrvkDrhHnsz8CQ
0vctN5fJWOlfIlqmd6LqE0RKZqn6E/nULrqCugnzYcKeHheRecaUyHYk+gEzJyvheb6pm4elj9w9
bTu8tnKvWgDvZ6DJB4MQAGXRsQf/5khh84v1+vyNHDeJOYmMj/chFI6TcvZ4MNcddooPRlAS88is
ISGlwMPl4ywXIP5l3q2oEDha6l+bGm0/U63c7Efod2cu/BHrtsK1yv45XkZ3B6nqOcXKZTPqNdRW
GOZSHnq+a3eLlkF20n8MS287Cqyu1jo3e5vYBeVN2GkdB2TRzNA1xRQLafK1RuJ2w2ePhzFenPCk
DuX4rELN4ihGqw1DeL6j/7QU8kAggo1r3mkUgK9lEyUU7E2E9yV9wnvp+Qi+vATZqgKnYeGknEN9
ShIZPdOGTD8hvDz5FC9de1ltd9eXaeZXY47Rd0+OPyk8zGYhnq2xi/6FpqdLgHCNxxM8vP8saX1/
QhZMQcp+DAIbjMAxCp3FHsVpUCOAuJY+CJNVYWn9X+fV5khb1CGwo1rsXU6XifRlMVAgYlj8ppjn
Udk4xuLmFdhVG0N42IxMKbobelBbIP0uCLrlvCZJZ6UT7SFrijEYKhRg0PlvM8tGQbZqb/lbHpSx
+3ZFnpGXTu+oXNwmSUbZdqOxLqvmeVv2QX40HXq/B4sEvo+bqNSksX+YSwiqvPxknF2+oGoH72nt
y33IUc2UQWHRuT6YCR41c7RlHppl3/0UPUQSpDX4/vaAMZR8r4OALDGeZErQsQaUPyJ5xdNkQqJK
0V8cfar0MfwKhy3o7jjPgi9dbs3TgYHOR7LMIW7jR4DaHblE9w1/f1Vmvg3iipLJjl/A+P31sQ45
eFIh6wSvvi1Uf03jA8nj0FOZS+/W3eNhtw0qKbh8gA25IIeI5z6+o0n36rx2YEDyI6yGD60IxD6h
iJb2c1srKg+zpPw7Hnv7PMjS4pEcqfbZWvbdyVlJZIFABIn9fozDuqTKIssZPXx5PE3aaPknmMz+
vLmeis8096VTrOWqEjSMVvLLiC5gIMTvH1QJVZHzJ/LQChad8qbzLSuD/bTBq2n9dJLUGaVIL/et
V+0r7AE2d5kKG+9ZWMH2m2NXH2TGeNNeuKszfa9a06E/WvD3vIyJvVd3otsWGM95SJ4csYV+dpQx
1DJGYL17qZJ1/MbsPUBJ7031TBGYo7xG4/sljqj96akKMP4Gjn33h7n+aMvJi7IKzIjvjHcPD2PX
xacyJmeiiIxdfevtesItckVyhHqoLytEchMFtdqX+Q3qI0lLTXAwStLFA3xaULXSPsT1j35r+qXo
4kR8lE1JUUAxELwgjkXI5fD9XoclSAJKRdUO6SZnf3ncBqv6CcBK6K7dNBPGoomgzIZVt9x5vtmP
bJ8aXB0xzNv/A9VjcRPLftNnWwvBXWCJhnmsM4eJvM0ikf3Wbf3kIlfbnRrjdGt4Mknn/djYr3Dv
VOzoO4Y2lzONU0WdXd945rUD/PrdxsduZWKLmCoYM6vw1Gwq+jQ4RrdPe2Pcigm2H38GhxVtxR5y
SaixjWEqaZbJLqIjWgF+6r7dLu2WTKzQVl51BYtux9PohO196KE8hhPvOVL74wDlN6Z3f1u7n1jn
qu8rvk4yu48tILPFU6qlyE0de/ydw3V/HIvXh2d0/friMgTcxn05v8TacutiCQKezBgR1k9c4oBF
deWNSMf7+q2RUVVl87YFf4YwQnE0EM33zRlG573pLGWhkgsx99EJ0bLZHNF6nKxhDX5Gau3/NI2j
PvHIYPs8nLi89GmWAcFqE5VuQWT+KaQm29kNZ4upbdy8hx7N4I8GFd980tA4EeqOG+0MKbexy0h2
tkDgTdfWjL44MsRZFW3xKPr7tYz0mMnFbb/5peccmcZNxjqb4Ub5k/2jXge0UXAnZdR/ouDxJ9QI
DhfKbcIAypg54qUJ1ooo1ybRv5XdUm1wcIofShuF5UkfOtYpWG31s+w2GxWtFTi4TXn9cKRWC/NO
84itlKga0RZgpMOPASEj0qzV6ckb8iccZ5abr84FgHShyjuLC2rYVq8ljzXi8sYCqFjkGCNp8cMR
j+vNcy/15tjjZXaC/TmE0mizFbFPlOKdsrcpRjNS3uxEIpVWwQHpYvsAry9RV1pvyKUQZVTL2n5T
Co5uTBVT6x1OCd2Ivko3iJ5Z6GZkolWEOLKEf8bK2j/yVUbJzC+skNOhf5hMOiEiXtNaluIE+C8h
DJOj9pklVKV+JXhQ/Wn9MvoPPVB078kAINnR9PXodJowyeNkq9ei8nbXPUdcg48oaVy/QAS3XTfc
ctYnkra6P3q2avsJMUag7pZp77fn2hHxK3znNGZCSfel1XiQ3anJGX6NiL6RXPk22XGDpbcnAgxD
nXab1zwgMllnAuAH6xOGsEZ3jFA9c0XISeHqoX+dhBV9aZxzkz+IDb311KI69+EzdfuIYB7wUWx+
8ndSMbCSh7KskKyUEv3hdlOTxWr1rUt3qNagXz3MeBes5b6fh8UZhlyiLvQfIEPKly2G/z/tchTA
8F5V2qd9aSH3rXnuiC3wGuAgptZ3G/1rf2KwCE/yqO39dMsiYUPEiFihWNsgFjtIt7HYY6Qgb2re
9p/VMqnnLYwrcdrKbYYgCOVcsklow6Z3ge+DBCjLkxgIusF9pZH+pfaSTJj991SfTz36nfzC1p1z
7hjm1soNsrbu0YuPcX4LhkbvqS1oFhDuq85Jt27f8nBmyL0F4DROGq4w2rh/o7s4sV4bwcSIoH+q
4lu6J6I4+0RaissexLYe99WoKPU4QiANk9NQ/W1YjA5puoFn7nkuvGLUI7UQAla46I5njnDM3/sD
1+1g/tJuzM5ROWnpZyEL64A+sdpqTo25m785qwusw6AKu6hvuwZIyed1OBNZN3WXksTrt4rs3e5B
+s020lO3+h6Ni/g8MFG/P/rKcwCsGsqaPbMSCSV16N3JfU/HTmGJJPIf403b43l1Nj1exNTYRz6u
dMIgTQDBqUMqEgc223OXOUDGzYKx1yHMmpzui6HIZ7lIOnopnAbtC1L8mpxVlJb1fdBbcEJ1VLc8
CbG3Pw4jPm4FQrSxsJtwmhh3Y8FH6Xf5018O9D5CDdM1cQWsMk8EfLjmbiyvi6gQYsreF4+J4LRI
K+uowxThqCyfY+U0CIbKw09e6oSYm6LbyCV4jBSzUEZ4R+Jd174aRtqNsFd5vYdMox3ipQfo5mk6
M8Fur8Hmo0+rfBauU6eMXXmlbC0ro9o0/RdHAFuI7teVQm6SeMwC1EzlKSDQCN1Jb0/OdQOdIPUh
ppIoksA+ZNN3f6MInqwgLI2XN5qX7YcFzO5RDRn4UlSY1XGakJqRSCdavKw6R/Xf3KbW9WnoPNvB
Z5HDtbBqEUBMz0pz0owV6fBhK+JPg3KChjwJa9CPdkfar9ENME9MCHMb5LlAZuUG/1/HdpcfqhyC
TAeHesblQewF2+mNzIzZDggCtY794wh5JNImcdsp7wyxsKnhuu+8192x55CvaDFWK7TOiqqmTgtB
OfWpNv5NY7Dr8snflQCdtkRdprOt1XcsruWrnuTK2EjQaZMJpPcBlCWLMmkwdM2eed02mKvmaQbM
HY7yR8CffPG8aH0fFrKiipELAWMYKYTGso+kuPNASh5BsjY8Rf2bw4LL0fEstenaU1yLCBv/o9lZ
wUH9KLNqt+02v+3xQ5tSNb8ilga8IhSr7jBydlvG8W0nLyeeCJ1NG39CPJv4FAVEhnPJiK0QRc1o
cDbsZob23VJNJK9bGdgPo7vFQGsOm4wLukewg2Dywns7YgmL3QbdvpHZvsCwReNyv3cq4qUGpfrq
SnsKTwDQ/F/ZcahmgBPr+0rfUabemjTPAApBXDR74HXPUSC2dz169v699erKva5ETyZfowr3a794
0oKsL2v77wFTJp9GiSVWjvrdx/Le6fr1XLp7d3YR67f/OeRThf9sYe9TijAAg9TWXRwSw+PZfiES
AaBOmCV4N9Ibhs+QMVkCxzby9qib2yMjjgHo3ZLxmU/pHRc2Iba73huq8BJ6vYvINjJD4YCI7QVb
ukMP94Q/47VizWnn+0jY9hLQ7kdVjdQWC2X9v7Hy7b94DiI+wp83fC7ZYQJqPyo2GFugpuS8aWDt
bMODZoWm7Tdk5Hbrfwc9c2QhsFPfoWFV8DdZBeskyCZRTzsIon+uQti/SimT8FH2ymzfNQfdD44R
k+R+iG1dhpqjEpA6Q/jFZgwwrdSBbJ4UE2tVtM7cHxmR31bMben0xRfQRSii6i7Mx3kG9xgXYb/L
Go7zzIdBCcnAIr73SIKXHDTXXQqXNKa2YBDo/1tYV2z/WWE5/u1GFBzndom8NZ8IDH4LGti2Vhrm
fw/YJFihmuvj0+axJjC4IcI5SxJjnltkvscdb/csPps9QsSVajWpX8Ak83r2Ich3BlR/JYqQxZ71
W79Vbvu2igBP/S0I0db7Jhl+l4PvPHhSAxF1EY1rPsQ4w5eVBk12Dts57pEg9iZrTb+9rdHIogdn
p74bfTVizm8NSCRhDHlXZeJTkb2tp/bIbQ1f6rDfkbJbVfy4eNMa3x6YFabHDk3bZZUnk/rH0B5V
m9JCksYAe+PgL9RwN/CCqu4bJIXyuqpoRsu+hAwEZTzShxKWJWmTxXDo3PLZUEnjzZEHHYtHb8GH
cF922KX1rBp7/+DlkurStmtrnysOvgtMGUKqdV7dR2xOneNLQR+UBRcZoaiPOzVap20TD0mHsUnu
RMxD151VQx/FD7G26T7t/6PsPJZkV7bz/CoMjg9CCSQsQ9IAhfLtffcEsdsBSJiEd0+vr6iJ7uGN
q+CUcXlqdxWQudZvLdRiylzXP71NCeGtRcVVvB9h6eyrei79XaFGy9xZRKV+T7jVr4GaEGPPIEBb
R12YHr5eAWnsTf95FKsxBWvWw28v/PU5b5GyhmY7ZI82eVdTJIquvTUWe9H7yi2A/ypjKknjdRIw
OrnyotPijV4gootez5vctJ3qs/K6BgzSbOJfQJYcc4nVjPmu6XCMbPKMh4wJJ0/e0kJAojGzTsGm
rFbwFuWBO28SjWDlNC3gREPZgdLOphLQDDW4PHuhKouDgsuSd60xrbeYLHCXTb27nAt2dK5k0afc
2p1I+3DFZc20ZpeYKTPQRPdmHjF54LbjQPAbSzwgjJiLyOR29q7Huq2a40KDJdYym0dyy3413zKT
qjxUGbgxizVuRLBfco7RcAVyiNDfCjsiuc2zorxPxidfMTKfzDxlUZKTEZ9r7sujkO7wWncxnJyk
dQQfvyoRoPU+J8UuNizxOrWMaGGpmuHRwZV3hxMe/KQa4+Ld6Mf4SQAhg8Mtfa43TdMm32B7bFN5
TwzJs2Am+BISdBXojkkeyrVY7pp1GXnoc8wxe19Uwo1y7qZ7YBcHeHvAvrv3/dh5XqSqjOdAyZhx
uPT8V63r9U0zN6KyWDOmrtGZCe0QFQHLxiiQFrZm2d0UPKjF1kuwQLKXTW52lSTdAmfEvwlQgsLS
EyiJI3b24IvhuXBKLzmKok8uv0+ZYhlJZ8kAy2QHKeJISpwbL3sEjIyzA6kS6Tv2GDGDw1Ut/KGD
ZWnHGVFVt1UpnBu6czL0o0QVPpV5Zbzx01TLBplc+awvnO5Gy8T7GalJ/tWtYLwfZC2dqF/9tvge
ql45lxPUmjSkcS2eW4sSvhPa5rV6hH93Ek6e3ge7UcRTfbe8mTB1sdsw/qrUZFDLhbUhjmxEkLUY
NMaPfp6fY2+U8wPSW3kaWtIaCY5DWXCoqtpoDlYHEM/06g/2DhQhQzE+oRiCSlUBjHRrf/ZCFtwz
pGUR6ZZO/R0BSLg8Fbb0py4T4kt2yXLqEjMH1CzgzpEIrvMd1t/6HrlaooE1yJe5t1O7ec60ZbwM
ZdHKzcDccWt2wogPdWcY12g84/7ZqvDdRQSVjgd67wGxjXJUD0yJsuHnS0YrxOAtzn6jPWS5AU9Q
aIE+ERngzOLglYOn9zJLlmZvL804bxM1IA/1695RdwE9pdm71EEb3AIMzON12zJcRvXs7gODNI9+
sD7sVVmP0DqiY+buFmefxsLKDh3GBn0hu6xfSjViMNRa9ffAY3l6QNSY3ebLOqZ3gA9+GmarO/2Q
78/xlOJWn42QmL5s2NmZ6WlwuipbN13scUNXFe6wTW1ntrdfZoCmg1M6Xr0tFmnvy56y9F2a0Kfx
bhEdmRKSpVo4Z4V2DHwLKCAaFh+XNwoHVsRomXSaH4t6aH44upOnVfbGuDULBVVVyw6fjKKd+ddg
Cj8jm1+ms/bYejd2NhHyNpir3E5W7eRRU/rK361EQOKmmEHsi5zvlcYUbmDHWcoRmrc0MbqasSmP
ONWzVzQkfo7J0ocrZACKmydjMapPPBvQPzXAKMEAy1BLjCItPs9Ma30uksYkpamn0HA/dXi1X0jr
nnqoMDBsuHuduQzxjs2gXCzIg0qb9hQEd/1XAno+s7JXOfpyTMvA45aBOBGPAZLcxrT4p7Szn+0o
JqgdlNdjkICVCXxajKPDG8Ri8SG5BEweMBZqRMgq2TkNsbgXhYD3BA2R3syYctKwKhpb732nRnw7
uquE+vZr+8pkMv+1Km8xd6sPvxA2BMV8daz36RFyLv+xMgdVYjKO4yeHSD2jsWcM3WGT038yM/N8
fC4cOiEeN6sNlxVDbFSwF+LkcaoYYtkOvA9ssiW5IFnpmzBJpf70PDzTLXirt1EMfOc46X0q0Vq7
/WIUQEOmJ9sJSLmodHWUKCUeKkrqeSmLeXbAKXP9Ow7Cf7cHLA8EI0HqWsnMex8YNjdj3XW1v28X
gaQ1cav5E1pbNQfEc+4N/vNsuV17pCcHlnkIRkLn1wEXZS++8Z0BjuFTSE6lwEuCENIsis2cytnc
YmDFlOn1rn82Qd+KXbEGWA1JIEDjZ5u+9VOvpvc6tPVwA08LRF751fjc8x6XvOVuecYMg9itGnBJ
qVLCWYglz26nTtpit3SJzVGStCjtU8TdJ8PhxoloC2tvSQivP/3MtH+XusnP64IfALrM1jB6mB5/
KXaTT5K9FLaU2iNjl3k95Vv5CMpoyWoto3Eg/xu9YoL4hn8guy2SifWOt7r9QvFI/H9XwUQdcrN2
DwwABClU2sCNZHQVOkTSIlWUNtJy3gPWqCFSiVNZG7sK0uUg+9Uaj1ORV6fKEVm6SYzKsw9w37rc
JEQNEh+hxdq9ObRhmEfk5PDupBuUiJcQzHVIQXjww8mr5iu2vCw4maxI3fWIBPlez3bpkkRQZtzn
PrPt1hdE8oVKjcu1nC4QjKmmwIumzrb5jxhelX9kKz6WPcA4j7mfm0b7QCaRrTd2rIJzahgXwC12
1a1Dn+KPQEQi+H/PvLNI/eSDTSBYQ2+KC/dIVFtVnOsCNPvBzBojO1Zrm61RjKIfgWtVmUBE2Fw8
per8rs0nZYbANPqjDAJoJ7uqYBEnkwbCbZ+YYxrluM1vMIFiV2SttDFru9N8hccS7t1j8LDC2ioH
JKmDRzBll5f2HFnmnDtcmpSVbupuGK+suMu+Lb+39buXzuafGV6oUpEom7ja4j1Kb3zgrWI/6SVA
1UcBQrDpOahvEWNI64v3qYzPZaqtG87JlMNZO1N/pTkQMDQW/H3mVQG0Jk85QVTq6MAJ3k5pP/7x
UCN9C3bJh55sRXs7r6p787ssGbep3VfTQ4XgO0qx3eLab2hdrPzBC06UZSYHocsJ1jNp021mkRUc
eSiqk52Mbb88grlWDa3bAacv//52Ztya8uch6ER/W+SZOns8Owu8VQPWEI/UXuwHQGACo4q82Jgo
6vHkEQj/Yk4X4SNK9OC58vHxhu7kNR/JmNoXDlpROqZdavA2ASxyFtpOnvzRFZQM6gmwT/o0oCsi
LpX5USuX9ytT2DFDg3OtPcYqHt8c5tW7xCw004NtTd+O2U5Ps6J8gyFzkLsAi9aHarOujBCPGQdR
dfkfv+1ZyHNZ9SFslkWGOtJlGaWQ2OMutrNUR5Q3izcUT/qP4ajuzBPRcCOmynso60zEZ4vigzOx
JrM8Jj5p3DuUs1giiQkaHkhDrtcI4x6GlJo8kfjM9oTkxish/MMF4qELW8sdJHuQdt4h5YL0YPLY
cwXmXvkCjNSNVwnyvGLnUjQ6Evcoql8Gd0dSVBBYglvKInUet4NvH1o2IGx0XaOxhFhzYm2UuqjV
dKbM8or0uXHa5UEvYXCrQt+XsJBAQ6bykfXPsbNeV4oRmnlmcOWxaqxAM7VYebxbHICK7eSZ1o7M
Lp+9GA4CcVxcNpscuy+tnXm/4PJcLOM4TQwo26mHngoF+AiKAgorCJoYJ822RVJSe+7HiyDcsrht
SJLuPORUMTYw9JnqllJZuCyp5pYommmkKa2koXNHLvfKXVuQ+xISOdd+TFNXPMVdtZSnYqmW2y6P
hxvmYMhKaVsLssnObq5idKNYrI24YwiXxnBr4fS38FU547mrdLC+4P5fbzzR1ymrv4VymmG2BXBb
fYzkvBIPs0cQ0s5wV7KA+VZ8j4gXTqGT8rnt905fFtPOgGrkskVIp7bkGJS3dP7y0nL12Q/synZ1
iGtSTcjgaqq3toi982py3IcMtuVLI1V5PRK7rKOkiPsdW5iPkQ2Q58igi4Ip15okfdrL/J3DGO6y
4GoX2trzmvW71jaqiXp1mqjP4viGQJM+uQIqdFK1aUsR8Gc144uRJ86pxuTNtwqFtp+LxR63HSLC
IdTApQDzmWeV39ZEwcB5UBjextDI7Fm/FkSsfJWNRD1m9OZs4Wkn8n4abWcOKy21t2OkY/hRhAjk
IdmEDXRZvqBLhKA3k205xuKsTfdiFcLopxDUGxIZwkX1uMlnZOd44CwblLYnaTBs63lxIu8CwwDM
2DH+OXzqa9igROpvjAWtyG2de+5n3dcSjT4DQrtd7TkQr9xwtX+aKd5boc45fMN01i32sNk10EM4
aj25OXxMFRrT2Bu7umEijHrRcIJXaDo3Am9/sgmQL2If5m7czJk/3oCXB7xYDXPdrs3xqV4SzGd5
Rk5FuTjgQIPkMFPtd+wOffKMcjTtdg7PUbzpdUO6kA+7hbk/H1qctxgI07shtuoHZEQjflh2QX9D
VkfwZU+Dnx89nY7f5byk14M/uoT61KVza0jHsf7k5CChjk5RqoQ17MYQXYZ2loI0x3jYjos7kRgw
XVxkS+Leu4IqAC51owYItYauuy9z3PN8WIVtzHfnrNv6WWM/xBcrLBO3sMstO6yNO7lDmoGDKdXi
HnEF0rhRJPrm4js6ziVSD6CVEoSjbFPsTU2QNR2rd+Vle8YmfA3SXR7dmnzUjyXBATaOgV/eLdpO
q2Map231Mxmg/iEWCsh9DU/dHdDnetfo2XuYscbC2xAAqwEDxQFvfol08B72n8GmtQZyf1wCeV5b
D/dIKBdneQILt+/boZ0/M1jQdzdea3kjc7USZsMGDDhTVyVTgFf8mkmy/Ag4nDjs16F7zPkHXVAR
2N8oT3Ensotl4q3TXmzJkIoWn1dT8deOUGZ1GUCU9tpBtM+cBH1L3PFGEZkBIwGSsTUTyoNSRLv9
DueQOCWra2Z6z5nRpieOkksjHCJmd2uhI+TWFHL9RFM0rhEFzL5/ynMgyI1tt/O5Kbm/trmVJw3h
VJaWj27RpO3Jr+Lhj4b5wAtFoMrLxdGaEaWQzTeciMxbXsblvGvTEti57djWSdtAZ7FFbZWWH6lR
c+YOQrXBUXWTeZ8uxC4eTN6bJEyWfLwxhmAZNgHRCywZTsfk3zXtMG7Y67GOwglMWDdNwofR+uvq
x0yJHAzLIHf6razoqiLKO8EXxl8SA39ZbnLVI/p69yA0IAWylORxu/fSIErISsk2KlfznaYx4NUo
l7V76iVPCE8pbzyq0Locnlng1fDquUjTscCu/bNBTM8rUM/Fu9+k+i5Ocv4aaNLhimSOhhIdqsrq
MKh655FcQjIIpkyt3Aos9+ghMR74m0AJ/zYw+xYD+Izad4Q3yHR3ZXvSR6lhJv2djD233ZlkVLxS
Run+4euWzsGOV8HC3uFb3Yk2n90DElt1Mmkf1RvZOSagGeAAwVA9at/NSs08BDhrr38dFDPr8Kh9
/rOL6y7+udHLdKWTpOlOUxZ7MGg+MTEbQCQfaATkAQss/xcgIjh6vcMHgEtopHsq22ABGXBx5WKd
IiZYojvSxeJtW8YktqO8SxHoDm2CBAAolZG1JjYZrQB5aeZ2xg+0R23RuFsDKx9DASifiDBYWmW4
VjZmcqktcd90MU5sjki9xfuaGpthQKOwybp1tfAR+ao9TJPL+aIKnaivkt2qJ3OHytlwXKb6PV3W
QB/Q9tluKPomecrcMXkeMcHDXTpB72yTrGr/AFXxfflp3r13hRCwQ5hKvBAfUXsFLQ8r0LcLQVyW
nFN/j7ew+coHYqoJ8/CXOByyCt9HjFN02Q16nO5XOmbjUFQodsk8KfNHUmVWc088O4a02OVnOBXx
aE0F55q4xBuTPlegSzKck487uD5lhUcEQcU03+3Z2tXj0nG8bxI0bD3/AaDkrYeVf9oVFaEroZ8R
BhfJNIgfh1Io89bUpXtEDTBkG3J2kh0JzHlxWKq0z86I7rjQOpSs4hQQaqtDmLMef0ZAfiCiJHcP
G9m2VyYBa+bGb0f91E128GRiorZ3LS/OxfSujf1QZ02y5/G8nPKD0XJKD3W+g9UdUA/NlvfauSUy
w242EDCNNu9kMFj2fmoG9BpFZpX+ftTd4EYTltLdha7F54L99IJQ2kChGBxFvZv7yX8wWo3oI7Or
vogCtPrvC8ldXlSgFX5AiQ7bFOM4RopOdWMbDrXllASipGiY57bF02PAlASITLFlMX5lLGqzg4IQ
e9FMLttFTJg2ZqPCnji275E79XnWK1kDCJCs5nbis27MFf/ElvAMI+Fzi+6wYJkyzkC00t3MuNAn
pLm5c4wxqA5RUaUAppwcUxDiXvvPM7jxs7tSWQCfDexUaMI1xudpGSqxGwqLTATycaT903m2f+M3
fTtBx5Oeg2ZOdbUZ4l72xCaLg+GeH28sIDMq/RnQA/xWI+jxTp6MlTiYgVgCxmbLqq7kPKwub5tj
fWDv8l644XNzO6D4ZNvNzODTbA3zkXAAtt9OT+AcJcreFuPid9B0q7UpiZMZTmucmMkeEDv4qd26
To+mFAnB54DwxmaSQ71uGwqI5itCJ2QWMVAxB5d6bF/XNrbTsDV8jYHZSE0ELL7DzJ6jwRiPplv2
vD5BUc47qTERRHUCur91HVI9yNujeBf2Pza8R5IaMF+4Cerb3Qq0CKjnzPbRBAKuIWJsgtccshRP
A43fzoa8MXIO5rmbKfUTts8RgmDxXjWzsuGjB3DuFJnwWfoY28mD5RWNFIwRwX2WMf8hYSV+lq5R
ZQfcZNYnZBHBnIxnEzGcg2VtF7A3c+P6XafhuRzMw/mYkzeX4pPhLhcjhVPOeMmgRjjMwOeh965C
IoCrXxt7lz55DrPZRpVc/VvavrxLil+KT5P3KmDpJ39keGbY4lfSFDaukb14pnoXjdvNiNZqAlGS
dC3vZEAl5H5mCuYJBxcoH8jo1GCVqw2WkHMsvBkFmvMD8tiOPMnSA1CkfaRCh11ZbozX2BP86JPJ
V31btFATRwYTmtPZpub8hGhHXBqjx5zoUadIfXy9PsEJmLKh/9ay4SbnsFjXs1cMFV6Rci38G6yz
fXUDAO2+ew2U3JNBCoy/XcDt+EADWRfBFmuNNUoWat27OFTByoYsaT4DZI+nEvPWcoXMTax7OeEb
3o9+24638Knx7aDd/FNUfZc9IAJHt8gzuABR4jRmi2gkNSZiGB3vQwL5qxOOuUxFXZkwUeT8gBqD
p4UUrOl0b5xSKxYv+UJ95yEfZvUkdE/Ewaj1hI0gT/AJ+X5WnPlixrug0zrbcv3o8lN1zDzbzsjW
Zj842XKNnpzo8cVs3bc0R144837z2iZtlyKB9ZL5trqoK0Gg/AdBPBV2X0uqXQPaP0G5QCA8VImL
+AIfQT5c5YGcvZ0wymq/CjYgPLqiIZKCX+NsmvXYbMhDC9ztqOzR341kqaLXd0jrx3ahhuo4Sb99
J/2zhqKQ8FeHaiYZcjt1LDYHRSjEdlFBr28Dp6/enGzNX30iA9mBzHh5Wlal9JU1I6fbMtb41jax
0C9HybwmcdT7CyrMlEAm3o0ErRbIsglTxCIIvz/7FjLCkrLqlPig9TwTIDTsdZDk9obvLx/x9iYz
D6tuq4fCUJPxjLyY9t1A0dV25dGJGW9RH6cBnJlgSTKnqSoO7HB5e90ZTXcnZlmP27GfxgyVgkqd
rUn85VuOMivbeV3QD3vIlZRy24CFa64tVB6QJCUX4WqocTsETX0lpa5tcmS8tdh38WzxFjuoeNk7
jHL40wcz6qvaIQMQC3rg71fkjGnIPmGxT65mKQl/zHv9OnMnIfcwjb4MMQhVsGdg8jMuK1uVxF54
Qx0iaZXzHfOgVW/IhATI9XPtnCyFwPs4tnrKjjW/BTAB0tf6CiXoNG1XVEzXuT8mzu3U50F+Pc3Z
DBmdd/Me+Wj2PRmGJyjtUvxoprVaR9Azwp4st7q84J3h/Fbp2Mw3cL9eu+uKsgtOs4ETEPJgwgQO
tdYnW5O4T4KwOlu8GNoZQEJWt+f69xbAHnJzFLZRN/NxKzjlxaNmUE3k95UgL3CFjQR5sxLztquD
ZCKnzPWcbU3ON0dCz9S1M2swIxKLCOZbpTF9o9ZwfnPd4r/2S4XtWGq9XON7S7+ZQuryYnvvo2Ca
0f9dzvKI1WeGlU3n5EG3CnwX8QaIoGiFVJBsVftDXln2yZIFgRQz7+09MID0CrdYR/k26rOBVo6+
GB6zSbPX9amM7/PG1N9Tj/+YJAeMhdvc7Kh+TcsVUMP0TTLhPdDOgCwHi5gtn0ODiwh7w0taNto/
xYkeXtZqXR8J0SB/gWn8B7OU5vDx6DcmhKELDrJDvUVYz7o8ibxxLmKGBUWgy9N138lUHajUSu5Y
myCg3B7j/KlwOvakS+qY3hAPRoyC3ZqGCv1+NL1j3eft99BMWCStFls9ebQN3iUf9GE5CNwI9Utd
EEK7uxSE/XHyuR9OFe/uHrdy3J/nvsp/QRQ7gbiM3jMHmUZP/CgelN9gxC0FkofSl/c3YfAe/VI2
W0LpdBC2Mi73gQoSaqJKgJDTrFRhQvqtFritg1MB1Uyd35BVlhQ3hNRwFOsxZ8p1JZBv1BSsjJcl
doxPvoBY3Apr9fRWtAGZtU6Fjy60iZNFn4m7vb/RvGkfdhv0342n4yuCfwSq5qlHD9LVjXnJkWez
YbZ383W7+ql5Tw400qc2KOp71BFQ3B0/86EjCgwCnx3xQ6B/zyNkvAQ7kxxL/Poa12a+NXLp/vJj
teamIoM7PdrZbIHW1MQgbmKnyJ0zV92Q7MkjstM9Lkp+Av6X48FXVcHN5Eivu4qRRHfQ8kvMI9hV
/mvKjNIeEkGMtVlVxo8j4nw9rNWQWbtZDau+uGnKexSvYLH2ZPR/BAlBEplGv/6WJTF718S3tHKX
jqL/Isg+/WGfmW8ypI339qSx/VWFWb/kvimfOfSCm2wo+7cAn+SwTYzAxyJf2ri1Jus1YZB8cdZ1
msKEHISeNW1VtJuTg33MUTWhiMuEzXUulr6LcvYMXO2+j+q/rwdimWM7dm4LZPYGR6gavtiXYS+L
KTP/ZGg0P8ZBeu+iHumLMBVhRyzbifNYWAPCKE2HL9dU7k5n8rFcuSkAJrR4hxIr46PWiT9tS2Av
e6MwL7c7UC7jcY2z9cMSbdtGFFQ778DkPOaUErEpETzb3i3kGBBhQGAL1DdypFs7AQgPGWIsRqXK
zG6MBj1mGPSJnraB4RYgZ3BBUddm/gChDgOBXNWafuxFFXeU+8aonLnCSKqK7Q7hXEzj8sbxplld
kcUpnvuRucAYi5gi2XEGuhQ+PNvkeJWxiQMZuDf+GpikbnaOeHfxOdyj3knTTY4clQLSihZ5srDi
4QAjgo2/agz/lSZVz4wMZsAdYCZZREMxEjZCydOc7ipuPHQDaPE2uKNatcUTBo7plESxPSC3F3jl
SBPBfVYPMNfzhYqoIHmxWhT4i6bVMvt9iqzgkgjQFexcGRxw2DlwgySHIR47EV9o7SUFrs1t5ykC
H5DnGNa+MGf6lWIASIk6vHbLl8ElOgtNM59937rdJTq35F+0NG3/nWQE6EDcTWZ9YpbSV2rqTQI2
5qn+WVxDXFlgNED5EOTXMrfqYecvAcrqnBdWXgETripyZB1w6kpu7BtzQTKxXcvMKHd1Mfiv7AbU
somWuMUQYom7NFtWIvwa1faExTABTrvSXxm7Y+nr9sItJ1nkTDgaIltZF5rXcOLnxV2K375iSv91
TOa9HUmk5nAuGwJuQkL+yMgfG1jE0FardrcVtZETHAPQSZhmtvM8pbWGb/AtsH3VZFjI4YPq78Vd
y5l0xrybogyz6xiSRtY49NBb7k+Jxu/cLp34vQiLktAc2Qk4fUAfwoF0wYvnCMk+kbBL8GiWyZjf
TYY/pOesq12MfJj4eR1bTK+N1gpbVJv0+5LaVwJF7aBg/zTW9TMD0iH8TrfmTidubwPp+Db6wJ4g
5eu4IUcnpL29Kw6T54Bo4UcTbRj3hvOYERf83btkIhPhEky3edDGycaRHSdsnPH+7pwUqcKuaJ3F
CRdZ6xvSduHvDfJZyI+dxavbye6zJ4YcRY3FGLr33VH8KNqMihtuW32DmYnq7i4W5rA12lgglC4w
KPIHJAr8k5Tukz/16on4E/goIvPa59puKOjEDjR+kdDV6HCkoPGntbWII2InIDJIPPPv+sJNmQ44
bcmya2z1G/AKkv5rjQrWyZ7cq4kBGI9SOnhfJRG2I3lTZOeEBaugF5LCxCFQFWKacNy3+OkCaNfT
2jBusHrNTAZk87jfbofEu1NtG2+sIub20LL1rlGfY3BBiRS8oilPD1abkcbTlhNWZOUQyL3l90AS
QmB5j2Bn9r0LzZaitjBlk1e3oqytL40moD4GBEaWZJR34ptmD0NulqSSWEYrt1d7gVr9xvbnst8H
VryOm6KF29wuNOmIPaq75cb15wHbypyYc1TmTv2nSJLsPUbI+Gy7wUzQ29zyMn3TZijKPdlPQxe6
pUgEYpthuM/oi4gPqs3z7IjWgZkakV1/9G1tEiKFfPx1rjL/1Sdan/llHGdkL+VIyrS5jn+yUjKt
r32Heq+wWTkRRDpPq297gJnEcmFDdKhagYPp8/TWMEzn2QgKvMBGbheXNk8w7oEEAxetRNm66ImB
nC5jAP3O+tHpVw7FusZpB9vZjd3OHSvnfUhqF3u5tcond0VQSGNCIrYKnhqlBtkaFtyzzXbKO5Q6
5I1itIiQI3uYLmv8gaGAEM225uIBM9kjkbdhUnK0RikY2HYin2ngtIGp34weou8bdCA9eWWQQCRb
C0wQVrbhs4JmK4YpL54SkkZiYq5nyEe0k8G4JW8X30Hs5jN0XOwv5YELOUsi4BC7OEiJmm5bW6P8
JPu3zQ61SBFjp14vr0izH/NoQMHP6W7TB8HDZsg3s03cp5jd1t/K0lwLJErY2yLpoeWIUO0wpuJg
1FczdSkvJXqIz0G3RgX159vPZbeMpGTgvQaeSGrzjez54sEf24U/H5XXdUAURUuP8jkvllMj3EuJ
DiD8b8XZuqB406lPmOJYg7kTgU2vhufPz+U4zG/Nitjd8FWOBLlbx3ObzWDM0hYZWbjou58LdHjW
eaaDAF8YM9YlVgCb1Z5OpvbOHC0ekAlJ3dNSS01doeZbQjOEfZmQxgk9FdniWDBclJzGDoERuVI9
JYiPxM8l1ofjdmDmE9VfNymn+JdtJtaycxXh1NcG7hKw4iXwFccrCe+AgaX07+wixX4wYOBotquV
YqtU6SKXKEGCeeRGGQoCSTXK6c6wnYehdAZusoLLqcZDOoSZ1Rg586TbntwxC4JIVanHkEJCjNx6
cz9+rN4iX8x0qayog5Wlo2tsfB7rhEK7iG96AT2uMNVIZEfleXGEFIAsQdy/pxP27SvmleWEf9nq
d60E0084ErDYQ9+TB46dV9+h/WRFhbpNn0e6QlF8D4lUEXSQDzAfg3lErFT5m0HeR7MhsnLxdjUc
71uVdu5M+Iwxn/5qWEzYhmCZvMLhlhGaoI6xbQgx/6tJg2lqqoImGl+W4qqlR+RTmqkCBS4F3MkY
400gmruRX0mP6RQbGvI1cgqm5KF2YHRodVHAfVVJRgMwjOgRugzkAn4AjQ/+XdOm1XANlW0xw+s2
iZ/MYRZrZGWrfcRrlJU4bZq0Cv8KJimXitkuQlujzvAKAbnhPOr57i+zBrGoAQij1Ivdb7i6/rmS
KrsMUMiwBM7k17/WFTOjGCXuX7ezYsZagVjRQN0KFlKX7u4vzJN9ILy42GrXSuVGcHmeRE4Jz0Gh
YV7+P7VQ/6TPyLr0qvFf8QRBFZfOof+nGcsUCeEusu43aJIWkqYcRC67eepneZiHpLha0dh9LHG+
HH2Ag+jf/+1//O//+TX/R/Kj7/5vJei/VUN5pzOQr//17/+sYsiG+2aYt20RmH/rOpyYaTzOOlYf
3B1Il4ikBc4Lzv/6U/5ZbRJReTaiRhQmgf+3CsBELS2VQWxPhgW5SgrjrzH07Q17xnz615906dD6
h+JTzglU57aQ7D4OX+g/fpmTShNNphaVsq2Rnad1sPZcptPGNuiFcEr5p3UnAs4p2Dh3zvD1rz/8
8mf87cMvv6Hp2VS9urDS//jhTTomOT58uiOqVh1rkdFXSVTHrkt6HIL2mJLBkxfbf/2h/+W7hfWD
+ePjBII6K/jbL7gu9dSnDqq3tRvqFyEJxq7qxrglDj/773Yq8ocFji19Sb4P/WV/+xkhy+aefgMM
ZnXd7SovqCKsqn00x7Qq/Xf/KtsEUzEdzyaZ0BV/K/myY2usycAnbNJzH9tAFdezbH7tcixv/vsf
xC5p00Jv8jWKv5WyFabrIGwiLYCc3C6cQQRuLU7VHRw47sx//Vn/pQCOP8b2KYEM6Nnzser+4/OB
w5bClTKwNx5po2RJ/x/OzmRXblsJw08kQKLmbbd6OoNjx3ZsZyPEubbmedbT349eWWqhhZMgiyAG
zCZFFotV/zCJQ6IXNCxACR8wxOjferjleK78XMQVAVduOV5ctgFCZ4xXg8a/oPmonIxuzj68eVb4
egqXJoVKacNYfaqsCmZuc4eEEzuyo1/E7hnCKMq4rYr4iT5YO76I9xseaW0bbq8rbDpC6yOuKfBg
MxUMXqp2zVGYFs3cCnkiY3Dmv948NdiVwmS/26yhsfpgvSwNZBF2E3OeWp/jsqPhYJfGzxaBwgt4
1fCtcdI2cD4Hy0d5gAMm5NR/uwoU/AC4IEHRKYjxXuegICMHQnXk9t7zY9xYRbYFFnZINBmwY1Zf
DY2DVhIXEJxBB/SKoQsngOrMEe5at2MwuT0USrTyX5edv5yV8GGmwCGSZ9moDoqI1JsPgLBWYmMn
QG0cMJ2YQSwEakv0X32vUgAyHEOmUoNjgKHLA3sIxvgSmgOKa3MVvz1KMZ6rGpZluizlKvbi9TGk
vctWzHFBvoyDHngGnmGXtol/Pt6Jm2soXB2pEUe1ubCXawjJH+8cG2J4UtOWn7vAP9UFBvXxGNT/
ZVI6dEqVJbRMfTVUQEpvaNFIlBoEOnkoBdxMH9oFwg/2jmvk/W2NvzOynvTVACjiabucFVByQDc+
ksJo4eSAmQdUc84B+TgNeexCfw51DVyvFQpdkBlc8tPk6jx4/8PSOqrjGprj6M7aoL3g8Z7XIzoP
wlcqPJBgm1OsrK+qM8Q7AfnX37XMEOAvq5hYWCrdX6Gt0hM1yNqChph+zOc8/KrUdHAO7Yi1UQnK
7A81TJP3UV0bzzTHmhfM8NQ/uHLnE6125wYUx/4xJWX/A1h27vC+B5tFdz+5xpFGcVeB/rJzYcmT
+ejnrr6PogBTTSxHPyb0K4I8pAPrj1gfYHRxQq5dPWZTG6E1jFDI42/yK+98NLJY7gyUUaC4DIzc
IN4I4AFlucz5w6Jwdqw0q392JSSAIsFPv9brFzXKwmvV+Tu/YuvQEfz5XpYMXI7889/CMeQhI9ZB
98D0Q1vSj9AYb4D73xAJr3aGkofqbr4IKHDCgQFb1urQUXKJO6h7xtFv/zbBaF5oyuS0ddGRLRER
ery6W4Pp0lgUpAf0B7HKedwyaQ2pf0vbMQ+0Y6EZ5Ytix/XFHMaUWrwB62xnftrWWjpUCshIhGWL
tZuxC8eaLAIPTgRcGrR98SIAge2XN5t0/Tbh9gUYRVhn5AKH9yU3BR0uPAFOlEbiz4pwrecJ1Hfl
wZ9RzxXF8svjNZFXw+oDQCrWkE9xqPVxhSy/dS6Xv0BCC1QcxEqnAm9v0Ho7PR5lYxW4llwSWi4o
oaqrbe3PI91XZA+OzaQiqWsgkGKb4gD3fjo/HmkjtBK+NS52wYrr1mrvpoPeg7Yj96M7VN/mMPdv
Jd2dI2UU2YKw8kvfaCFakK7ygnNI/fagSkJNrLOoeRNVV1ssG2F+RkNoHl2lUD60lgq3Qp3K4gXK
dfr18VQ3trOJxbHBS4GNpa0f0CAk4QBXjAVQWLoA6PjUUqcDTT1XEMuwPttZ242vaHEz8gkx6Dbp
5i33CiY6iHmalPQBrTVP1ZCg/Ve2zkstHHdnKPlXrbYlQ7maIK3h5by2cMalp8EYyOcyTm1aQGkT
dUiURiEi4JiqnQZDFa84Yyk7EWJzho5wLBPMjWlq8rT8FvkAcdYx6kwookG6OFPnBEVSookOq6O4
vvnr0ZlAj5wz7NjIjS6HshS05KGXkuTOvvrRqMqYvgG44yusysQFh9dXYicYbc7OtXhVcudrtrOa
nam3GjGQDaMGQVudFETFXlE2MWMvglr+9ucKq8gntBxL6GTAy/m1PJxQg2MpUVaxQBqR59j4dZ/q
Enjn46XcmheRy3GFgR2sra/mlSCjXYA/No8QzkwMhlAfVlI8ajvAhzsbZOuClieAxwMlHbieq2nB
1VetrmNamDzZwbF0it4EJmAXV4T1FTSMQySH08HNB95p0/Cjrqv+hpdP/TR3Gsn522ducZfRPCeo
muYq3DQprlD2gE4mprv2tYMBdR7d5nM3QIr9DyO5LnpY4Hu4LWQw+u1k8HrDoJRfQLYoMBSAHobU
kQD3iiPezhpvnX1bvs9wVaPv66wui2asgWg1wClK4L439BjpsuFe5dX0cJ4QjlZuUBOd/3AceV/A
vyVyU6PQl/MLbHQeJ4SzQRSnAUxbYBhZaGnfJiO7lrPr77x4N+dI+8g2SLHQs1x9uAKOgyMmdJv8
qOg+2JERH/Hgma8oaiQvsASxnECr8O3PRGK3LqFVGmmdtZrjjAQd+Dqk21OwqtpJkkbBCba2eOcy
9nczCqNvj3fN1jQd22FvskMtot1yVVFCM/wRHY+jNZnN53FGaLwugLPGOJL+NYRO+tINyvS/x4Nu
hQPqyiiKujznDHMVDtQ6tytjQCkBKszoFZMyHa1UgSBAt/jy5qGoe1KToSooi0CrFcVlWzLN6B1A
/9W8kGrlC2Xl5JxWfr9zI27MijI5NCfV5s1IjrNcyg76EqSsBqVYV1XPCchKeiGphfy18/PxpOTf
tLp7ofmxKcmfqMaoq482qr7fJKXWHHVgJe9qTKtHuJ45Hp2Px5F7/G4cnUcwVDmVKa1CqWNXeRIj
bQvepXavnJXiYo2Nhe+4juDUbNmf9R7MQsl1iAmCnXx/PLyMWOvhbdUCWEKjzKIotFxQp847M7B1
TrxqDh9tX53/BNWNZKnT5+dqypWdiuvGWbDxOqVCTo1Ld9YRtAObaIcJLUVnDmAeZYX9o1Cb4BjR
3kfARNpTAoH8882TJGYj/6LruqrykFhOEuljRPvBah97F3G6ApWIPyy602f0INE04UW5801/rdpq
VbkU2Z+ObnIG7VXwdtNhok3aIKzWJcl3M8zsf2WI/67aUDrhTtXos2vhGEJhmiF9gOYKPmVUIC3v
8cTvV9u0LZeMQifLwll8dVwgcyDfFFEoVS1FfMA0Mf1JSwIHVAgIz0glmPZhgmBjHB4Pe7+pTJtj
yvyhhSDaIE/xb9ekhb5w5GCqhH8hjmNJLqVMsJm8wWf5wSaMdma5OZzmyB6Tq7lcmsvhkCzUoC4B
cpIagJ/A8Ri3OoUXPyojpOywQGbuzfOTK4rPFyR4jTkuB3QsqUpcDA30H4W2ZKxn7ce5M6xbbPoD
BppFuzPDje+IoRtj2twjpK2ri1Kv+ijDZQnqp5s110gvUa/H2sFTfD+5hqHi32ZFEX88nqWMPMtN
TE2feM4Th1ccz6vlLCnQFrSROKp4eoBuqkdMBhMyHlsry/9ZYVX9L24b/AMgGe2cn/soL0e2yAx4
j1vAr5YjGygLTXVlcmGiX3qi9Wzfat0RL+j8FDstw429QwVX06nKUcolCC6HUnwRl6FhAHEo0Wys
x2k+wa0G7DyXHwsfJ+/Ha7o5M74gdSXQdYa5ulWSzA6VOQJ6AsU5PxdkkMD8feWMdE66s4hbn0+j
wONaLm0n1V5t0liMcDwyqR8zQwDsayU4GejuoPCt/0XjV1wQNJI2CaOyk9XJoLLcN+RXDOm4pJGs
6GqzJsOEM1FWt1BAqC8puBSdIwofO0fi/sPx/qB8zL4k1NydwV5DkwTid3tsmhhJHUgBHiI05Rml
ThSHcIbZWU5N7oT1tGz5OKPzJMiOV8ehVktEklu9pelUGe/ilBdkGOeYmhl6FeHa4tcXtWwgC1hq
dq2qDKnSyG1PbR/oyHoM1auKqNrnx9vp/htb6PcJSnl0nrlBVtsJ5HUABY9v3GQp6hA9QfZrkLTj
BZ0g60vbwsS8xiPsQg8cNyDLx6NvfAKXdyZZH//A21iFede2Rni5FY39Zv47QP6Yxgsm0xOUJkLg
+fFg93kSUUijTcu5MXWxbj9LU1wEEXGnUIF2XzHkQmTHnoern2GZS2HNvhVBhphk17bxyQSK8PZ6
sM0hYnx+hYUg++o8pZRIVQSeuqOTxP/jQdS84tDuIySbGB8eT/X+ADESCRkUUu5u5ruMSV2FNV9i
grcRYw7juArbS0S7c2dDb4xCBsYDU6YG9CRWX69SXGS0VZ8FnV1ov5j/PCkCqdTHc7kPeLYsQcrZ
QG9huyznUqBZi5L0iDyrlPOaQr2/WVr8VR/m+fIfRrLI8HRedlTNVplsj2gZ7JUBY1fAyPiZBvZT
hvgweh96ens81MZepHbOI0RDpZrO+voDhQ62NJbUjsH3sYEl0ZlnYxTDqyao1x8yvUk+ZRO8vcbu
qy/NYL29koz6HJAhAUDBotO5OvcI9FLfyYBRYV6Yv9AOn0/FgC5loo7G6fFctz7gL9CC++vzrRuC
aMD0nd2JATmeCppUApkM7nv8HrXDvc6EXLZlhMUdlxlJIIuKoPRqRzo+JlXaBNuy0mf9I3p35ZdS
scQXoYDvPfSt43pZkRdvvq4YFeQaD0qN2tn6YyLXM45pYPTHESjlM8ZKpacNrvkfzgEGd9QBJZ6A
Ru7yHAwTxtCqgUQ7jEN0QWcdrVZ9ro94+b29SMVUeE8SP2isUhFcDqUJGMuArIE92ViW2Ii0nnDC
Mw+BjhzL2zeHrKVIEAEdcHN15kTdYArU6/2x8pvpMrsoY4c0is9pP35/PNJWtKIRxzUj4VU0p5eT
slo9c+cUt42qLrtbW/NCzh2Q/o9H2drsXKi6CbcWVUxzFa1K3af0F8O9rBxsQ1DlRwq6Nqvr3Bb9
zuV5NxSTIKvmJYzJFwiTVZY0o7PUWB3erqrZ2xfsUaZrNXTUGGAhnR7P6u5cyaFYOYsiKZmusbq5
FIy84RUhd5TkWXAF/hwgQdSG7/Fka765vQElNcaxo9iZ4cawFlku9kJ0Ebhm1lGSVjb7oMQLkyuA
rLr9im2idkmzRPxActUpEIEyq7eeMx4Mvw+62vwmUjhZEI4zWnYF5DSBwQ6qHO15iob++nhZN74g
nTyXGepAaNQ7KFLEE0igmXAsEd58ArGMMqeNnxsAcGPnnN3leXJWQCdp17KWACaWu98HXBLpYyKN
OdMRazakXQ0dAR7gC8ql7IX1N3lY8nG0m51jd3fTrQZebR00XYDVG+F8bFttOPMORL0oMqFqanNc
PqG2HnooecHAx3z4hcZytnMgN/cQlwEHnw4KlenlxBHZm9vaxepEDTGhOkQqspZeEKb5i49EQAxF
o0IZZELiYueK3x5YN9GdootGxrkcuLY1JFhx2qLLl/R/ofpR/SOwIbpAhbG9SrXnS4IJ5NsPquyR
Uw3k+gMItlrtoVRcLfcLOVtA/EdKVk320rV5Pvw797nyvg+bWKGCW9T/Pt7Kd9EVWBGvYKq3FFB0
4HXL2VrFbFQTCjhH5BeUGTZJByoex2L709vHIenUSTddwKTr3hvXhaicGv60RRlKOupMtf8chvBW
dj7f1oQIrVQuOHIYMK4mFLWzbaR+okpNZMxbC/wX5qbf689uRAD791FWxzJM0GhH+EM9IgfSXmzL
R8U9dKUKkf3mkghfiGSdHgnkTBo0q+sCHakq60MB6MYqxLdQmbQPorPpdoEn8h5/pI2tb5PU4lpv
yd7zGkeHUY7j5qmvHlF8Q20PzUpUwYfpVveqcw1w1j30iLPvfLCNCEe+Ylm0DzTEN61VJqHaoa1g
sqUhMZfV/1J5+QdFxPndQEx4hoKfe+YsveVcG1H5x9Pd+oiWrHBRTaDev94qmN0FbZawS7rMmi7Q
0jFijGH5CbR2di6nrV1J1g7sjcqIdQeWden11IGJRAgF8OJSqEXl2RQVdmKmjBKLNJqtQrEQCJ8N
e9FZdw5tA8nPasbFDXj1hHqkXd2k3+25knaXQzWJnYba1gLKiogEd9q8jlcx2h2xjMPmSxxrM89O
RdhNZ5y/pgu8xr066OZQNgFEJV03eU4u45RawYSi2SSOFaTEE9ESYUIMytCdtPcgspuryO1HXZHS
IK2K5VBJBFo/s1NxbPDEvEFiMG4l7ilPI8zFPwZTDy6Pt+HWqeOTERkFmRrtreV4OCfEbWsxNV2v
fyTQFa9RC2suwSHXazGMwLx6LnbG3JojT55fZXNqKmvIQAngPchHwv7ktupx1qok9qZqyHI49Pgw
IkKdvzye5X1nhM3pcrWBniG4wJddTtMsLAwBJpfAHLtddEijX5LXo6udE+STEa5DNYw455yj0ESN
Dr6hdvYLFZrZ4x+yFW+YN094YF80aVbxNLE1fKLCCPxb7Ij3CoYsKhgNa7hQThv+zYvWhLqELH3f
1PoeHO5+bM4/ARYjP8r51JKWa1AqgTX2k49dVxFXXmcYY4JO3kG4Z7hJjVcZ4XBqs0Y5PZ7yffRh
WFNjLxsSk7V+6ELYp64lL3a81Y2TPcX+a4L23fXxKPdHVA4A2puXNDeFup5c4swTRnIjWFrfJPAE
mGkh93Iey+rLm0eyDaKAfFOTo62TCXzRKdKNtoCdqIuTm8zhZXDc6qLNg7UzqfvDSSNdAncdCzDG
HcgssCJTyZsIaL6LrLqeF6iHqwqyVLnjnwHEKkgNNHtApfvTSd8ZUCjvXR6jtEGW26SzIXN3JiA+
uJvR1ajwtq2xmbuOLczbJgJH/Nb1lOUknvO8E+k1rdcz75OkwX8Kmaxw7uD6jjWRoeDh8ZKBr9nZ
jPdnYDmY3Ea/tQjLzg+HQSKI7LpFiNpp0IoIOt1TZ3PAqhfevl0Q4jNcvXfqPRshSAD7QkwB7LlM
dFaRtlDN1gzofdJxj+1XbAz7oxIaX3PFxK2oRPYUYVLsY0ckTKsax2MzE/1OGLz/tBYXJoQqyS4h
AMj99tvsi8h1wlbVJm+qFfdJGabgMqW2f02yakZhaNpL6e4PJePRh4bGwoBUYJbjpUg4IgHkTjjp
CPeVivOIGVqoe4HR7RUb7j+srRJkhCYsnsUQMZZDoSYzzmhlDJ5Z1j2qhn3Tfo5cNNu1rk06KMOj
+TfGK/VzgBv7zqa6X1bG5qOCbDaorKwpVumkoac6FoPnYBX+OsCgueYUZNG9Es0lVLVuJ1O+X1aZ
N9IIJv1xwDDqy7nimDMqVmQPGCJWBG83Hg/IaWB0qtZfH5/NXy3PZVJnS4ArVyetNdnzWg6VhrVL
xT6YPKxjkWkcMvBEh9rAKhWon9791aOZ9d5CaecPULkTWv8xzZGDFIjGowCD3cOQZtZO7/T+QrEF
AVglaZZX2RoFiHhUpwIjRkXFVzEdRM4nPOpDPv18PHd5Fa+mDo/LlIkKJYC7OAhPHNctzUBdIWhQ
EILqrh4B/VTRRcN3FGyaDsABppTjIdfZ6odsQjfv8U/Y+NAUXeToFOsQg5Cb/rfzarg+2rGJw6Y2
1eSFFKG9qrWpPgGY13ceQptD0U+DgkPMB/m7HKqJdbKQRhs8MSstXmh5qBnHsGlQfLb1odt5/GwE
Q4rFPLh0kHDyvbeaWdjzJVQkS1BCGpT82AkNvjSaOk86lNVj32rw1vUpusASdt41cx28D2Ztj++5
9YWhsdIhcoBxwwhazxkNQaEVI/5CmvYyCR2fmIjKXZ7N6BXiBovSpVC8NIXfTxbTfXr8dTeH51wR
PEz28/rBa6SNHyYEDk/TEhMNSo2GctJDi3Zic0QvEXw8IOsOlYcSm1jFfjPe2uEb0FiWpCD5Olx9
g9YC2tGN9egFfVZ+L3EsvOh+Zx6Grup2juxGhOTiYS/DCaUqsia1BFrntGIeRmRSEqQ0cFC+DiMg
b6RuIlRvRHt5vLRbuxngEZ1bOpkaydPyy8aYYiaGzfaqenf8ZDGAB8OxfY7LaA/JsRWNZHFEpktg
vdY7ue1UjCMjsI6JXoriFuYOcksYoWE88HhOMtSu4hE1Cu5tOK8wbNeUVzud+jIouOGKSneeMUc1
T36BDFHRtfPH1kT0Grkt9/R40I2F5OKW9RiJrBC/0Am/RSB0Tu0hSBDUs4JywEQMryCv1KVJUN0g
/rUTFn4h4tZzpMcO3AgWieQfLL/bBPA4y9UJy2bQx4OG3nnuYvg356p9nqtem0+DH7UFusvZ9B1R
BhNteeRWEfytpBzNQIV0OLRqjBxogqvFO/DZ7XShJ6oF56FDSn5Ga+PvTrUxmEW6jW+EbYw1f1C0
QPEPZh30zgml9rF9ikVUvDLxIEWZWbyZM8pe0cl3SI9cmA5iVXbKw6JObbNDlA9VzI9qMTwFA3KL
eGjZT6mBlcKbvyJ0OF6bgGRNCibyK//2FRH265s0TQ2euJ371Wnt4KVAoOCbLvp5J83d2DAw6B0Y
o4AJoI+shmqGCp2lsDO8Ss+cj8jEZM+tauZXa0To8PGsNg6EbGRRlbFITu6y2a4J4ZN1DEUjfHwm
uXY8rZ3DpzilQQfvUrwIzI925rcRyUgu6XOykrTQjNWX02dR2z6SZF6WW/mHyI5u2FiQhNUDyPi2
3cMYbs3x9+FWByJP5ZOauoY343flXlsnQHBNnTFLPLgNV1VPhxQnGqNUT48Xd+s7IpGJZgCvT0qk
qxwzQjoVuUGKvMM0qt8SqjVfKzWoPqdJNr9/PJS8Z1aHng4LLwQDWBWontUcGw3Vk4AWnVdNs3qi
iIiZd6f/xGQHE69REccCA5ifVUOD4vHAG4vLwDbQTT6mBilneSzMGB2t3m80L2ltdHgGoXwCNfWz
6NT+3diCq7QmLd9Z143941L4oeJL350Yt5rs4JRIJ9uM2fu1w0WBQMlrBggwPjQCl6Z8cuzz41lu
fElo4qoEjNBtoUC7nGWDLJjbzQiYDmghfdPUtnk3GTEWvrTydt6XWwsqSdx8TYI4Za7lUEoKPSxD
8gHZ0VZFHbStB6f9YLe5TR+kFeIoasd5P5Swhd4+R6iNuo4GE5mUKVf9twAXVZR+dJJIr/Z9LIRa
VFI/ValSI6/mZvVOMrO1oGxWCooyWyYSLAerbdEmEc11L89954teTAXGEhGmEZYTTTs54tbZMOV1
CEIfsMgacZNg39diAaN5tuvXDT5wWv/cp46JWhcPUcoxMhLQ9BInVAG6HdD8RoLqAvgh16A6zOir
BJHYOsdVbWBtYJZKf5vsNLjaPlrzx2oKwIm1qTD+zHzd+pT1Zvczb6hPPf6uW9OnUilR9HQm+SHL
pcYX1DaHptI9K8mQaU8bMx4vRpGa/6RJrd5MTMdPIcg/r5l4pO0MvjV96jWgnSSj9A6/oIuxGwtr
0BELC/P0NNl6UCF2KaqPiQuU1ij85BnDAMvjudqfoMLv4b22NhrPWxQYpKoQl+ly9gld91pBdQhE
p54jhNuqh6h0jauCPMd/CBIwhCV6nvzgLkEPtSQObfTKvWwI0XMMne6S4fF6y0qcTh5/060IyBCA
nnjAk1mujo8Icg2Zs1j38KvXg+NA+eRHPgBJPuDtMjz32DW/fUikFjg/1BjBJaNNs1zIwCxKtMLq
mbg09O87OJMnfDsxr+H/jv+UPrplj+d4HwgddK1Ql5A6SVLiZzkgAuO1hVDg7KWaiL+C10Dlyle0
Q6Ji55Thl3hAhnncib6/7o7lRQrZWKeLI8UeKI2sTssoVDygk35CATRQC2/sR+15MEz/nwFW+cfU
n8KXNmhQxJ7K3Lq2WTy8JjgeX6beVf/3eAHuty5ZIGkDPX3obnd91R6VU0QiFCp/mAF8UqERf8/B
C76WeZV/eTzU/TElC5RgJq5UXkXr9EHo9IbjOp69DrXt05gJ9xTiV3sqs8b85PpddlKHqD5wu9rX
Jhv90+Ph77ezTEKJEHRYyZXWsPMAprRFOQxVDEQUc1QbEiTyYlANJGeirl763q13PvTG7tJ0iZyg
DAYK3Vnddg4s6R7DwsnTJC2jT636pHeKe8KmZf6OB1J1SYT94fE07yMxCs5U6R1uWTLNdekYkzJt
7CokCusmij6nmXjf+E7xJ5FQuWpDiOYoj3/PIRneCRdbO4ngB1YYFDZv0NVkgwzTTjdMVKxX0T9q
RxE8KynY/qRNgp2L/R5r7zhkLkAr8PthJ60Lq03b1elgYnChAwoFUDvEKMwnGAk6tV+8Y/MMhxSL
WS8Ww3iztWD6MyLv+oTcKl6obZq8isoOro8Xfutj07SkWg8MiwxgdahxF4sxMyCURDNkA0xBHcDo
GDcFRx97C8yVEBq+5a6J7tvjgbe+OKkU1Rr4ciCoxTKGxQVmXvE4zF5TlsMLhkHiL9xa05vT6Nn/
prFWzwWCB2ctMYad/b11pAhfIMQF72NK3MuRtQJ9LL9CN5l6f/tubLSCuWrKF3Sx2qc6DPydCLK1
xTjEnCkTLC6dr+V4GUDdwY6wp4Q+2p1HVKmPpH4YRYxOsXMxyK+1CtHEKlaTjjvxal3RLTKMeKVD
JhK5Y/uBBoWB4Hw7fH7zp6NeI99U1KXIh1dnpkIEcHKaeMK9MxurI36F9q3KEczRlKQ8I7lJFamJ
WtxFYXkoO/tmY8OSqcH+JUfmabXGAVPOrfqGapU3B3OJe1ZV3cxyEO86rMmeKZd3h1Ebi7dHYdIJ
7nYJVmLvrD6hScvfjKJcKqg2eLoaBpYb+EKf1d787CSRuDxe4F94gfV3BK1L/oLsgcmtu9wyOmq2
IsHc0aNRmhwRf05OWFVO53kwrQ+l3hV/ayg/exOeKadRxRXxVNeqdcFDM/kUdSW69ShKGke34lG0
89M2djPtdqItVXzc2NcFSVI5+phNO3lWYYv3iavMN7vvqo9A3/LvAa5wJ3VCTjUZ6vBryavx3xjL
HxXRSKM443gZnWb8A15aYtFVTeJhZ3dsVP4pntC3kq9gg+r/Kp5BCC9nW+9HbzCLBmmdchhSL0Jm
51uj6op9thV8Up8sVDL+HcD+B8ciyNUXtJlRIthZqY04wwnUVBp3NGUBES0/YhZTHA4L6v9mj0sl
7npJcO5QeH6Wnfb5hJqL/jRht3a18EhG8NzN/+2mqYxOBVplXmUr+Su4WOMS2WX2ktQDJnxdopg7
W3sjvyEKkkihSSmbBfLPf3/b9pUN30sdvdgvRkr0sxE9i6nInrkr3b+Rdkdet0DtnaXMp/KgtpP/
1+OF2jjRkjxAswC0vU5EXv4CE7E+HCNVDldkYu0XYJf9hK9B/9lKHZo3fYvw9gm3Puft9wCMK4aU
tEWAK6t7IG4r0dOxx6tP6UrsRmtson+Eta5AoRbAHzB6tzNxe/Nk6Y9rBnQrUGz6+tFr+hrmWNGg
ejgO1eXfgTKF15iuZ3Vx8AqIDkGDW9QTTjfTmyuLVBMJ21ROCGIct+UqA0I0sEXKqQzVSVnhg+Pi
1KInVQqL2VfmK471erEXLGRcXMUxUGZSyZUePWnP6pKH/imgTCfo1xcWqneaPyRYDHbls9tP33Uw
SOdY7d6PbtJfRnRWjjSAu4+PF/w+XlGegGDHPQ/qBDm85bwNPZ6HkEqtB9JMfKFYZMKmMxFwanK0
vB+PtRF9wLWopLEShUFzd3XkQ5f3jjpzWGYxNMVzRoDKPT0N7W9GVzf1azZPk3N2jXoy8IWH5Hhs
fDS48azJij06930uABjE/kXoIr9FF3M58SHSkTaBjIE1O2Hl0FRaeJmxzNk5vfdRbjmM/PPf4kc7
lHBLHL3zgLc5Ac6kTvfclDgb4OnR/OPGvXF+vMhbA3JgqRyBG6AhttpTbWx15pglPV50UCadAscg
rEwhUeGAePCB2+xkyFvrCGJefk4KCqjZLSeIyaYGIKHpPb2vg9dibvJPwhz3rvz7MEypArUMHekm
skRttYxg5twhz7oeK4GqOUPGTKyDiwXNezpV9fvZdP33VaLor0UZZJ7Vq8b7x6u6cUwYm+yGBNWU
eJPlLClthMYQM36YNbmH9xZO423TvE7zVJ0eD3Wf+VP10oF8EIjInNbsB8SsOzFDovGwdUqwSClj
5UucCfsp0DSsvWnH4wSSC/8HL4Nkr+p2L9ona26UhtAfol911w6oFKwGAtEy0QhziyOOIP6zPTTJ
c662VoXwEYq1vywVv4Z4JR99o+z+aqvu3yxs9U9NNKenpAxHBAZ7+4UeUfvn48XZ2geQcYHMSn4p
bPPldyjC0cBSKOtpZXclFW1Ehv5UrCK8TEqp6/hGOzZ6d/2AhFGsqx8RdTd3ks+t/U4egEoqQYxn
0uoX+E5u+LXLLxhMHFgPoZ8B2I2dZqf6u3WM4XgC/YdvCp9+FZ4SrPV6gcucpyhq/7kq1ASnSUxY
p4s7z9W5p218e7y0mxOjcGb94mjcd+2jxsBJIOcgczF/UUfhv9MtHimPR9k6SAiEoMFE0IDhswoX
0LnzogiJh3naqqdW8W0vynrMwQrl7fgdihag4qmYoDXH8325V/woJNqGNoIZvRNfimFwPStUw5Mf
uOVOrrQ1K4SDqJFQimLQ1aboCq1II93tPBClKL12XXsSocDYPAz3KjJbG8MmrkuRRUEBar2AbVs7
pUl8nzA4exZqG3sYf+eYPceWdLkY3gz0JysA6yVxKoDv1/ckjY287PAj8nxIRGh9Z/WlHqvA07Bx
Oz/eGxuRT6gk2WAseKCQBC4/GAAoPaae1nut7SA568/uMciVGPBI31xF4PJIUAzgmkPi7xzqjRcl
ykSEPLBIsv60FqwOBfgm2kCdZyhh8zlPJjvyMOW0D1oEMO9ala72DZlpHLBVPNSmYzhQTuUVauTS
YB1TKnZzh1sZN9g1KCEjeo+XZmODSfwqFU6qulK3ZLk0xeSUDc20wTNwOrjMVfqtxB4IvXBrJ8Bu
RIHFQKu40/g84YcQNOUMbmD0UBHBskRvzWan2nf/quEJCreRtAEcFB2J5YQ6DLiHTmEbi3lWL27f
17x8NeVUGygJOmquvlPQE9wZdOt2g0tp0RngPQXlbrXDBG2BTm8wKu1iKyyOszJhBKyjGXp0hlx8
V8pMRcdCbXUv5qU5YPWiGx9yvSz/LKsJRWoiR5eQRfnBc8yz88KJGb88/tJbCwOKXnbdiCjGWoAn
wY7QMkqUU2JNsT6lmLKe9KhTTkHiUlqJR9vDTNvaicpbg0ocIF1V6jd3ipyo6uO/avu957CZr3FY
/J0Cczq12JPeMA/D79WH/vl4ojImLh8/dCa4BUzCi0aIXu00P25m2DYKmYYb5N+sov+aIJB5ico2
f1Ha3r9Fmo1U1lQXz4mf/Hg8+Ea3huyY4wj+UfqgrMm1pTP4rWbJ+xVKQeNlTV28iyY7cA9TMZmX
qGjTY+arw3mMtHK41ilwoaHJAbvSRN9jOG3EdPkGo18D5FViMpeHAZ/LNOhTjW+eNemNEDu+GwLx
T2vX05M1Vs3l8eS34izaHFi/yAwPCNRquATnRKXCe2KezfYnTj/wl9usNE/mUOHLjoNp9BwgEfdu
Nkt35zrZmqpD3YeWNg0jspTl2LOuxgWW2q2nVZN7cUMVp2gTnZOD69bZqa6Gnc6JnMt6l6EFzGUi
rxaYP8vxkqwMNbdjPFLT8ZRmeB4rVl2cE9Pudt4IW8sKmZayLzB4/mOVb8T5PCUZZqpeZIshOjWO
iQ8dxVDsu5rmykOl/YHqMx6mwLTFl8efdOMASx6jBPUCUrz3aRFBkWQBY3e5Yp07pZUOZNgHvzr8
3+po5HH7NFqVc3o87MYZBrxD05PgISsIq68ZmlXK0a5hwAaRlV8TVR2wLFOoIUS+Mv452vpQXXqh
6B8nsOzoKjTG3otlY9VBg1AEtmRTDhnv5Qe2MPNzZsVvPMVpk7M7pR/tssfeehbdWS3d8ob4fug1
XN47p2hjZ4GLkBBXojwaQauitx/ZtTu0aespceT8jTetcUknUdKkyvekDMXmJKHJkgKgKAztaTnJ
XJ0df1bx3RlG2/xeY2D8RGdKXOo+7W9z24VeGFjh0dai/K8OS0QLMgQwjVk18EBKHL8PDtAThls/
jrqXB8ARCaw56s4gz5uvVamHeCbl1h+DP0c6gutz/3cGm3tgPefhqUuj6kiYMJ0DRSlc92KruoZT
tOetsTlLdBNl8Q8W6xqX6TghlrbN0OJHpRSflHF4SlFlm6CYivpAb31S8K0c51dqrtXO42cjLIFe
4ulDaAK6vN7IAnfDsLab1muxq/pG5PxY6UXQAH4FnWCG4vPjc7ORZVEBk9wOGe/vJEe6KnZC8sjW
s5qSVzR8xU4csnxPP2VriwIgYl7w2FBLW21Ru2r8Pg+V1lOrDoONPMkiDOTKZnoqHdw9H89pKxYA
qZW3GAqfdKmXexTX19hM+5mXnWJMn2vHqPMPc+tDKe+GRn8dqEdNWB61Pd6WvK5PQ4JF3+OfsEGY
AXeBkAKdSwTGKWouf4OC10Lf6xr8Ss2sRoT9UY5FL6Js/BdrzsG71IFe/4VKiJG92uEkpCV4H6AY
0mr/JuWU/NCibPj38Y/aCM3kuLSDSNzBOq4DVNi4aZXquBgDtRxeshj76r4123MW5NMpqhsRHlDT
2RMu2xgVPrFEL7nkVvSjlisRisTFe1KpvL5srC8uHDM8Byvf+KiWwpgONE3c5yTsirdPlr4xkFUK
WDp37uq6rZ26B7eKLnYfO2pzTGALvSQFDZyjixPKCW1poBrcVDvHd2u2Ug4Q2DPlQa6k5Wx1NdJC
y5/xK89N94tZiZGHhOHH0ALqoDyrbd6drTEYd4b9VXZcZRegTsihZK8Vm8bVK0bNtTpxhAIqP+Fs
vepagyd9r7vp94ka+p+xW+vJIYXmfe2m/5N2Zstto1m2fpWMvEc15iGiqy8AkBQli5Rsy9MNwoOM
eZ7x9OeDMqssgjxEu/oineGQxc1/3sPaa6mZbksxFQXX66NSBukeIDRrQo3rSrB+w8pI2wIcZg3S
ZPaUC/7z9X144TJ4iR3n4jdLs/SEJC0O+sLqIbqqMhkFYjWxwvFBV2DmSJFtbKu1C+GSQa5xyowE
1lyti5cZBFtBUh1mLdEowPrjRid3VVKEt2kDIYJzfXQXdgCHizzFvAXY8osd0A5mbQY8967nRdrH
utKf8mJK700Uhd2h7IptWPprHsCFRwOeOzy9l+w3G/50140UKtW4MEp3zAXkYaKkNtATFxP4Z/Wy
/1ha/X+QBqclmTbyOVCYUwGnFlFHVqemSSsSWUEf0z8RTc1NYA4UcePQgi9tkoTg3vDVPr3tp1IV
IjurZPnr9bm+sLB0eUOQTZ179qkXcx1SffDSqixdKQVgPBqVYgu+wT0WIGi3vW7r0hxDx0MRHP4T
XLzFJrISEgIc59INoqp760vJ+BSLXWpj2txlUxGsZPIu7CNaJ9GJgHEJN2DJQmuopDrAoBARJlL5
CN0fSqGDGAUD9JZNdCwLDw/P7Lq15psLHsHMWEOjIY40PGSL11NJpEiTa0pjIeibTQAnhCuZBMfX
Z/PCykEtSfqa2oICnenieg5FKzSsuKjdJG5zWszV8TZC9d0JrLj8/Ymk8kURAZ9qtrkY0JSPTdop
beNamVaWth8D7Ipz33zLDDzTU2Rs6XDwN789PgtpR9q0qC/CerYYH4BpMZdNmJi9rJoeuhGVW6hC
BbCAUrRy91/YmFCEzExZfz3tC1NmHEPnXxa4cG0T/OzTtNpIkSi+oQXIeJvl8loz8CV7VBsI72Yv
gsz56dFvk6yqoLxu3HJQjWbDwxpNN8yxdYdLJb8b6lZbu9/OG8IoPtB8RuMx3VKUSBdjpDEyTLqx
I0knJ9Ad9AYkD9uePHga2WEn5ZFb1qLyJIXGFO+ljqTu1h/LZud3Io6mWoqeAllXrsnfKm0wqp0v
atGz6WnVuE3hsMQf6KsofZw4jzNhhOI9+HXm/wiaokEOTrBy8JuT+THJzTR1LC+T/Z2ZUAhccRvP
zjwngRccJBE4c7LPi1uV0G1otbBimOBeHiOeKHdQKtFOCnW6ibTuO/PwdH2jnpukIZ+0xMzuRi/K
khElmEBAxlmuuWVUm90doCTCNzVBu94mR1BNWyHGzbltgfKseYZnNw3VU2ovhK68IBTSFrd3HaFy
N46+5tYRHBMbf1a6Dz02wO+exdkOFynxAIV2NDBON2xtemgolMjQwGzSj/YIlbjTC4nyZhzM9Nv1
6Tw7HNii4wVE4tzMay3JVeDpyIwWfnY3UjxvZyqF8amqlIdWCLxNnrY8g79tb/Y0wQATL4qkak/H
Jhtphaglc0hCKRVau9Q962cQhB3i2wlb+J2lZPAeXDd6Fh7PGFxK+1SfQcieZToQqq4kxKEwKvpw
o4tR7U5FlLpVFbbuCFzH0dAaOsq+sqYQM2+JEzcXy3SizP1obDiYg0+Hm6Mw3NZhpLt1UApPnQ9Q
7SaCOsOR/WJVjPLFVVtaYy2hM8W1Yn8uJreW20RED562EwteVrtuAvVNiUB5b+N1RI+iSZOj7cm+
THheytBca0EkHKVcM98iJpP+lMsU6gMspopLj8w0gzyzNtjHUYXbayEddi/GgQRNhRcMt21E05Qt
NyJwScNr8sgWBYj4HNYv+qLn8fj5+iqeZ54peIg6cB/yZjO0bBGjqoGGw4ZGmlv4ofiGVgG5t61B
S3O+ZhVVdj+YrbYhtCvuWq2CK9MYtSqyhSE0GnRJFCO9uf6NzrNL8zeaW+HJZhGqLovqYq0GFenJ
HNowNew3LGpcb0PFn4QNLIwyBY9pIibJapAJNvrwybNKvAM9pI98njNFol47FVrtlS2Cgc9sHVLu
3J0GURW3IW0IsRPWUfSQlWICZ7qij5/Jd2uF3cBWH29yRE7ej7IBC1YSq6hjINDc7MOpt0JkBjSJ
5h4a9b9fH/P5joa4Awp1+lehZCETfbqjx6Sk42rMCpfuP90Zczm5qdIGvMPUr1W6zu8mOpAo5xAK
Uco/61ktK/pCfBhJXNms2s9Bp+o0cOkSwjxw+9kiweDKPXFxh1HlIkaYXQUIWU4Hhyadn84oWFdu
on7DCw9GNqniDY4RPZ1dVrlCaYp2EE3aZgLAcZONnucERh7+Bfj6rxOt+fpFe/57XoxVCN/74q//
cyyes3dN9fzc3H8t/nv+1X//09Nf/J/78HuV1/nPZvmvTn6Jz//bvvu1+Xryl03WhM342D5X49tn
BKebFwP+cz7/y//tD/94fvmU92Px/M8/v+dt1syf5od59uffP9r/+OefJvmU/3r98X//7PA15de2
zz+eq6/N848/3jX8r/4j//nHy+iy5zr8uvyc5691888/eSz/QXYI+kruV56UGQ/bP7/8RDH+Mcd8
ZHGMWTdXl//8I8urJuCXxH/gPbCHYUiZe0PmcKWGcmD+ET8hCzPnJuZATQdc+K/v+/DXbfvXSjE9
f//9j6xNH3J6++t//nnqr1CggwUFZnogkrNcpr4Mr0MlyjkpWUzuNXQks6EcKdgdxVJ6UaiKvn81
Wxesnboof1uj3E6/GKHDWdA3haMkjCR873Ohu6loKVXFlejkzAKB+1xcpfxHgEI73OkRGbqyLNos
Ve8VT5SdgFfcscLEc66P42zW4Csk5Ui/MdU2HPfFVZ+ahtBpJj3GhcZDFreauimrtN31YNA35ZQX
jllK6gpyaHH8mT3eav7gIp8tg2Y9HVsTZmGRm1Z9Xxut8Ebysp+FMZIgyC1zX2U9TUSS6u+1QIX3
b+JU2wUPkgOx2prDsnhY/v4mbL8ZKsXFtwxqQQD0gtUo1X1Dfn2bT7lke0olfRJiGnU8OqI3Fg/0
Vg0Vz50swUChyJj53LrcLcVO2g9DHG/GRInvDM0zYCCVlU2GcOyNP3Sf8owXaxbkcbOyNXdSqnUh
iRe1u9OlynvrCUEU2GqQN/CUm/ob0cv1x+vL+7JLfnkq/xofktnQenIwlumYxIxGwc+m+p7iSLVV
tP4jkkSKzQk2qIg1wHeHQnlsQW/YqWcEB40d4YjQrhy9SNFcSQ7HjSGP773WzD9VpTo+eClFHh3q
PJqMumZ//fuevkTz1+UdoubKtp8xPUvJxDQbxzblhrmn/qLveqM1tsMM6qmU3tpolbKmcHx+yMBD
EePMhA2UmZf0VVpiZfEUq+G9GOImUOiF2sO9PqQXENfpEpzaWBwxpdH7sdCU8B7auMPU2doWjT/X
31BldTNbcpSN/Ka6zV3RXtvd57NJWpOTRmoDl5gm8dNjVoiC7g+TFt6HzdaYgjchKuKaOd6NqyXO
l2av5SAJanjKZ7qgM3SS3ARxFY9yeN9s6WJ5G723jtkb/Zb9Ln2K3qS2uMveDEd5Z2yLbf3kP1v3
1uOhOOR7+diMtgqJ0c++s73jGj/GfEte+16LWzQu1Sws44nEd383SvGGxtaNUKFk3U/bKAQcmZpO
FKxE62e7CuIPkp/EBdwrNGUsKhvqRD7Qg9Hynm7Hn2o87jQwSisu1NnavtigfRhM8+y7LRMfbU16
QkmGe72MbMmsHA2oZ6c+DL+JQ+FMLizxgL/Gh0cRjQV6hSXFntz8VruJ3O+aUzn1sVh5jM4WC0t4
ukSPc2sf7u+pJZ+2o0T3sBSppaN4/RZWYEcav3bTx5AOkiRS7NJYUb6aT9/JBnmxCWwQV4RWn2Wu
QU0mhQpkMdxbCYppcyRhmBsjuDetdwi4Otpa0nHN3ryur9D2kKcpVidhL/A8gpH8vpuyrS/91Btv
D3brXo5/14+YBzgD03GOZjXHhUFR7oyh1PPhni7cYd+z2sg2m2u9CmdLN4tgsBUBZ4ESoh30dFh+
krd0xtblAWUZOwhgiw1N1xIUJw9S2299x8yD/dDVKzvmbDZfzM78d3Ml74ydeEoyRYUVuzwIVvgo
CvG28bjHjXpTyvkXK4ltv1mjP70w0lnPF2QgdDT0EyyOA11dkurNIy0zVFpTb0+b47bW4J8SK8eT
08dWy27rNd7/s+NORzWlayJfyD5mWOLp/KZhhYhJoY+HUPXcUR03yHoZkeRERfZ95b1amqI2TTqM
2BOwMP29yzfRzCloBCjd3Kv3wlG97Q9025FHee/xWAWOtCs22UY17FZ0lN8rkdGK+mJ6Nkq7D52R
i9t6yJWRRh9NuZ8G3eHZdLUItFuo2nWq2hUWrw916fy+mJvz//Q2kVxduqEWja4KisXKvW/Cld8/
AKPZIZF5FypoYZZESf+Or/4XEcPS2GIF9ZAiZFi8GLszhS+S9/Z3Px+QILBRtgmMElBLnO4Q2Sga
JURP877svXbT5pNuj6Ngrjw7p1mJeYVoZ8Vh5z8QDGfdDapUSaGc5v4hK61um5X1lzyJkxv4DJTt
b48HKzjgBI/cK0sZkxxZ3xRu/fDQ1FF4H6iZCTuZ0q9sgbPNTgKYbCzEfDDf09a3mDVfGkngoJ97
DARF38FroryfukL6BsLQ2pEN+nJ9UMv7ikeGzj2Kv7i2YPCWHpladVEwJVZ1jAbLlYLg2KeKLY6S
C7Pdu76Q7LZbOc4XBjiTA83LRVyOh3a6LYoymMqIhuujokAGgFrKXvMn0U59467sjJU9eLY7GB5+
JnlR2NZmso1TYzWKCP4AD9Gx4TpWFXLqkYrcmaWttOktHSymEY8HoApuOznYJUjagxWTZoa6PrZJ
TmXiLhWt3fWFWrOw2BdjQ//W4GGBLJwziUcz+z05LE7SPIb5OLHrZoT54q4r8s6QO7+pjwbOmyDe
yvVeCAv3+jAWjBVnVpSFK5pK9eRZNL8d1afiaKCK+jHO0UW0rcfwe0Qi87n33N9kojw3uvBNjSGh
/TjHKLQqDbST0gY+PHKvCNRfH96F48TZpXQDooY/lq9ibQklRRz2G43PxKT5g+oJwDvjwO6zaiM0
Umn33Y/rNpfv/7xuM/id6xqvA8zU6R4PKPB7tTVVR3N05NI2Dkp0Uyt24dvoVdXtyi14FsDP5uaS
O3UjQlRKR6fm9MkbY/DRFQsIqRcst7a1Ve6mu/je3yH2s1durdvpi/CjN+3iOf94fayXTsFr44vL
Q4W4pJo6jIspAhD5Q2xUKxv00gqCsKfLAqg1gLjFjZF6EC51KRZ4T9xAyzZxqrqKr9EnpE4Hb8y+
5Fm4cglfOBT0VkAtPIvAgslaxk4k9Ey5U4T+OEiSm0zdA0XtN7VUu1KuUojvSR2q2yr+MojxRs/h
qO4128v21+f2/K6cBYzJygBMRnBtqe8iVFkHLiWcjpKUOUbluc2w16yVzXppqLw4VA8gUlChaF1s
n5LSacjUj0dJtr3EtiRHBWX33fwEft8uv3UfqqdsjeDj/MlhZK9sLnZNLcVl5vU+I8uAM2bbNE1B
jpL40B6uT+ECTDlfNBo6KKRX8FRnNOXiLJZAgRWzkKYjyppNZ+ulnZqu/MP4AvglS936jfI0rRWN
z8/Eqc15XV8FcB6E4D40XdMxUCRXHD4WaKZfH9ZLnPs6Jl0Oa57gVyYUKeyCRBWno0KqSLkr7wdb
2HQO8eIdJKJuuB/scDfS+4Py2L7apT/BRr8312Qv1wa6eALruvAJEobpaAXhrTzcGPpaT+KLg302
0DlFAqQaj3UJ+JtkI26VoZ6O462Y2Pou/xD86Kp9kNsmVcZd8s58d5A2wqP43Wtt4VF4jA7Vh/h9
6Vob3fbu2hW34iwv/TLxAFgAzECqSHPz6cRPZGGNUkvFY/yBrAOpuWIjJXb7TkFI4/NaSHfxbAI4
+be1xTLHRSo3hjhb+9n90JS9Vu5oIKypskIQFtuaYI83ebj1VgKRRYvZ36fmld3FwiqBqbYKRA3H
9Gf4VtsGW9WN9/qDcRe8C98Ed1Npix+HlaN6fs9zamY+TOq4JMSWiV2RrPnoC9gUf6rGm7i7SfeJ
8o7HWlkx9OKxL/cUjR7AOdhVdGkubp+21HJeLX08Dp9QYfpqvJ++W3cQkQF5vBOfRkDOKWJeto5g
8qffYxr4a2apB0FsR11jhrCe7h9N8CwQq954nGTdHgRHpkp//W644A8QFL0ysVg85OMKA2Xk8Sje
am7nDtvxZ/EmeyPv6ttsH+3VXXxTqhvlkEX7sLDbFfOX7oTX1hfP9dgHqZxWwXRMJiSMi0HYlm2i
/ydGZgIgnGOyHsv+QjOBhS2r2ukoqByHPnbqcsWvufT2AmL8t4XFMIS0K4UCzrRjXX2YwvguGY2b
Ml2THLrwDpIpsuDzorYEFfTCDQ5DlODH+RpvrYM1btv+Y5VtAHVc3xHzgi/2O8AikWeQcEijhHe6
5yazjPJo9KaD76uHEYKi6CkLmsdxemMJa6LL577v7C2BJ6JWiOT4Mu4yp2iUItCSBzmyHKkLngZr
L4Z31lybTwcbyRx36tZSDhfuSdpd6DmcSaHghFp2Ppdj3FRR2baHEtn4Ypr2I1K+nin8bAU4Z5tN
2uhogmXbrvrWyaYL8RmRzu+hfOejTQkNkCF0JZB6wbV0Os16oBRmhY71IfSooMijsSX3D9tEWb+v
TWGtbHHu2cBlOPdE8Cddc+TDTs0VQVwLPVyGR49Q1IZsegPcHnGcbG8m3i4gX0WH5BdRDvam/7ar
2k1h/R44nhFTPJJoNZqTFdT2lzQtXhdRDvVV6xCWJmdQLaicaKW/VWM/XCkIn53H2RRETuY8z4TD
i/OoZOXQhzjrB08D8JEksIqJ0EfCFVCvaZmebWEibTJKNJdSVIfUb3FckgEdgNYXxyNK77ZIJWgI
nsPhadKiN2LaOZV0DJqVEsNFk3Ocz3K+ENCdrqVaKnIFkGA8QrUNc1F2M1iSi07WAxkUZ5Sb/VhP
u6lfUwE6e3LnrD+IUVo96bMhRX5qNg8LIxmsvjp2MsC7Uei6Oyvxpg0CUrIdReIhHHRpDxNrvr1+
I13YvFgmuSFxZOk1XeIqqXiVvpmUNZbjXR4aN1qmkQUgLPe14BuFnY0fidvOd9l4u84zJVvv1vrF
L4yeOeX5gEuRyHJJwJfU1TAGRlkd4wl6EkAgarxJaqtwqCfXP4BM+1xXhfTQSdVaVuKlhejkSqaN
iiZIJIEAosxR5unMa10gtnHSVsdKE0J6p3Qh2eVGbB01I8/upVYe7wwrmO7GakydogU61zeT5DIO
khaGNTj9GHwcBSiQp2pE3M3rVAdA+bQN88h3JsS/9nGlDzb9/eXu+tqdPfDzV5+vODBZFFSWEZU3
IZpZJV51DHur3fRpBNAY5dWVE7Gg2ZrvlvlCwU0DbwZMdakeACp9GjKLDFEUWbhJjVRsdK39FMeR
dNeZfeiq0/ToZwl43Igu/8isyt+s0b58g1luZm465H8LV20KMy+ge74+6lDI7acqybZDbyYr03l+
9EmIzoeAhq85UbnYCSrdVaXpKfURUXV1I5pT+rX3MsvRx7F/F9Pi4BhBG96YXdIf8lJN3l5fzUuH
gHOIhg+F+bkocLoRK7UvG+Rj62MfqepOz+Dvprdd2RUU42h2irZ6J5CfU4XfU054Wd+Zl8+k0Y7/
n+W5TcEbAi/u9UPcUMFpLaXcyXXfOh77HtEkUbkBUvn9+mDPHCE421CVtcCIgivk/J0ONqWqJQWG
r3DqvgnCfdh7jiTCEZt86P01lsqzB2thaz5GryL0AaYvKAc9+WiFKd3L6p011Xe5sVbkvzykudII
gyjiBYtNmk++KbWxKh9VzdafYZc3Rlu6bz9en7jLg/llZbFLdAuCRhG50WOHRgGSik7Y3Qb+mvDL
2V5kyixuRPAhc2fPsj5FbBR74hTLx77a6vSFKLeg7eVmI+UPzeBcH9GZ503SEnF2Qk7asmgkXIxI
aMYEnO/AiD6luqMlm+GDvyaIdna0ZxvqS0EWBCOQyNMtIMW9VTdM3DFQrdH26vgpbibbBFMyqbXj
SblIA7u8zyrfvT648+f11PISXkJyqJUmqxSJj1qyznl4g5/kCNP3Kg3f5qKxg7bElXVh00xfkMJz
x0hZYam5sC+JOOj1gRcS7NyycMrrbsb+UEhHy0ggZPUhVP849tGmTR8bX1kJcM79/3m88y0NVBD/
fxkPVjinKF+W0jEZECkx9F0RJZs6kGFUjz6owycvkaF6e4cMmtsLsT211X7M17TgLm0pHDg4Oig7
QV+xOIpZKuVIIMjSUZsEt66/KGloG/UPsRZW9u6lfQVOAw+KC4vW1IXbNsWWGVUVfqjyLuq2bfWl
DO/yH4n3tlSPQHyu76VLowIqi84MTyHo+sWo6OQba4hFlWPWmW+NSbzrh/i+qdJPVWzsr5u6cMuA
0fhlanEmhygcQmuQFWo18ltfl7dtM9wNQ79yOi5tzTloAaSMJ8Mcnh7LMq1aNZImbmZkvxw/sj55
HYLOjdp+UOL+ptTDNejLeUqG2BQvD3IuWol5euab79VjUKRZG8ZS2RzFMDU/IVfR2F2VTreKHIyO
T9vdnuvwORFjY2PEar7ps3YDO+4brdBy2xN5qrwwdac8LO/HZAru6W34nktJuAu1uvt4fRXOk38o
+gHumEU8XmCJixXX4l6WPDhBeCWhOVDN7HNpNcUmb9Dc8ecGKBVX9K6TLcEORPjvErhKNmM5tbYP
UYPTBj1Klm0q0L1CL931L3e+djAIE53N3Il4DUsyiIrnoS/oTjrWNOptaA14E1UBomQw7m8UXbij
E73YXDf5AoA98dWpGkJwQbhNIyHO2mI+Zm3BPpzxrr03Gl98sw1+9Mg1vBvh/vLhVuv6L0OqWDBx
TWn6OW9DRUcZTohJC1O/eTeUZngwBTWr7Rw0aWWPgRc9xUkkfClKUUoJewxwwcJohV+UUKKDp2eT
WLbvyfJjhNgu0Eio3W77qNEe1UIW6FNBQMe0LTkJIke0Yu+9qcYwjo2DPGUOPRX1IRMK0pmSFMaf
yZ6jtRebgvFFRXXgEfrFOLabou2/jbVOZbeDzuE9rKgleF2I6z4AHkm/9X1bdXZWpv5x6Cln/Oat
QkkWQAUPMA2ZNLAsmdPEwq9Bjujlkavb9YfNiOKFEqCk3O+ur97yTlkaWhz2XhDh7Sgx1KIp1Qid
YyZHFPNWhrOMiZZWFlskI8+TdxlWNBEMbRlsaBFZubXmjzjZhfR3UsGC3wVoPO7yIt2jmoLUZFLU
HZM0OiCQt+9CFL+sKtKdNCa7dn3algOi1DrrqHEHGEhFkmE9vbDoi5PUIum6YxiQ2RnFonZqE7z/
dStnDxnpVRIsxFcQ0kJBuJi2TkdNXhJCQBpBt6mg7LO7xnjblD26EIoNmTPlSDNzxjD+zV1BnIXh
WekLFDmox0UgYPb60ORlSnCp6nZeZbaBBhbCjdeHN0/S6ZJhheo86Q2mk+fzdBKJ5wCxKRlJDnrg
5fZoIrCZg+C5buV8qU6tLJcq9JpR0nPC1CjJNqnlfaT20G+vG1lwS/IezDM2h4iMhxBqmUNutakX
AzMiTmw8N4mMYwmZddM8U8d14qnYRLp6AzEHd9dEX6MI7bgCC1s89TcFXYLXv8z5tnmR+SNpDmJu
bvs7ndcxTdp8UL3gYRASJ7P02zgv3AkGcjJljqep27J5RC185UicPT00v8BnrCO7CWQey6dW1dFS
R0pH4YNO4c3ahsOtNjm+uk8/Xh/d+XrytJH8mFHhc4J3sZ5qWtWSnAnhQyI1wlacdErjmryW+jvL
rxBhEf5Ao4Cr+gJwPB0OGuZGmPgyL6liDbYao3yXR3TGw4Rti70hOrxbKumd+ms9ErGEebEGrFsO
lG/wUvjA4xPJgKmLgWZ9WLZZJjXHDui1k49pb09wpK84lWtWFncMciXgm3OxOQ6Wf9RSAP4GHTkr
e+OSERjzXuaUnPFSBnro0yQZyOEeFV/n2YzFrHgSJklcOYXzd319ocwzxmMJR49IFzOH8nTNDJwe
Mw9fDqGRbUs0qdw0ECpXHsxwW0Iotvm9rcizRnvp7PLAPThXdU7tKYUaaRlMVEdf77iaf5ba03UD
8xKfDOjFAGhlNgL38fIk45vrudhp5TExfNsK8WMoEQUf/m9GFi/nUGXsAKi0jmHWO1H5sZ/elas6
62c7YDGSxdJkMcq/YogHIOVfemCU4TSu3PPLW++vxfg1V4s3Ky0DvRgCpTzmpTPsafeGlFGMqFLb
XrPp14pZayszj/dVxJJ7AyyqPpOWKu+lGIno/o4ExsqxWV6pyyHNX+KVEamgezmal7/4znimfana
UMP2a/Hy2tosrgAz7dqGlqTyOHbfFACH4VqIsDZZ8zhfjUOBtUgVBrU8muTyhfTB0N5L5s//2y5e
nEUU5NMwSrDhj+CBza9K+kFrVzLea+OYt+CrcYS5PhlTxxaLUlrNJKBZycdktRy9shxLwGk/1VFd
WIykM0MHmSW7VMOVjXV2UZ6exiV8L6kZRFHK5RGl3JvS6GlLOPZysVGKb9dX5eIOpj1Ahl2c/tAl
1FNsvADwI8ee0GJjUqvR+i/GqGwM662nrZRELq7OK1uL0wILmGdk+RzKVJbTGm+k7klPA/f6gNaM
LM5KJYgoe8nzPdYVkL7diKbgSP9J+EdvwK9pWxyYpo8tOANnK3LgFNBD1IJsY9pp12hxLowHACXl
DRKRFMuXpCq6IFdWLYhc/nrhqEVrEy/b2bBycC7czSSTQBMR0KqESwuPtGzryCuqujwqFhVjgmsb
6WJZsntoIgXHXAs3Lw6Kxge6mUjV0E11ek69UoHqBlbao1F+nkhdxRD00Qd7fSecJVVfgtpXVpb7
bdCShGRQeSzTzRy5HIqH+DEabRE6k84uv0/3waO8FnheHBqKY7N3SkVj2Y0cN6EsyEHLellwDHr9
s45eiZpkK+npi2Ze5R8Wz7VhkiGnEoHjEX0dwHolwiFuf1yfwAuX0EmOY/Fgy6oUN5qAjchLtqL6
WElPdROiz7NGu3Z5pV6NZnGcUE3ou6bmuushNkBZRLcnc7ivevlTnviukptU8dodBem3mlE4iRXd
doYCpbH/+9fuyYgXb5SRx6RVe0bcRlB8mTKc+3Svi/LOLNYUJM4C0pfd+WrMi7dKgtVdokWlPNaB
o6F67tnN+/qtcRM/eYmjpC51sDx18q23Jih94fl6Pcil1GMsCUncz4alKHGbxLO78fH6xjmPzU6z
Y0s92qGFAJS8RXmE7MD61E629C0uIdWk58y1/G2qrbiWKzvVWpwGX5Ly0QIKcVQGzY3Hexkl0CjO
to3wH91cv1ZtCb0MtZjbM8RSKJcbNbwt4w75zw/X52/lcC91JtK09av6ZYWy4UZr75Sg3otrPM8X
Xv6TbbC4HT2hltVcYY3EtN9JXWVPur+R294W4kMl+bvrQ7r4wLyat3kFX3lmUlGFgjbPWyfh/cce
GOBdMUF2pD4ZDWeeTuFWW9OeWdsWi2ulm/5lFBw718ox6J/M4eNUrzRbzLfCIghkJqmZ0dg9d1gv
xmbRuJe1De55k82U9iKKoqWtA3I2rGJLnu7QTh+vz+ZliwYe2+y1gb88nc2cOl2ZJhPvZ2G5XhS9
QfbQybIJtJH5NrYsp2zWwEZnwPG/7qtfNhevAUqpVq8HxNKZCgO48mmoDNdUOmfqw22eQ7wg7yVr
o9S3ymoT69k60u0JMlGHwhKtClgzT4cb5Iae1LKgHZris5KUbkNXbq7BrGSsQefOJnZhaTFIy4pM
WFt9/VCJD14p7pWaAUaEqk341BSGS3lhe30pX1IrJ7tnYXLhCymj3utImegHdefKt/UHeXKomQ2w
qNQ2QBLbuPE3qUNF5oN2O+pvTdqG7kJ3rZ5xVuGDphP9DRP+FDgJ6RlaeoBCNsEbztcIP9Rf+5+V
W+3rt9U7/9F4W2ySr+2+fZc/YJwSmrta/r64wK+MLzIcIxLLni5jXL/vSZnDHyLZSuQotdPdQQL7
MOySpzyzh+c1+pDzXT0Pe8beAqzB5VzCMmMlVczaCvTDULkdvHQBHH4uhIxhs/EaW3Ple31zfcHP
7t2FxcW7j5bqqMQ5FpHeeJSz99IUbgYkUCrvwwTv2nVjZy/JqbFluVG0sqAMEI7lRncTs9qY8CQP
lrhyua9ZWSxfIkyZV8UMKa+3PuR5AqW7XPp+fSgXj+avlVpiPXuQyUqqzxs0QPKnyQm1rBulgmM8
haynRK+IhsXrJi9uSxDnbAxIX6idnt47ZjlV1MU87ZDA/5kmA9SOrpDcBmtNXpfn75edxRUQJonc
TZOpHUKftiflUIg7uVwJGNbGMn+HVw9wnyeTVOcWd2j+PklbVzEE26TBKtNWLrRzx/Zlz/0azfxN
XlmaPFHJa+plB3QRxUfre/MuE+3wjbxPvrXf+0+QZ5ip3a55tWtzuHjrkawfxIo6+CGrN0HV26hn
OLLwdH1DrBmZ9+iroSml5EeFxkOkCtbGDMNtlD7Xkby5buX/cyn9msHFFSGgOR1YMvuuzjadehQK
x/pq/iDy0T8KotuGW32NZPj67pDFxe2f1yC4CQW0Q5nvFOsuMd7XNBzEaziSNTOLi2IaCzVIfBZJ
8wtHNnxQwJ/QN5OtamUKz9zNkz14VusSacOKlJGFgkUYEmTuo7kxfAdnCco/aI5dX7C1YS3uiUYU
xBx9F86W+t3T1dui/Eb07/SV4l43dB4og2KC6pbUk07f0FlndqpmRlbXg3YY6N+LOid9O8BRZoc/
rM7V7XfJbq2T7ixYnA3O/fv0g1DoXrZ7qSMw8ora8MFSNiPs0yJn9/qYLpwpLMx1Ql5gKBcXm90C
K64IAhbEoPTI2CX1dswh5TNibe3pXTG19HGEVO/UgCajQ6pHTlZuIrlylPDn/2k8S5yDaSZiWIJh
OYhybsc1KgF14aTG2g5fG8vCJ5YjcE1Kx1gMo3dUCg9i+BVNr5XFubzhALpQ0p0bDZfpLB1Ziqwp
Re0gvUsP3odZzkUkmlddhLlpvqtKW25sqHL+kzn8ZXVxz+bTKObKgNV8hia9b7RPkNFeN3HJ72bf
/bKx2HdzA9Rk5JN2AKn2RpNtdZO9Mw6BW71LtqZbu93P6Ku2U5x0K38TG9v6nH/Lb65/h8tr+O+v
sES5qh7wCqkctcMotcSnlktomuRP141cPsG/jCzu3FwqvTjzGGcvfBiDr1Pz+fc+H/5ykIiAV8FW
gINZavjF8Ms3oV+2D3U0JS7Ngs/CIK71GZ71m8yXw4w7hAsOGOIZFMUEMCgltdQ9xEImDq45eMIX
E52bT/E4tZ9VOSsjV9Xb6mOUpKRD20ANCRw8FILj1h8+hL0EtHxM5P6LpBfa4ADB8BO7oJv1o1KE
ZeQMJKtHO4VgK0PgtG4Euu3LZsWHXfr+8yhA+qIITqkdEevFvrZapWh8NWkeAjmZ3ndZ2dlRVaZk
Mo3AyaR0P9N4rpyl+TNfx5cvNiEO4b1AAwKI8cJnSdo0Ly2leeAu756lPuodELChnfWQTmqFMn1G
yuNpULSVA3ZhrMZctkB6bhbQXvIfR5bUUO0X+wcIgR77IMy2QRoBbm6pKUBhFuzk1Hi+vhUvmWRm
2YWwMxLRLbb6mICp7Cetf/BMWEcDr3sWOFSqIr7/f9yd2ZKkONatn4g2ECDgFvAppow5MuNGlqMY
hRBCA0//L69q6z8jqk6F9bk6dqytq8dK3HGQtvZa+1s63q7ZOpj/cuPHvT3/lP+54LtFuEsB4p3j
zN5CP2l2dggei5HakniMYy0L+y+PI7gavhQYpxQu8RDAo7e/ZJRL2vHQ2duCNaTqveruKbPP05Cx
H4syH3FL3lc158uBcQSHNq4HF8W7hxUbDKEDF/Y2zUAGij1SRDhAcNU49awOpjk//POv95eyF2N0
sNLBqQpXG9So93YznqbIYQvy+HbIfgF8fp+C4dnL5BxoWG6M1C7NL4kdr7tZXiXdRw35v7wncNFB
+AJFBB4VsJ/Pi/VvtX2h8jToMGl3G/vu1SULP/mQ68oK/VzIeC5BC87KTn5EYfrLqAO+9Zvrnn+G
365rGbWDdzG+dRe9OJ/smzS+tAHBTKpEApUuF9hx1cJOnY1gg3UxhnHEB2vE+z0iPXNTMIUOR9qZ
ofreJ6OGPAzaLaO3aR/m9RSnorSL/0ga+9ur4KFByzJB+frHnfjtm0b4ddV5TO12QFDTQYzxgCIP
MxwfPEZ/eW7PsUgokSkUWki076dwsnwCdX0N2jvn6PpEEFHUVcyy8FOxMTGV8yjoV9EtGG4YWkTZ
l8Og86iSmZCPIMS7u1C17tB5feLL1O83Hs4XWxd0f24F/xWV/f/IWn/DZ/9Hdvv/g1R22PF++8XO
1Pc3WPbbafgqfvyOX//jb/iTv06SfwEIjl4cwhIx24u5vv/w1/G/gCMCShSeVJhdzvOU/+avp8m/
sGT8MZ6AyDuKQev/8NeT4l8hRgGwbmIAErZPZC39F/z1d7oW5ItzYjVBfECMhRj+7ncrcJhtkQqR
q4NJJAzp72KkLuh9F3GId4IHWVaO2YLqQ/a0uN3gd9rFfR+7A1mJyuvfbhrukeeT+J0Ff16O/ndb
/+OjgCqDSZ0Eibrn8Ne3y4ZJZjsvkAeqdVB+x7EH7Fal7n3OP6KBfnSl867722u7TDyQgpMQTtVo
ATAQUlFHmua+U9lH++m55n7/pSKwCnNYAoCueF9LDhms/csYhRWHfHjYzGIxy5zIumjtsBONWWvw
Vdcalu/iMsgL9kEp+3ff9PfLv7unW4JtHFD3ECkMTQuaIHhdI1/NfRbrj3TEt4vUnz/fueFO4RLI
kdX07kma3KJYOuFJKoI+v4JbfEIWRd4HpBZ4BdD1XxoV7P/5kXlbHv15zbMvFy8CRkFQC779IdMA
GPC0wdfrEJsFn9ccIGYkCIB0m5bg5uwzLREwvh3/+arvlIU/L4ueBWagQXfDK3T+0X97fjyfPWJc
2qga4WN9wbTnesWbdet2i7GU7XHQY6CfZwIG3jRXqNcKNoQn5VVuXv0WjvSYcjAAdmNI1VxPkLmS
Mp0EYFCI7mjCa6l6lLOBbyZzmyE3Kqv++Qv83VMBNh1gSQkAJ38sVr9//gEJUShkoSBmMBlDlEcO
+jGPCutgEV+nDx5B1I9/fQcgwZxZ7bhb4F6/+5X8lhROoLCupmADSn05b3NYV9r2bspFg/DftZGs
NskA7zjyybOrLJ2JgWUnBZ+vhY4CgH8wMVtJt0BPiJDjdRUFOB1grlBDmASdIdZHA5lN1LPSSVMh
vtA9Iho6ikrc8+nJuMyNT1ubtE1V8HVsqy7VIi+RaGjMkTE5/yKAjEMLinJxK5qxd3UaCaR+1lnb
+drHeYAYHwnB5xgYpibkICP8sQ5XhCLcqilLYKqfc4sjj5qjoQoAqH8V4BsO+7GDpfZa5Ssi3jPN
gweMcCXf1jFt5J7FYkNeVs9aWsWztXXIZIsJki3Iv0c8FAJZZ5EKyiWf8/vI5eagsjWdAQRFYFKJ
f+q1pkGj1x0hGKKs3Rr1n3U4F7drPELsKVQin5DAFWbXAPZNd2kPTtbBT+uEdX3YsicMkXFoAO0A
+Aq8Ul9wm4BYyC1Zf5zhjcDfJPzsaN4YTBVLxtOfNmmKobSRYX1lhmH5ThOfvbTjSj8DduAiTFN0
9EKmevu+kA6O2yGa4s9pL7Yb1Vn+M/KYdzKTyki54Rj/2sf5lNdKQCwoF+71ne4daepxkumzXwo2
lWai/qFTYloryOvhwxYEnO+QAmYe8l7m91tmcKMGQ9D6d12uwR3GUfSIMT2wwQmEgbW0mOEHkjhf
dI7cymwuyqDI+ATMpMm+U+FYd9j6oP2luyRqawSN91cJm0dd2qFHGxK9m8x8SvlCLuautbIcsQXc
Y6fMhh0lLcnWcgJ7Z3t2jIfmQOE7pRcNQjyTizY3hMFHO1rTHaC0A/PDFMmqnCfLWorO9qbE8LZ6
gvUO8zXATSTyeMYep6cEpqFpn5mFwrCDFGldsrZL17gUE2IhGqAWl5bcYKZ9QyRetHBWJgosWYhH
s7vjYShItWCDmUuJhSyuIhZTV49uGr7HTd+63aaAIIK1O+zWsvBGv0rbrvM+CIItrDT6cP4IxEmK
VyXJgAPodKafYmxgvipigIOrTRs9IUlpw4QkCpzl6zAzHl3NYIuUVvYiKc3W2aEyBQlu+Niw9Eia
2YpSQfKy15hQUbQWRBJ7SMy6uX0+Sk1rGOnwKOjcY7K4xOmlEJepTdPuaZpRRJUwda5JLeg2Fwff
u9xfM6QHBtdErd6/OJwGzE7IOZ33UmjnfrKl6dyJ2wb/KNFYBEEMmVBu+EbwkiVVYYflZkrEuD4v
FMbRT0STvvmETPPUwdCxTpcJ9wCjt4yv4Z2cg/glhcM0h7XET+oQhDyo3NgKDFlOeFizSneqayoS
Fkrf4BEoXkLpJT0lHn2ZkgVSdRVGOYvttDSN6qu12Nr7jTI3QL5qkgcB92VSEiCuIZTLIrw2ZMFE
Y9OHCPLVrV+6Eq2PYD1SPqR+Z6IQKwgWzSmNXtIgbm4zye23KF0385mNEtFeJVplbH6dKFWbria7
9iK8boiZCdLJgFEZL1nM5uw40ZaarDJGUxwppJqJjEoEEWfJp7EPVp/WRbgMfNgp3qJvdmIQJAyU
iJY+Dmu6Qmh2W4YdUKSJxNwgJfaarP04Hmwi8RCuBNnrMHbwNa9s5PTjDGRUc0T/xMHUGuZGVyv+
sBidV9e/+DTcWBl5mYN7q1dK9yZe+QEW+H68ThbZk+Pi9TI9rKlHwJnoBH3uV2oeqRHFVRCp5rrI
KMZfXR9hkHNLE345gcCyb3ra1JTHfeXCBfcV2OinZYrZQ9I4M5V8NmlttwgO/sGN4itrBgbCyByV
3gp/vzRyeWpWj/zIAqI6RaLMMws8oHScs5pldKfIAud/4K6HZnY3XTd8nRI2DOWMMIadsHKrF60w
pbUMLYbhAeNOiMWgKeOkbnQAVzRX4/C4tMaEZbpG4aXnwOL3eb8L5VxutvvCO8rRAML5Fi1BnR4R
Q9juA1UUn/sV479bxu+U0Wl7bGV6hcA6dt1uju3aWOyBuOGIgQvpZaByXrppM3ssQCDFrwyEGr89
YJq2zkXmlkq0wMaVMqS7rhj7XZyYncmWAyBe7VgmJsWzkaPdmDQGkW790Ox1KI8sm1/mrZmwFEmX
f13GJd9n0zAekYa1gn7Dhi8YJndHOyXmMGosXA4dkEOB2VlfZdHmdzJx30UxvfQ9Q3La1Ox8DDHI
ENmjR8AQt5ylrrvunJCIGo+Xy36RcVh3EXtNbBIdxsmC/LrmGfuGcuYk4oAdewFyqpVpXwVj9IpY
kaDSHo3+bOn6wzqqsCkxZRWWkk0vzFn6wpZNPsZY9SrUl/ld4Ld4N5ppKeNs/dU1Z6JW0Vwuy/zd
ZQwei3m4m0R6KpBadwhI9wKK1a0tOjg8RuzS/fle9TiRn/m05MwGWouKhUqV0SDMiaGBsG/T5mJp
o0cyoBklpgjqqJjnvUWG7rFDbsGF75GCjEyUuGoDKCJAYQmMIINe9Zm1sVY1U9wfIkHimy5HfFE5
+62rFbHIilSGDKXp59dEzM2DIOe5+jzUcwp7hsvJLuPydqCe7vVs2AlV7CNM1dGNbVPsOGQWn3Ia
Xai2OI6SIFdqmb41ltx0BbsgakNLuYuWU66n7WLi2ac2mZDIvi5XDZH8zI0JqlSclxXbcN/VKH2v
JAbSf6FSzL9lG6AMI1oYVUOBTwqDZLvsNrpQ/AnEI88o77AaQFJNRDCWfrLYj7GdXjXeMDS+E7ZL
VHOS7baBIhHD4Jr9DFf8PVp4ckwXTFFP4S8r6B5Fmv4kg1BXRuToTMOEI4PxO1qqCsiifEZ2YAIn
HTefXboEp2Rr7nqcdfty7oDqIKQN6hAjk3dbSJCMo5yo6Tbs4yVT+1Fk9ZonmFZd5t1KXVqKdauc
XUjZBnqHapCd2tSSehpys2uFv5sSxfdNNr5yjI49xCK66HPM8QXhehibrC8Lll+zdCh1Jr8mhcEB
JlgeAtOddOGrhTefdcwePbKfKjOrSzmFpJYN/zp22N/QhYhKPbObcQh2tJXzTixzcykjHI0Yqp5V
R9+XGSX4bKe8yuYoPDSIRkRqy5DXsptCHEthhSvgWy5KwxN24F0Xn+99Sz9PoPbVofe/kLbY1o3w
9bKOW9Wqb3KM05IwIuqFttUk5YCX078mYbMicXrdbQjruopzj/XWT9cJCmJbYrHPy2HjZ/9i29Kd
9oE6CBUbV4fUoqE/zdSgXFGBwONeADaTFrrfao3a8TNPeYw/LGn8N7LOGM932mPZm1mXV3mv2iOi
Wbe7ljL+4FsnXhpLCSuztEUyjRn5iDBc8FT70lgS/sx0E21lR9d2Bh0RdX01tBREEraNGuEZ6Ypb
LxCTUqM+oeIUNQvJgXlNt/VzMWdbewjbdC5Ocsv0TWc8S/YRS0DdDpVkiAgr4uMYLs0FwQ6coOlL
z1mVirhT2A/FMXBZ04NSsHZ4chbRZ2VSNPE3HtFhqNJwWNpdF8fqF27jkGGLECGyUn3xQ/k8MqVi
awJfyJxxRFryxDb7xeoM+BiXkHIRPjUnCRfQzYIOD25jELLHDrw8Xg9NRu5z3w5TFQdRdxNqEEVq
heCir5EVETYCdKAIHuoU7nWk0wACh2/ZsZ1UZM7BPAu1rbecofIl6YaxYwYuGQTGQobPOPY+yFHy
vCrQumkxuToj0oWIpjNlyCX+vUlMEZXSBM0vySKk96xLwl0tl0Ai43maQ3hN0e08RbGZXnkc+51N
GXnWRarJvluD5cUWmVK18wJ3KSMKzSpb9NlWyZzTq3aIdVhvxCj8141QeNKxdSFEK1rHZ5r59rnl
Ix5UjPRmGApz2MZy3cMI2FBuhnpjTL0uculwr/y4lS0L1rmSPhO3jZ+LZMdX1mBvQPI4Lp7p4TXr
5pyWRkTyGJHBrydNkvknQ/To62iFuQNBwL7mSPU+DasEGs5OYHrtsqFIX7SC1FgNYgYVfkEKN4rt
LXOVtGiUleB1Ul212xp9M01bvCSswHo0pLzDutsHfKtjr+jTIgOKQh4PJoh58WDvk2yefvRmHLEs
8Rne+9XN/mqdcCiokk0ZHFfWJJ13fRtjSDGMV7gzVe6T13Bk6WNMRwkuBmyVE5hSqWQAVRQKLao1
sFi5nB8k3kVhf9BVxAr5a0uzlJqa6D4ZMn3HWTq2FxBv1vvBojooR8sCc0hS3WO/tHSodLPAk93G
+faNjel0h6w7OVZzyodnNpH5uxlAX+3h7pzOr5kERGvl8+PYEY2TL21SW88attY6DexAar4uW4da
hqJo0dvG47rAvPkrFSB+4ouT9nuwhBnFlssQR4MvtCCgt9HtL9E6ZOjFEoegRGfLUqNG2D7n2zQv
2GcygQO2Nl4cFiKHJ7ewKCsjMYofwQpWDVZiNd+bweGAGm5ikmWOpZaDginCHzNDwHfFPGa2qwUe
UMxst9MEhqOHsltum/W62lLvr9rYBLaGeBt8gdCnojLaAjlhxI+xDewDt/R71wduKsd+yHGTtcep
KmUK6baNXYF90UMe73H0xX7R2I5nVUyG9D4ety4vA5T4T2DkJvhjl3zFUU3LJipBchn1saEh3CKY
xJInAyQK33vNI4QwaMAlx9TzaN83nXb7jepOH3qQZfx1OiAgFFxE0j0HUzFmZdYlzV2GujUqg9Sq
aQciwSLreQZztZziUWCAWCkcjQLVbz/zeFmBPJ+YQJFvTHCfN6HLy3DJhga7h8r6fSqVfaKBolOV
FfiaqLDFfAc7KabdWotG6hFJZNl4CHk83CntQOLc3BKyHayapsWDRdA4Nr3WXZlh7mauGPZwnNfM
fhsLB2+WpPkLa9GlrBBKi/YGHxhZ90vE+q//3GF75zJBi/AMRkUK8xmi8Ufv922LkE4JlSzGLOAg
XHi/pbIDMJRsBcpslhyCePVZiVAxgnIlPydu4wCNaS4X8D3U/OCRLP18vfCtiT7omJ57bW/60fhc
GOWCKom2H4wO71qXbZECHdXzpiax/2LabkWBPmGSbOXtDgVZePvP9+FvLpekBB1hqOVwfrwH8PZ8
VnR1tK2LdOxrwhCaY9B9OMIU/ytPi/gDwfWt4vnHXUcHOkILkgDkgQjFt3cdpglO2jBta701bPkK
p6vKn0cupl3SNIF/zSyApl9n46bdlmr6Qafzb9qq6MygPEabJcmQUfH26iIcJ7QZISt4LOJljn2k
9JqGB6TIfwTM+st9BYsCIADgUgBMgQf0nYJhaNdvyNwEEkL5bT+PcV/H3RrXkabAZYmB7/75d/yb
r3b+UmfEaJZRCKtvv1q2LkOYSjT3CdIvEC7duEu891iJg8B98Bv+5VKw3qC5iGFDgOeB/X13qTi2
mWqaAZfiOa2yEFUNZq9cFW9R+n+RI/3/q2IJ+eU/QWd/o1gqvfKvw1vNEn/Ln5plQP+FREGogRQ/
dQJ7z3mZ+DM0Ooijf4ExDeEAQZl4yc6Uxn+Llgk5K514QFK87SF6ihBN/x0aHSNP+jzUA5MnwnBw
uMv/G9Hy/B797xqGKyDunADjAzEcRhXgQN8+jCifhi0Ju6ziSw9/W7e1d2Zh8z43vL0YRTtBr0wS
Vs6iR0bsSpuH3+7V7Z9X+l2o/IOB8eYDJNFZfwWwLgQQF8vbuw8geSswgIWmfRQFT39aq1aS4KrC
nUCRQ8918qjPE720COcNMpxQ0KLZbTnm68sJHdZLl1L5PHr6hbUSFcnsYvtIeGe2Axj3qdkrke2E
o8sHL9c7vff8DmM3gkCH+wbZLHo/2TWjbQlFGKdHSr0bjz5sI7pfWolzhEdj9LOfyTrsCxdAsdNs
I+0JalbUXwJktnzknni7WuOzIBoxRl/7D97UeVl5exuDvliGmYBJ5NIUJ3wu1oge6TTQvJITmHto
XXLSYdYdc1p134Qojf75h3wXO/HH3cAKgzl04GwwEvF+GZ29X0beIJ9u6jGwsyvMijILTKE+3Luo
6b5BTkj3sDR2ec36cZv2YjGGHVUx6vDg5Ng2F5jaMn6PUS7mqyEIAbkcLEdzGm69drkkobXzBzr5
u3GE833Dmo/XEtE5mNDDWvn2vqGt3tNIw/U2pw1maRuEkfJqdGAG9fFg0C6ep6JrLkKWmOB2PFOS
0AECn4kDZD5Rdt+TwS47Db0Ncn404CAcdHOrnz+4uefN9s1bcv6g54RPghrojHV8+zHzoqVtyLa1
wpvUOxxv8/UhVDCgyDUMeRWSWUeVIutEjt2GCfMbubmmOzguceYg4Ta73bKpKK6BQM41hsdiSz7I
jvkDbPH2M2bQ5JE4AjIqRAqsS2+UXDzmxKuJTFUxpVx9GuZYKkQL63MX0Vu61akEaX00RYLyyI/5
DEl7QNc2yEl2FKvEWYrbLr/YJrZ+Wxo779H57O3lnA7furkLppK6Xt1PqZ7zisapCZAqHgQJBrLg
39l5VfAEfaNuNJ8gObD0oLDpsye3LvYpQxsoLcP1fDah65jzj56js5fvzZdHJxIFKnBd5zwm8t6d
lm0DEX7NINFgBqSr4I7jK/yiIapmG44cUgObB1JZm3Q760n40uQmvlJaodkNVQ6YsZl0iCT/5+cG
+v27zwXLGoj7KDXA5YR14n0gIdCWFj0130PQghPwFE12PlntXVcXaAuJbx3STNDOYa1YL4dRn0S7
Tt2uszHagjq/LUTI0Kczzp4yiREnnDX2S6fU8xqu9tHHxWeEYcSngbUWgu+4Ih9VjzLbLUq5q0IL
nE2FKxGYKD61EQwUZUu0uFD5qA9xqLodBMvwEWzBH0IwUcXZ8DTwjd54pYCaQYOs2wVsOndv7Fix
2e6gHlZTlOgHmcV2rwb/y8z07L4Try5UHmUx1E744+CI240yCY9ENQMmQdV4qXKFTxKE4V7MGrE0
eFyaH72CjF6aGZ8XjyqCj5cQ6QBlAI/+deHPwwab5yjU1vXCO3e/wRh44PAmHjfp5ENE+QMa3FHJ
8UQcB9dt14kbZowwMdHvRz7Lg3Q0/xrMCFLueNxcs7GNaqIYfcVSerHEKqmBpyqOfgo5QgKIuHAz
uuOGZxhKcTrKogo9CjPWYJmlLzPSzKs+Cx62Dk3FpdPiNESeHyJQNPdji2y62Q8gqmtr7+VEngo2
95+IhKwftTgR+wA9OzVCamvFFcKIss9qdMGrMglv8Kx2kMXCTm/I1bHUphcF7defbp3nH6MG+cUt
Oxw7+8MyuOE2yLXbAew+PshGv7akcPtwFT9jR+ZlV8yO57XrF7QyfUi3O4hI3bdQRRLtXEidKXoy
rPu16CX7MeMMcFskK31RjuU/pdqErtC1RJaZboKbpKPtQS7XqDtIMq4nmm3i2EyTLdNQXIYpRnYk
ek84g+J32CUJcJtbiDyEunPwY2IgsL2zWtsT3xQ7xdM4TgfbTerGGJzqkWKk0EYsIDMbO53iJad1
4KU4EEOb59ijZSu2+LLjyGsoCptc8B4G1BI0tOSwmkactOHDEWNLBqt+CmuEnM1303O14kcT6iuQ
kOobsTHBA2qTbZ+3RDykGu0WjdYChbI7eTQsp6n5WgiIDmsTNGWr4VrIF6lf4BgjkE3GFt0rUFLQ
WSOYJKpwXrG3ObDWwIlGcV4ifwg0Ftona4c3qRfLvnc0Q4bY4trDCuw9punazzxI44ccLbJdYPz8
DQtrf7QJmV8bzP7dzgZt4jzEISvynalx0wGMHOGk6LHAPs4dXGPOZxStkjxp6nAj5zFO0pOnFHjY
slEcazl156QHaISncV77K9/P2zVHJw2WkrCvSNNeD2kAeRy08KOAxfYS8ymial2YHGa7fpPhtj5F
BE9syRfiLmxL1d7kkB7GMRkuBmZvIfx/0Wti9i7M1Qkd0SatcH5MdxuJ7Jdp69u7woAVWtg+usvh
rriHLhCciLGi9hTtJzVmxREcTvXo0MrABABoxEcUNbf4T+1zF4ru2GcmBRjWBNkJCip/HLLMfTNo
Cn4GUp2RSixjB7+NnG68ibYjGCj4i0NiBBrIXv0AI3sBFrvrxBfde3P0ARQj3CR/ZEALg0s7YAKs
jIUanvrN3cVDN35CvIT/VmxwE89efxuT9Gcxz7YvZRw0l7EKh4dRzf3NSjrzy7VziNo37qarIOHF
gXVBc1zyjR4JYtxVCcJzbmtIb6Ji2OeexmX7oZDD9DkJ9HQ/RoAQJkOcX7SBclWznW+Cw338PnZ2
O2Xj2FQ9nJJFnWHcYOdgc614CjAado/EH3jU8N05wxKt2aB15WZaO++Q6SKeSZ/Hn/q02co0G90V
RjzpMQqb/oIw+TXSzNzBQdBdoGHoDpCcsz1NzyAJR8OdtArNRaGWZyYkuxqsIiefdx4OEKNv52Hp
P4Er40qL/zffmRg8IDi7oMU5v8ugBx84Zj8qVGD2pe2FxlzpaNID5ZNK92xYEBri+xbsMrg1ylZZ
rcCb5Pxn2EptIMpi3e/H9oYuOEhYqotdgBoK/1rs3Tb8hAvRXI+5ELt2pOp27cxYNfB7VQvtOkjc
/hnWCFGnk2bltDj6OUFI/B7NZfTr+hlulRWQn6laMG8YlL1PIxyszB1XpL+GgtzcR5aoUzexfiqj
cUCvDjJVe4JzKHyecTC7YlNAr9DFz6oGrv4zxDUnhwEWoZ0CL+MYTS74DqPlz7aYyIm1JL9Axe8d
4mTwl4xhRStZZFVdiBYhrR7nADXLaddDOd87lZNH6aJgg9CW/AhAyrzKm3GFRUavQOOuZH/WdrtA
rk/LKKJDakL6KKeU7LU7R4b0E3nNinG/5MhhqRpgs3+mssDj74m4ZQlXBxSh7otb5XYDcWK9aVMO
ExNvlxOV0O/LWfbwjQ7SXcYACn7Sys9Ho+ezJyUiYK3S+LKFxALLmXwxW1FcBDHcpqXN4BqQLAnX
shkg8+QIMGsHnLo2PCcHWKPERYLpt+PoTNBXbJjAxCPkp6SJhfpnh31yXltygKGrfHb5YxrFFDA4
M9CDdSTaj3kyPeDNHi43WODAo1Y9r3JU4GXCYl/OwZbs/JQGzzr1CBGa+uyLi0eQGGYWtbuYsQLZ
VA69YtPjIDRDCHsM2aSeZx7GnxFqhVU+izv7M8LB9JaKDTrrMq58l4AGwgEi3r4SkzyMeQttFZuQ
y3TxwHqnXlcz8AeD9uAvu039T17I5q5tWb+nOqDHfIH0iBwG5AzDy2VIhWavO1EKXFcrmx+abs2p
B8gRnxBgxbYtZD2pBrT7829GEh546C7Yq/pWIlABwUJl3+EViX04P0zttOBkkaC6cEkeHzq3IRzS
ONDzYtPyO0IUZhHGtG9/ROhdXBKyoOkvRZB+l2ELDSw2SPDSQIw/WyODO5g/GlsH8HJBvCp8+hl2
jLQa/dg/mDiF82FqfYq7kv9oCDiyQIkAnYkVHUYvJ0J/m05ywVF7lPGFh3/jUwDfBJxOokFnGi/W
UBcF3vr9igikq9H00/0KA2sE243/sU6paEs3ekX2UDGzL4QjeqsMI3SxS5R/+VMCnwtm0uOiYzUe
1rWMU9XpfRGMzl1AG+jyZzhMxT4aVvDO0RtI8bZbtDPBXpNqTOwex/ECHXNYWxGy5OAyujOtBNkB
TyiVzXHmMGiWDLYgeoSI6W/xdPT8CsmJ3O67mdKitqE36Z7ARzRWnOTTcV108RQ16/iDxFoeDQ57
v/hMUayudtTXbt347bhFfZmbdYUMD7/ginWnWGEJyMBBLwGjvW6ydRJVExU/RKhzjJfFBiUPWEJf
sPM2VxJ94GPYdgWvOtfCV7KGCfN1uGjsGxCx6IEhoRu7WCybK4xwzUGlujWpeo36psbOM30ZZ565
XZQJ9kRVjjRo2AU3WQkyTLY2W4SEmAzQMLLnhRl+aBvnT8jJCm6cVfiD17NSjT9zCr4ybFtDhRJz
Aqwpz/hjDyby13DLM1f6OBgPcMC4qRpg53yybW/FAX3V7IvoVb9ULoi1PkSFL1TdoixXVdg22dei
g78DniBUhPSVwv4B+2Gmw6YKp6W/CdYGSjjGwpHVJWCcBFYMQsy9+x/qzqM5citN1/9l9lDAm4g7
s0ggfZJMmqLbIFhVLHhzABzgAL9+HrBbE5J6+vbt5Y3QRioVmQbA+b7XMmwzk2CGQiaipXodTQLq
ZNNmZnopm1G7HRsnLcP1uC7Decqm6VTEtf/NEORNIYYMHOMM0dVqYSGLIH+v0eheuJVr7aTrmhz2
jAdywVPiNOYWHKCSsC9dV56ndBnyEC2rT+1AF+vPfl8gSoCIg08uE43r1awRJjO70/kZkkVPSr5d
t4gcLeaW7GzROvqMAmXII03xjW79VpKd7Qmf4bieqrQL42YImMopi7m3WyO7nSe09G6Q822VpY5W
sS3w8jqIV240qfy3tFOaimLpW9vard2HZlGnxE3dK0ZP89SaufZhpgZxp4O98IHlZU4/CFwRdQnI
BvcjTO8jrBtHQ+UaRPh3dvDSroy9T/RjtW3U3J2lTKwPxcP7tinb8VcAFmlzG2kNokd74JGXdna/
yauKnVOizGn3hTvIIZxTnDhkwyGw2/HSLXen7JFoNq3Xag1lh1P12//7fv3lGfzj2o/NzmOpIEGe
fBiQ3L/QFAKurB9jo994okWgs6RsP1mC2qfIg3YfVDmsXIlmA6WpzN2PMV8sBKETpgyOaDMYQq8c
kuGuiReqKg3fSaqNZUCnwNKbiFCWbJBv0lQ0jGrFVJ31OUHAPqTjBKvM5W9vSIAczHDURXmaytLW
9jxagplNTZYJxQpLMGzEgIxlnRcKJ8wol8j/hT3sHzA0+tKAtgEdue4cF//hn4EfUWceMcdQvQvt
bD9osqnqcIz75nOeUNDxUqZQt1rjHl0/Az8HerEp3MUYwoG8tBsEU/kdZR8kpVqZrf5FseI/gLS8
OAouDNB0VPeO/dcXp6MkH1rB1NdXIv+WxAaLHz0bATLlSlTjZUr8fF/aSs9oC8qdZu+VYqRMyKZ1
819ApH8mmlZ4EZqJviToNPi7f/AHJa1pItwYK5asGWp37M4V8pJt4lrDbily519cnH8mf/7263AU
gxpCbFEn8pevxa6Dfsoy+jXi2f4g6659Htx+CZvBDf4FQ/u//ia6jXXC1jHNe38xulZJo+VNMtP1
kdFuls2BfhJVOoVDMNrHrzvu3zLGPTUV//yfP5nbvnxbP5p27rIkHf7rnzJRf/pL/X99/ZDks1lZ
nT/9y7YesmG+l5/d/PDZy3L43Ri2/p//r3/4d2fb09x+/ud//GhQZq4/Lcma+o9kEaDuH546/8Av
PXKGfNYZX8nn12s6/vzP//j6K3/jlwz3N549jgE9rgO9wwz/Ti8Z1m9fdh5K94DkISq4Hn+nl9zf
/JV69Em3Al+iBeN/6CXb+Q19EYyoxz+wUqb579BLDHd/vjgIvSOsGNqL308VBUrh9c//YPBRfTm6
SqJ9h6spnpFexT+k3hDklS8OiBMyzWwKe+EE2c7IU/Ggp90y7R1Fn9AmMBQSzVSbGBtsmaaH1HcG
Y5sw4951CP+GiEeK+71P6hRlhLdot+jzWLb1clUBy7YXhHNaJsfRDAKG+nGAca2sBIlovi5nprW3
WyR6+xoi/VviD0aDbLYZ0t1UidjaOGNGK5Tb549mm+MTGDuL8HMpdMWPgYp3N1Wd+zdLrZQVZa5H
cEgsGhtXbmkBqxaqmvqosOLiTia9Vm56x+oNBCMxwGgRZMZt02qeG5nS5SRGSVqdzNRJzpO9Smb4
+swPKlH8GTqH8gucMEGjH4VhZ2z3iVh8cEK4MCjyNLjYQ9xdLNevLoUCiIe+SChfAnFiBI3NiYlf
LTi5dkqOlnnnJJkzwLGUms8r9oqBbbAeXvMkgatyWHqTgwhab4zEkqtXc7HFg1XzVYI26ToD2Fyg
iZeWXW17BE2vVeLYb56ROM9eoqb3QgTiLnazcYgM5QLdOp2VarsWpKsOhcpvrTZADwUcbDbjBgX/
oWUeZg9Boj40/nOQ0CWY5htLQzBZGxmjt86yqN158Wulrp1dnuPWRBWURGlgH3gVtXBDcraPYNPZ
NrCjOTN3Wak+/LS+141Lg2p+9JcXItRASppluF3o9QwS8kkcJMxm5W11q/oOc/LNZ4sOQbLDljBD
FPGAMvLGcIa9Wy13SkpWueCUasZz2X/m7XQVyXPpZp+2QG+W6K+ZrFk4yE9Y/Ds5rB+xQm8TH41R
08PJtvZx2r+KogRjym/FNO87G1WOiTBrgi6zgnovqhk5HSVZ3qlR5KImUm0UbWFVh27Zj9P9ULSX
xQfGNVEqGENAUk1MC+MmGcwnSGPr0S2X5keu90eLBhEcSEpFqVdqcBCW8RSPXomL0NiOk+49Fk7W
jmHLvLlsNM4SXBCz9kqzC7uukL/Mortx/fyKK78911864KmfnvrZD1eNkYwlPYljd+sRjmcnWMtG
gbb20plZ1E/dAxoIxPJLhGntJTA+9Pl2tv2wCCLDbsNJf4GP3hrx/FIW9rbq+CK9Vft6ncHMllLf
WH6wbCEMHt2KA5lMsIBs5lxvNtT6ufZ4Hy/Do+WxbVES1CYdV4gVsaNFU35bus7OZwXTveSuZzCD
v41wzu2KQewy3z2jl8KLMCSwdeckQ0hWU+SeOxfwxiggcrfU64NjFXJr81rstjs0AwYJ7Vta/jBl
fLa8PEzmV9PNl00gfnjYVGgBzwhCHmErAnXIjORH6nq8rBSua0B4m/XjW2oD1CZx6KWPU2A8CVU3
e+BQyjqDDy6181jN3BHpuMGzV0VacT+BjKMKFk+eIJ1CB51gjLFCz2/vK0UFuFsTL+9OPKhqMnCG
y2iz/81uEBYq31VDax7ZN6OxXvbgfypSWbzNe+dOZtqebIhPR2KL5MFqmvdZhxYQHZMIm6S4Zra/
jafyUo7pzaJb8T52ijLicqx2BiG3Z1VK9aD40ZMY3zytMTZ+Pt7MuXtrLcULLOGeklWICFPb94U8
Oov/WC3ohftpRxMPsj2a4rJTUC67ptTCxubqHfvyFjX09wATY2+g7WuLzMk2lqDYHFp2DnbCowpn
7NzdEnO79q/WiAWhUgevrvLHehJ72NnIrqz71suIrb04mX5JCn/fjuWTarxbr+5sBxDOG9uwFd2j
l48PpjYdbZ8Ozv6q4dAKs+RhcscLeOupHj7GseYM6iWhPx5gNg997HLPs9U9mNOJYmkK1z2CP4uo
pfu9itlyadOeCgu8ZVLnZLl4qytMq9hz8uyOPfKC0e2C2QhbGnfjBL0kgELUpnG1i1NBmpe3pXmo
rO4ypb4XFg3uyh57gg0hFHm5ufIz3rbx6InDRRME/SYACAAyaBEStzMPFTg8IkmtnTTjX71yjrlf
HLLJi891HXQfleMWEWaAg9eSDjtS9bNg+w2LcfxGsGmwSYUPZ7Ogx902hVuF/bRXObsaJtEB0sOB
muBcXYa7bHAuffyjK/UL8GLoE207jNW2KHjW54QuyirMUpPlV34XmXPRZ/dqAMOZ1rKzJ4U4seTJ
+30xj8FS33nqzodpX/qrXtFpqZ9toAnX6iMDrCRoKjhUV7PTD2sZSILXWMpDWfR3BT1n2NtDD3Ho
B8qPCzqy16VnBV7kKzzbWc6Fu7HsBfDfhs2kQwbVZ2iobudVR9xzW5m4T5Ndmi8+AUCwfBetLsOs
aO8q1kqsLFb1TXbOG9GRJrfZD+FpEZb+7/RP76Zea74Dike99zwiTNgTogFBY2xobYdFJKjDKgNO
3q55pcJmivpMv84EqEbzcg3QhUr4Oz3nJmsIS4E01WHXvOqA3JSnYPYBQPlhIgRH0nm3+OaNOaiD
4GFOlDW6fdcWoZdckkCLZDIFh8TToXUCaNLstdM8vq/ikuC0utdKfvz8rOsDW7iCv77FqUjuonAg
VoedQ9MCB6g61L7DneogJ19Kimlf+zjxz90Cejg5N8rrfjkca6SfY4sVJqt9FjrzhM2Ns7RABOTf
Gd2LXVUbzsfnwPNPSVOxh5NgOsRXP/FeVF4cBcB4FZfYlL7TFIY0pFFnoVOt5chQS9K9sLITyNNT
Ltt8YyrS65Z8J4nWDRn8SGeqp22X6y/omH50FGJleXvouv4WHwb2kDUVbjgWM/qLxXJ2ViB/Ji7a
F8fJbtBKnDBRXl2cdALnzxBNs/HkuIJ7M57mozXYeJB755JYcIQe5wGBukt3YNxK8QDdGS7VekWw
l8aoX9ntw9ySm8zYLvnPJmYzx60dJSt0n0PCDuqjcl0stKv25bHMk51g7RbFu5X7/Jb6rYVLw/H2
4LuC1Jx3ayDKdwGwX8b7rId5RyleF29OPTKv0VKvsltBR9wI1DRwFLh1qPsH1zF+Sjc5YPg8FqMB
CsVAWyV8JjknnRP6Jjr93gLexKhWGVujdYHx1TWQznbQ4tDCgzBAdi528+ySnJtnb0v7kub9DHCY
VXeZhp09BYF37V0yz2EBPVGWMwu+1txOlfT8cLQHk6/MPfkp5LFd9cmBzPNjbtK2O/JG53Pmwy8L
5xFfSPyC9Hznp/mBqeTQYeKKTYhtwl1SfGoJC4Hdz1FVj7s2+TmadgR2CcGDRabsw/VwVda8m3gh
amm2dYz3wXW5PAfOOn35RsE6jFhi7/zufmLuvsdl7kZjhjVnQfGOFD3ByGPRKmo+j+IT3gzb9t2o
n/HIboO4joISlXpu78r2u6/U1k0v3viBrHUOkCr1DpcXbjjkPfVnjAukqO6Iqjk5Q3Pu9TJ5xYO1
77HalDMuAEAMQOyYh76JKMh+LKl5qIfk6A793ign+QlMwXNnYP3HxdY4ucXXjDIlaZKtlbBhFOwz
0I8rFF2+WpglLa2+ZjlJrMIcCCoT4ggeHiJ2jjpeAi4gHbrEQJLuDdZjvXYj8BsLcZi8AR0TcZaC
19fkzgeOQ0cLNhnZhgrf8eT97N0umjX9yZGcckvLyiHSgVMcU4LpDS2k3Fpb5PXfMyMIKa79CS00
3ddVwanM+YM7Z07ik+192v78LrqTNTOTF/qmGs+5n97MhnPIZunc1wrd0nLONPOzwqveN1qkOqjC
mFGoDlgh8IKFkjsIqf7BRO7v6WIrUIes844JmrmSeDI1d5PInzLFF+VUx1R9n0p1KHPrJk+7PVHn
KBOc/dh9YujbOhlSp/hHnE53A0KRBFka7UJhLsuQZJVzQmuz22HETkHxxwesgVX1wGsNaMqAcE6d
Z5dDh1313gwq1jMjbMz6Jq/M1Q95sBOCf8ZfVsZSYc5PXe/ejIl+8XlY3iJS2CP2jOTUXY28CfMq
Rw5i5dsytayoN7T72U0/DKlthD5ZkdMZhblSKEPYWSg0AhDcJdYercXZtJ5zgQl8V/NYHZLcOyjR
xsfCTYbIWjSapyWjj76hA+i19B7wxGFF0kOjIGdB08RGd8ruw8LcKTz/WicZPZonI++ucax723Hx
LH1TIuc+1WUX+Ul9g1oLjFYmoeHObOLdryXBiwCog6YCG0O+GqdvY8afGntHxlxfUpQi8psEE6il
qq0Qdr8fscBDtnnYzeX0nvo8z826OyyMihVrcaJ/FEXOY8Aq9W1nYg2mRJ6kjPrJ5E6v2D/mzoD8
MHR/k1LCXgKYbdhuLmbHPThkOHEd2R8Q3mPYciDG5zwWW1fjBvZZUkObfuyFhL8dEqEs1IP5p1fA
Xjdt3J2MaRnOKHmssASv+tQCAq8zQ7sUhfgh+nhvoTvk61f7YLLSLYbqGfdFcs6t2N7YiNTmEN4a
2alQF80XW68r6/0osRigVZHKOjuLfrQJlCt6/0ba3Us9z4eKuMCZTjvyGdKEU04LzaD/qJJx7wlT
i2ZDBNtugTXISXWvu+2Q5MVVWLmLU5JpfXXZH1B3RHXn7mf/MqBC3HjY7k3mVLvW3WPW3rc9whGM
tCP2maA5urP8tWTH9buTu8Vv+SG5nTHAmF0+L/j/XPWcYmXG4YMP5i0TaD82mYyHX7Fpx+YBAgBm
m5LiLt7hevDB8JHH+/gNWiIDNCU1pi80M2hcpwaOjr5darmbil2qNIeK9490gN6+sgludTlAkPEU
UzfS9GV2rJhZX+PYUMkhcVSs793GNTCbCNHejZVqtahZSuMSY69lzOBuzYjHMFptq4zZuwaBz16A
G5YP1BRV8Eqa3+Lvu8Gh+LZrfDh4LF+40VJo/XXyQw65JSGFEmCR+ua1BkHj5WheofM2fy/E+beg
yX+KO/5/ndllrmLff66Af2w/sr8gmvz/f4Mn7d8IMADrRuNtwR4Ga07g39Xvhv8bYZ0B2CC5gETo
rIl/v+OT1m+ehytN9wKw8gC0/H/wSdP7jfQvfcUsgQcsB1Tzd2j273JzUF0+bUDdv//7H+Xnf4kf
AiSHubA4MXVEwB4Bf3/R/05kySSpyOqNU45Vt+Z0TcvB02rXCmVbufslKXpimJgYu403cvlHyh0X
GSXFHHO/yrgk70pV/BcSuQmqtnmm9lsUV+vTxUk9m+bPLoZpx2tFUlXFXvfwh8/6f3sLvPe/ijzJ
QyQ8Al5h5RdAXP8MsbYzQZNASr+kY/jjPb+UDbcPJpybaoAE2HgQw+nGxTK3NTRruWDbWvYk09if
MS3byVtcg+Xt3a5iZ2/8ZS5eoIQXI+rNGtcVGaoFbl7ijD4kHDeTmcDFynk1Ny4RoR5KorF0pAs0
sJjd45qayn1YWs1V8xLD2pPp4Y5bfLROT2jXmn6jFnLCONmFTsEtRGAVBqXmObTsksiaVTxjw8xo
xRUhc+CHqalhddJF3o00sudq2Cw5Zt0IayCAjDuLmo75LO72g+/Uvyw8lNawwVknbjMjE2++icL7
PKgZtRTsZR+6E0MH41IJVDNSqA6DLjGGbrPeM8uobTTdxOudXggCsM1tWU/zw6S3DHWWauc3zUSq
Gal+lMgwRYIEO3dGSnppqZhmQtHz7AkbQLtNMCdP+xRdn7Vp/I7PEathnUb9oIR6529rkJetGqen
NGD9v0c02codsV/UxOlpoz/klTCcG8QV1byzhn4qoM+DVZDex+Jt0A2TtWnsseum89j9hG+Jvce0
rkFMdcdpl4Mv9VGF+aQmtglKBHapP7PltipJFzKNDFHsfAGrCNhkJGzfDHn4kweD0Za6LYlewPNu
UawI68FbxJgROJLxLobcbGmBJzbnWEyxeT/BWjaARulwalfP6BY/Yqp2czB3dojQQYnbIbVajKJT
z7rsJwE0L+JtHQev6zbNBpJ6OXmmIK+k0kv/FQOzGUTjSNZHZDkyfUnrtUC+tFtQQiee6v6oJb2a
NmNeV+Jtyqr8V9MSHL9pajsxfjZOp64Y0Zc8lGOjAdqYtf1hCGwcJ/jLKd7F6Bn8cMCzPW/7XuYi
6rin0q2Obj39RrrF9J0zQ5oYd3XG4L5c9CXKirgdQieOpXmHkp4fliiDH2ajjJmJxkLqQboIurpK
ghW4XBf+SBjNuVGCB4iwJ9/Y1UGgOIUEShRaG0ftsbQH3z76msHNNhg+aQJIVPmhcjbKNDI6pa4k
Dxezjfd1vRWHoRtRWeb5yI9onbpX74oGCvuAIW/h2G5SSyEhGqwmrX7aOBiWaTPAMTJVagW+2XzT
Ohz+zyrF42vDWCDjiZZAtW9ICwbzrkRaR+ba1+W6mCJ2XiVGbyKktIJHw98uum5Kq2DnY2Cj9btf
6vqSFqtc3HLLgt249z88OyH6xc40wUU/Js6r2cHuH2t7AsFKZs8KWyfv7/lMEPNl6Wy/aUNcXBws
z3euMTG7lnlqf1faxMhYx83PvCj1g2mZ+TlNeOqOvekcJWRG6NbtUEaJb46HpKp/AZV30VKbbrJz
taq49UoToNYuEH/sUP1KBE7xYLHT6M60rfNYf6GgXfLoL8xtvuTzm2p97xZ4rf4WjIQfcBwka9+t
TufBnJHTNGs1tKYspMlyFFdR1zTlM0FjwVE4U3MDnjpPmypp86sF60w8Uu5bh4Rp1lv1s+m3UjmP
fqrQYjdplsFH6eMw3PvmJCWuzqkhyjUB5uPz6b1VFLnm4qGU5INuQJOiPjazBfw8yczN7AgRtYY3
PxRNp+FBRS90dY2quZAEzHdgafJJKiDwnhX2NHsKsRvJacQRDeQvJE6XPcxtWig+Q3++W2opgIya
Yus7BtthOXwrvCG/nU0yKvKpe/GNpkFo68TsR3Si1NpxrJr4RRX5o1y65DgI2V1492U0+lK+KcKg
MIhDfBSoccOWSvM9gC4M2tAC7BEEV58Wmxs6G9OBUjFFxmrTkqQbwjBz5+bGiNp/KdJy3WPSX2R0
VI88sYFS2zhwgSzaXuz1IEEm33oV9aeBCIot63G3I1wMKLO0ybVClOg7Jq3IVX5ZAmTuoY+E7Ief
liCZi5cxcAZEtXw0yypqrWrzXVZdA56heZQ0ZBryVNal+ZE0TZdsikRomxKbRRGB6Q9s4TbtHg1A
0+1SlsVRR6+250kiL9VUeEiF7eRk2r44lLW3vI8zyvZEmrLaCeZ1i2Uob75zNALIFWJActfkwwH7
QhetXmX4MOJnzFO2mmQPZbX6X0ZShgtsAcX4U2uU/emm469YX7qbpGySaGCa+jaTj/jm64X3rvlq
yiICnr5jw2ANzOcsDjs9ZqJPvNEghqt3+FVF4J1zLCvBWS9H8WDbcxxhw1ZZ1AVT+zkDHf7y815c
ecKvzgbuvVu80MMPwxi8R5mSutlNlAZicFm8i6ztpY260qSkMDb9+9acvY8KXed9rrkZcteYdT9L
lpfCmJzz4OPJbvw2vvFpE/nR64vxgo6t2Jl9P9w7nh0ggByCDYq/JqrcNkH/jVOF54dHweptZabL
04IGMGc189dxrO/a8VBYjhO84RJBX2Syz6fbvDBqsg4zLCAg6ON8Q6yS+1YUCze7uYzBihkCL2q2
QeUDmYblL3+YwHPzqe2f/c7l7Odx4IMNE5DDeRIvAC8ZARqkG45sY4PNYYyCepX5uLXl7aYsV2rH
aVC8IE0aCQQqlvFsg+p5UasH5b4fekRdArF5HTaiGfT7ufH7wzBUzmeVJ81pSXm4bxzLUm5YkmCy
7FPMIGm4mHNWbQOGMRspJN+B/40AEKA5v5ZYODal1/CYS3LHfzUFLxppl5M7LPDKtQ9seEkZaf2I
TIkhqIgam5srMoyaojjCBLRP9mOYsYmsEaSP5RyMGBBMEY2BGnYTkXwLu9WYBRx3Lc9uQ/MCwDhp
0qcs+kBeWqeRtI/FHTGscO+u9jB5GWEmzUhG4BYcHaUUuq/SeG8y23iXljerqwxmHemnbbcQDIxC
nAE6kV31NIqU7Xhs5dVlUsouRox7kvt/NodT4shA8U3ACFyCPOhfs9lu7zmR/fGEoGCllZk68o1W
Zpxcc9e2P+U8OOVebzC87xETSgIBlcXxUZLhfkCPWyX7fBx0crgCynTGBavDZpocpGu9haAA8W/u
GvelsEsQ52Acr87kYU8tUqPdS6sIwBNl4G9NBrw+kvXEkrnuHTxMMvc8x62jwy2o/GDFSf5gSsW5
are284vh6NYlvA34jbAg72RYvcKS5S5gwAHqBMUlmWnVTotVfp6KxjqTBdbaex36tQDM6Av73FSK
618j+43UIxgSAliYM95IsCNfz14mcVtwhjohbv17OyZqP9KlDtxoYbsAaR4tNUSxxii2qTWbWBW/
mLnZS1a3LfsMwzoO+fSjq5MBTHvhWIZnKW46Q7qfieGBvmuIDWKHaQvXgEvbbFm174GRsP7n+M/5
NoR0Ccyw26nC4jLmSMDmGgFAj6SHXKYlc+dN2jtcpDXplCNxkoSa4CibViMV/kWxN73EtDZycbQL
Rg1fRIt0NOPE4jNA/1oyew5GyE3CgWv/dao64HDHnjtiazL/WVh6CiXR8+wJ0T+1x3xMrZPZwmuH
xG9w+3ZuzctMrcZ89tu8vgS14vOfLTRqoUce1sUd1/0u0aX9zRqK5s1Gm7gvcPO825nFMG+Ujfpp
Doa490VTzLzjNLaPUnOtI2Fi/XTUIZWL0JFSf497Yto209cSkJaGMrHL0NiTWD5CvWARy25ciJU6
DIStkfAB+aWxqsQTaLYR/7KcKTvrma7wPnk+0T7+cAn6eoU5NFJxAF+sxYpIsNPJOSRBDKMHxNtL
anTLszRmidLQlcujB3tJG1ZQWWeKkLOfpoUYFPe08q9oEfwWMtE2iA7jYeEYnWXC046g92bSPTJ+
jxtszWjvEbweEPezEKYNNkc++OKGpomGUEat27aelx5T1OeOiwxdXwXp3HQT4L+fjJui0yu+5FW8
nq4yds1H0G4TjvTZ2ZX9S46O9lAFWfceqDR4TOY42a56I/x8WrWmoa3Kef1LRM/t+xl/KevbVWSP
Yb9uwyZdUiuqSYcWe9HN3pvRNRZNSL0+b4jmJLttMgjGchtfzHeoMcmaTJth5xce0TDBahsovxwE
1momgJaoT5CIhL+3wPEzO6WPyHYI4y9Pgqurq87ksc+D7iUjae2boZnu2eywAWTkThwWmGqmt/nO
1oT56nz5HyoxpWej6RcLzQp2CXc1TpiaRaAdV3uR7JWt5JGUoH6X4oH/pkrD23sJA7zQrV1TOSPW
GBPDRrx6N5bS+9koAztHEad00iy085z91fgxjOjOkQzJIg+D1SSSNco8cvp8ktSW/HQ1gVMpNayt
z0MVPmQ1nZAJ0FkReq4MTY6D2DscyiF94ClZYoiR1XZqs4BHRMvVyVm/Gl6s1fsyoQJ4bTIk5LJP
clhpg9GWMLWwYvELRT521yrL6i1O8fFmwmLjrF6bEY3EsXOt8mznmnkYYzfEkVrZW2Fo1aeft9Y2
IxbuDqoGLsD5MvfkX0afdPX82E3f35PNWcADGNqpg6YvtyTeMllKL/XgkhLd2XSDIAS5DBZyfjRU
NjLuS/KN/SY/6atFCc/Cx5K06sR4MRyK2e0upUTp7Vu+fYeIrHweK0Jgt8qnAwDJheW9TLma9+mX
Rcowkft0OLUnqF+ykU2uzyO16Zl1ULSpfLcJU3ioe33gy7fgsFqcqcPZmMpYw+oisHUNq8OrXL1e
nsFUw3MygKjr2qzYT6tHzIOrhntqW3lyXGe89p7GTZSaC497bcm7n3hXMaLpX560arBeumGFcjtp
1Pti9bFR9YN+PGfq4O4lYl6jy4YFhct4YSbv7EQn0jKTj7ZfaUeGccx3qe7AFwK5TpyIurNtrTq1
t/3qwhOx+WYLYZzrvIFdqA0IZTHlqK417V1XuoePEoefkecEnMRaclTsH9Q8a+2WGYWzFVPFuPFX
x6CYU3YDg7TBA8Fpxjc1eIj/eS44xdYdeM3KNYyX1q9jRMOY84GjguKa4Kx4d5LaLdnO++ZpVjFk
DHLq8ssAOXXwAjssfhgju3qkVtr7ck1iEZ9QuIxafDc7I1RmNwbPtV7Sf0m42H7uk2LZqWSyySEb
dFgAlZcPzIPLzvjycnqrrbNYDZ7yy+vZ4PpES1R0kbSW7Zxp5X5cLaJMnrhF6ZyxT2oU7bavULRz
AIrv0tCKK0I/EXbx2LCCLRMU/5c7VQMtPKLkno4NS9J9NY47zyv9JfKSufyOHrwlubArArLzqjOB
zzMS+jg9GKs5Fg9IeiAjlOOPYV2GtSv9zw4nSR86yKSdaPCg4zCQah06ldWY6y2jfBXEZx0aSdrq
de6Kedesjl6XfYv8S7X1i6q8VnN6lLzbvdQkN7q/OoPtCb6L7osBw3Di+f20RYyjvS+dI17xd9+2
uYmeH/wW9tbLXrOk1h+6LkcgstDzTdRU9hYQOXrQEmi3HFNzE+PxycEeZvx3UOTAGBrTNntyg+jD
rS4kGxdH1sl6j7jSfccZa0TF6qomXC4aGoyxSCPiURFF69RHsB6Y/t6cj9Q9aQ99zknEzONwK1gP
hoejG9AvCVOOqV1HjMBNbA/zBROQlm7NZYANDXqLEMnFp3YAWl1mt3oXGG+xZLKb+gYrrSy05hw0
owKbw4HupRYzHJ50o1LTTphl9myWlmSwiklRCpz8pIK0uylWh7uJ1X3BahISjP7TW13wTt9zB5Hz
Wt+VATbNSfXPg12nGXQTLTO97WgnUfvDm//lyUed1pjXnDlCvdeOjzF89KROZXsscxmxD7nAXVOW
kMfYVjbvEaivFtdsqf6buzNpjhvJtvR/6XWjDA44pkVvIgIxcRAnKSVtYFRKwjw6AAfw6/uDsqyf
GNQjrd6yKxclU0pJjI7r957zHZqpaNx1skvMVj15JdKDjY1rbmH8SCcokqnZHhJ7pHHZ2jFVatDX
prFJIXJ8nFs5oFxP0O/EySiviNviD7Cxd+9mFERPfHG7ce9WKbUU/NjYwaYQ0x4Y2YyU6Hm6trnq
+zpKdowaM28DOZJZImLfCQw989dsh1SfZWaSHpsu7qlP8wmE/PiOZ+FPHXMHJAIFJemFDAFedszR
6EbasoMfGBvms18OpnMErQ8+cq7x4cp6iMiPjrr51suN5vPbDftL5A7JJaRX2C7YMBfmzSrL/l0Q
7bujapHxPPu1qm7SwB4O8SwAutJ03aWiHY61XQwPRpTLkoG1Ye7f/vGvRx4+niCOgJgSPlxoOV/+
/MRzEmNyV8GVKZIkLM3Ko4EYpOn8d4T7eHxqCDog5QIfB616gAnfsgxA+r7z6G6GuiOcYUvNT6Ta
7KRTfooGYy6uQCJG1sFJrNLYyVy10129COynGMpt4/qdU1hxJy9sN9QdkhwPrB0O/7emvfx+CY3E
FTSz0QzD/87dQ9Il9MFBgwHxGke6c2GfC1FQKuXMdBLyEijcC7GOaoxJf5JqZWkvnTGNO/FramO0
hlu8g2t7bYtB6SRgblH18IxxnC8P0iYTy/GgfmxcSOXjIbINt77C/cJx8eG+7xOd/gjynlkNE1Yu
8q8pUgD6vAutNrbcMMnilHYPCK+Z9qGzBO+8BK+QPaBkHKwBPtYYS7pYN14eIY3tpMFwn276oQjG
h39eOmUpeMtI7xqXINvOUXs3pV+/8+pudk/xpJbiluDoaUIMPvfIxdWUUz4UbcXjoiabJyVqmdde
lTCWNdIb3bv+zdsPgP3SVEDSn4DaYzu8Rdg/kRFfYKuazFmKIEGFYsmCp9fO58L/WgDcGENj5sV+
LkFuFDttJDK/iS2LcTjLZZLdxrNbJ1eOZ8fOsSgakhdQ+qXFnhGYinfaURIL+ypOabJ1GkQnAMgA
wBTrk+PAHQfCWLgAKuFdy31L3UwMQMlWg1qaxDPDr0uQk7wCP9kxZQ/4cui1pi0zE6RLvvHcJJgk
77VK3KdgsiFNYlNs6nfeDuvSZ+QL6fECYLQiKQHDxcULvjCYKD2GOth5kym5NVKfrc3Qk/6BvnWq
kVA5tbRvVNezocJmac1XS+DG+RmmBr+WbNo+0P1X6SGoGNFuK+GQpMAimmdXpjv7cl+6pkNANHdG
7VrSW2xCm2P+qjUhdmg3yFKgTPndkPnPjVvmy4muS/aZBr85P739JLxcTMGqYDpjGcFe4gDdEZfc
nUTjpZJ5BJPBR9BJBR1vCWQoTqVZNmcXVfM2Ngm9gA/QW+FsBCia3j6AXxzE/1qLOAIusuvwGMJP
c1zMNC9foiWZnJnAMPrJSarqvRsLSRGJaJOBya+RDpfZk6cgksnn1KjJCiqSbl1ZRWz97SQOBsWi
cVIJFsYEXmEV9Cr3pa2Hr1XGR3Brs685YVtH6EKwESLcIS+Qj7HZxWXgLEY5bkorMkJH0qg8vHNy
l5eXCTuAM18IfAPemn338uQcML5m5Pbf2Zm0N3Ra0MdaQ8HR0yEIbthFDhFSSM8+R16ePDdmRTvR
87o8CmFERXaogwp9Zm26wYeZzuhunDO8NBOMaWZKwnkMhjm7An7LmmJGTpWBwEUvRE6oFjfphASa
ljBtc3+2M1TWFZQoenmOCsugwV4QsRl6x6O3ig5++7R4FmeMVMG1PMmv8TVcrCyFUXsFcSffQYMz
V7OZerCHqNXaO0OVUG19Wk/jnmesvimw36QHp6bvSk3OtgaVYTKFb9+Ci+H+ekA+rD+BFcsTWPm8
i3KhlDLlOwPwezVLy1ONkfgxy4IKt8UgonY32e78cWxHkLMOeJE01M7sR9cByAdkukOvyGxhUJ1t
sOcEP8kIyvowIy3p1rNzW+yHJi9/dqnDqNJp2vJmIHe0eDS1P7G/WgecLDTNF6tRDjpB+vUQfUy6
d79+1xidhma9CS1lO8coLnex4efFXhFoAQ+jb7Ggjortm0NWHiaFBsDIbi6J+tsST0ZOQrTYaUrS
wLSibseKbl1BUZ7wn9Ry3pasIj2AKRTgm+LXBNIqpR0fK29oj7YrgWkw9mcj6URDFNZA0dko5FE9
hXZWtPWu8spAnqo5W0ft4GquwS2LjyqY6Qg7NXsfXLqdB8+tDG4Ks3EFAn5RBKHdE8fBVBAeBxAW
dzZwjw2Mm37d2P9ILvT/m5NxpTu+oRMan4tvz933F07G9a/8IxWy7X85QkiLtCzbXAtjFpt/pELC
/Jd0ApPenrmG/OIw/X9KId/8F8mUlLKU07+8jKxg/wZlemiPbCyMyIVWkRF/8T9RCr1cCV1AL5Kq
AIUNUGaIur/od38/P6SM9f/P/xL/GzYru09linD2lP4geNoWSAZ4wjf1VAb+tUAs6O/peYHRqFOz
6K+NsRTeX79dsD+JfTjT35anfw7DDxD7+BKzJ+C0lwtyhfSbBxhNN0ZYtivRNMngVGOUYkSV6ugr
AyoQHhmwts9D61o4JDqwEihrsPEfh6aNPkiuvTxFMZduK5NYnV0gaPRm53ZEa+nJKr5755hfVuvE
bVoovIQQfKlXku8vRt1vly7LlkBUbk17EbwiwQrVfEgjCP+1azZXY2whSqdj+aBgTYfGkLl8vNHx
Z60UV/HoKlgWWBQ3XhIxvnvn0F6u9v8cGsdmrmGJMLQuK2CMqFxsg86no0V55c3utAnmOAsn9r97
1S/3AFHp31MT7xZDiGO6MDMtxEBV//aRvNyQ/vtAXPYK9K8ZsV8GNuZMrlGD0lqTiHzgLZVR9WOm
gXXnkMNHQe2nAEMWWHUA6d5jh14+U+v9YXvCBoANKWbdi91UF6Xs1CKP++Pa5LdP4wRvIR0yc58D
TodGhiSG+W6LSOHtk7742P46a9fhbClYV5LtZRmPsyriS0NzF6EFwTAGegVsiJZ/VH7mgfNmmnAy
K19vOj3IB40sZjMzOLv38ih4F2C6ftn/q5BbD4aIWwLcsDnyJbcuewLu4nfOYiH+shqjJ0jGM8g0
yYTNV6ymfgWP3zNjOXeZBVllcafiuUG3Y2/dpo2f37kwr2+Jy64GSSSqFg7MvXjN6T1WS5SrIPRb
SauUwUu7Zxwe3dDDhxEB+j/6krKl28a6KW5TKC0fR6CFT6Nj7gsmWRhbx7n50snJuJ6y1NmhLIc7
s/TROwvS6+f217qI/ZwC2A3kelF/e7eB1WElNjXYrDkhT42uL24Xl24OZMsbq4iKWznggwB4EB/f
uUav3l2M5QhAXa4TXQzhXjy2dbtEY8cuZe8vQB2F1cwEhzH1YghlNOaXtFTWX2Iolp95kEzHqfaT
K+Yp6T730Rm9fSy/FJYvnh2OYG2q8AxB9aNefnkZhizOzGmO15l/irc3byeXV5UwyOS6R4X1UJVB
NZ8tVugPywwc9BTAyxhIIZuArdHgXu7B99rpFUBTMf4lopgky9iBtdktWQMicKCrZpuzuDYcO57D
2iqn/sDIj+pFekWB4XOeMNO/fVYX7AzeCBxzfGN4O9kAoDC9KD2zgiZWKnIYrU7fH8dBD0dRsQUg
/y3djW1t7ykhZzLDrOzvCTQowZfT+N4a/XI3+89BeA7iBuTDPD2/mhi/PWEsyXHq1tOwt9xmWjaq
bwG5jWYmboLe+1itnfa3T/sPN5OPK0wXCwkyJjF/fTl/+4n20E2NmINhP8lZfzHZA+AbLuSTZRaV
v2upULeNaqbrdqmb64C5/pnmDLJJq/fuKVa/K4AtnxD/YVqbCXhoarh1zFyuEjEjOU1KVR4dnEOM
bpyylsRQIVx3kaX//fZ5XDT61ivHecBmoapiIXnFpMU9LzHEReO+V0Qn7zpp9qFbDwoYYNxe1WJ0
jqSggJwkNOTYLDFmRqj7j+RO3M+ya/ZBAsMW6KH7IPns4alx9KZl5vAhyhmjNqyg73wPrFfLnqTh
ypq3rn0um+rL14hYImPuO40ytUt/EsCR4cLUAz78Yr5fCXhHOgzBaXCs8sEz9N/sDfCG1Ji2Vdy6
KZa82bj2SRt6qn23/2CR9b3rgQgYmyla5r8WRFOoIarpAyrij15s5BDGoxvDzmhFo1RhdmaM4+2E
0fGdGuj1Q7y+RoIlgu+sxQ15+UhZPZiqrBLjPhrM+VrlxhCOJPJ8oJKbT5Ets3ee4dc/j3RY6jh6
QLYr5Kt9+2DbRAw50569dvXZ7o3vFB0pzZpOfzPjtP/P0Dbro0YxSkYHAGTHX+/fy/NDdlUilBj0
PlWO/AiYM/9hLJN35TiARH3dOu8suBfN1V8/kJYE/XsXDQ0E+4sLSiuq8mMznvdNVztbhETMLtu6
fAQF1hIaMXq3tP7kYzsYYyi1JyiEhwqDKwQNcTcQHvuE7RMUUz+573yXLjcKXAqmr/TfBE1+mnBr
Nfzb6oHuMzBUGk37oLDzQzQH4lMcJRWCAne4nXo/CDGIih89fumNbVXvIan+9ON9yVjN5O3n3b9Y
vOq2lIml6nm/mPn00TQa8ZVBxMGQJTb3XvX2bjL679hdm3OSGd47J/8rhOTlh5BnAJh64KxbLqqX
l2fv+31lw6vRe1VTs2wQFDhPnWwIAiNHb9hli3oKRrCHfeydUrzHp84kD9aeHaRqiGVRxQwNA3E3
K+CiMWv8+Paa+OrqOOwgwTmu3hI2mpeMcrcYUg0tzd67lALHDv3mhzquMddabftZOzbphmX7wOjD
3leFMh/f/umv612YOvzDN9WEy80r+vLqpKqtF5ux4j7DkWU8GISiftQ0FvVtpnirdkWHH2obTy7O
VMVwNKNhW3dHIcDTEMir+v+49OeAvIA9Dl86m7O6OKAYpLyJSU2yTmiQBGNvgIsya3iCjAshuvTX
g1H9m+H035pu/nATsJqvrVKic1Z40curUC4ymgJbyH0eKwz9WTCKn72DJWUuXe8gR13+7dF5Rv2U
8Xu1YTXvFTbrU/jiKXU4V0DtVkBkE13ytar97R2dEkLsktFFlwnQE1IrxoWMvrFOqxNs9vbc1WZW
nmYyfBlu8keuE2Os9Z3di1HtKkDZ68MblfU7vb6LMAxWNY4LQ1LAnmi9Lc7F7WDqjoDMGiB7AI/F
NQiKzNli9KxgaZnjkoQ+ZotpCx53qXZV7ZY28ECF6A0DqXuaULAh0xktfz4GTBiDfZXP7B5s2DPo
TpfEeUxTnSEWSYclOihtYeWtGAbq967vegdfXl9k2vQ+iB0SvulcUue7uixEgzZ1D6chi8DU+jMg
mqyl5ZCMCYPlqIqlu01sBeAwCvxpV9eVZ24Ra6D4mOd+7g/MrtUHgTgdtCKkqoaAthnL/ttv5OtH
0eLrCLWfVQtz1OX+36vdfqXpenuD5s8uL2bn1A/mX8zugxsrnYuj34r5m9PUh9m10v3bP/zVR5oC
hwLNNZmfWOyt14P77SkkcTOJ8jT19jhOjQcCOsY7NwlMQAtsHvBftu+w8H6VTy9vy9rSNvk0OJYF
i+vi8aLBoFyRoE9OvAritmGTq8qed2dk0rxmPinrMJIO8euYKcnhDcwwn/L6ZBUsRJ7Rl7f14uU7
TDLqyi6d5lDOaWuEVUE3pIwX/3PiNeRVz4r6asbR/PbVuogBW18OOGI+zlOyavjwX35YE7xfJHum
8Pt5wm9tYnqfREVubR2L+FM5sectQOuSE5DO6CFndEsiJlkYUD8oW4C7KJbcPK7eqVnFula8vKg2
n3z+twIQ6Tqvd/m3u9jRMqmbBbAJfrECazTfPRjB2GU/pq4kB3eSiVmf9MxEdSshy9chdBH3ul9s
79wTU4EUixT2dIMRqSNzwIqjvS6NWV/pNkAGbXfp6Fw3FnqNd67nnw4c2yULrUvbw7uMjOFJsMiT
NTB7+yRnblrMiVWYD25wV3lu9KXqW2gpEcm6tA/twRdhJoT+OqgKDS2fahvjjDEiSU8Vjt8NXj/v
OEQTorIJlhZjYTE4qxfRMN878NerN18ry+WKs7iQtnHx/dBN7yGHFMse1RxxsbEt+mcnB9RR2PF9
RSA20Qu+8VV2yriPrUQ9+XWRwZuaqtus58V+5zr+4XDWrSkeV2yYNpfy5QPQ2yO7Dmr+vetpYvAi
Gz+4NaXn2nXUTaRc/Nsq8c5+rYNzbfTTbSGW8oZfnDxrjt9JYXldgDnMr3g7EB1whZzLL/pc1Oiu
GMMzta8PhR2hXWIUqh/QEEdrG8K6suO828MEhY7kdsPHiezNHQCOMVwGlGIQ1JY7xsNgrNRYvFO2
/2EFYgfkM9ICxRmwCF2sQCuNzutM9M0I35Bc1bSvN4FLbtOdARICnK+dJt5fxmz0B8cytLn3jdme
viInpQAqytKo98nk1eKGdj295MhxG3fng86bAaQuSXlerMqud0RerIgNJ0rqfbGklJkpu5b3LvUf
bjzyk7WapDnCAnBxMkQN54wlR3x9VQD1ILE6tqGuv5+y2AAB4qjlBs9aedJj/GRwTe5QWblHG+/9
Abeu8876aL3+6PIh+xWWCJSW07l4Dl3uXkIWqdgnoOpOpBlUt1XP3dgJEuBhutsi7GfymiukQWE0
zT0dJWXe+eVU7ZN2NHGf6BY4KWsFO5OYdFbshJ2JStsptktaouVAzWY8ec64YsiS7GtrtXtE3/03
9MTZl6L03E/vvFv2q8WVLazF2QjEPkBM11vw++Ka5bORd26wt3jBPiQit2/cLu72QVXkzyOx45s4
R1ppmSnCash8P9JYf+NGNLtFzclDb+bW5n9wSGywHFa4tTN22aPI6qG3cuYtQEWwvHWuaq5TntcN
beVlZ41iPpA3PHwO+Crdsi7Mu4kibmN0wsXP1rkfFhN1+dvHtN7Zl58g2nQ+ohh2N3TILlegUdnt
ZAoP5+bsuH/NWZlC0HfqG2r6MUyM2vgoFXCpt3/oH543Wr7Im5iLMTmgpHh5b3InGweiESQPTywP
ND6tI/oA75CpEv1QUpZXCCbqz2mXZVeNMt2f2s6fE4fIrY2LAuWQ+313YxQBjAzLrq4cS7m3BvLO
Tb4IrDeYZdWhLkcRGplRnBbCIZ7q0cqe+NBck9bQee9cRfGrafD7dZTc1vVFRtHh2+xQLs+o6Kz1
k2hiUWtBY9nTQmpVz9jgKQusedoBDIeT2DORiHcswoDf7MEKTlPZK1waM1vODR7Ydtks6DeaT5VV
x/HOquBuhBjGTet2Nm2DaHGM2d3XSRRTODKOOCwMvtV2zHBnQc9wn5w8mT9H8FwZvVT5p3oCeRgP
ybhtsfxWO6MVfRMOQUH1ntkt1r6I1wQqO/XxQO0m9V0+iJz+c+LpdOsmcvrqVETKbEhIEXQ186g4
20rFOhzrURDdUoJtg0dlLDspJiMAN+JggmxdWRSnSJr6FinUyhl17OieS4cRNsu6/EeH8CdDVzph
xkcLEY9XI1VOdLTg/MFZt3qlOEFjyE9UCPk9jZzuJ0EMOtjMnNyu1DOsIsYD2t+2ogD1WKv2ViZj
BpmmUbW9Jd0C99Ogg5Xl5DktIUoQLdkr2LNxBbKkhSUiGxfQi0U4w2JoDM51ZAbVdoBzf5vB+A/Y
arhDd1ROO54QvJF7YfvoF5Yo9mRoAnT9ECggSGdRM2ML86VI3F0S+625S9rSjA4ahZY42LkqHrh4
LIcdmTgLEXaxueVtzEGc1q73vUT+htj+7VfsVQOeB5I9ueVQVUi2hs5Fl6tpXSJ/WdLDUqTinJl5
tTe8jvdFtOmNvZTAaOepaPaCj/hZ1nZ+Yv8oTu8cxdqxevFasKSszbZ18M22WV7UW6bsFhhqSxTO
WdOfijyKz1XmmGHhp7fxoKuTHbuPviJlfGRtviqnDjWtF8Aiz3A1xP3s0gdK1Y+3D+ty98Rpc1TU
OCiZmU2YF7unpmX1b5cYw9Rc6h9FPjXbafC6u3GIi88EYNf7t3/eq9qFFY6dGh9YEJVgSy4z+Jqc
yCe3G73QD6bgOtNRfu7MpPhCoou1TZ2WdyOW1S1OufiklhKmiIk7lm2WwC3i5gK535glyyd37soH
B4LXo0M6uMbM6t6Y5cAa0eJIheiIdVqaSpjvPU3SeX0n2Wy6vyRFfCr4Zr5csgM5OQ36LbLnxbC4
YS29zj+1RUuSuE/KKTj5OUnOERBJdTALe3lsef7ijTcsJs4eR+gbkr2AQuYaEttOjGxqt3Au6i+g
6zSZ3nAV+6TKcXFjdHmO8Rxm27GCqLghx7qqd6nZ9J+6Ct14BOr+EHnaSc6tUh1c+LxOpvukXGlJ
tQUNbLM0XvU5cRfNwtcrYrlo3qEligkUIctGx70K62yKinCE87CcYr+o+rsgIoYJ6pbvnNf9dbCz
zE44YdXFNei2ZSy/NU2WNvussPIljNhJfENNVBXHSWXgdN2go3As8MyojZuKRZ6zJbII+fC7+XrJ
aY3hOOB+0bTrvrNAFP0TTZjuW9JVLndygLm859MnynMFGQHZ7shYb+eXtnNLvDgYPt9MEWWQTaqf
pTmX1l5OWVaypLlCHwZ3HTChdKniE7M5NP0uY1sZFrDKFVlcQQEWFTEsVKSJGOzNWKS+PoomLaqz
VwRyvsETRXJxpZfmoE0d3VgWS/tsNst6ra2HqA4oiGZy50A9RoX8mwXIv3OcAF1dD95jZ0+VQa42
ewhcl6V9pC/WPkq7r4xjVAOG2dqZkzv4kgv1QRtlQ5SwkysIKoEpsx2EMOuLnxrBnSJAHfMQcVgQ
fvMl6FiG1fJUYU3F1l84xR1KyLGjaB/HG+xRfbdNgZxsa+1Wak3Sc7JNVHvozVGXu4RX4mW09vzb
INg4CY3hDclmS/HodWQ3Ued7yXnCUXjwRBdXjyme5TJcpkK1T7DIBnXneXU1HlrJh4nonsT4nmfs
XU8x1pc2nBcl3RAod/vRiGHW74O2qsDSllYHL9voCxwlo6RLBoCsu6obYizDYpbgfaWVJwgkahUQ
0pa6gW7vYLkR9menMwyJjO7SNZLY3Nx5gPE6AJ3ZcCjZ6BPB2cGdPTRZpsdrNOuCf5nnQ0dXL66j
PZI1P9vXS1M8VHxmx51dpfPOIcqmusMmArg18wej2JoT6XcgU3l0LT148U1FBh5Y0WVKH/DPpXjY
Bz+ari1lL82jsTSu3hS8m/qUdhitNtaiZ+MwYSAB4OwPHuOxKV9hCbMXQcUdfYJferuZisNi5UVy
wC857jQN/fJHDsSV+GptJvJcNqPLMIU/3x7JdVkNWqkBac1KW/gaa+i2DDF35sNW05BdPvDo4c0u
EfnBmU6Kbh8TTUgoGISKa6EAWBxLI2pZ1Nm1sMnTwVdgRcrdlljAdwlBh9fcSBhwXLHphAsHclvk
p8EjXlDh3bGgjDPYRTBjMHPWUYxmCvpUaLK2itxXahfHg5dvR8F386YRTg5hN6aU3QvZReCq58TG
CRJLLXHxqqbYwjMQhGfIOXgs8b6Jc1XOzmOvUv3d6Yaa5a1GRLiFfmWrvaWLMjmW2InyrUH3UW3a
bum+SIsw4i0w4qqFYNKICgMtQAvMmjF4lt4MBBZhKxuGUOPf/pST2/lDe6b9SeZd1eLDd/oV7YMs
4AomcrnG+mnfCeO5gm2QD6CAthiRwTPZXpl9i2pT9+Fi1+qTy7i3OyDeIIwqn8i73I2xIf1DUQPO
CEUR95jReGL67UB4TH/vJZzoHrELFeNk5akKM2+C1Rrkxd+Z8I0y7APIlUgdnEXem33TnzV2GnRR
chGaaVun3JtEZgkOrRwVjzWkrBNrRk69YbDe9WHruMURp56nNnEx8KrTydbBLh57Qg2dwu/vzXbo
Py6qw++nxrzPboI2Uwhs6RdYHwNbyZ9cXae6KtlgwXijSPpkzDhrt2idlmutlfph252i3byMfhHa
Xt+bJ7KiYRYuxMe4D2hhjWiHQUhbh2ni1T9MVMRjmBVTDPS3wS0Ia72yT/C6p5ORZcVwyoe2flT0
AaByun0530yAZwceSqjKOEqFHjcxntscuE9PkeabCng4MSJL6NBLwxw6JjgI6CH1RFN2/pTAN6qd
XZ4bLfTU3gQ5jEfXN3ey8nmAExXLs42boDobVKdbJyg7rn21NP1hRgmrMZaY1lOOOjl9JJiJT/lQ
6KA7Y61aelSyeU/F1g9PTVA0V4yf4/s55x0NZzcTd3lSup/H3qunQ26aMO5n8usePVthCVIlfvEP
MCs0dNvFs7JNriRLbAJdD1x+S5Qf8zyw0jtcjwm13wrX2S6tiTIjI+3vDPq81HyjU+uvZBgioHtL
kBLm1kzkstZO0T/o0YuWret52t+gwis6Fv0JkKuY7AZsiOinek+6WPAjyXyui2+1tCjpDzcKL6Bc
UtJaBf8VEKjNaRqd6WoZRz3s/HX12nRLzFewpyIAoDyTPYAtPaX5Fgz0vmeNpG6X63aO9xnYEMjV
/BYu2FFCAgm6TJw7q2pxSeik+DQ3ZDReafre86nzvQIYrlXqEqcI/rq0L6h1/EJWzilyF9Qfxgqk
DqCg9Bsog+ZtjrgQFm9pWxQ/lFhXs0fmJ3UgnI3dUiwwITqAGFdgLxZGn3Ctpuum8ZnNLgWU6Sb1
ZxpkEw3mMwlwfAgrJiFUBSkNL1st7gOyo37cug6MoqeySLR5WzI2S66GeHC/oV0LGkbeVp9sSJSq
MnoRcVcic27756SXuIudweansctf4LiTaxmOY9CNW79eFAinRat+a9tLATlpaucHwLpLHxJoNH0f
Js989kRxH/O2cFwtZIEtqwsNpoHk7INL7PiwMWvTvo/mBTPE2uVG0scEStwYmQnbHcuJcWNVBv1y
L8Bpz88IzPKYj1Co9pOsAUGleOx3ZTvOESk2vn/uPZgJx6wquDamKOOPKd3XDf3NfDhqqZL4hiwQ
JAcWXa1yK5qaaLusR9Vyoiczneo6tvqHZaoaY+Mtrfzh4ZARe2o+w7xfjM6rt7zvboT/IunvCVLq
53DMFU8qJQXVUbUklMNKRdnKuVziGrxuTyzh0sh+h0y1rJDjCzEeK0x1455Vw1VhRwDKvPUCnPdb
D6K8f4Q67SN+H2x53+KR6jYcv3HsHd0O25aFHLuz1iuXqpHNLnLw450IVAPehgHPYCDo98Zx6Pyl
f6bxad7UhFeiUWdoiSvTJ+XjLi7dITogaU8YawobJq9yBEYRu0mh51D/BPsUNBoQwCLtaUAolTiH
qJFuGRqMRbMTJ0i4eT1k1gkBWrTctHrWyQfA7E6HrE8Y5iGfLfGTppOtz1NTmAYwK0CdYyFLK/T6
iQFlqYLqE27SnnhvmHgl72hqP+fsOkimM9AQ7PqpWLpbbZAnAv5Jxu0Rb14HdbkVXr3jZa+h3YMS
KONha88lyJnETYrnGH/TxyLwKyIL3MElH1cWrUVYtWJNZ46m4o1rTN6XPJOxf9c0VdbtsXqxDoH2
SMZj2kLP/mwyKiN0WVfJh34orfaKFZw+DODr6Vb7ZZCfbS0b1G2MCGEST3jb9zlQXGcTxMugrzPJ
i3oNlF5RCzcyLU5pCTcntJg03CUtqSrAcjofZvDU1cy1Uz/R10kwyOSqTYkRRA6NvulQqwHEj6VS
Y9fWM2tqatvlA488ipYUSSyaKzxubMLSVtZ7UeO1FBYbzd3ozK4XSq/R19gg2UTwDRbiJtbmGNF9
sf3nnqRkJ4xmE4RaBPWWorFsTlEl2nhXZLTQj6aZOw+t3Vr1MZEIxkI2LBEJNYCNiKxozXhZc8bs
NTkHkCBeRDfX27nMlm9mmmOr0GkSn9GbkmQ2NRmX0Gj5ZOty8ElxRuHUglaqDAPQbu2HeLVS6p0+
bn/EcmUQTIWh7VvIUDZooqX8Zk+aXemkGx+hVF8D/q6Msv0xddRvpzpdIWIONEA2+u2aC6TrOm1C
w4jikoQYzG6bSs5gfXzPczZStUpuxzxSMESqfhnO+bLqYp1Sdk/r26C3bYk9ZpvpuPnEvLJ9FDzR
6c5ZmqzA/jdpm7XZn0wQO2zFNqafZgrcLXwSKHd2f+jrKSU0LEEZqIWIf+q8I4i0HdqcODjbts99
4YENN2XTpGcjCzSecLxFBJH4KEAwVY7WDuRdhWKtN4a7WONT3WM9qQj9UTmx16k0syvW3v5es5Vw
wz4rne9tpYURk8Fsm4/Ea5VXaR9XR/rc1Zb6RNQMIG2TqENwxLfpROW9KYtu2sd1pv2noEfrt/OX
hnmFMtkqhHT0Vf3TnWZVwUIUUDRTowGeMfhyeRrjoRlPTJSi67JxO3ebWYLE8gQZrNoL0bKf7eK0
8EM3G7wRKNLiZfs05nnYRX6VPA/ETECjF10X7CYiQZGLWpx06fnAeCLfkt/TwUg/DbIcSVKCvPFI
3y556Nra/JunIidvmgqp2mDwaZYTpXyf3MYNeXOwz0mPVCJRRzl7hQ2OxaA+8IgzmXfS02q6j6gt
zJ1lkW8IHjTBl+mIVlgHLA9A8HIKOO86wW3mX5O1xOHUsyJBIYUCE+w6j5nI1rU0SXVEEnjqg10C
DdryOchGKo9ZOLuJtt2DRNM14dyGs1zzukTw4UiTiso7qqD8upK+MVwn5F0eA+o46wZHsDdQPcO0
uTO01VuAsQx4BVZq6YfWTGkY2DJW86Hm0+J9ZMoDEzpAjYgxIzaCPrTjqbU/NAQJH6ZsABFiAltN
j7wxwRcbHWgYISfnI0DRspwCK4e4WltGQDYS6NP4Y4JBdrMSXxtKzNI7J0A6ifds61huu1mZEb57
S9RnmXSpB9xwCVieGOQdfQ/7Km1hukCQu0d5q2piy7dZijJpW2f2ovdSBQn5hIn5rHvPN7YDlc4Z
5ZGpQaPWsNdpOqTX2Cih8Qudipn4eKtwHwJytEMIZxq1SmOx6jteo/qr/0vZmS3HjWxZ9lfa6h3X
MA9mVfUQQIycKYmi9ALTQMExO0Z34Ot7IautKkndEvs+pFlmSmREIAD34+fsvbZnQsY4rtLxgVI6
vbF3haWuUqhYMHbbyQJn2lRb1xcVpR/gfZlVEK+ZG8LvQsnZsx2WIVC2itYzzLFi6cqzXMqowuUW
mbTJowbia5un6UOPXS08gIr3zr0K+jEp0nT+Klb6C4eOgf8C1wNi7Z1oYQJ9jLrJiG7J14SWSqs6
oNeO/ppdMlRf+qhhs6LGomqAIBskjZgyzjVZNY+7SQZpcx8aFMznvmhS+xwsLtRzY8Ffu+usQXQn
vW5LpoF5raH64Lx8DssJO/KOBCTzifgeMq9HReWzny0p14OEbKd2BGqn30ilZRnUNccpRg4I7xMj
TAtok1BWT4yebbgCK/Qq3Ct0za4ML3fMOy5y8F1AO05jP02LJYbPoElj1FvcT72u1o8aPBHiPXNZ
yVuSaS4wD0PGOhVV7h0DYGTFedVqOyMOY3Up3Ka0dhZzE1KTV0s/54qYnFhj8GMbJPk5iyPBzRoT
0xbFCkaaSCYIKYSnBW7/efVFTkC0w0fe6aFjaWg9gp2OE8JacejRyLE1eXoab8cJ/3eMrgbEh90a
OSEls4K0FIqwOwc9p+G7pjLLJ92WxTdnLj0w9l0hiMwo/HCOMSL73Xkecpt0uUGJZ0ZTkGUcf+bl
o3D5uDZVxlyBQ7e+cNCZGODBhNg3uoXiT6NKXIhPno0kn4SDbbCDzL8DdkwaL1TH4ganTnoFQCmQ
12bdc25Pu1m6F4994wuMdzI/cIK73yMaftm+Lgg+v3EdmiIHW+bZAnqBEz60rJIEkIXupL4CHOuu
D5JY4ekQ4Pq144GGPJizoOivuDGJErIMfw6+OENfP1uLYCDZ8Ii6ZHmQsxen4zKps5W17U0pjDp8
6rFKI/TwRX+pmlJC36SShcM8D7QCfT+boQuiEYVUOEusL3poq5c58AOsUW5Y/OJc3zZHKcs1vfX0
wgi2aZXzfW60CXDBs8JbEfFrd7w1OzxCXuT9ENxYphAZPeMBBaDbH+kcEUkbhClFm66UeWOtZrgk
fCnU4U5gOA/QTwIColUWvaCFg+uQqbowTxuukqwBkszuhfSAH2oaxhUHQzVR764TAW3A8676erVp
dwVCsJ8tUUqEs7V0MKH4RNCf2o1HmnYM1XdMvgciTvKgfkFos57DarK+0xtExlKlIRY0bMhwE1cg
dQXUjmeI2KXNqQmk5j0MBftL0WtfJD56RpnoaSB2fEprErfQwlortZYxDBdhDm6eSH/4RatbBQ+R
kxNF5IXK6B8dNid/3yMPaQ79GoSaNTJ1qoSeRORezGmFRUCpG8ICNMJa3DiNAnWrqj4zEiPnhLPj
u1ZnL2X/gtQQSvTl40r1pjmsfxgW+hmXcOx0fZGiM28ABOcfFFgnyoBwISrMaTfeDvl3xx5YL3zT
PKTCXDzyEK5tOes0IfSCUySnGnGfyYAkDElQeb+jjRHcuFCvugvjaR9QmWM26lZGfdDfmsHikakw
LTNHGoDT4zdiuGErLKHqj61AKV5J0/ha+8SWIbhU2ZEKsRnpiEh5gzZ1ic4pstSCisEg0xe+H3lG
QwUii0d/nN2tZ0EWDc291Tt2yK2DOxB7uHDGtV0AxwR68T/Tw5SkUzjg0gDV1F134hMXEthNaA/7
FJ/VfOkqw8NVnTrmehltayJnoir96ExEWIGpOTRTWhD5EBrX+TD35cFTSkH4Y0Vbr2Yo1C+O9GYq
bZyqHZVEPdlHY2ltIiYhDlT2neyEeaauBHU7wki/U1RN1knVdoCA3YqowUmjCIev3YBy5pYQG1Vd
NBnnz25ZBN9RA9siFs0oCEyoOutj6vTZwwzFnWDd3hw4MvRlsVxh8hyb45A5Xtz37OlEjEjEW0vX
brkgdTMt16RntJ9X02dvUplT2MngtSHTZX/lE7KsuWXi0jf7AoMw/Bw0epPIp3SgkpoDIdQ8a1j2
JdXw97asxXeznbKvKdTF5RQaZLvHhl/nP2nxTWdXTVZwgGiwcGtGHXllIiqmD9iFQHFQ8JHSoPhm
aPkKG0gW0yAouGlmDrHbef3ZLqzgc1ea688y78f+PEAWVWg9sNofeJ6lf8xyOuSJNY8OyVhlqYKr
Ntq6nzSGlbgBqTi3pAulIjw2c2++0GR10+egK1r/K7PbJb3m9OgSKVhYk3UoG8hojxJNEuF6OtDz
i28DP03I2YicxFIuwtWCO9G5X7u17uPSyemDU8wN7qHwg+pmKGfmf4yHy29tJJAbeYtokkq7wREM
PAFOYnV6Byq9Zx25GLxMZ6Uc8W2S5ak3ZYRBoUiXAeQ0X051KwJftYeVmfTXWeOsuMcpBFPOCOYy
uKKUnBKfPWffA5UjuJA+m/J2Tpem/skTc/1T2oMnEsOVzfiTYKwJgY8iK2UHqXk2t6RRzvUL6T5E
U7Zk1d8IGlcPaVP6khkZeo84YgzyGbhbvlwTUTZFJ02tlbBFsSMoOm3u95ob9mlIrUnuTez2p6iA
NHPJp5HxvpNvqM6scic7wWJvVr+0txZlDI6llgfPa/z1qiAqWKwx/XE3RazUq1PeMixLFLL3n5ym
iyVZLNv4xW7MeUoa0wDlDbWi+WFLDMhvV0x+BQ9xJE95DgXluukdJEu6o2FPqnbZRnFd1aYECTYO
H4cGjD9hrTl91FxIItpaoCxRUuSpDSdeaMCAGmwFgsfQIcLHgL0376x0VrhiUUsTOFh3zoUoP4ja
ORwIY8eC3ScedCPnCE4B3amJajJIipbxN6xFnq5n1a/kmHg1wWKfmL+1d6hFRm8npn4sr6ZZkgVe
o+fOjxX5YnfYxvx0R0acTWL6mPXTnv9Bzjmu4R8hVibi+VbtnkqrMz6rjoULsNdaktNu6DTl2GWz
qNFbJlMBWFr5mAlmzvAXUudsVApGP8ZRx4+nwclu87Hui8O8DKM6uoxESHRNrYZIOsC/Pg9YuCUv
+pkczumsIRxX7kKjc/BLdC5qyiekv+7i+wm9Q6NgTIQkPmmZA0/J6vf05mZLA3skcjznpNHX7QNu
R6s+wHObg2/a8oePHUvfM+FHU77HQdjZDIxG50bYHlT3KtTr0yK60LqgBxYlI4XZIQ22d0xj78hA
DOdwkqJORjBn1snLiTulzcC1kmLcHicA2XVS2blUx7quwuMgmMzFEP6q6DiiY+Y41eZbXOmQ6qeh
Dtof6eAp5qkMLQNglkF6UuiL+7jhkEfiQhj0kCxV6F7B8VuZxBr0y3bQwAmglwE0nyNP+wSF15P4
7IbZ8184CXV6yxhoPU4clQovGLCQkKRtwbwN9GpLT7rIkMJoayr2TJXCrS1qW3eV5JaPUW+yUOa+
QGSwHYBuYLVBI5fKIm6tiuRyEFU6i53mrzzUtTVXMeS/UpxVW4lrM4CrTgBm1L9oMGLkVM1k/V6o
3CraFtjxDyUr8XQgUyAsTvVM/4bOGmPURKxKNXciMNEptXxO/xggYSVbrWIGyAwh768ZH9InbJbU
/lVkW8zwLti49lXvpDmRpCPyBYKB15OVT0zTd4ZD/zrujSU1EzjODlzLJaQRA9Ta4UwFtWDfTZor
XmsvvQxamtl+6Hzza97MW3zbovT8nnRt0828VrTgWiZGAowCYkfoEa91EFlpcmazpmjfpvSUBnoq
yTh708U08hn/YJv9BHujmVRbsI1pfFgH3UJspw5zLosfkrmhVvsyrat/KtueEJN5FJ8kzywFfJZ9
sczK27tDS8wIiYfDpz8LUd7qttlsMNnxxsFfIUnx34g4qnqp/JlpCeR01yV0yc7PIggixjqzc66G
iiFKE2j6pgzv3pGQBG/1mBiCN6Wl51pMh/n3N6/NkGoN3bKFT+zZw93kIVFLR9eyYQVHJplq7Fga
dTjT7+JIEqZKk973F/9YB8pxDpgbQDjkdu3DEZaN6aF0D2ntc8pGIqcAWbPsUGTnV2x02cOgavWx
CGy13lp5AeuXelWVFPESAbO2gL4wz/DJPawDWnRE78i5P4iZAM6dzfCHAQtDGm/fp7qWt9DMxWeI
0JtHuyMgSxsz8vClG9WnHHO2QxDN+NNBzhTT0G0+I4Kd7hl09ICMCk2+gZiJLcyGMSB8AGkpuSDC
5FLzJfn5AyXK2n0TReqHiQlMTRFVbBffVr3a7bKj2DaaZ5rOOMM3jGMQC68tf9aEDj9k1uKY9xPh
XUzCkdPNjyLr5/VouciuWKHT9qunib2Kh1YZX1GuoC43MwH8HQS4ammyVgYNbadMrUM9d92Xwodp
8Z7i/jfd0Pa1E7lkb4CIzdb4+nlx6fXSfSdqGQjkeGCNDXcldqSzzeXfO2NlJQqczvc+Kr/Mfkca
dloHhyZbb6D4MW6u3flO5bznPz8IvzlCtrvRc5mB4zD6yx7++m0JeiY2rUN9QIQib9nMzKdIFOPR
Bc4CTrQbjoQ7MF8kohwY2pQ6T56vIGoh2o1tW8BKt1XtvCOXeyvG5U3xaHCNbNhgJmiR129qtGU3
mZj0D0Yls0sfwbrlpNAVZ9Kf153i0Hn2UNy850LYnrxXSxoABkwcqNNwwwJofCMV9IORwon8u8Mg
aWrn/UDlWbr9LVp65CT4nZmgcXr+YHRVfunc+TO/BtJo2KynzA9MEKhWdO+V5NCufUmt9Oev6p+9
O/AerLVwxPjC3txAFmLokimodWCFvYPgOgy7vKy7G2lX0/yOEP43lyXVnusjc8NjwJ2B4uP1NyAY
Mgtnyli0jdH9Pg2dm+G+XYb9OJtgzhdqtS5v7X3uyuWm2eKcwkoGTKfTdf+vfuwAbBF2T1STZgCm
4vU7GYtRKtckDinN1fhYcnSn3ZRHURx2pMf++bV+3xZCGyGkZSLTxHz8dmmmOTmhrhDrwQkkB/MA
eShBoiQX7FqMVSw8pXieQk78E8XAO6/9mxYThX60XXGEkTj3gzdf76DDlKkT9/yUuxsjnAFAaM81
WMChGvawMQ3xzg1l22/vd7z0dLRtLFe4Hsy3j5k1CRB70gLCOxUV3yCAI9JTZ7Pdj05NTe/k03wm
7dCcEf+VHRDzxmqPNLA44nMkMs9N6FKRNObU/iXpHr170yjLIQagTpuypBzgrmES4OxTasUkrSqO
fLk79sMFGVllvOcmeXsNwZhazCTIo0HzzU3zRs86lpq7qBMc4JE6f+e8szbw/bBPs/w3V13mqS9d
2KGyrBfWtDoQDYqxiG4GWbOSkhDA+eQQyzh0mXkzTYbzVQdZ8Q5b8p+9ya3wwK/IP2i939zQ6MPr
mjH3cWrbwDosVT4tn8zWCAgtG7U1XDC/TeO3P9/Zvz3QXBpuUZsYQUg4Ib7216+KfMnsXYg/R0nw
2JnOj6Qyc71HarR0vzIwv3HgPp/6heHJTjXbgVFB+DwxjH7P7veXOfnv66xvOoCsWF822+hGn339
XjLDzluT8dMxtUzkdS3qwCvo8/aNB9c5uJa+XedXK2e+8pYnIrWOOPCKALY9MsmkDJhi7CJc8eQz
5GY0XyN4ZYiBhqy3rmYJrzVeQNyjq+sHlnGjHLxb5ivVevCdcOjOymY525G2ZoqTPUgwfzkCDtKj
B9rGUtt5f1Mjcggupcs6dylIl02vvZUGWzIo+ju71VXwEXI6czZzBgcKMAfQLc5Gcca6Rnw/PHug
ZJYvGVH1xV3bNzR09bCsV5LcF//KcXvXubVHhEzkNJj+dcatVsXuJPDjtdDBUXFMs/8pwOOdJiqq
PXWPtE3omPYlzogeI+zxndvj7VLgs92am2EDSz8l8dtVdgFLSb9Rm/DmmWHBGIhkvqPvic0sMwOI
Vk6H9y/uPDOcMT4Jx0AQWIUqjtJ8qq5MHSo0P53Zz++UAm93PdZh2wnAMG0oCOTzbwxi2DxN4GvZ
clyJTkjGMZMYU0ue1mxzqr6zgLCRvlkSgW/gRQEwwtGG+iN4s++1gA7rwR+zI8q1oNsEYFZ7l7Zd
+at2DLnsHUwRSLkK1GEPE7mQT9EU5uFlokGY3S0zhpRjOWWe+TULJ87b2kNs9ED/TdxGNbK6OIsy
kN8lmiTrS2s0lf7Yibyr9h1lst5LOfTm3iMrilhjZVLuDwsspJu0pd+OkeWvC94CAbtdzTSb44mr
X+wDrQAip6Uy7Iwf80rraQJSu5yGwa3WT4GF/HunOpe0YhegiXWKyqg5ugaWtmQbjz5HVhq+QBSn
i5JZASC7jK4chV0zLsYeTlv91a4z62hafupfKmtBhYtJKyWSr8S3hNEeogm1vzPcIeHuPcbn1FZH
JmKgKgexTGS5cyog0tMx5vTTwND+6NN3r2Jvqdsf2jHn5oAGqSfHRMjuY9TbGFK6zph+ybYOdnKN
VPWDXYOOTw3ru35mTGN38Shyi8CCvEhjyiGn/yxLLztnHJ/qszt586PTSp9tLU3bLZQ+1T8dVlaW
+BaLPAHu0/QxdJpInRXTQydhSj08b5tVtOtQmIrYKxSJpa0rQvjTYeX8siqbdJ82H5eXBhXlB6cq
++BnWYbI0Q3R+fDuJwI0CpzdZILs8sEqGEJws1wTWF2VpJkp7e+CEG/pHrlN1SHASqeDG9QN89Ve
01dk+MMpBunPRM5xmJvQ08qagMnFIeKKd+GZDtsoVxz/SlhkR58D6xqb1tR8CTV94F1Qzzb9LF+m
X9kg13Yr24RRHFtNOChoXwLFM10s9hPmWRzH9joS9mT1+TmYjTXco+sL8VEzrmM9mwoZnipoR3Xi
iXB40cXM3LG2Ms6RHTQHY4cAjrkDwrVRXXVsQILQB6hbO4Pzb3uiLxE0V2KSGZlL3tJd6LEHGLLy
QOhd64j8+1g0hcRqrGDAWVZe13HZWy3TC8K115g1m69BNJ6LlJjsNzthfJnd2znid/o6ZA4mhqOK
YW/U3iJjxx/qDyBw6eNajc6vwrl0sQ90vveyFqRWMvAwySpSbbrckafKkLdlWQ3v6JEjhMlW4163
Qf+N078fbZ2phTugHr675erZB8oozjoBjvNYuq4mb9qtZcCAWMwgj2bS3e2mpnxSIrWzfdE7+cW3
SqvcN+OM3M6om4+RXyznBhnBTzQl3dkvw5yxsF2CwZYOvJRz4/ANAjCp0FzikwllYnCOXePCbZdw
x6TQuc5tL2KXnhuEwKM3SJQ6+GMpvmErXGbSIp9ox06k2Y1SP5pWFcC0rKV1jaTTIKl+DLrmmsYl
vMhgDYL0UdmriK6KeSDgDGULN2nYr/YXmNV01IYcA+GOhhqXu0G2iKfMykyd9JSxeu+XWjO8glTX
M/NOy3ujqsRyWjStLYRshT0i8qLTgYUHnwKhf+nI1fDWHKFRlLEKRZucJ0jd4bqR+aL2UC8JeiEy
sHlAtd89uzTJgl27et5jPmu/j50wa6/WzT2/MykRnCQo0Y7sOl0qUmRIubyE4ewmDVaA55qatIkX
0ibXpJFFps9zEVbP9LRMHdN9cTNy4OqmjjFIkZjQR0TcLTYtASVt2DJWk3+pSgwvp6ju8i+YGLHQ
pFGmCNGqVvmUFegCgbYFmpWPaWLDXVFxb/Prw08qJ3CDgVBafG57MEPwzjxd7VeUP4cVRj3J53VJ
5C6tbDMlAK/IV9SWdrE8jG7dR/u08t37RmaMOBpXtI9D6nt20pvNJg9Z0UrH2yxnhNcdWTn9e9v9
IUvq9v1cr4E8W+64PitfUIYQg0biHjQv/3OFIB+5CZKlIqGFjyvRHslDFLNigN8ucsliAMP2YUlp
hcaWjry9wf9o40AGCHKF6XU/fOFRI2kCPpwE0XzwoErN8tOIMf1a18zq4wlEEcsPtPQ75G4eHpOl
WD+tkL3qnXZ7+wN1G4hqf4YGcIYUtunZI/xK8er1baIFU0TaV7Zh77TpGg3JPGZQXTFr0k+FZlrK
Oq61eCQlqvzZq5UsObPtxMlvIHCyYBkTyYw6tbzPFnMVIPM9lKAL/AUDX6WfsR0xXftslQ0u/Rk9
X7tn1Okn5sKoh3QDLT/3Uthz0ocNqnSWKabNLkxC+B5L5K73XWNmByNCuBSvq5nnp2WkVNoh5LbM
gyGdmsMpUwD7WM3Y/JSjQ/8g3FH4ZKdaRDKLwW5fcLwNCGIIpbfQvqKJQG5T+SGSxGCPhemy9PAX
cFdOOMNWO9dbD7vtfoQMYU1avrajYn/RJFrOvpO6H+UQOhq99TRb99peQ/9T6nPrxXh/2dRAOdHb
iuYUpLyHACMpijR7tAvMPDjAZ33sqR4GFnKsWltUXsEVGWl9BpIUyfuKud9tNCAASri001dnKY20
2pWZMQeHnFWCn1FWBAMvM6p9H2i8oaa2zYHdtCOFZybJJ78StWt9stQS1Wfa9vi/aNePP0p0Wg3e
iy41H0KTnKpgAuyTIEYSZASwdzY7Aqw/j15OxqloELMdrEDg9lhCQFjoW8vN4RHVDM+qLHssWZV/
oP0uci6i4/pHNeDhQL7b5Icl19NTIMz0h2etkT6lfKV7UdbyW8lBcT10ed2+BFmIyK/nyaxjSRqP
gWWhrYlqwVvcsDiV9MKUygMTtQd7Fz4Mb1zjGWMndHDV6auAIw/TYGud1ckgH6iIRw6/nIYBet3a
FbieT+B6U2a3hu6Cwzi1/oexLGqSdt2CdazynYGfJ9vyU7AuisShIlqv57aEzwkMqDkTxeuSKQm+
9diPTYaqtfX8a5nCkozNEMPDIV1dPJM6D7H6hdpG+mwUYwGaV47L+oCZTwIdHHqXiNlcu4TvlvXC
nN2PCvJIACn+1H3Whbsll7Z7LHQZ9NznA0391QzQdo4h90GUyQ9WXdgZcrRp+DTLpVqpGD03ru2t
QwTvXuRxtkjG4XUxanRntM4astQ63R24U3iCMocjH6EGy3zNOKf7BuAK54Glzdm7MxgqqzjMF+t2
RVDH0rNaUidNY+Xiuhmbqd+R5Zl+9YhFfulYTrzdrAqvvWqW2b7HDMeAB/PzWPpE6ziNTgrZ6eIS
5qA+k7Jmsb6GiyHlhjgt5J79IHf3trLc9JaHfg3Rzc16H40sWjcGM/gbSy6NdzVJivkHt83INrIE
MM9L2PAlJdtRGhmJCOc6dkyUZQe76D2SeMx1SaLSdNHhFG34bGRamCxOSCB2DWCY8CSyUuAAXvLV
oNwABkS4AureZhcwroluRco5IrFsaw1jrcpuvSs9X7dEqaVTuKeqHtcTBXpKTqhoJ3z/oB+spLBR
N+zRS5LLO+uKQjEzMas8Ex+M/KOa285i2zIMJxlsd7wBKW3UF5I+8m+rOdm0gacu/5H6fNcx7ppp
vG4tZLJXXe1U/h3II3/+NXjpPO9LZPzzuSlW98Eoctc7UlENrPoo3PS0W9B+1HtKm+iLJdzmpEVu
hjt+i4vHaQB6c58PImQEMduNuSdOlL9dGAbuNtcrxuw6d7OoeKx8RZSqz+o1n1VYZeJjgBlzs0NK
J9vnZWHWd/mKnuSmhhZbHXCHZOrZmjPJcXxYQtGggQb9E1QinY8M8drssQKPjT2gmx1rYujjD8vB
J522QGKoq5DRrLC2wOshIj7YJ5JaIeQ31D181p6WVlW0D9k4IGMnGLtTsaOYXZH6TL/0syvc9gH1
I173VSANoLzM62dzyfLovcSM33tIVProWKww8J0IisbrDkqT5R7ygGw6IlVrb4FAfJUY+NSOmbGZ
yFy/B+fdGmd/79hADmFOAEckBNgBcetNZzzi8F2pZZmOxVLOTwOJAzE7QfGoxDgdmFakUxw16hnO
zHRDvfueb/yfvTwNAOBitI7oVL75uFPo02Em6o78aIV8aWoNEBeD6/aflCuGp8gasl/V2KKcavPh
2nCMX39uj7x9/W1iQ38EMTcXgv7s1j35G0KF9unS95iljrRr2nCHg4suDPXYGfnTuIfi0e3XsJ03
NR6aemrLLvnzG3jblti6IMxnKHYsutLEWLx+A5JqwgTyvoALQ02O5Dq7GLk0P0d89OvQn+YvHnvx
O53339AJ26vSCgIX5jOupMx//aoZ1jybZDxQ80b5xMQmv8yKJBEbrWqemAUmh6wIw6vCAq5RIft+
BC1Rv9P/+e3SQ8Hz/sIUbGki5EC9fg9hqDAL880cBWVoS2gjULcrU02zigEgdutVBzmqeRSd2/+s
o8y8A6kyDoc/X/6/Gsd/v/8pqoCagC5gDuvTJHtzJeCyNK1lIRMvFm9xOUdtMa9mL9X6s/c6NT8i
W7GDuKed4m0eufGXTSWeHypgTePNWAxWdVO5yjbuyyZqh19qlBUm4NwPsqvMDcr1RAmwzLs5GiHA
zHKtCE2XgWbxFuiRXOGz4Br9Mu3LDllMbIxWZV6tOkRQqzvRqoN0TT89FcCs6k/YL9z2GZ14aN+G
xYTxwhPplJ3oAUvAFz54qlMVTMqNS1IIp8PURm6FhRzHIWFlbmMqDMNe+5nB+2Ltp8muf2IdJQ5V
9cgHYwk47CPtd4vjDtSU6qokOdl7p0v+22CSpBZc+jTiHNg4XvBXfNXfnjkTEe0SlApnGVjnRKOM
OaQtIY5eZ+dPBUKQa4+04MtEXNSupbq+gyZPMKHcZufTksetKdvTn28D67f7gEEYA7gQ8iVhjzQH
3iwE4yqbzIBDd4iGEM6TwmlmXMamsIyncanhAoTpjDMSHWUXZ060NvspoDK67emX8Yw0sEKfNAkV
/RlZ22IeUe9Y3c6daXr8xFs9PIXY5rPTktIw2qvGIH6amAfUnlp7z3LyQp/aNeg+G0NfEYVYoACu
AOV2h6w21/Tk2lgLdlNnb6HldoM4A04Gipc6XagNyalv9lWeSnSDUzkHV9g1VHOh++G5D8optDxU
LnTZD+HoZ92ZspMk76hvhUtunaOM3WgU4XUJ/9BNmKR6n+1u7SuEvp3uaZZPafNFWgHxGMvoTpx0
AXj0h5ZgNtxeWOE4IhP2Q505jh6aC8sei/uFQjW4cPxh4A14ei32iy766c63+4YOYtP1j24hTTZU
5DnL2QcE5D9NFtyszCgcxFPoM/xPGV/Uk5pb59tgeJO8GjTtlz2plK5AAmun4tCsjFdQSA/ocoXd
ruuhQl6W36qxVxyQhzX86M7u4sWlzNbHgQeLTHkgIn5SUBuIQ50adNUCr1Y557kpwkNc4FNAzMAw
jDlhNN96cxG1CZgGOubwIfs938KaJngMl/IweOH0TVYZWeAjyJWLtjJEsZMohsOkSfuNqeL4CGIS
PgomBa8TgYA77KK0toz9AFY+v5sLEDeX1qy5zUnL9ec4yGSrfsA7Rb2/4waAzQxtddyCwTXS7+us
j7bzqzUYvFbmV0f0q+FyL8vBlLvcCIZnjmQUwkhfUMINpS30XTZEnf9oTW11QcxkoRwPfRJ+SW2e
joieWuuQWmUmjo2hLe8KJyAfOgcSlxPLWqfPWN1hoEdl6PYgGaBR1b2VvrhixA9VLQrBmILaeBkq
HQyXxeiRMhl+o57qcpiCHZ1gc3pnF3tbKgE4pO71tvCbLTzFeaMlgHguTZGvGXQt4HiZjvqHtSfl
hXJmPTfcaP/iHHd7PeqEDerF92EFbzYsitFpmm1ez6kN5wP84h8LPhcRozj5Lrxeff/zmvTbEJfX
A5UdRgRHoFuAwfp6gwyMSFZAYnDDBR7GmaDXdyKLDj0+yC9FDVkGqNVMtmQ0t7soV661GyNbH5m1
h19sP/tWBmbDAdl3E7UGIGZhRxdh3KQqT5MIpVxMPdRel3JurgW2aPymufv5z5/h7dh9+wh8ApsU
xYB/N9+sqpzPUjGVUPcyDfYFt4F1CPBFJX6w0nPNbIBoJm3A6wlbwvHPL/0meo65NwEhiOrBr7Gx
w2J7M41t2wld5JT6hybHcoN8sQSQO6gGB1lqelN029gzfiLkxkhdBz9D62GoYn3WY+dNiT1CAY8p
GiE7DZyxMeo5k33ikIm3AfzW+sOvfO41f6UxgdOTQ0yMvycSh9CbEDNnZHPfyDyIwObQf3ovovW3
e58hANcW1QhLkOW8LVuMZk6zpp0l7uSlSHz6Pb+yAp6rZWE0RYluFO/Uqc42jvt7obSlv2wQe1Ro
VIzUzK/vxgzWIPihrDuqxaTrnWbEzZB0DqUO5yUbgdur/CqgHVEf7az37V1BYeUkOICcaW+OebmQ
HGtiMIHOETHX8fv6qRkqd0SBkGMa4DyGDzkQDiajlWH1k1FP+lNmd3l2RkpEsz5vRVxxKjaJN/Nq
zqxuMZ5LNBw/JKfDvdqmx6y+w9NfN9K/FEV2J1+aD2P/8jLefJP/vv3oj1YSIkVS9H/++6v/usl/
9C2m0PHt33r1Q8N//vXH2UubfBu/vfoPxgaMmR6ml355fBmm6r9e4P/9zf/fP/w/L3/9lo+LfPmP
f/vRTs24/bYsb5tX8WLbae9/TyT7VPbf8ublt5/4r0Ay1/zHdkeY3BAcogCVszypl2H8j3+z7X9Y
WxXFigVL2QXs99+BZJ79D/4EGQ5yb/4Qjel/B5K5BJJxQ7OWbRU5CQzRvxJItoke/uduDTZ8F+ep
KCJElK2BReD13VoLNGX21CuGbHZEAnfhXuCpv5e+8k9fBQ0VHxEAHUOm168S5DKsc0lbnAxrgvCI
/htPGvbJOzvB61V0+zDbM07CJM0SePfhmw8zeuTdO76YWTbbaYdbpo3TOjNO9CDzC/zz4ZMBP+qq
La3iXRXhdv55fSF5QdYaxEssNvjNXn/EGp1gZVbtnBBXbYXfMV+GxI7T5KKVi6u8XvcjPUV9ZAxX
aYbOUfY0Wr31pbHrLk2Ic8HOB+yo0nFmBMzP6t78v+ydx47kSLqlX6Vx9yyQRmmL2ZB0FVpliNwQ
EZER1KRRi6efj1kFdIo7Veg7m1lMo9Go7upKj3B3mv3inO8AH2QrSwqG/8O38+bPH+pfcJluamxO
5Mr9/mkg+6SF40Xo5n87E8EvjGyNdGKLE7O/E6uRxSdHXwrzH9SEW0v+81ti05bSv/CJu7zMLx8H
m0pv2s79EMBJz4DdFLN9LfqymS49IFwtGLIBjudzIskScf7TX9KzEU+SA7P9G0nZdjH80DwNxMAZ
jZl5odtpTsg0yj03G2bzf/9W/vape2wPiIDYJjM8yPKXV2nMhV0CjvCQoLEO1aqHSN421SNugue/
f6XtT/rpzdwqAwcfi6CAE78J8+xFqpLLxiAI2Jix0DkRdt8Rrb03z9p5kdtIhP/+FX/7mnBU8V02
t5ELQuVfM0DSYcB542ToMBaLUa2zzRucWvuHLve3L8n3V0GLTv2DyOU7GP2Hz8lmtU2ABq9i6iq6
y6C57As31cNsJjJP6M2jCavi5u9/s396zV++mEAVrcVaeU3hNXhJS2hdRt68q9JxnnqPjFEvdt2z
//Q1OZL4XVFyYgumzvr5+4jbraXvgVsgPC06G7O1vzHMdT7LtZoEcoQWeb+R+KboPyr+ORMZGFoO
wEli+eBu/nomxtWkEZkAJIDVQ3E3YgN/ZXXg+By/7uCPeHz+gc792yPBCci/DJN8SwraX4G+NTCk
rmhsOyS5QV0bUjUqJB4kYwfsZdrp79/VDeD884PBSJapIC9EahwSbvvX7gamFVOSJh8pTSOIQSge
s+pMZVq/PmV9C20u5peEs4yNtzqIvsDiK2AJFYgdHXkkYbsxXudiJtoRZ2A+tmeg2ryYFaS7aHtI
vY0bQIpVzIVmBRyEqQMBB0ZLjveuGjceIMcaBRWBnrN5HAaw4mzEkH2wzx7SNigBi6rrtiOv5JxA
IaM6m9bENJ88go0a6FJF0K3mCYWKNHYmZDruLSTv4pglcu7frLQhIX3xlqm+mGqncY60hxKIqxNp
70ZbTnqIWkA91+zh7ZMDERLJgU0369sI6Coc20RibOHVthEuI3Eg/tjK8ZAWLcGjUcmKyDcLNeSX
mS6BVUKei8Uh1uzshtwANFOrK7zxhhSXxNxjtlLP0A80bZ+tma32NACWd2G5iBn9ot2EJQaL3WuP
hG3zSORz9whFl/RlD9k29AG3YsP+zulozdZOiRhpYRBFXcNbqyaRT0R0rq71pddncPyqXqCYCgZL
sGMwj4qd7nks3FZKuMdlLqv4IItcGD5UCKgZsWBDf77S/x7FjJZwZ+Uu+tYVW+CtVEj6D8Teya+R
5/aDYtc/Ng4j1Kl1IakVs2fcT1wXxq3VYK5nwgxS8wDYCd21r+F/j3eazPsJsIJcBej4cdQupmTG
tqIRnC0e3BrSBzKNGEof1wRI5LrvHVxmBsA3H5WBk98Io6ugjzToGwKcPfx11DLxDAcmAvNui/V6
yjJyj+Hv5PZ51/G5k7myaqq7iHA5PhBCUWMdyeA9sdobm0cvaoWOSKZPZTCzBc+vbJZ5yx4xYQRv
mQvQl3jWAR33yrlvmWLPfsQKtz7nXKfYKJVkTlG1nSgDp63s1xZLVh00LNmZnigAas9N31sfEfZ5
UpRBN2y6+6JMA0H2EfkM2dw8YpzVHoRAf7I3TdaWcH420QErEgMJZ5yxhELDOmXbrkT75JuPzsGp
YR74ZhdFjwAHG/CADlZGhrIzPr8VekcTplFM8sFqT0kwj726rQaDRTlYNJKq2bsjlUIkMpgHF87l
U11ULX9IriFHiQlAAoaBGPHNjJEkXaVZvaG9hLO4wezl5NhkA04Sf10TdwqmKTK+SW2AZgaGaZn5
eoHcCXid/t0uxaoHwNq4jDoLYStL63apAU6bKXA4xLDLMU0Mae074ERqv2BjlAEt4TpcKworhmUJ
6K2dvvDcPJQaerg7LsEs3bNBTIaA+625WiKJ/Q7XYvkygFx61sYmu96C1K3DkM6IjmjT8pR4q2Ii
U1ZqwvsiTFM/49HVX/oJvNOuVZq4r7p4lV9zARFsT/6rrSUBpsZWfsVYVyY3JopWAImjUa38OaWe
d2C8VGQ3Cd4Wq4TyoE/tk4H0prsx3aHtznGWD/ejGdvJSa9bgRdp6NmDEAORcynvydMR8YlovU1K
VDHFu1Dsx/J9K5ZO3DRx6nZ3k1sLqwlYzeEtKleCKX0bim/7LctzY37QmjSrjjybVbEDumZ5H/jH
02jP2hT+ApHw7IqHRZvxK0/TCki1Ul11BxDa2Ua6VrGfnaqfWTiAAF7RJHxNPQb3wWI4+Bd1u8tv
cZMTpmBEKr+jiNYfk9Xq8fB7CqGXi3U11Jm6nnmOob/UpTF/OEOxfFZUAebBbpvkWs1eqm4g2DZv
mVapr3ZtTrciVxJ7ORqBL/rQ249622PpckmOY4fLuYjy3/XuskJq35Ss1+duQrcYLrSI2U6hV3PP
UJk2B/QtzRjiccFP3eo2Gs/YjDFRLvBzj6Yq1JWGbjaskO2tgQcXedzD1qnnEFYsqAnFQpW3cBYI
M5UXqQsGKu2Dm8ecWCOEXyLq5tXasTuZHKSIdvk46RPHKqQoMpt6kAFd6NU2hBS7GIePSaLUDIRs
tce4ycUNRm7N9DGI44noWlPg/8zsai8I6+zPEImNRy8GSgNqsOZpj3qvOMLBiHDYD73zOuUeTg1G
qcMzWx/sg6WFBiNU2TJfDZZabxnYA4IfEiQmfmw7iYYnD2jCDlI6EhwDJE/Nx53VHwx6Aa9AJUjB
QnUZyYPswLqwsK1iCkYYCPqh0AczRjOeebemUTTtw6T34HMMXAyv20f7jq7IpMDqJwhvcPNB+RkO
GV2HhaTBy8lFtx2gvrcO5ViZPSzoLr7R8Vi5zGWW5Hmx+f1DDz1yteMW1hkGzm0jgBS3iJBi3O43
q7Y2bdh3/eIdR1Ciuh9Jq+EGdxUjp35NtbeWYSKyS62WRjgmU+Ls8sWsvvbCjeQV7PUcjY3FHfKg
L6Ol+SX028tqGgwD1Y8HFUXPzOjoovr7AMRDjFLF5DoOzMpW786WcLDPh0yTOJRj9xOLY6uFETA8
SGtOZfGJmu24s5F0R4e5gOrB5btcY6u050PjSkZ+knwv268ZlT4J1EPdvoqkPYY2pv3c9/IKcF3W
UzL72WrYyd6wJ1UCpZ2iDORind7MLepNvDK18drFGKR9TA06K7c8BxQsVs17LVj8PNd67wk/n2qh
gsiazS/rZJBznkoDU9+KGOhVAyJUhCj00UzObIwWSI8z4jyn7eavgJ6ieE8QeXsXZ+6ahPQuagi8
XNbToZq8Tg+UYmMIj1UQisAAHkFaJ3pyVr2oOXM6s1x2rbEBZC1KnreUQ/HO43KGS2FFRDKM3gR6
pK3ypGNCPPckHa4ex6YBAA+jgscKaN9Zq96fRq13y2Dwcuul8EZEZjkcndnvcM8Pu460RgIDcJRw
gauB1BQ3F91xzvv2AUFGpsPOKwYULQwM5lCmq9Kvprip4ACpnE817/vkDgQ1WzTo8GrbY7ULoiUA
uDuzZZK7B309vmWIeylZsaDj8HAyBLtOL22C0FJHA+KbrBJmdzmMlFVtHl9lJovkY4/uDB4MljeT
Jb0yTim4LGpIlSNYSqJqfikSC2p6UpYQDif8gHcRlMD+DGGEzQ2E2OBRMS5efW+2oBVpIjGvGwWq
9KBPTuwcXRPB087MNotRanTp0wQZ5bUVU+btkC95bmiNqfsZlZly/M6MkiQYOaY/R7uS9wQryjN9
UshR5061j/jO8sdexKbiNEHdD7qgNA697ACe1tKNUDrWjqPwjSzt49RUA3e8O6i3uU7q+wq4xpeu
VWiHxlapo1v3/NKtSm0nyG0PdrkLESgLF0t64VpaCG/m3KluqxkUSdCYUABQ6xjNE1QOBX9h1quz
WnNWgh0GAzsLMR7uo5awFvDBkXgt+DFU+rvNSqpYsrTUpjbjDT1wOgFkw2qZTPGksUAKXTDvgw9m
zD0XJQ0SrnnDvAToYSMMZHHm+iurpSUYXVphH2FuEgEX0qH8ezb68zOWo8iPDESO93i0rfwAfbq6
tBG5PrdUeNnOhOCF0byTFHQiJZctMNdmOrlg9Z+iJSLcuqzL8oqPsxFgZL3eDgTEylun7xaYZVVL
LuBYlPc9KRr3QizVF26gEojr1Ecf6Oaa3o/TZYCTP+MPbLy81fiuLd6VF/VkbWCjiR/l2iDujpsC
hgYl9vw+JmV1ZZnz1nPwwY4+Qugt2wMTCwVwPNsDtWLicWqRjXJSXgrgGJID3GDlaCYxyO4snjRs
DXgMkMrGVMcZb/4IQ+pkZ4SyBREF6+3KCdnylRjrbA8tNbpfrIFLBPJATJKyJRowkoP6NPifWZGD
wntDsziOvpOY7fWURbQEsytLpFrdOoGa7SViPwFxxK1JMfGLYaUCSefObEn46PU0SGdneoljW62+
rBr7ku24CVezm+p7lAcahzMMRvoM1uat30Qwws8A7JGDNHMUIR7MkjdPVmo+FtC+r6uR8JBzjsjy
pVvMsj6AzPTuIbE5nq/N9fC1bx2bv4wnE33nbJehVdfRo8cXIT9Zoi6fpA5vxO+jzECg0VvahWrI
g0OIOMm7oqR7DS0nxUpBYWvTD1JPUzUhJOOBneGN+JOTpuQ7kWVIaVLExrPTwcqwEdJnPijSGgR1
wcR/t9AsfmQtnRZadBrX3RzrcibfbTPmr0aNXwcgO6iIXPV1uAXLz/7opiUxFrNV0AW5c6kHq6tD
NYU5Aba/8+ZtMW+7yQEk1Rgh0zPMB8OqOZxtMOUv1C2WCA07U9d1hHfPb8e+Z4fkgpTwBZXAOYQ0
ndsKti7k0QkJ9O0AVrZkjTJML6Mpqwf02mDtuLuqqwEZf3PFWBC+MbUEtUerRElFBaeBbBxaVPQd
cYfhrAf9OTMWqpuvqUDAyG8mwXYkZT9A6ctYogf24JUPRqysB33QQcl7vWfeJ3mce76RjbRQjUfR
SHfeSceHMJq+Joj3kT7IYn0tgSTy55ceR/pg803300hith4Ay3w6s53wyUGJ20ds5742djp+kMBB
4haiQq4mPg8NlmMH7obxo8WnWpP+k7NoJi/JyfSlvq4WEydIM0LDws8zwEOOaFoBzUA+L/fbb/qB
R2bEa5IlxQHrSk2CR0VRCwkZhGlBf5Fv6PrsIyUgZ4PgUAL7pSFWoMSxlTuB21Hb+4LN/QWhyPXz
MBTs3zvd1QIAOjScieeIV2GU2sXYzv3LGOsp/OSW4wQnTNbfNT0LNYAEegJURhiZHua2XfBGLhhq
9k6vojfKg4GQD1df6GU1h58jq2NI2HrL8+Dj8POuXDd37zW70r4MbtG8RlGxcrPDEnogUYVuJotq
6AxaGzn3LOBZ7soS5OZlCXrCPMgRfwNT6ZypxUJT8k10VvJMNruCvCNS5vmIR/pjnMMQB3SFKnfr
n+Cw4kdc+xNNKuUl7LOc3yOn6jioqS8fcj7okjQR2z7ip7Cas9GSLOL1Pu7PN8h4mGAsPGcpgf5V
LAj8jpyoK2RZdIBaEAtl3k1OjqYVUvho+UhxmztYVchkC8vEpN3YZUYhvUJqC93BIr5oaWIKUIzI
7S2CG5ziNG1LTaHOObzTMBsov9RGOz4MGGiuLU0TL7LvxRQIpVE8ci47MUvLgfGSYoZyMZRLrRH+
QYRLOMDQJPkIWjkzhBbgItL3KPVeK/ZcIhzWctH9Gf/bE3QaMg0IDICgORl6YviTaWfX8+DZDcFT
BgqvRvbw65uylCfiNqUTtiiYhxASzPjYu7BJfasfjdeB+lSjC1pWMkLwfdRnJEEZOHNlWne+GLUc
DckmGdHSBUwpAtlenRMM1fL/2MwuHtuJ5wk6E4tqeDDmyW5dfobK1JJXOFq8TAXrR563nay1Y1vP
G8lVOnyxrHHgFaZFeZsLK3HsoxmtvLWAACvi7VoMQ3s6wu4y1QlsOU0YDpCRsO0lSAvbvvR7lSxa
0DXNRFph2tdyZ8Vkn4e4+OIw5uOD7201xFE5Hd+VnQ5lRj1D0jfA6VUErAJDn3vPn9FGOwFqC6DX
LpTPA3Bfx0Gdi5eBQysSXijKaf7CE7zaewJx1S2KaDs7trRQbPbLiAyr1lb6FLRIqD/wdJrocsdl
4ajo13erd+wzYTg4LRrSB59tgLhPbSba95gtNCEXVgIRVp8n+4PpcUE5YsVpGzKJgT3nTmL4Nrkz
kCMK9eZFVo5x7fWK5BnQZ94Xbq3a9a2c7+lhHMf6lh2H7l56raW+YLOPer/TG3lTuFX+zFwjAhyo
oarddU2HsrvbmKZ+4273vjZ7II/Mxmg134ZCTjwC3cX7iqALGlPCGpO06xQt0UyGHdIEPVb70Yut
NzPTo3vip9okKF1UDZerB4tyj4Bz+eqaC7QrA3kvo4Z2NKdj3uZFeoP4a1Ah8C1sOabbuYJ0hQZr
qLNRxfrJVJUdrlGVsd/i+b0Rq+CJGKCffVbQuEeW7yZVBFdqkQY4OhDAQA0Yyy9antVfloZdjp+u
/fzAUt5KwN27VA29TRN6HF1cajxEto3sb87UBeRTjnNrGiWnwsiGgbmfAjbm2I2gAmL6eTFYsJkY
myQKf4RGwBK9fgpTxmFy7ltDvI5+b0RE5xWRAK3FQwhbJLXrMZiV4z3ppUQ2CAMAhtNQxyMvXGcL
JUGHgGBZyTw+kraCiru1k/hJagx3gPPWgoClpGbk1oFe/cauoTXCgtOABIdWIXSvyEx9STH4UmB2
GTAdYzYIOKvFmgOwL9bx2SsrJ95jP6qov3VGT35coroihbfCFmRHjXrC91kDg9GN+6zy+mjnDMnE
h8n4Cv9Y13zhxByvxOjawFdpNFFUcEB/mkWXvwlcoxQCGKVjcsFpe3YWpOBncqOQ4Q0o0zBBTelw
aTdQ3EmPQvm1w9HF6ESrbcKHe5aW2L10K4pONiNgpl1lrZGzseQE8S6aGT+bZtXcyEID6MdIICId
o0KakRhzdiNn0vgY21XiGJv5KPeWMZZXWr6UHdk8RgS3y4q8L242gS9qO7PxAuhodJ96XwhvXztR
lxB0YWwGSHdYPBh9bnSR6Ox+AztGhH+Wlap+jhizNqhlRfKpS7RCe9wNMGRnAjseLHaufGiZrX2N
ehsF4sqbUO8Vo794504FClazltUNJBHvfZIm0d8JCOAn3QG1FarRyL+kY01iCAlB7Iu6eSzdAP63
+2Wc84Zbn/Nh3hemkb+zbGaIRGxkrEGOLOz1os5zG5m4Laqv1bKY1EipbjZvo7IQC/UNFkCfk1LG
N/Vo68UJNtH0YdpD/81oCBAC8Ji0A/EYbGX8TpuIG6iTwri2TPiFBBJMHUZxnMxz2DQSMp1ganHZ
ck5onIvDcnStwewvEDV2TzoMwCmwKFdOJsLpnsOjtd6xZGNIa5qIua3meNVTpmMUDCN98a4zR9l3
C5Oed51RGPMk5IRvSVfTKUE2TL0DGumeEYfhqk/QbTUAVbB+VzMXhunbnSmOLLULdQbbyMO8NzTY
m5WiSu0Z3X5IuWqcT4NWXmj42qOg7Aobc3O/5m/x1GYzz1NdMd3Hwtn7NeZJlIEypdKeMpNjFgm2
OwaECmLXoG8Dh9V6mIaPtem4Zxp0z2+ZjeSPc5TdAacm2KRdiX/b2IPgs6ugYmTeUPJGRnq+MD8T
JBy56Qv+PL4sdGwgoSjieYrBtvXXuJqXrzMieVo9E5+UTymKX5MpftccUJXqYAz1pX1IsEx9iGol
aCpTHQnFjYmeSyfbAbd8uqEHm1wz7syE3AQ/stYO8/KSjIw8Yr4WeJ2jdNyNrDMXf6HRzk5s2ezr
yezHjlbVJMY6npgs7pzWY0JgMrIRO2oHhftJcG/yoyRTHIBXkw9TWcZRADp1y7ehZnTOldOmdjhI
ohdOfefZV6jq9Rtj+25TYnHhhk2vDEayBUZk9kllNLEaUvbFNBc9KyNsu9o1TiGR7NCYRODk84Un
umhrgRsHEzTbs1aLvAMJ4yaUWWzwHE8VxtydAjYLcAwbPbssr26zQ5Qx07gAls2wsBdcj5c5c1Et
JAA3XcPSGasXiB6aFiiZEyYQ0WzeUo9o9Y5yk+rLRc/4BdGxvVl27WhrqB03xRSUgzvv1hWk8YQg
bNp5JcqjgFwUnMtLpBiAEMtXJntEH+QaDJ6CT53hK4mwOjkAjrYHBXqahvgoqKp1YOkxMfIK+Kfk
p5RQ6w49CS+sQevWPUVwIqsTEXDOpVGnQsDrB3Xn6yjCOqxwo1kcKlYgbTjKaDwfcuUMINCEds3s
BFJrCjYwDlrdjOpAok39sNa27MKUleBmZKKv3tN5Ol4A+6jFkFtnGZbvtl0eeG5LbYfLl0t5WDkV
EMTp0XVamNaVXpv128gyYA1mZjbEq2WQqX34bTk735VSKDCKzAERzzMXYVxlJ7WXkdIWzrglurOL
SLYH2ST5dopntQmS26R11UepH6mGZ3dPKUMXrRfaqp1RBrvotMdUTx50Btr9e6pTjuFnXxK+32Xk
acx3eNX8ulawIQ4U+wzpa6ae5TneLrafuF08EAKiqC1fLbRlezV17bkHLe6JO7MXLAQa7tsqdfRu
zza/yI5mXQzXhmMPwxVtQtTc6TmpBdgAHOZqceyOz0gCmCKvrMEGeuPCM0DIZXDDwoJb2tqn7By8
3VoP5p5yfzYCRy82HnOl9XeoltKvXZ2mjGULxrU+ONSJ0zylWh0IkLoveykvkbws8aUVW0pt5Wyi
7QF/JijFjcohs6yp4OgCgaF3N+11yMOZFo4grkySHFli9pG+AQxpPppJifgUF3X5orlup4f1IDSW
6OvovLRqHAo2BymRXqOoSU+A8AzJl1cuXuSo6bA0O/azKtezT7nU+fOcoqsDmFEM79IeVPuNLgYx
1j7Rwfa91JxWZeNPuH/XJqh7wJ67Al1x97QWBJyFTjEbKpAkUS1nzMbqYddiLQJP6FYFWY4SRYHv
zooTwizYJvqo7L3xsymThMOtaxm8miTHRA+sIpKenmpqXyfL5fzQYKnEvoDtZx2mhL2MT69JwEEj
I8DqBaKCY6xBG2OSLFNvp7eIl3bAJqz7iiAmJl6rNpxm6YLJIP6veFwTIAAheri6O/dY+Js7uRpN
GhAvQ+DmkhomAufE47GPIiMjknfVtnRzw1HJWd2yiwx7iqCE2S1cjrDVGj3f5wV4kpOabHnjUeyV
eCg7AneYjMFMOTKXGZs4EDEl1quUsPMfVQyT/VQ7iYLMTFPPG9W4QtG+Rx62xCbDi667PBvbmBpu
vy/biInruJZMwtquwmuv3AEfUWI6XCt2VWvr3oC8kWwjJmc6m6aBUKixzOUeLxBx6Cq2elCquUPT
MPdJtwldZV0LdoTrcOI/KvbJUEa3eFuboQhv3IKu1odJXW/HNCyJM94umL9wHHo6GmCrjMwrlgW+
Aqr+reeaIuFwiugJNXMZA6BDygoIarRPxNP17k7rm4H5YgUPEnA0s0YGuboAnNwZ/UKWIIP8oATf
253bVetN55oNljGYZE98JkzwTJ4ZLLkv16UHVZK5BcHvDSiFwIFkJw8kveOst5ohFpyPpLbQR2aM
34dWpAfUPiSnMaqu1y+KLPvsmAAUJfzAaGTL0Jnv5Xxq8sJ5r91avhtNP8EKRLMATXl0tdq5pHcA
a9KjXWiwuusuTilm/MDY87lQn8Rwt4cca2cJPZwVwGlkXgpnZGYnsOvJbrtmxITdjzkKyCdDY15H
mjtT++pxoX2tGZKvnXuCFN3Nd5HAsntC0d1bB25z3dmnLfKB3Wx4DP37wWaza6VYFi6M2KSUX5lv
6QeTjWJyPbepJXeJ5TbqWXApVjemJhstICSAQC5GF0wBzdRp/tSF/UcK5v+jLvkn9fLf6pz/H1Qw
o078QVi1aan/Uj5fvZYon2/S/v01bat/EV79Wn3rfpQyf/9H/5Qya4aw/nC/exD5XHB3bNyyP7XM
WKv1P7A8WYxSBIhCXSInrOq2T/7Xf2nC/EMyPEALYUBgQ1CI+K0j4f7737P/0F02fCA6iBRm9PGf
qJl/FkmiDUPCTFOsO9Tg6Jp/lSw6sm+4MKqVNIla25UD0XEtGCJQODlNsZYFP7xJ/42Q9rvZ7d+i
zO31sG0gzEf6y3ARddHPor6WnW1qyESwrE85TBKr2FHoJkE3OqDFxVfwM/W+jvrsoEU3JdQmdrHw
YsRy+PsfRPysaOQHwQDtCFtgcTUkAmjx8w9SAzPvCZ+or1jE+s0qEHdVKXTkciYmrHvtyio6mMSF
bSwn99i29mfcTSyPPDO05sG+qtzuFg9kdSByHjlTB9sBYsWdsKJjj+GX4KeyARFjtgRCwF/q4zE9
rS/CYedRpVP9DxAy87uv9qc31tIlGENyLSwX8uV3X+4PqtCtPS3tuRGXZRIwowV4AP/UfN9Iwayn
LXE26EcLFHV+ivt92x+L7hbeTHsj1Qlpt2sdbS1wPuozOsy2PXTqtaPWETtUaDOhGvYVrH+/u6yJ
frhAkIPVrWAIpRFMwWEeEod6chpmPkFs3ZXMzbhxMt9B//ANLXau7VnkrVfshlR1TJ6Mr8Q5Lu4h
7c6M5dISwdScauBI18TWORpDwvq9Ms4c5zi4J5RedhVGx5opniKjNCQdQOoHozwM3sFs99DCBiIw
3dCdwhlWgQOHAvVEQMxNSujH3XDTgspgtHOrvpDS8iITfyHT7UZOLPuCmJlh98S+gTu2jkJae0bt
e+fwFu8w6mmubzzVt9oT2F1dBpzHc7mPtN3Svc/9DmFqnVAtBtSv25aKiV9YnpMb+LXRj7b0qZ0X
28/Lw4JkhMTfy+zSPdmhe8/Mgvs1+ujcPUWsxyz/PH7jU7PvO36rjAh3EtJ894HYgkN0wMR8wHeT
XKZPa4xI4bg2J4p6eT097qNLeTGcR1dMneyH+rzfk3oMmM23Lqsq6AnhZWD6tk6+FyxnJJ6corvC
QoXm54jEFImNCDQP5g3Ssg2OGFK35NfypThoF+tL+VZdevahVMiKA3BtgThMn0xOo9viAoDfhTwl
O1ReJK8G6uty8vbzI41JQJ7Rjt/xRMJlAy99R4LWNhkGjvJJtUnWwidZW+zzRy+wz6gD9vU5az0e
vvUmu6RD4A19qQ5E/p6aTf4SDHsjyL/lp/p5yQ7yzrtYD/Jy3E0n+TFeFVfytqRZX4Lian3lsW13
scnGhjrGT2+MHZvpWyhgcghnC+wtSCx/w+AgerD/PNb+/zX4X9BGfzhYf7sGv1Rp//HtX+dpFX+r
yx8vwe//4J+XoPEHlpxNyI05Z7PObGfXX3eg9wdDEIHThxZDOlgRsQ39dQc6+h9cEfiAEChLZMob
v+CvK9CS/C2YDp4luTa3O/W7VQon019XECYoio9///cfvR2Cq/QHnwCsAjon1wWyDdIWd7v+i9Vm
LaPa8jaM3D67Ly+VfxUcz2/Pw08ZHqd/MAgwkf7txWAjYOfhJ+et4Jf7+dpZCfNZST5hiSbchUfE
YSrg7dnE8CiRjiq1w5IX7FW0uCPyHn7EowFLbO9pyjoVeuRuARyx9xnltfE5d1UN0sGJT0tBivdc
uukDUlq121Kj2vt1XWf0no260TXPOXcWYT1XU0MCkFSohWzWgxHx0As6wLlPvzpGBk12UprzBFm8
ikLPqhi2iHlGdtdALWQZSutmHpxJs+4nCIXyGnN4vQm2sg3VA2SLQbo5ApuQBKHCRc8z71kMnlah
qBVju0MtuIL+iEr5oerIQVwT23HNHFZjzCwX3YBRRFvKJrHzhAhaA08lzUyj8Ko3xBScNNcavTsh
gTn7CN/mmQ6jdN0gHbsyP2NxWvD2DZA0ppJuriKoW36JLDvtaFPJemZftvASci5fknotrqdm258u
jMhIjvXIhFsFWPxQeZs+u1QLiBgkIlkwrTGQu6KkS+K6t6JdJMAiBRVC5Ius3gYNlHJuEczR6ED9
Y37KqUN2x7d+3QQDhXIIDlQjoMCbBP1sf1oyHbWrVbmSk0pbinuC4pxrIdSc7uaqzi8FjJ6NwEBz
jYaQkE12KFbFOt5O1Vkr6TiDZV2BjqN4eDP60vFuC8n6bt/TeWaB3dFzoLsSYp8V+lT5fZ6oa5cV
5PCw1myXAkQ05KEj6pTdiSGD/gYOcjmQt8TA1V4YtgVVm7nTeZu13ktixYSq4tuZDvraLfERNQpa
NAiQDdPrur8dJ4W4AzZVStSl26LuFFr1Pil7+kb2dvOMr1i/tBAGHxs7ds8HLSfha2BnQhySJI7I
T3SH4MRCaQ+57Mo7UombIZwW0hDNMmnO2cZksDELV9yrAkBAREG42cOIQ8d3G+ePNeKvm7aGN4SU
cOqOXjayb+7ILQC4t47Rq12m83vd0IAR49utBzjKeuSjHCoZvc7SYb+auU3CzWsw2SMbEIFBlh+d
TDMfG2OQNny6CAxbZDMFVJnrjGSslWiV2sl9jRMbzalpRPVtysrw0AKbbnYGpoLrhlXG4uskKiEm
ZoJVk7pNrOmuKgsmr4MZZa8eTcRwSBDM7ttpni7hqpg3SHqraT/ZCdd1a6Rcxp1NzQIrawDzxpYO
7wKB3pfanC/6vuKxfXMWTPYUHCPzmB/O9P+mav/F14RfhFMWyyNEE92hX9hO0B9qy9LIe519Jyum
Fj6RfnTa+Pg/eIXN/4IL3oLwvP0EP7xC1+VNyyKQXSpjjtU96ih7/+9e4ZeDV6phMkvFK5RbkJB+
dPvuf/IKDC7oagAv/ub+Mta44+tCqTeA+LStY5O1//AK353Q/y7yIXHb0JRQBYALQJJJCMnPb1OM
0gOHHnN2wEXWfAklVb9fu9J7SmNLM871tqHAdlFJsNH3qsvK2mKRYeBcGnZsN6Fndpmzb+ahfJob
+ogA7emCAs4Y/zdn57XjONJl3RcaAhH0vJUor3RKW3VDZJahdxH0Tz9LPcCPrqzvr8LMVQON7qTo
gifO2Xtt4r/bqVJyFzFwms7CoGkYyiJvzL88Sr/uNzkDnh72Wx4OR4DigfcJCtUyfGrd1gMBuMiz
6L77QX68NppqwDJ/vuHXG/rLteJIsDAdix02hcJvPnabKTgNZyrvuXmKgDqeBm8h2bBcwv/LgazA
ZQ9tWtz4X2/KUlTwISswunbvhiUGJvheL2kwvv35ML9fOSjTENnByXDvf3sJQZXVAKDBhwsEv4x2
6nVR+V8A8MAWyP9yrF83x9e75F3Nzf84nAPqr08vfOrlnU0srrUi+RBc25b4NtCFCxPpU+Jt/3xe
nyjz/xyMk8J9jPSBf8rrif/r3UdBipWBhhkbaGRT7gu7Zb4RAZzR1n/3houKj355tuCv/eXAgf3r
wvbPof0rKMi1TQyGzuencbQbFTcEmK1a0+mfPDlk7B9VUGBg8/v4rhqDidj2ufC+m9ccp7irlosF
NAYgy9QSKK0QkzHln9O7rKZZAxoJw9s6qRHpojTojbdmLIvdgIoEZiyfRLBXffMMfJWnxYFn+RTR
d/4SLfpqtMLostJ+STvWdNooDQlq6hFwlD1GntRyRxKW4wbZaIZV8pw1qKdq/9q8bd1x+CiasSJB
LDbHZ7chG3KtWuluCkf7F6cvR32JOw+vR9zaOChxDQjrhPNBfHSEZN8XpHUvBEZFLbojOGVHgWeA
zVIapBcCPX7wfYiBIjNFhww4BQ3SqZnmbEhXRT6OYPPNE4Mx0z2iiGgf22VU9WFqHLWdG0N/h8Te
3TtVUh8YBVb70gPrgq0EhlGSzQnBks1gqt0AufTGskc98A2m0bpOPL8WK3+oDTvs6HwIsqBk85Fd
6aCrpV8aCs8ZitRds7Q6RNDTljdYB4f3yO/rE3IuCBFtKx4CS/v3Upl1WOOmPUPdQLQyUE4RT92T
cWk5or4zg3ootwOtmv4RpB8a4owJjrkiPaCebrSh4/EUu3owmGtHemIEqLsckp6ZwAYvc8+bQ4CN
4yNkIpovOvVzohyDY8Z6twf0H23hFloPFIbBI7n3rbWTMb6dMvEYvmL7ytjtvBiujM6GCtpuXULe
OjdpXo1Hbqa5JZpiCgn7GEBXxSQ70qOjj2w3WfU08tZsDPr7EyIGlo9zHzDSXBGz4zlnyIbFbmEu
+tKYy0AGdQ9RfSA13OapdlVyT/FAtwG6kL9FEE+Tv0MdedN3w7LRdP/QZJEefTDBctaXvpsFFka0
+v2p5FLeBQlE6jEK+HhUYC3np5xn56qxzVrG1Yksc2oVjK1+8NTZKVmwJrGdQEjdq1Z9nPeOrnmW
yaWq/W081wgBqRDHre7A9x4BpCXZzmmHEbA1o1Jhkl8T6+zbICyXwO0p6oz97ATF+OgKPC+6Zqxx
sqbIO2AVrBieBXXhorEmycPNAYGcO6sibJZgAAJJW1dlX9uly5outHsdROHAV30HX+uaHpd1hVWu
pPKMA9nbbh/W1JevIFiuU0BTj0zSrW6LJTp4TOwSwshsYxpwhdm9m4WdbG2jh+Y6j+p+omlH+Ww3
P0052nvYk+Y2xbS4z5Tq3/1WjBsnTjUvFxxJ8AJ2ESj8qW0/rtKeaA14lMYz0lyTpK+xRHCcxX3y
nWBI/0JYdmowxamWV2URXLryGmSx5DBhBXIi+DzeODhHbTYLfR5W3e2go+6N4Yf/Ps+thBg64Qc0
3K67H/qM30E0NUhp1ZbH1FXSeCdgz2JOi/Nogygb2kxFtgSjRXOKjY1LvM64Rt7XD7t8KfTZXuZX
DGfJe6nK6ixxoX5DV8Z0H2FBUG/YCrdgWspEjLvJMDPmVaRaP8+pomVTakPtHHhZKqRLTjixQIAM
7671w7yxEGEP9AzcnYBa5JwEEgGTpDz8VxtpAQFH9Kq65ezYqWDuasTzNd1xIqHFSBXTPJQHpNID
ZW1v1NVd+kJU9xhVYSsKu03DLm3sUJCvh1CSJXobZYyEUKib0xO/uwptkAzvIpuG5gsOlmDdlzZL
B3YE+MzdAEfwRMxIZe8Tg2Jspcps2FWtHHdmNMp255HX/N3Frz4zuTIV0FSFrAaT3rLxioAck0Fo
45IwVkLRFVTp8xKVznPVT85mzqrmGDQyiRnvMn1s/W5+8RvLXc64RMSNMS9T/9Qq7IW0OqvqHtJa
ssON6X3ggwLI3wdgqbduvjTWRtSJbz0XfpeSFhA3JwKMlbevOxrJhzaSo9rk2IeRWafL3NDmVlm2
HAtg1fUW/5tp33udrcu3LmrHdmunZp8+uAL8qih7cezZA9LTBYJahX7qtPb9SP14bhlWP7ADW+y9
bEcz2qPgh5g9mPGttCv3UjW9aa8Xt5lNDM/RgFg+7Qw+du08wZhyFff1FknSDBC8mCd/S4AGEtZp
RJz/0uUgHndMPEEoqyHe1xpz7g1KNZRHbMPVYTaN+rFsBoTq1Qik/hQ7jGNxQNXoJuPRDDaTic/8
yHisiNe2F2ArlF2MTqyPFDpK1NJBdkUSg4jN8B0BEBb+kjOcXPAKZvQvLkPA27KHDGK6e74Nau/Q
eClvFRPmXQog77WMTbqfGU2HEQLa0O2xb5WvuBqWt4UFwNvGkJe32iAYGTFUNhzawpW8JVco7gqy
mtzFQvX3GOIG71w2CZoDGwMrKZLQ6tpVPQfWxe6Wiis7jbtG8/bFXaqYYM9R+miBbGNLEFkbNzPJ
60Ftj0yIqmLnlVd/IEETlCOIzYi9cRKHFczDg7BLlgV9ebF4FibaQRIDELgjMBJZR9XFrm2v2WBC
Fo9l4hiEJhF/laBGVYF36+DquRhsUqrt2Cz285IkF5ZpmSHXHvp230ZTn73leRyMt6VRZAjgq/a2
bQw88WmsBW0ihtg9Vg52UVtAGjQJugoPGhte1AVZK3yXtkxmrKM5m46DyIt1vVBaYRQjb8SYioL3
Dk8aPR1N0gxy5bQpCNPAPW+12OA/DANNeDkyWqVR1TAQcYo+PyNcypx96ltGHkqVScaybRygW2WC
OtOykY4Gbhm9s5NvmYLbY/YydjLlM6YIrb915ZKVJzVhSVn7WO5xVuMDQDYv+BNkMThvSyDoQ/hx
V+8GgD85a63KAaFiT3QOMUqP6qjznESGduwQS5EPHF8k2EcIDTSDMAQDRQxLo4q3sC8XKqhmfvJ1
pYdH4TgkuKaQqmMclQDI4mu+9L4VTnKb2Eu+i0a4Yczt23UkUY3GvP1o0noBTBG82B6dprUpfEct
UHhcQI0gQvVPcjowEg2aPhpCup0ucBnyrc2z7ipvK4eHoRzbfBMNZh7sMZ9019R58QWecpOzkPTN
hsDZ+VTqhsa73wEKXdPNnebt6JIu8zbSP2E+UJemXul6lmezw3W2MlN7OAtM++ZNQIwSrqY+KD4y
Pq4UBhDED+QkM0+o89E9TcPo3mfRUt5PM7HrGGiHGAOVqJrQ1EuQ8UlzvS9RHBFMaTXLBoHeSDFh
iC/GZPs+MSmBfpgss0JPSXYPpjLp03Tws3pDwkSJyiRLfHPrR8QpJHOyTAc4lGW/RZ8/VUekIdFH
aeKfkqVZGV/YS/ULo/lmNh69KvE9ek7Q4RESJPN7l0X5/N30qqj9kKqWuNm90ugRQ6WqfMR1whLC
EBZxMLY1ai3auCFIEEl+StoEG9OqZ9QYA7P/ydTWUz+X7BMQfc9HgiqigyHTulyRqWb4Z74Ywxou
RozL1G7bn5WNOcans8nQJz/MOeHH6Esg01v2pgoIewjnRRmHfG5zvFpJvM+CLLqbUlE8NXrbUcpr
OkPYTbFmIWW3uvJucTo61TIPoGFQRy5LaC1xxHYjX7wHREJMa8dFY2trs2rDLsO57cXMHsou+59F
6hTPvHL+ziNA+KSDxtwavjZ+SsgWPOWing+jCKLxCBuyvaJqG4uqca7iby7+UwK8lwaTipVbDJJq
PzLXNZkbsAktJbZySeeJ6OrMGV4axurswgI8HvnUkTHgGBpF0qLVNaM4P2syefwNM4FKrru2NneR
mqLlkC7LHB8KI7HTtdSl2JVj1SIaLUDFHwx39MyDytq4OvsFCHQ0q6p5SxU6J/AHKNTwvhL0dMbY
Op7qxLTmA8ticmBTFRXYgSyB3BDd8je+Blm1zpcSez94d/MYt9d9F7pxjkrY/NYtBm+fxd145dHi
DCOJJBkv2Ecx2qFOh4CaFe1H64EwB+3l4DLJA8xJAX4rs82j+twb6fgmhm5AelVNI2ngMNg7ls24
m7zNuBRZe67ponvHLmqy8qmrfNqTHffT22DjzN9Q6qt8TS0yXKahsB5IutZffS0FCQgTIeJxIrrT
4BT2+1SC5GPqW4rqZhlHQQJU2qkEtrEwXT6Tdor7oDfmkzHExLW0tphuc6+r9toe1Hjdm+QAi1vX
WaXNoL6h9+3vyEGo9IGuY/6BVg7n5BCFyPyDZrvMCPKRnicL7Grq89DsFP47K0WCCfc/g19D5A6u
j6Qs1gM9+oJx4IIRoOP7060iDY/RcJUKXcgwfAK015ytbBzdQxZQx3faoWYI0M/N4DG3SPaGbZoP
3RbAbHFp5BRvhGg9Mql8CzlrJXz8T0n8NaO79tRA2eblivxp3WJ6eqiVFi9KsmWtFpHfIdc2NsXk
ajTKaR19MVXj0aCT7cknPe42QVdYhBhursbXZBxeA7dJfxZ1gR7JnIJpF9jJfOsSHW5zoxRSNRy1
wEjctLuba9vcwfmX+rm2nfmIyCsNF+mbEGtTB8BnQTzouhzdbxhrjZuc3jqK5FhUD5Sk9Zd+kFBj
U05+VS44cda2FcU9y0TcYI7rHHaaDIXQgTsA+91h0uc8zYszTzTxs7Wdbfnp7YNl1vJptIvHqKJM
cOhurDIrZWwe24XU4STa5ScLDSCeYIQAErnJeEBoBls6X6rqVau+SXb8Nfs2J3QGfaRCF8tOlgx2
4eWbUbX1AdioHNdQLUaJW4K9SESc4xcfZeu+nhp6VMakUcJZ2uCTUeA7IpLETpqGwq6GhMB68EJc
QLA12Um+ueRQ1QdTG6gM0eVXx9Rs/BCpJb6fIXbzByP1py+GisuL28p47RDGcCoY1pxHRZr4ypKe
vK19t9wPs5VfVITSTTBQWlcwx+864kb3bh6g5PPZvK80+70ydDt3/Nr3WFDR4Wp3n03cL2C7YEG3
qKBzb9MIqAQWHxRjNRLJwU6kraJn8pL83YLSOHRRoDP9m6m/WzM7JWCI9zFDgoOaEFDjwbK6sBoH
fSxne3oKGOU8JFIyYRmdCf5SmpbI70rHIB2YPvwjkcnuDt89MX2TO5SE9eHT2NcmwfYJvrt1G/Xa
XdW9HLdyJLIBHXVNaA7/esjDMin6ta0EgoVxDjK26eC6UiKp5fQAdyVhm9yqM77iLvQbxofQUNKd
M7KuOXJurBXtW/4nHZTlSzFnZr7LWT/mlXSKeGs1cxCOXAh/jYxnOFcyQCE9dMr5QYxPveFLX33F
i4ezws8ukZbWcNMsvRNei+dn8MneI2lOZU/Z6vX5t8UPmtdZGfawJbFMIPZ2Jl6fqRnQTsipbpDX
EUa77pbSuJOL6zL0u/YGqQMmX+xwCXuwa7JOzOeKOLT3OrWJeVP0RUOF/8LZwpRSaIVUAXZpzkUA
BrclEiJRUQ5e5uoRgV7ybYjcfhPY7r0NQbBd64adFKrAcTj3A6+OZ6BkHHin7nXl+D/cmc7UXJq4
STszWd6CKrLfIj2PF5pg7CUDCCMnn7dL0q7UPREhuAXwWPcmwzjILRhzCLp4jIIlA4ieeptAVkTF
N8ylSRkseAg2EFJwX/he0jpYAaV3dlA9FmvfUvGDq2bkIg2TeKpfnjxslKtpeIzwTzYvxplBXlbu
hGzEQdcM+Ym2Z6Omz6Jo0k1QGt+7uY/wsrAf/0EskSE3BmDqdSXHZOvgRDiNijwhLFY+mZojVKV3
zy6BIni1HbZ9nZIK1kkOPWoLI6YhBvVAAou8myBxXTNSwNoH5RiKEjQJttouurWRiON7a21TrAXY
SgdKrn6qm/7d89WAgc2cLzYOyPMCy45VFrmPOjq75CHn8YOf3hUYtW3q8Z2nnP5tSSuYdqIrUcnY
OKpu6MnPlIc1myYQG8kBgByAGFj+7gt7Q7S3fgXNICeIZR9DX/1OVpOPcSbwy3BoeDSQ2Yg+JPm5
wgWHFJ/2SY5rkzr4o6hd7oNy2Tpu8s5CYJz4NcYyXH+LvKn8ugr2ilyqHj/5hMeAsrO9SUaf1ZeS
zbbW2TJXz0EpE3CHjEnupgTI9kr1FgtHa3d4/wlXGrxby0Jf5w8dEUOwZvMW0YEzfpg98WNQ4b3+
YCaFDgiGzLp3ECkuEQpD/m5YNsFyuBblMSKMTGzZPMzjLm2DO17LBwA7Lopk9OkOCKboEKjextCh
04IoXerkYIvlxrppcsgUqxjzEG6XWL016WCvldYMwYugjF4VWx4i8Xp/RBPFLXtxacJ6TIoybV2s
mmFxNGT2wS35/Vsx4hQIVeZTNlmDSThWmkQjGBK4v8beApZ5A0jY/05D80dtlg9RkqcObizfvJsd
uCvbhVF8sYm9qHjEfd3vUvTCWODyGTyPjig8fQPqVeXVTJzBIATlec5g+vAqJPGCdB3fYRhjqH6P
GzwjxMP104uN6r1dRT5xjtKq4FRh6ZZAGQGW9LurIH1Y+xgVyo1duv3VrtUTb1fEkJVwt8GK2ihZ
Mp/sCDmLnqZCqy70UoyIWwbM0YztQUQ3fhx4SPEAkOhdXuEYN9LOtFZBGc/BPinp798mkvCRVazQ
AzJRmNNvkub4sM6NMj1nNsSFEKbC7O2tmejSHToVCES4fPBxUzm5YRAXPZG/1ZI/QOr0nxq3FOSG
8mSfe6/nd3hNLPJDMOb4bRQIWfJLygQGyT1UXnIX6Nn3tP65ZCs2qe34XiZ6NAGEtO37QJtu+Q4T
vC7uB+reAzF+5kRmqmmgJ2xM80FCKIHpllfyybhWu/vYtqTeB7UVrbuuqjaYr8s73Oj6sZe5Q9+8
FfLHklrkSFZyMuAFVKjpYAuCuhEo8c+k9wy4JZRLB5rINWqT9MYeumjZFUQcP+jY7PcjUgK2USpY
7rpIpPeUdeNtZWn8/Z6c4LNhy+e/cqfoezX3BEwZmZNba2a1MWbBKoMMJOpytE8WRvowcXX0Ulm+
CMsISfsZ2QxWEwy+5nLpMWUQFM9D/FIuKPWxoScGpYGMyxfVz/lMXEdfJOQrGyMPUEz/dNUbcfaC
e1iz16Cbj429iMLFJQUx7iBTknkBnYKkVyZA9fTOwfJog+inRZdvqOcCwxeTNb5YP+wyy+5BWvhh
xVrR7eCv+tg5XNzXpa+TEtLv0jyS+0WaVnGN9junTh+Qk8POFV9aL5cwibQed8CnZkxAgAxQ+C2N
jxCwC4r9VOVoX8gNTQ5VmdsGlwZ/FUiH9gtxm85N1BvNQeDyeBSWyPi6FiRhRj+CpjEeSgIqtlnw
PfWIJ3SwxTLopHMwUYAWa7ci7ZpxjBQ/tByDdj1MGH0IxYoy65RDbHvNgParDcHCbM0EMX8xM+Xg
ma7g3ZAUT8T75ZiS3YRMO7LrGu5ijYKkm3o2Gk12KpO52+va9ZCpEPh6misaIWcR2UG8tYO5VUe4
a11z6DNyuACIlOOt3bUVIeeYXcCYRPlgrpS5GPFJIFKqN2W1YKWMIhp83HH4F0zT8+JOVOhSmorB
UIimJYn4kQl664lscdb2WjV7wczw0l4/unHn8+S5QZOrtc/b/ZVBn8zWujIVzIQAy22q5ESBWS3m
ky6z6g4wCZVgTt+RS8XubTvRG813eCb4LlQ4diFcpGrOjlIO3pvMzfRkjKWe72CU9NB3JqvFxZbI
I5ifMQ3LsYZ2kzOP+CByhEw8pXA3vTYNM4sVtMsk3anG4mOrUq/eDEY0Mqqja/PQjMNySgLC4B4q
xnOcmQ+38152jv9ALk5XHYtsxgFaVp7xvOhG3Ik4XtqVKGkbOYTpCQheZCWuFtM1KXQCd7opm8V7
tcS1FR4bnWturKpwzzxL0ZY6SmyDGRfFceqk/UHFyRUiIahRe2Zdz5jLge7IwoKPo0vtLTuz9P0u
zOI4M59aSjFQbpaUwK8RqHE8wvbWDI5iCKzC9WcydA2W68IdjJcriw5QGZ9UTJ3F/MGNkzfA+7L8
a85pw8ZNTeORoWjBcGXIE8yJhmc9jp0PVDm2Ih3mMFaIMc7UmF1nT8OhI4Mo3y9x06hdrJ3lKQNX
UuA6m6bnbraQMc+xdZ5pVz8wRc++EgSn9rhdS3Xw4Dbk+0RVqMAmx9ygHaRHSXQLWSJ2obPHSs4g
VMYGAwykiTF4hERpdzdFZ4zFhfhmL15jc13YGw/43bZIGHASFmAdaCRWcSGoRjz3p4HopTiQUwc6
hhx6ED5WUOgDZltdfzQMceZnEjlkQuroNXjYDbDwk6Nq09KHGzU+DwMm5zCa0upZj1NAjYxV9krc
swwk5KCB6u0yBEby0EVXgmia5vqLFcflATRNsifO1IJAlhXLS6otG93jlD8mTkNfCYNRROix5eLR
oc8h2lXWpmTL0o5pxLkbsVvd5rAdxSUhU5pdI8+Wd3L4ZB/KciacKmPKzJ404eoDjTX7d+Si3a3M
xxZBF9yZhxRYBtjLtivvYRzrR4ttv71y8WOmx6hzm4c4llN/Hk2zAsRYx19cCiG9GqaIXiP2aIsN
jp7f29xvSDqNdTqsY8XHZY1ttJtOxhKn/Vra8aTxsvbpvRUX1nLAZ9nWr1jMx9sCDyO78TgvXgkS
RWgppO6eOseFjeZ6FmNgYvto9qck2S6tSoiTMcxyFVikY6zmhT3EumxzSCUUwuWZhl7xwG83ZGjb
srO/5XOvTkPlqHtJbsLGtFtcau2c3NQYU0KLkXsId2RAjq+U4HYyOXCvRrE53s3AFKrVjK8P7xgW
S2+64Lxi8ukJZT5kVW9+t0UTJGGSWgNeOUSdX1JqQHqfM7oIzNudt9e8LwflZP2ZmZv3VTa9f7J8
26GtrkQbwoeK8t0IaqhkI5jCjbEz8TDU5rAzU7cteAln+xl+Mivs0LMgeV3bJ/uePTFTy1LLvdnb
bLJIJe4IXINftoHFt/zkkyURrjbKD+F8Fu+6V+oGaWFyX09ks614rCrs5fT/6rAyUEKuKgSz/aU1
W/Ne4+bepuUw3YpAmG9SdfIMCMTZtA1/qmV6H2E91U65gRpVhYVJwCMoypmnxAaCMoyCaC5rMDL/
yOhneqVTVG2pnAHfkdUG4sZK4hvPabwX0V/Jbsrsb5uxD/YpFrY5JDZNs1+RMQ18BmNkWUYM/r/z
LkWbodHBfaZ6OlVFxA+KXWsbl1LcWWmPhBLmqB+WLCevvaC4FzyaGzSNmBBglZrlTwKOCu7EiNbx
GPumTggOZz0mFR5C5joZke4XY1Q+ZlKPX60qjSuieEacBHEcKOs+IShK79HxVUfwh+5+CqhzAWZO
NU+0MMrLjL6BcWbWZj+EGeGH0Q6TEcGkTRFhxjLSLqITNwkTQK6FXTYRgbg9ilsolNYPi9eQhBXQ
g6HVZRBwKyMvLnHs03VAyCIvIz1MKim6btdkIhLiE4OxZ1ACh1jHqeU/l0tUOxt36L12o7MUkdtQ
EtdaYgGtDhGBtElY9l5jbKkoYKIVzAj3VREvxROJm8C4jHI8m9R1cChyVrltzSfthO6vl7tiKat7
x6fImSNpQRmoJMRJbm1E3XK9cduI6O3qjj6nH38drkwcg33mdbjFFCGMyyG+6VONWNqayf9+cWvK
LIDDGnBTazjToTcXm66zTyONV7xlE2ksMvRYJsHlaGJREka6hC4OG3dudqwX+X00eXlKPEUHz7Wv
GMtzK07YwZZnpu2xvoXBE2X0D614z/wzfmqMlPdq7LPbWLo0qRHqxShKqNPJrqwMtrBs6nkvFi5Y
vzaonsNpMbB6z1OivqkBxBKw4m746kBTwOOCJ+keAkQwhTnzrWJN47veEO8tqgsoFIaXc1WeyC3z
btnCuHd9N6kHmc6gaUxRMbEYwH4EEeCHyO/yYb30TXCt6QubaGRte5vEdMp9D0LPhVgkxIXBGY3f
lr8F4Nqxo8PMx2Y4dq7b343tgL4R3inwU+Vckc0Q6dDSpJGbQ0iz+/reymzzZqqMxDqhraung+Wm
tLh8Jep7o6tyhjsDrwqT/pS9RqvuYmU7vBtjtcuob04ySpb3SOXjo8IrzAQeHvMZ7PKiNw10BVjH
HgXWtgkQeZJTXAwHOtfmi0vl/YrkHOxR5FiMHWwA630dQVzntYvq+6mZ8o3t5INPiTbbxzFPVfAK
gV2dgSzA/Ui4LdYWcx0xxKoz4CN6fcbUSxT5XQa5JtpSJkiwjmOlXWamPtRGphDJ/IiSoFBvlD1g
ZIySVGxHJflPLYRv7LCoD8k9W3kfSDz1TGjpgph2MdiBt1J27Zeb6xiXVAXXJ3x6QIZzYRnIUS6J
mu8HCPidWjrz2ZOYkiMaWxuuuPiCtA8P/wAtZiK5HoYFw0aBQgDApkM7gplpwbJckrXNfEgz0w1q
xjVgEA2X1joFQE6jDxeaaZ9xC7QZ/t64ebZwOr/YliCv1zOT76DPA7VX9tSAmehrP2O3KOlM8Ytx
+M2+nl6DJU/x2AauEhtW3AAhFh9DWD2+8r/H82Lmh2qsaSOhTlTVhgIeK5zT1PJmxpaNXMAf57eu
srOPdKqs9xauKSTavPK/JiibYD+2MBuY5sf+94TxRcASz/yFFurotWsDTTVLF4Dsg06y8i7rgLZt
JLoMvFje3Cx73BPBAy1MZCBm7KePQ6lEc5tHUNh5DUGfwcIZm+GuhJJxTOQwfRN8V38AT04AYeYm
604dmNfnPPOnN7OR9uPcGhK8uUrTaH8tzzymhbSWCElEpIDHv5LZGS0aQKCo9CWUUzPo3hS7yVM2
JTnGdX3Nz+hZqHFxDQyTMVqY15U6HugelF0cgD+z2zhfgxdx8s2yRPS+Sf7WL1Y/2R9QHYYZbAlo
UlLMh7o7Aoer3QOz8+mhy42+3v1XNy1VX6mBJTwlSh56uT389HttYXqnA33J+8rfSYjX53mKx3cz
61p6sEJ8+bM69Hf5MJlUHroP6VJFic/ptfUoB530M0xnfZlTbJW8uIG3/CWN4T8IbZlFCp9BqO/4
tv1J0C2aLDKIg2cab5L2ZlxS/IlBfcsst7H/x6r9//U5/QetawAmDOMr0xeMt5+U1+izmkKXdHSX
hB2biJ7yOnr4X1+zACsxXR6L8xGfzU2O1RhTn3MIq3lovKdq2dDE//MhfldB++IaW4G+zMH/9Y+Z
699iYdAjA91q/HzBGLYgt9N8J5DJkhDxF3mw/5t+3BfX6FYCQDxfOlfT2r9lyVVLPFqUAhghlByy
NW2DFCKMv3enb6V/TIO/ypGv9/pXwTqXzDQDNCKoyN2rFe7fB6xBQih0tvZKF0TE0zwU8lipXQo3
JL2J483AuNf9i/j696f8KntGw2ZiHHbFZ+26GTPUDNDGrerhArtjP1TdllC1P9+zf+Tiv55ZIOiA
u9wuEnGZyf16ZoCgaoQk1NBNOK71xt0N4RQaK3ynq3RTrykyw2BN33HdhsO620zrMZRrLvqKVska
pvMq2nghKKK/OAR+fyP4WZI2AOpvz7U/P66NXxA34vKzZHA39S+d/5egHgur5Kc7ygG4siaRerge
P99Ro4jpUvvYdtrN9byHcAjNtbmmF7SCa/T/zhv/2poJ6Rp9TPg/Z43Wco3Zd00vdd385Q2S16v9
y924iu3x9Hj/xOv846v893Mmx6YANiKBp84HPPgyDpl4AnB2H/VW3kZ7ozy5q5478JysHr//7aL/
EyP1p8Nf37t/vcGDyIYa0i5lVLLC42Y+QA6tDl/v6jWIZDqqwOcO0bbZf0PKsiLWZHU7r36Oq2z9
VxbB1cXw6y8hWREjjSURsLus9L/+Ek3b3ZsUUEhb9+tWCpiDrxmsazUn8H8gDBoNqRvDu6lfNP0U
WtKHNPP+Evn12zKDOQUnD98Y0/UlOMpff4SsS9wAAfD82XLu6uSa/NNdSHfV69GQ92ZL5kJX3v75
hfzHUvHpzHnnBa5E4RDF5X56Id2CcHadSGYrWXCr2tdmpIjU9vigjfo8V+amH91b5ri0th2FPNbu
7iffWmsrP1ftstdxfAOr8vKXX/Uf7ge/ynL4hnAxsJ38eimUvqbI4P6CuvpRN/ZJULo7mU1AWH3j
uz2IcCjOVf8cmMUdvFpGS9aHacu/eF/+4w0hQZDsJz7Lpv/phngwMOd4Qmrdlih1HSMM4HiOLW56
X+5zOneIxr79+cx/qwKuz8C/DvnplQBWj+6j4pCKB9+hUQbsaGRG26txXyd/WfJ/W/U+HezTvYc5
ijB+5GADoirqPObfHrvQP5/Rb98VDsKb5TmAuCyTm/nrrURHO2d9ZcG5nh34rfOuydFms4X482F+
qwY83N8eBnDWb8IL3U9vcOwZXWd0VsRmz7+fK/HT9R1aaqV+huhWv/z5YL9dON/GdxfQSgHo4tPY
+fWcTEcN2snyYFXVXyz7RDzX//7vUznx+HPZWBE+Pf5NgLQ0rtGszUv90dHSWEbvL6fw2/XiFP59
iOsp/mvtNTJjQM/CIQSSKraiq2z01l4fdggl/nwyvz8AwX+TdmbLcSPHGn4iRGBfboFe2FxEkZRI
STcIrVgb+/7054N8bHVXw43Q2CFrxkN5ElmVlZWVy//rMoEt0ZOpm4Sc55KKo1ZKjWHBdxCB1sGD
JNC6V478SlB7eVgRA6Un2DqayWTcrPCJQnkTqF0zOb5rKa8NYB70o2R04TAB0H6y/g3z8F9D6Mtz
SrCuMKjGbBzLKAYMvdSFjVMGpKyR6upRC5Jft02G41PiTNsum7zri3ixXRbyAFJQ8dP8VXRFEdia
x0RRfVcHn89U3qVD85yNqatnwQp+zIUkZuE4QCjlsIiOKXggcLsYN4hNUHJr64k/md8EHTB0JRwY
m7CRVyz9IgIhIlJB5yWIB9uBMdDzXZOroWrpdsXftV6tvyjGr55Zq0ymwm5tj92nrOu311fywhxn
ibqFiTggSRiiP2oBvUwCGYl5rIOpChSB8dMHrfqvpfCEA1FCw+8xDyroRSp3VIFyppFjeDcUn43K
J++1Ei8s7BQybPYKlg3eQoKXoFhc2Izj8/CR7m0SZXp1a6VvY/t6XRUBqAlz4EmgEyFSrYQi3DSE
l2nXaKMNFRFvuVpS7pn3bzalVQ6HdNBiEFCNX4CUQvcRkM+F5vsmGRlprKiQbkHsG1as8+Lc2TxX
TeoRs9clWBfcVl+XqTNYiuHGqt7TnENPi33UtQ+a3qUHEkwk+/Q2W4neOV+Y4VmUhFgwSVTLoDsd
OxWWuqQbstNAmnM3m83dZvOwuXvg73bzr93O3R0OrstfHna7HX/nHtx94x72e/d5z2///o/J+Mk3
99nd8+MDf33mz/Fnt/PP+c2bf3n8ZzP/5nnuxnt62tzw6+4GWZv5N/7r8Wv+I/Mfnf/H5sfd69Pr
3Q/ghgr+190dv37czf8XvvNu5bReWpymy4CtGBaYJDZwLOenVW9JHVNWpcOnAdWo+q7K085P7n3z
w3WTu9xlTdcABzOYPqZtWRzYDkajnKqGrmFI0NwOnpImMsCkj6Du8grn13VhS0pxSHWAzywduYJS
Rw0Qa8Uh85ikxXsGxQ/MV9Nk3N93qnRzXdSlGWk6LlWVUcwkgpj1PrmjEhhCuikAKOuYJqBMvdZl
uSFBCNxrvc2a73QgXJd36es0gzgHnAaA1riqZtVP5ME1oBVaHEKJ0+nVnewf0w0tCvntAPPiilu9
dOSIcmAEgKjANAhhz0XNpAc6vHGMJXZ2clAoNrhRNx43w2jm8AbKkQlB9tjd0YbzatGFs+Jvfy/d
+Qmll28OM3DqUPz+Zjo9UbUzwkweUjDj4eJyv/zrVa090jTljls+Zd/tmEPdHL2f/Y75Am3rvzDV
tu/v4OZzX4uN7P76YYNuZW3GW2nl1Mw+Sfw0jYc2KY/5zKjzLp18GhxmvC7r3HZbraZOASqAthZj
XYrQDA7KfBtYqn5xYIZuhKTCbwG67qCykhgLLlcoeH+jxp1rcS5CsKVCsVt4tTpsN1Kym7yTxo0x
5u2hosHWK0f6XDQl+5FAwuj1WfqotXLpXbfmhYM6Ox5eq0Az8T4WvuCY+n6od3wBbBFQEXTKfW7m
RHnjpxTay7+XRccWMFDkY3mKC88JJjJGyiY8jdIG3H3pVnYejkeirfp/lCO8JGB3ZCZcQQ4dBpte
eQCOHpA+2yvTlWBhyUIcRTU0SJS5PmUhrCv9NAlaha6XMleeyiL4Hltrdr7gbRhsJtxRSKHMpn5u
532Y0FOckkqAcbNwa63zDHWAutwoVw67Mq++YItnkgRLGIAQsMOcVWt1Jhyj9xOGF/5sJJ2Occj1
KnLC7deaPn9TWhO94MIRbXD/UQjgbwQlIaUaG1oYcSvKhyh4pNVCl2/K+n2v7mUaGfToPu9u5WFf
MBNcPYfVPY1VrbMD+3DKv1630d9558tl+PMtwjLocRMBfcUy8C1jvg+ad7n8xQcTRjPuGfg2jX00
wH5158cdDSlbM9mN40potGBWRIYmeKZca4YmRgRKZ2q5WbEcRSUrVNcK7mv61a4runDwTUXnwgQE
jhSdmBhracgHe4J6GbOGv9Tc2DEr8ZMh5W0JmORfi5qh5DTcjMrbZ4a8O/XVZdCXepFo8H5a1VsX
jU9FbdzRW/sdMsE1p315XnghADlHsYdbwRLrSjD3lSUYSlixJu3L0v6uJWBz5s7nv1UJMTyIVZma
j6L8Du9Prp8RVptiNBBjNd19CPAyI0DbKB+35B5WsolLt/D80jepl5Au+xfKyoksR4fVoOhCknOk
E+ynggrrIVA1qX+DB6CMdzOIerWlEmm/6VozxDRXTNxWUpT0o0fFA7ZeqTdfU0AwrAe/KvqfIN05
0z1jXsweWTRCHDf50eCx00wUb3d0LqS/RvhB6fWYIuNVZSj9vVylzi0mM4Ab2fXdhyKsGBkcNDMj
v1tk6V7X4oEmwDCqPlrmFHyArCb+TOG4OcTZ0P70rbg5MB82xH/t7Oeyx59AQDivzdT1PYOENvO/
kBYdE0hj4lzubybgI7Z1Lg8fru/8goOgyq0qBGbkqQAYFpx+DgtB0tqZA40KfEdacVsA3UrKD9QT
OpqAiaKv6gMgG8860J52yGxSnt3ljOZbTL0oavx0/Xsuw3qTgiNAAhaDWo5lCJeqU01xGs1I5Eqm
P+t6wJRyBR5BfRNP4Sd7Ulai30vfhN4M+VDU4t2GSZ6f5SApTEltIdgozci/j2sLDu1mWjH5i0NM
XWd+qNiORuhlijqVQ5O1sQYmHk+ijdLeTkCsW/b4t5YjSBHc0ghE1tTFSOmAkK1mxiOwSUaqZpa8
4gAV8YKbX9Wgr9F/os8lSLEUQhclCIG0bni8p++1O21Tes47xyu20aH+Ln8Hd/0evBaA4p+nlQye
uF+iZEFJn+6LvlQbljIqbvI4ujf19Oa6BYq7JYoQ3npQyzC/6c+YjGa7h5H6MaN4kFrp9roY0dBF
MbOmJ26w7JJKV+j+8UaGEGTwVbIO3H3YW196GGSvy1pTaf75iayxkNWxo2vfUxudYdaPRzOhSXll
3S48iaiR4LriGkI/GRwOL3l17vUnqHd3/kF76D83d6AX3XbPNK+tmIP4ohRFCo9lKKsiywEOEGjm
GxnG2ap+GPuHEhTrytxkyt7RdtdXclkgzWEOaUHlotyjtCaNl6BAeNOn/l3pJffQU99qXvR2XcxF
Pu23YnMUblDqccBcP98xqLyTXteRY0X3EXymw2Nq0+amvAGD2so7oGB0xdMAcGT2c+V0LxoLnopx
NBmPKObis2FK4iJGdFjfwjzv0W4J9NZ+RcFF8z+RIhjL7KiMcJZSb9vt9GK40y66Ld6yYgtjTnU3
HsqX+KMERdDzmstf00+wmY7HoGTKHAbHZtRhDyOOqzYrdrnopk60Ey5Vhh8mA+wDqKWPAeg/EuAU
K0d6TcJsqCdHGtxeurIlJLCNDJnlXvf/KNX/tXzxuznm9OnwLxu0NIWSGQ0Pv8/7iYij76hT1tDE
JnsM7z3DG05aZLoxX3fQCXndg/kp2oW3IJXs6vuPo1vfrLzlL+rO4gcINjIYkZ2bAR8wbB7o+fge
3VWHn8k94/fvNJcR08y9zbfX7XLxfFPX+LfOgnHkdF2ZTOskHqwwH8C3YMgdOLx7OPigYtMYlmjS
8TkN6q9ylxyui15VVzAaTaXhzyyRbT6EHaRIG+cxBl0+esrejAeL/oL9TOmzjUhArUieb01xp4n+
qYypqmwajmBMZQIImz3vdGQET0dK9yUMXzVEzlAjdjUNF4P8VA3fpua1sGMm6tIVlzNv5IV8UueU
y3R1BpI8N2ZmM3u1UtD8GCtJvJOtEbCdTjJ+OGmR3NvMXHy8rvGSD2CTyRwr9DGRjzwXOMBcDPkT
CtNApyRMTWWPE5iF14UsubhTIYL5InsALQwhofY9snYp2I/ERG31oV4rvyyu34k6gtWCuT0GHcOA
XjE0XguAcxiDvnmsPa35fF2ntYUTbJRwyEyrI5Ia52sQ3Fg0OVvb6yIuMjfzsaewTelUpqkCeN/z
zaED1qhBT0joJ99M9/oWmNR76adx239o78L9dWHzv+vC8ijNgvhqzoDCgiyV53Ud9VAvZ/5XK9ol
sEZEIECUMmg8XzVpVwbfrgtcXsD/CBRbOGkiK+KpRqCag7Q1QOVrNrtjVKzY3mIAMdec/18xMXGQ
DJHKLNcs57bqvA91vFF/VLR07+dBQcC8NtXuumLLNvhHoHq+awU0mpWazTaY7EzGbvVNxqi0vuKq
lq69U7UET2FkELC3JVK06tMx3nfFylNt7d8///zkzrMikyTCUU5guPVo0ocOci28WrS4OayjSK/Q
9CIUQTrQ4ejtVQh8LPr+Ry8eXitGxBwdynNImt9kWjmu78yiHwKmiie+bSgQBZ3rBI6Y5es5Eh3l
PvI7D4TeLAApgQG3OlqxgsX1O5ElWIFqp5JhADIIlEXPrM/TUXu9royyJkGwgMweIdEakFCaG0ZT
i+olD54rMBZL2FDugYyomFcNdrTDuYoJx+JaUDJrcOEx6FWip4d2r4vI3O/hKmCqHQK+UGEY6Wh1
40ed8g00NrENamwDB2ynDeVzapnHRzNIEgA2ZS0EVHvSK5emnbWTt+hSLMppFPjnsuH881ObVUlI
AkHAF3Uvsbqt+9vGWfHJayLmw38iQjsyJxqlOqFgbL2jpR72o/hdVh1XLHXxbJxoItxjXC6dHU2I
qbu0uTMsoPV8iXnLAfQ8mqlubScNmewM7vQyX0sgL4ZfpMD+s4zC1dZXBXDZFsv4nIJM8ahu/c/g
Q2Q38p32dNyQkXzGed6svWAXD+eJVOEC6ps2MrpiVpmhVVndVclLDrJR6EGfeP3kLB6cP5JUwfHE
cc0kWYWksGFohqJIo64c/hUrER2NNYNuVDkSUkZa1WKnDpWrH/+ySPU7OjhRQ/AwDvyRZuiwTZ3y
CheKOrxcX6bFDaELkeBQxT2LoWEWk981yphYOIWu1fCOwyaGOMF/Hw831yUps6sSXQnPM97ZeEyZ
ytv5qUogh06ZPePKZGjc1+667hfM73n8jtE5r8m3vXZjHT+P/kNhvFfWzEFZUpTGnblVjEwe5Yxz
6aD9hVOUl4nXP0Gcvc+fp5scDvRDs70fN5ZBK/V95bW1J62Ug5bl6rSU04tH8D3//MSX+ABSxJJf
sIFx/bWC1dQcvoQFPfXGBzBIVxzXkkehJQf6dEDW9N98eqfCoO1gHm0iJ6XqsjdMd8f428C0JWzW
YXYHKFXd/Ly+qYsCGQ6QqXKSyRYLnFJBiFKQHvUSO78b68+1TRoUjBW7ByAv+DAdx02QrPWmLx08
ggaK3gojSLQiny+pRb6G+dGZtFunWTM5qN0d2LYrznlRCF0i9vxemoczzoU4NnCsWkWurdLrXQ0A
YgmdZB2YKzu2GP7bMD6gDpho1PLO5VS9CnCnNT8Go/RhrB4nwB7Dqn5HM9D22Oi7sAzfwxBA13vt
OenX69u35CQBXZ3ppxjxuOhENp0pM0tnfnsMzCoP913+47qAxVVkRojRFgqVsnhZJ0zMD7JG+GAB
KGNwCgpJ3jGTvOLs5wv5wrWciBEubJkpe/iDiJKoUc9I1W573LXxix5urquzJkc4zEqu9AyM8sxg
zhoeUzjhjl9LpfGYi7guaPFcnSgk3M70tpptMbFu0IEDTvWVZnQg0Br9EfqULI9uanulmWVxo5z5
UW2DWaaJ3ZnzAL1clbjHILmF9UQ2b5Tqy3WdlkTQCKHRIW4YdJAIli5pMZlqoELgQwbdGCLeI3fz
2mDakkWfChEuGQC9Yz3MEALr03vZbJ+c7Pm6GmsSBMegadkxH494n9IA63V4NNKVrVh8zEJjQ2cP
bSn4HsG/JfIYBX3FqaztNzl/B6PAqL5I7cc4fFIyL3yQHsiCT2tv6CXbPpEqvtRCYu3UmPM3fQJB
u/3aVLQwAIUk7a+v32y64lk9lSOYQVDJ/UBjWuIp4EruI3V86gB5mJz35vQdsmLHtZJv1yUuGt6f
9TREm8iYlAXBnfvCkD1zhkRrn5Nye13I2vIJZkG/IlivkMJ7nbOfYHicTLekhylcebGviZmt8ySc
yK26hzIeMQUvznQY3aP5DVSRQl7pKr5obpsDz9Ntmhf1RJA+KhCKMfnkGeT0g/HrBM99+eAXz9XQ
uhSSPaY0iOT8Fce3cLooN9GaSTXIIT8qLKMTB3Gtztdh2sm3TWa969oP1zdq6XjNFS26vrj15jnm
c818Iwdlx59FWACsz2kBaGejsHXBbYDvDpBE+dbSsk1vfBoCRsPX6LwWttBiuozuac63To/QuXzw
NRRgXbhEIFZw+3wf659C+YsRrZyzBas/EzN/xskGUuEI9MRCTNO0N34zPDZ6+avJ1sYVFo7zmRhh
NeFtL7uoQQyASg86wLZW5CZPg+U8VLkP9NdaRmLhZoRDDD/A0KjN74K8WJHkMq656mOzfAV6dBu2
v0I/2Ev9CyblDvk3J+pXlnJRxxOZwm0s6VJvlI06u6xNNb1UyZPLFDc0OM3jddtc3DPeCcS1pkLM
JChXgH4YAFiID6Z5rbXDHdz2t+UUrLxJ1sQI+mhDFVg9UPve0OxLoOLrXRreXNdk/lLBy89d8Yz3
kvqbx6rOrQ8ujCJLwK8GVYOZMDBPK7JWAD8dIaBf2Z1FbRx6fGmQ5zT/jrBPDN2hGY+gDFFD2G9a
80YbWi9dy5csC4GNh/iFINISdqY+apnVGTZZpx52Z/XjqEFSFazc/Et2Rqcordo8phgyERYtCAZV
CuB/9PQYsrmQykasJ5tSB9K1c7wmHUicwql1faeWNJtntphFI/TjLXC+U3Fv8jAuQBEMG1v2nApm
bsvp+l2kTSvqLTm+U0mCR2Lq0JzMBPVCB5rIVr/POucQZOGGm+bw90qpNOzYdPcxfiOO7nep5KdO
QhK4GAD6leN9FZvbsXJWbuMlK1cZ3qeIZ5u84oQNKy1IGEA7JqQF3jca9yAyhvadSftpvLuu0NLa
nUoS7n1AMCd/HFAok3bTAIKh9a1ztp32cl3M0vV7KkYwBkVS5QB1EWNMj1bv7OF08K6LWNbE4tnO
UaL1TThJEMVCV6aR0Tpmv8aB5O2b1W57458YAIOv/5YiuLgoUbQynLPEbfGelvwx3AJUfF2Ri2F9
XBvgJ6jAlIzJ5guLVQzdEYgdA01cPM6P4j56Hm8/SF56N9wYu+ouOli31HMfmd57F+ykuyd5Q7z2
dv0rlo7v6UcIhyqCQKqFoYVrfnw3GK9SG3lwt/9vMoQtq4YepK4EGba+04NPPfgE0AZcl7Hk+yjI
O/A4apauiyd2SNVksGzupCievhXH8L7TjneJFu/SFDxIYBptJaxXZC7FEsxY0m1MCovxCWEDjbyK
e1iWkdkB5Ce/i7k2SqhJ6irwzGLbqhTEVpZyXirxXjwVKWxXV6hpUMh4DKAW39ER56n98XtXQLzj
2LvOOq449zUNhZ3TKyvWfJNVHXNIVBp9+OoXUn1Iu/pT3smfZWdmmI6cd0c6ZVcWd6l0xRQrWAEz
UADN6mIGvgvjkjZr7mUj3WlRdFAggVS6bNtZzQ2XDdnIeDOVUEV1Glh0xdYOvspS8D4NV3zBpceZ
2RfAcqEvlchKzBf2aXgswL2EZwSKxk4/RMUXuLfNNa7OZQv+Y02Cy5HkNhnSAn0hYgDwuCBfCA5Q
tzla0tcBUgsZbKzQWKuoXCqHE2K+a25dYzxHRC4KpiMUrtJ8BfV3vNY0sCqmyKv8X9eP51KeEjlM
sZgIIzMhnBV9KPPBzNEOTKsHOYE8MAWURnX2pQRAcPK5sY8HwIhh7BtvYBP7fl384rGZ84ckrmku
FicSza7rKmaKeTPl35vkyEmJdmrQEUl8PUrxiuUuLumJMOGu1Qw5AsbZIhem+s+F+ZpM4HnXwQ5K
rxVvsHg8TyQJi2rkZRObFWqNoe4RZ9xZmUU4bt20Qw7ombypwsaFfmZ7fTWXin+0nPxZznkFTkLm
jB/Zdo/cMC5u1LTyYgMkyhIwESd9GMbRCxPlfdBlnhrLN37bwBVnPloRM81Sk+7LBF6Gbq3NenGL
/7gLsQc0GQG269v5+FAwSMMdILumvvGp3o3frqu/eFBPJAna9xYkdAr0Ap4+fAE08pjepBS/aBLx
Qew0uxXTnffwwuOfSBNccD4yNaXNekWaDuLHJ5/0tBKs2eyaFMH5hD1AvkY6WxJkQf1WNyqXIHjl
YCya64kq889PzEZrDGgMZ48+tc0nzWnuQ0idO//Vr8KtbkbbKPyaZdnm+m6taCbCmDSlZPrDEaGQ
Jm30EDrEOtoXUrNyFJciX82cETk0mfeq2ORvpXVhOAkPvMAydn0M/cyU7v+JJn9EqOfL11VVBDso
fqXuArCVQ7r5w1d/mlbELLqvE020czG51uSwYaKJDmFXVRcPSvesZDY9PuaKPSyVdOmWZcwYGA7m
3WQhl6s7TS1poUPwCSfSMABR+ZzWrqG9WvqnYdq1/qMBNrDeQfWwrdewelalC+sZEpbXeoWiKom0
XH8yw9vQhprmTq22afvN5EtgY4HrSqVFcA00Y9GJnKgurHJt9WVbzQmBPKp4XULVuQesGqTajwwX
6dKKdS6lY89WWriTgiAsoO1ipcPpndFt4ZNwjW4/MTrmQ0MtPafqZohXeg8WDWnuhZ4PBEPa88k8
Oe4S9MGykyMThmO4fjtg8xnKB/u0RcXrR2PR+QNcraiKrpOaFQypG43j6KukBoywoyUROpxW30My
4E36J2LLvw4IGX8imnFAbmB0Vay5jjmD+ZKe867QLFC8kvRHUzqdpwYmuEKq8fG6bosJZ8JP02Lo
0FBlMRcW5I5dywbiaHzU93VS3Dc1FAdGEwwHSHJN8GO1700EreoAO/dGG2ywqP3p5WgWxopvuFxn
QmETNI95Qotqn7DOfV5pLR2FqafbsPEM6cGEujisgdjUPgeDvmK1l677XJpwQKdO7eK4QloDFnOp
qtvUel8Of53MnIU4vzFC56ywYKVqyNCg5URwYRz77/1gDu9tq/sIxGy+kuxZ0Ob3nDP1UQZVDLF+
aehSOBAGp54jfYECwG2jrSmvrNjlDQvuD3H8XP4AjVRMMwIF3KfMmnHMzW+pf5hSGEsPlQX5XXKX
52/D63XTXFKJvh9Ahsi4kHEULnTQxEnDBWPqQawC77Zhv0x/3yUF9tQfEWIfVqH2DNoWiKjKhzT4
XJpbKdv9rRYggs4j/KQN5Bns4txPqccGZvO6Tr2YKVe9LT29tB7S1QzFgg+mdj0v1dw/xBSpsFpN
DD2zrXWUAaJnO/tadE85GL9j59F5GWYzJ/xc8ruu26UPRibJbeYVNIvmKcG6JVudCRGRGc8EmC+R
XblAAue9/z/Kmb/jxNdbKgD4ckZRDL66pn0ZYUifHiv97X/TZnZPJ1KKuDfM0EYbI+2gPcmgJnvR
ZXpbPlyXs2DXrBo+l6kDgKtEj1tGYd7IzaxN+tJ3T5n8WOp/70nPRAgXMgwbk+PMIgbrW2AdlGoT
5DQk/ZrW6niXgSnnU1YtOp2MGWpKWLOmbgxpnIc3Bug0KudZttuVqtOiBJunNZlybiexNU5ToNqJ
fEpqbeU1MWPofx1HoAG1BcuRSVJQPDnf9TYswOn/XT6zPtbaTvNzN/Efs6j5BzZ8Kkd4A6lDRrtr
T/LaPG6CNHUD62OQUs7VV/RZWi+Kx5RvyfwCXCtcom3Da6QwyS1XzqOa/0yh77puvr8zx+dvRl7n
JCYBeAD2j9br8xUzJauQh47XXHHPTNThC8xw1qbc+l/q/bgFysZ9fVBvtZ2xZeJ0ct+OTDt0t8GG
XAEwAyQt3a/+NqBTZNyvvWEW+ij5NDZRBz5hrrAIDqliPhKOZJ5jrQGiyfBBhlgztI4uYyxulT84
zi/djJ8ard0l8ZPc1TdUTz9AuriRlcozgxz3Va49fmcDulguWjoVrhoZXyksV9Wmfs20P09EM72D
J++uipS9Vhq7kWM5TmutEUviFGr3My4u944YF+c5ZFW9hZ1V9VR8Hi0/sSGHZRbey9O0Tt14VGAI
i9vSuMkkoPVcXQeiZxqsHjbjoNvCeZBCvmyOM8Nja9M2DOxv/dEnN/zeyDvd2Fw3pwVvyBVsOjTg
yaTXxbIiXBJTA+BE6kXTzai/yfF9tdYUtSgC92HKDtD3jiEc8bBTFbBpueW74YVi3pjcE09f12Lp
+p3B5v8jQzjeo6GUQV0jw6k+TV/gUBzp1jV+qtGXtntKg8o1oOe9LnNZLQ3X6zBaBBzy+Tksi6bV
cxJTnlEdguBXBFyr9vW6iMt3JEar/REhXLw+4CFHNj31anhcpBvoJYxNnL2bIDev/0EAeypK2CRn
DNJQbxHlQHoeKDd99IUq33V1Fs7GmTrCJiXt2MOEjQy4cl0AtHXrdbQhXFLutDUvuRAanYkSwjHF
KqH7LRDV59/Bo0rrXwXg6MH+ukKXZmfjiOegD5wYekDEbrxIDmuoF+C7CcFXQaUG+OFxhpeMfiYh
LbsWsNRcfCCrZn0ADGRf/br+BRdGyAfwL2BQFUBLrgPBCPNxUGEm4gOUsgtc/jAlm7H/5kv1GmLd
hS3+lkQlk84oXuK/ff9JeDbn+GO6hCrP0f23LO06zynjYguriDsA16TTIQrmtbUG5XFhM4JYwWZi
SlO+piC2pOVQ77aRtdGT1A0zoIu73fXFvLi7BVmC0WRVxWSNxGJGNUhmGRta3FyXsLxd/1nEiwdP
RYEtRo4X2e+g0Xb7/q5a62i8MP1zLcSnqN3KzuRDdOcF2a+okuheg19aDh6hUV7xGfN6nF2tsySa
QwhCQJm6KJHm6pikrY42CR3iFkw1ncV15bxO2uhBQfL+WM30n2vQemtSZ/1PDFE2o9Dw9RqLiG/7
FNoU854ZFUC9vEE70nq1C5vjimEsGuGJovPPT0WGPSx+HSL1Tt1AY+NGSvuSZOVGNiSmU9biqMUd
PBEn2HzUVh0wtohLgRfX/IPZPZU17C9rF/OiHJWtIwJnek8X1KKPDJJDiHs82JPvQjhtjO64lQoA
UbK1EZvFFTwRJagEyorTGV2Dn6rBE/hqDjdRMlBjybzKXMv9LsviVUzfDYGy+BRvVbsvjpBMkcGD
2nvMv1phekuGCTxLDjTERiuH+rL8OZ+D+Rn+L4GaUMw2AOjMOhm/wYjRQS70WzOq7+pAPmTtpyYs
H5kkAT4LMz3KHJP08A98ylyws2FbIc0u7GI5pLmfkm/2UqnYxKXm+tM33/BX4sRFWzmRImwgVNt5
28RIkcNoAyDpQQ7jXZvkbmrkK61gi7cqiCE0ADEMANCbcKnZddEDto4sqdmq8HnCtuoCBKQGm4I+
QTvYDIEGsvf2H6yjAfTrnANlOwXvr7ZmeUz7Hr8y+rvB7AtX0cBJk5qVnOSi//ojR+ylH0MJHkDg
5L08cbxU+1Jn2z5r3Q4IFiaSjeo7OPorqs2bc+GoT0QKj1KouzND0hAJz6YLrST3dXf06vJLrMCK
aa7s35o0MbNrF0xe2yyk3ruq/xJIz6bzEOovpMGCtef22mIKr7sekDo9k5FldpBUShtyU81EMPKa
dcwtKZuE9+51M1mTOAcRJ3dBUkhzGyMSFfr4GqPbxE6w7clhw1x/oBj5MY2GRwZ0flwXuxibnGyh
cCaUTIk6O0dsQK/KsYTmXjdWNLvEMpv9GKEktCo6nRxiI4Wa0cxtRSPRiXQfdq9V+amp77Rgo6g3
cQ4h9c1R301w6/nxkw3RBgnuwbiz2oNWeFUQ/e3zSvgYYZ2r6Fh3Y4rCnfl8bMdtkcAPba0IWVzV
E42FVU01uuP6Eo2T5Farhm05Npvr+7boN5mQn0tXIKCK+PkWWwWx5DTTnuc0RvyodX+GOLPLtXrr
/KkXZ/xE0Pwhp3apa34RgwNOjbOBlCqGN+JVMVd816UQKMQYwWCi054Tj4IjqVJFTWkAxpGQxJC6
aJ+3+i53lL/elnMxggeRrCjQEo29B3IPonBb9rdj1KxBwV1uzbkUwXdIABs0XYMy9qRCZPpapXBz
+99648vfmsAshyQ9g6JECWIJAipyeHJNYh+9MfeKrd9A4FC4kADse1Ndy4RcuieEzWPMGJuCZQs7
pNrQ0FOJYlwZM4CmUosh+NyEYP0aMcSt9LCs9eZcnqFzicJmHUPNTOC75j4zp3dWXbmNEzxdX8FF
s5u7L/6VUnME2+6sgQnOEaUkLf2WZb3+luiWv/cT569bMJnE5qjOAxYMvjKNeH6K0kKaBmXUaXpK
8ls1vIHN4Z1ew8DzmTTrdaUuG61mWXCo0V7KUOXFzGNb52piH03CxtFTPu3kl5nTK/eKO3rnErfc
9J8Cr/2mrM3y/U7Zn3uKc7nChik8zWwYqCvPcj/Yt+n99L7eTo/d7knxUv4ZlNn7ln9sBa7jfjAg
leve6r20tTfGtto2N/Gr4pmuDOlcfp9vmm3/pv24vjLq/AXXvlA4mXaeV22hzV/4GO7DD8UbhLWe
vYGBelvdFdueZPZ0a7vqM7Bn4V5zVwHfLkOY8yWabf7EmU5yWbftwAdEym1VvSnmByU+6Mf3EKcn
yYpxL4S758KESyiS1SCXJoSpKWy6D5qxDaTIlWn5rXZ+8VL526lYcUmXT6RzkcKBGvsuzqII05tr
bVpLZ4MF3nXudv6NtXYDLq2lBg8PNTfO7wXkKyMDfpeDDw14rzvAO8l8nTsCez8F3aat7tZ63hde
Y4A1nsgTzDuLLB0MAORlyceG5gX53bH4wuvPc/IHaaQTaWdDnuOs3PNLfpdcIHMevBxskHTPLQai
YSlMUh+LGR79+CBFjpsGWyWE+IMuSvmjvdansuQT9bk/hcwj1V+xPO9EIGeNJQKbZNdXXyDtGvyV
c3jZRIWHOpEhpqtKQy3UppK4uarqZcqmTdt+7ZLoi34M3GpU3itwzRVGupHtnlmxYJtMb4xvrAQD
ly0ywlcIVxogyCGfgaZ9X3iF8a30s6fjkO8U5gcj9RVqep4y95IU7auupZSS/m3aWpAvGFSSg5Lv
wOHNG8PZlkCiTfrbpNwb8XtreH/d8y1Z0emCC44vz7qitGpUlcl2VkVFmXKjtT+0ekewndQ3VvdP
nM+pRMHT5YYG2caExGT8EJf74egFOQjjVrFpuo+1FWzhvK3kv8+0nhuW4PIGsE50KI4rCuQfc6Ac
9bWYa20hBQcHS6dR1wUC6mwKITmCo7vv3DqLGB2BekPzXzMpc6fMeL6+gUvO7nQ5BTcg1X5RgPSO
G9A6KMdf9KQBSN7yivBnHB+iv8/KzOtIjgR6LsvQxdByahh3TWVMMzj+6puOZIybOZvjX2NE/j4B
f8QIRqKWfqfMLPb0asU3fj0+6I2+ldVy5XWxFJCfaiNYBbTmgVxriJHr5wz6osnSdlnhWTTcXt+l
/+JS/igkmIdW+mMcSEiqwsIb0mZrRG/mtFGtvQY4jQHfOEk7bwo3kA66K7JndyUGN/MYrw2yqgKq
sODO7KFW8kkPoClNjf7nMdGH/YxMccgKy24BJ/G7Z6nQ6zdIiGD1rVooM4yi31bxUdpd/5SlKACa
PGZKFR3MDRHvXkvNNrKqsIYcRt+E8YcCcAdeCbq+taKVUsHvcakLrU9kzQf2JKLyB6OLkhqtrard
ADOJTIRN8ceScZHK+QyDzAY17xoj2Zeq+dkqoHGmx7Mb+nu5+yXZxx3mf0jl744SeoxH77VB2seR
/1xW8V0DK1TqrA2Krq2P4I2lEPx/O+GbJfnnkB36aldIdzlJXHntLbAmSThgUNbBO3VEku0EXm5t
s+JDLn8KynCbg4tzfdcXXePJTginLCCBpbcFu56lu6YCO8RjiBhk5sKFKcKT2jcler0ucTHCPTU0
4bgRvUjWZHLcDGsfGwep3TKNL8Wm51ebrn1yRvJLa3Qhy8HLiZ6CK3ZKP2obizWFU91qsSbjLq3f
0knZ1oAiZlXjtnPK8Gm03cq5TcaVw/U7S31p8SZNhzNgxQX8VamNvlU3Ue0Zyj0XntebrauHN1P8
jmNeVF/soGbm/VkZPLP/0Du3psywa77ibdRly/rzFcLS68nYFr3KV1iPj+Znhnf21SY+0Ngsu7rX
EL25/UY+5N73wg3dX5QL5V2ykXbp1tlMn6+bweLdCMbwvxdE2BClnLoKj1N7gwTovtp/IYkRuVo2
wtxcHgwdJu/WWOuRXHxL6idS5686cTxpEDhhrSC1gtws24Wh+/OL8y5y/R8hz0ia/1mAxjVdxjqZ
4jpIN8P/cfZlO3LjwLJfREA7qVdJtfe+t18Eu9uWqH2jtq+/oT7n2lUsnRJ64DEMw5hOkUwmk8nI
iKUL92ymfvQFUujj0G/JkxBfEFcOGo/dLvTyol9Y6DPJdBTkgLv6O7u29AiVowAeJSasgIksXYmt
tuGOtftVeekv09E/oSO7Kl594jCP77J9u2ocACLe9YcP1eXrfAekhBd7y5twwf/kepSoG52102cF
vQr2/KqwTGgghqqbB1X/TCAN/aCCzKBzaRc2+1pwNPJGKRe/DTUyDGABB/sX2GCiQ1ur9jUUvRnE
zjPbGO7H3m/e8zYur9S29tGeRs36AVJUYj2EERpKtC62vRwC4auG90Q4TVHYwgnD0g9WKUvKfRCZ
zRakpfohpyWqsiVR73tFWI+oPnAUayk1tj5EQ1/TuvP3cRUMgQNwrfCwpVDx1rvxJqN2solIb2/q
rM5XJSFoC2ZQ1EzRqOehuAyIWVo1z0k+dHvfskO318ocFXSbZdcJpJVuc7Th/pxU3K5TMUIzqUaf
M5TL85Zaa980sr0e9vHa9KniZcCcOj0nBkq8tf7Om1jc5XDt1LP7oMA79Jh5Y5OGTyRqLQeNreyu
SdoBRENGJWrHGkd12xTMROdeM1gfCibwEJZB1qBCKJTA7exC0Z3SDvstUIf+ziQJBXNtVDZ7YdvV
Cxvb4QnUe+Ud6/vwtlZABwa8rrorUfxcJV2r/OGlBuBzXinvbaPZuzYL8RN9VqXrYqDl4I6D2uwq
PEbtg9hQ7hW/C3QPr1PsuVXa5josB6vwylLJPv2RkrUfWsKfmq70rcrSAuDGIKmMvQCIznI0SMhk
a5SyDAH5b99M8dgUix5quJ02OCzSwIvX18G94WshipNF4t/UUOW6w0U91B2rZOkPWgV+DZbJAHwt
Na0IgHcltbeKkRl3ih83+zDVybVtNUnjFgr43ivLH/5YtWW4+RhlzeZygPwqn184MmztNFYZIyqF
sYLNol3zB+SCPyLvLt773gcIJDbabb7j3mt3oLthHTpkKUx93eYvWZfSnRTSmnY7RUq2+SVQVNuG
j+AzGe8zR3sfV2wV3aPpk17RW/+GTnFzqct/NjGx0UNsAaYPKWDJ/pBgWxtBjNE3ueE0Q3ltGSNb
+aL7CeXtj7gSVzTDopn5sLs88bM1I5RtoEs0EUud6VPzUqdp0YMlPlHrta+D2TFn9s84LI11pbc4
GSyCpJOgLKskJXeIikJSnmcLhYbpLD5bgKOvkM5q2lQ5U/Du5eJN6sYn/cYguzHdlFHnXR7vbFA+
MiSdxC2gqwSPa7UrSoFyr4hbp4j8K1Mh74Izp13kj5vNAAEN1ieYGuRU5EsPSWLb7A3QVDbdQceJ
MzCvoo8qYnMT4Grjtf11tMSePzdKUBNMfDlIA3FFlnZTM2gimagxlepXRnHOm69WZTpMvJpLSJr5
8aESB2k/BrZM+SIehFRp6gozailPQY9O+4OJZmkiPAawGjXWvPS4qq4uL+NcYgEWcxUt/jpQEvJj
RWvzoGibrEYwygBwjQ5hw1cFruf/wQzaXyFI8dUJJO3LQAxp2UI6Dma2VTwJpl5rzZ/LNqYLjuz6
kA/9a0O6AOHuq4NjHDYCWpRrtWraXRkH/sKEzW2wYyvThB7lgv4w6KJUYaXt0PwZl06HdpNO8ypI
y10ez7xD6CjK4MkcT39y5xm3siIiBKbMrlqNHdJsnCGsHN2yzncgDLOcDHW2sGKeUehLoXzOMdDD
B6j1RCKnfl1NjsaJ2zEk280GpLAAQqANlCuWowftQhVlLl5jR/8dohSuRtWORdnhIhmTK6MZPFC5
vqFz4TkiyQ/VxyZPDKdoll7o5mfWsKYHM/Qqwv9PF9GMcVtAi2vtFtXW151Y3bQgbdbcUXOtsXdK
1aHQnr28nHMTCvCFraNJBeIYX7esowk1xEDQP4Kh2vqDCX9JB+gDLhxCszYAWLPQSIhfsvJLn5aj
nRcYV2IFh1LbaG2xLYrflwcye9KZR1akjRY1rEqaDlY4ek7VIcQxFj+UENWqDeZChK1106qC9Frn
dZX5ZFfZkuztbFQ++oBpGo6m0i/QeJqnyDKaeHizepTfRv5B9GKrCACIm6UL8OyWPzInOamZqtC0
9DHeLNw07QvvXxv+0oqFrTADnUHhEn316Ia28fxEJaf00zBVc4HcZRTx56iwTzCvrEwaQ6g4uGqN
j7asILILMJLQ+d7QUoelkPzOyrpzbCuMnKL/LJh6zTl3jGYpr5i7eB99HJOuhhm1Gh74mPJudEp+
GNlGQLbKrN1IgfjJEm/JvB+jrROdEZShG/J0gTX0/fvBNBXQp3CKTPUqku+MLFsoFs9Gn6l79H/N
SI7cG2oHhSqYidrXprgVY+QNxpolDHRG4GdA1XiJQH1pYJLnDo3ql2ELi0o6ug0LEocBdJw3/ZJg
85IhyWeD0CoMtZ5mkD7H5k0PhZIC9KOXI8Hs/AFcOcH5gf2VSZ0NGhdcrZFs+oC91PFrF90EQ+TV
/k90KeKAcmpcxS6bnN2LYPdnkCae5LWkhCwphLB8LUfsMdesZJuuhozX9SDU9WU7s/MHNCxUTAHJ
xQF16oExEr8RpL44e4GaHo1diJofmBNXl63MBrIjK9IqpWwi0BoxgaVZXGXoPVoHDXmnDRsdTRP3
eQBWwcsWz1mzUOM5Ptclk31jx52Vt7ihkY9GOCW9CvF4xvzSJSqem3QHObVVeUq00sIfQdmD3J8u
gDvn1vD4E6SrQ6+HSRKF+ARapp4SmuvYeBiM/q4S95cHKwctXMVUJNOQfER3jQF6rtNFNItk0EsO
bre0/MWB84nYZ4kQNpY3eEij2kKOKy/mlzUwH6AHDoIaQA+cWgMTsJ4pRoMWSTZu8Tx4n4P3QBXt
tYFcQge/8eXBybM4mUM3IjYeINsG/nZqDjDBqlFrmzkoTTqhWJl6h55qnL/fDcYAhYNVfdJgwL0L
gDBpudqs8fOgtQlaZ37yXLmPQ7omev50eTjnswcrAJvhrgUdUFygT4cTF5nOex4GblGrH02Rbfxi
eOoJylVthRKCWrPNZYPyDp+GBdADGu7R/DQJnZ8aHEU2tESNA5fmT1nR3IScotF+afLOEFqQKQZq
D3C6iUENfHVSIEmg2pLmJAndwxvo/J3AeXA2H6/uyr1fahudFvz4/gNLUHqDzAJYKaHOIXephuDj
8M0M9UEN9fnr9Xqzuaq9xHG9JcebZuaSIcnzOl3r44H7oRs7qVN4HcriaEd1rZWOvyGbdqbfKX4d
3t68a3t1fbt2dv008M3dh+FcGQCmmasCSKwP5w5VGgcIG+d1s3p0t/efn4elmtD5RjmdF2kFNBbG
QYUKvksoIK1cZHyTqUW+0oL4gZqdupBUnDvyZA4VA2ThE8fuFJSOktMeHHNqp2J2ItHvWZWtlZLu
WVde932zhhj5wrKfuzF4CKCvA3U/SJKBp+/UXCG0LOMi5G7Ti32NsqcTD92h0Mg3YSX/413/hiVF
gcQnOJZKDCtkPhqK3sSYruIaCk6i3+rTjd5MVMcKv9tb/PXsBfEQKLshlJvyrWkE7EJnfQnarHx0
LYETKrbQo7hQNTubRDyuof1muhBCJR2o8dNJ1HzIb3eTYifESU10nE3s6WQJjX62P0HRA3pI4LjV
CV0rP2OUcYna+ESBQYXYmiDzQCjcfjOmwQQKSPAFRGswwEtBVIyB0JNJ2WH025cwVNa1pd4oCf2+
z+F4m9qiUDBCoJFCp+GbdalOmugRi5EyVHh8u4qTt8tjmRxXijInRqRCdlpUw5CUFp47OOZMDYqd
AAWL0eH81skm8f+EffV42eTZzRZOzgCxBnkT6m+QE5Tmr+VFh8fOnrumxu/DTlsbNHL7SvlQ1eC+
j8G1mSmvqpo7ZYBiHEgxL9s/Cx1ovZpo4OElYKo6c0MBtuekDQ3udkoLbdyOftgZNX+WulBdlZiZ
l5TZ8HzZ5ozrY2NNED3AvSffP3X9vjPQk2XloPSMtHJlmXm8VfKarwI8fS1cF85eB6bWMqRhsAay
jvNO4zBCKQZvcNwdgvWoBujAVVbZ+OIn7baOX0QCbTDcdCk5hMk01W6aPA1AtqTRuogVPPnfVP5v
Sndmt7s8B9rM1gSGGgUhsMiiDVpOPsZq6OISDIPumEEUwAOrFLIoO5tE5ALVSq/jIeeWa1lVPDW2
WKLZ5rlm3oWJRlYKr4S/TTkLwn2FkwHtlrqvoz+q1O67oO9br2ohGb9WSU8OqM1nhqvGSUPcvOv6
AHzApf4mKLeDdWSU0ZKw9blLI7ThQUJRJ0mKaUOdrm9lgnhlyGIQ/FTbSFc9IF9Ga6dAVXFcUy3z
SlE4drUKv0urOAVutKugdgjKFxAnSTFiLNFeTYpk4juMIK1uenlNvACPfAtLd5aMwA7OBmDtkQuj
qXzy76Pj1qp720yrDEIACRYLiB/C7232bFRAkq4qdKmhnl36ez3YtPkLAYsXe6wUN2x/FsUB/X/M
WPXitk+9y58141DIy78IyFV7ImCQvipuS5N3wN3E+cafdKYRti5bOKthThN8bGL6hKOBi75ER3UN
E8VHZLgGcKzAXu+Ht+5X/55892oDW5Ows4VHEFyomBSL7bEEL9kEI2IidQZx1dW3jWY4ee3V8YKp
mXgEfrKJI3O6c6imdBQHgH8H3MaBPwbFtvFH6LuZO5YvEaGdJYX48ciZDEjmgfgKN47T2Ut8re2J
Al7FYkz1q7Jko1d0fuEqY6tsVR4swQVn7RkKXMK2Te3s8I+rsVVrMNNAIjvZa817wLV1gNxwqZlx
ZvrwAEIRXtGCN7XUn46LJ3GrBbzGuIbyBifWB5QyNgFhT5e9b244SGSQ5wJXgB5baZUQB8cQqTOI
dKMfqvnZtmtL/yzChRRg3gqwTyCQQ2FU5oTmXFFDwTX0oSm7Zvwc4XxBf8fbz8uDmZszhCqqfNXm
kdSczlmUNEhufZu7aGgQG8LNdJ+WBsqoNo+WSP7O3ucnvzZtimoAnPv8DIwGs8wpBwWxFnbKS5+i
Fc7JwgiwkUHJcmcgZaY5CnQSftVZR9dZMwi0gwbjVdpFCr2rQAGeInbjpryB9oFSOlSp/U/gvfun
MQySD0prc0tZVgfu0DL6bkS5+vP78wU2pK8nBjwZysTrpcA51Sk+dwWUQ/wQ/EN2vrX9pXaIudU/
NiOdIBmgGGDKg5kkzNdDvw0axTXj2Bv9l8vjmTVkQODFUgGAPqMlsY1SK0YD+b5IKXpSs94wXlUW
lw8o2ugfoxUiMbhsccbjLAt5BrTXkKXjAezU4wolVQdWcLRKWfGO2L1njNHab5ao3c5SaFwH8OA0
RW4MD453akavNN9omjBxfaPSnVrYyGu1/WCDpt5sbK8oG0+IP5eHNm8TLRoWYBhgcpdWDT0W/hCA
LcG1+bDiLdx2V6j3k1aTnt7FykJKOZMxQ2Z+uouAmBPIG3nrwtmtXI8TF0/qBwVJYtpSzxJ/eDOB
uZZaDuaWDZUVZOdTd84Zi2zpsy7VzDRxg5HtFdN30AC4TKM0447WdPsAFyQqR2cMaMLsYmKTLAEX
vbWZighRWjgdoDVO1i0ctjPTB3/HtRfH+xdJ56mD1DYkSPukj9xsjNEkq7TkGkHkV5/VjRPF4Bzq
gu67CH0EQPREQu8b0oP48ythPcpbiM9IiUfZyE07/SoqOzdViAMOpy20wBdqFjMzeWJKSlvYqEco
HaDwG+cvBQudGoVEK38LDe+yz8/4xYkdaZ9xRWlMPYOd3IQebV2vaMO3Yvwu3e00c2iZRoUPtQrc
D6WzXeFKZVSqP80c84Ra3fgQz8Hb/PryaKbE8eTiDTOgSEabHZ4KzvtXwfGQR5GY8EvRa2eB9kx/
vGxgZrpMYAcYCgcK0/HGcup1BdSKQwsvna4Vdtip6TrXIyfyv12Pn24giH2T3ihoLeV6i2LWLCRQ
jHdpkl+NHLz1tbIX2adZxw7nw38I6ce7dvLFI7fmBomQP2PX6pX9lFSFnjiFOQ5eZQ1LQqczC4QA
gfCAd0tcfBRp/nibc3wJTJkl2bGB3g7q0svekglpNANosoPCh4mq6O2HMagilBWD4OGyI8zsz5OB
SA4dDhZTRxtWWEecEbHHwAsG2MaX7kozYQ52oM5tU/SOnr1TdhVVxmwAUzsvjccWXImt7W9HLQRX
Q3ytE5CsXx7X3Bl4ZI9KL0EDwwtX4AMcYRd1D7WfMHfzNqBOoJXvvs/WAQ82YR4v7NtZq2jEmQrP
2MHynbNLArMOOPijxzzZ412oSH5rUFIqjLsUcDnBFszNXUCRvPyzN/nQkcdrXUZrUsIeaIvdoRoc
UpsO1Nmh5vnYmbcp6sTmsLIXxUWmqC3FpxO7kvsbahEoSgi7KjSf9XBtlPeD/tQZmwajha5hPr3Y
8mwt6p21VG6Y9aSjMUv7wvJJKgLwcaDJxobnWKaj9ORuSIJrFUoEo5l+vzB9MlZphxi9jYM/n8aq
XQVq6pQApVuLfDSz+/BoVJNnHa3kWESBqCbPGWx71ZvNj64W4P8IgCnho3d5b5w/iCEpRYszaHqh
0owTRhpS0iRBWxso5YJ3GA0jAii6kn5kU62P+0/RFl08xnCVVWjrABOWuQmjn75luW3w1uYL8ees
hw9KiLgto7EGxVaKNwYpD1dYLqLEn5B1FVBZ2agq0+uJeehNkKAU4F92RD6CvdyHwhVww+FKCF84
kYi6Va1z9l8Wm0H6CEVSFQI5kmO3mtpQUG6gRsXr3ynje5zCgZOwYCHrm13uIzuSE+usxAuEjRUg
mup1wLyRRkMG+IP/pycP7AQUI1BjsfAMf+pYQYlMr+gFtgsZbEfP7dJJ7Xwh2k7TIseDqZoDbgDA
vs+K9qjy9KkSgn5W9HhTCYorM/GvRMNeLjvu3KzhSmPj2QOv7UyTxkKLloR4zYc3RFb2ZClDsqsA
UroKNVt/MdP49bK5ucItKHW/FCZxtznzzbDleALhoKNNSOy1zQ5lkLx9t3CZG/aCJEBuXCcdsDbr
y3Ynlz+bTR1bFOUx8DHKJAR5l1mtCBSclYRfsQaCEnE9oF0xN+s7hm6G5KUXeeXQfKGo8MUxd2qY
QfkRRWqwPk91aikulPY4NFwXphPUNkrSY0OvIIjwRmpdW4EIVXNSwV7RljK+Nl0xeE00GG4d84dA
1390avCisyq+IdYwbuJWiZwgwDvC5ak5T4rwfZgZ8JjjdAdl+qk3J0SpCRjA8XytPzXFa5e9Xf75
5wf46c+XwnCW1qGRhirqquomJi9Ue+qT+ySFyptXBOLbu+bUmBT6jCgzxgKQD8cH90IQQqAjWIPV
bgHqMxdhgR3Gf7ihoyQpg0e0umnx4IVasYZOLJD1mvEPXX8mIEYtzatYey67Q92uFf9aixehFzPr
NdV4wU2Ju+ZUDj1dLwjq5kmpQ+BLU9/V2Et8bJp2RY0/1HQBmKnqzjXNbmV3z36Mlg37evFd+Yvw
T3JqfAJgJnidx+Oa7DLEyi3Wt3BqOhQrtfBiNJmVfI/W91DjbkFuBWQk2gkyZ7l9qbpZvu611ShW
ZPQ6404r3DrclsjAB9+JtQ70+ZuWPmX9Y1d5uhK6CiRtSjNcd8xwB99HH9KjUW0H6BX1UHLI6p9G
FngxuW6KH6nxu64ebXZr2JtoUDYBkC8oMCbpo6D7LFu65M2kh1MI+Td0yZs5p/6YJRh6GUACxkrQ
doa9PTihcdsLMFIU3hA9mOjN+vYmOjErLXrU94Qk0Hlz2mEtOjzeYh4fUYODswVXKLE5l82dh8uT
Ucq8nWPXxawOYC4fQLY+DGju2cdQqmog96OC3274VNgSBvL8wDu1KZXYeNG0FslaE+QQlhtAXF4j
qcPHpYbys7bXr+wIC2ggBQUbjvw0jFYH34oF7Axjj9b4FC1yj1ny2zb3qrinlDhojhxjrxheuyr2
LHWt6Z8oW6BJBp11Kdr+8PBV6Nddv4G6q0OgwHl57r+O3PPd9e8DpRuIn0JnKVcx+SaE9Rq2j0b4
vJHCHPY8BTTldzKoTpVoKxrcjfxHXhziDArhSuZlve0OHMyV9r3QazRu3jKQX1f0RqutpZNtdr2O
skzp3EAdUhmGGvMYgCSOUIg5P/Nwhy5eyBe5oH70DPrA8ASLSrpdvuI9VvSfRs4WZmvpK6T9CAKO
nsY+vkJpwILtf5aADWaLjPYz6T2cE/0iIDCaAG8yIXAL5mgAtnvTScr7VFuH1U43wLXNU4fanrDf
aP6uYMJxM8bvn2afrxT7vauAH3la8I5pWs+84+hLpAHnKAzreo0vqdvRicqtABwzi8sD0/a2j6S3
8lR9yoFvQRWiKOtgvOmHZ4P4XhBtBR4go2hwNLEHQtet2So1GzfioJ4yGig6vlFIeUHzdnP5m2eS
vmn20B/y1cCI9+zTI4vESUftDhqLYQ0hxw2l79C/c6ra2PTADfjgu2iAJwDBmrokbjLrHlgyKJbh
Ye8MaBWwFqhgPpqOSLrcEWDD8MAw+2k0eDO/PMjzRHoa4z9L0roEzPcNvYIlvPjhYpC6JAQJar+z
xBKf5ZIl6SzQUiyaH8NSoCuej6NyBOW7ntwZYiFp/kLZnfva3zHJx4CRlYwOIcIOL32PGZPKG6j8
94UYQRh9LwjQ1IhNgeqO5EZVNpq+D/jBsJGGvCT2m168UDbiLz+64Rpld6cSt5mdulG5yrUXpJqD
fX95Dc6YJb5i+1RBZEBpQLZ4mrqjK7+lJz5eCvHBFvFv+rDxaEXvA5XiWt7r61gz1r0yopJDvdS2
f8T+R1URYHN9vhnt1subJWmAec8/+iApSI6hUfaA0IJ8yBrX+VC4qgLySfuqhiKnTQpUdA61cteh
6Y1y7/JkzLg+ICSGCfAkTjvQIJ3ORaqlpOMpAkXWhKhXkWu/TVZNUiwAQ+eGCDvoNUH3KgA5MsqI
1LFlUooI3JskckkQdpBygbpDOjTAzPo1WeP/BSWlP70wVTjSUojWOlnLllhLZwc8AZ5Qg0GYlhUf
/FKv7Qwv0Q5voh0a9Nd8zFZ5swSCOes1gJOBqOOfHenKnOigSApT2Imq+icIt0GloL7ojeVpPZqH
cvPRD7odUyDmoqBnzAjvrU695YaxNtt4gTxofvKPvkXKFURsJ2guxiKLqdhhbtpqp1jX+UgdO7gF
Y1OlpHtqXol0YadNP1eKDKapTbOAkAcskOTXUNuzVD7ZjaO9pQau3SzwMM6P7MiCFE/V1hi4kmGW
U/smoK+9vqvTbdy96v19mu+BXjO0qy5f2DNz6f3JuKRNg7f5IDQYxmXSZ3UEK4gPPc09ye4q/idp
gKIAtuX7z+bwJ33qbET75DlBotng1moNGKlhYV/4xjYl4CnO7IVL6zRhZ0t2ZEaa0EqpwoFOZvog
dYtuE8YrP1vp/UOuW0A/LVQVvrb9JXPSTCLL1hpS4JSK8zs1XZPoGqBxHvxOQPxY6qs0w8no5tkn
1PuctFvIOGZDwd+xUkV6qkiiNFGbBGFXr8NVZyu34La7bhO2sAuWzKinIXZMYtS4EoyxMB/q5jay
3kZ/oZg7u9GORiKlTjmEdBTRY9XiEQxEXem2ZMHC0iCkcBZD888EugEhJARjbI/LZR/s7XypR3CK
CLI/AJUGrJ0COAYq5adzhZ4rkjIFS1JX+opDzMxn12oJaXR+IIuCoF8VCMkacoAJaYAiCXqlpkEf
JQKBwQqzjrAypbpvhz9mqG2zZlvmoJSKIhzAt8oIdi+Is0AlFJyOG4XWG9Y/2mIrzE/buFH0z5x+
Et0ztDu7ybw6zz2jOxD6k4EbNm405/JhPRfuTj5Yylxy6A0kxeRKUazVt1o0oAKSNx+6DeYb/AMY
aMuUvwRBlB3CYQQbWafcslAkS98xrfbZxEEv8et2DCimtEzg2VJ9I1RNp+mLdBUyu/Q0vVKuVD8P
ndYMQN6adZ0L3qHHMElT1+pGdMxwU8NRDyCbSpc2wFxIBqwMyoGTFCI4SKRNRrBoFW100xmTdztR
HDN7CybqiPLZYruyR78dfYRa3urygsy468l6SPOAEhvutznWA8w7oHmxGgWXLYh7xCkejQEpKZyg
ieqF42eKiWeTf+S1UogOUo3xBoTH0MVbZSihddngVDxbAR/mishwFP2ZgWDm8kjnXQ+58lc1TwMj
w+leMfJez6weOxOEDE69j9Ao3BIgOj12k9DbbKj+GFb6UFlkt2BYmxvuP8Ny93XQ6kmCWZ4u1U+i
e1e1P4EN1SL2lFe7JkKvynhf0EMJ5iJhLhyGM0EPR+0/N5dmOtREjQImTFtmCsLF9w6tMe0S98kM
KpKdWJFn1rJADzLASoQjFv3RGz685MOI09bT2c+KQfsmc1AjpTn41hR3jENvzCIU3R6LqPFisI81
b5qNSmnijOPbwuxP++bM2b4ABEy3gE2W9lWdZUVaDNjpuXjuh0Oi7/Rk3aLtpR+3wQDs5SE13Dhb
WPS58hvmZMIR/I/ZySmOInM8os/FznCR7Cbt8HgVI67whK8atA5VtYcOaTf3f7bRRg0h2pvgNYi6
QI86Q7BJyEOqgYoUjdluhDJkww710vdNC382K2g5QyoGkXMgjk8/L490WoYEs2IZnRcN3IlBHmuL
O5/u6vh9GB8WVmHJnuSIJA+SnNeYjoiDXEzbq7xzQnVdFLuE7Hnx3LJH07xuum3YC5QeIZwXO1Hw
O+rBmnNvFUsN9nMvGxOI9+/4JZe1Rgu8ENG0POZbJsZdlYwgnQE7A3/WiBuLl8HQUEx5Kgd80ULM
/T9C/V/jMsLEACi7V3UYJ8iAC/Mq8Yu15V/7ePiCwIpZfNrhR0QXqhxyKJjoAQHYw5ihtAug7PTv
Rw6Za4y1oQ4Gk7KaNmPpmvprEy81jsjrLFuRzvekygwl7mFFiT5qEG0Krww/zHg1gGsnihbOkbOQ
LluTvNgkaM+lMZrCSVs70KY2mzuFerwVnqi9MPegQrumzQtYkhaWcGkyJXfWRKkQE6BOtxEbLTr0
ye8elHKX98zSVEou2uhDrqYlbNigFBzfunSXjhuGu0xFtfW4JOwy/bTjgCBN5Vf315F7mEPFRTst
XMpWoGflwgMHHwGR/QiFksE+gGv38vDOTg3ZohSYC1YQziss3qSa5Gj7FJi7q+ZgrxKHX9fryKl1
92FYPyebdt85eIRb8B75yiHblyK0CZFE8PtixCRuVgGUhZol6fnJ/c7n1MQLKYWakiU3dLaCAPSg
gXqG5S8i3FH70JQvYbKi+sJQlgxNQz1evB7ZYzpx3BTDugxBP7PP8ObTeQKMs5dXbdq/l4YkRRGr
BaLpi8ZNyT/yzrGoiwwSFEILecv82kAUGTBTpkHW6XRAQ4QWo8SauF3wzpEC4reonjC/u/5ZkHbw
oITayCDT545q5AwcTGA8d31qXEGqAsINpld3dKHW89WAej55/2xKO5qZYWiXE7sjz8rXWKM53iKy
Ek8oSbqldWHoqGYBou7wKB7euTBSMP6n5cFKKOmcjBP9lybG+kP0ObmqUL65Urq++GGgR+ChJZEB
8iDQvTjMbvk2HevGiwpwgZQA0/xJ0PHxIgZl+AWJotAtyt7whhgZijs0UOSIrSBAhwb11ymw0LnD
Cju+pm3QXqOSEuy4YvUvUdNcg80YN6AhN3qvtHX+0bKh2DEw+21HWhu/QwUtUmBdTUvXIuYq0vtH
paDpJi7NR5B121sDfZerivC73OZLafbsHkBfC/YZOnQATz91GdBzgVhcAxdeoL4bJVpxuEMhEhhf
9Uu0gmfn91fkODIleadVdTYjBMQvdqTtLGiqh2xb2O/EiFyVHuKwcBRjlVgLLy9zERoojKlt25gE
lySPLUEeRbKJ72jo8ZhbJ2s0hkLdWOwqM9uEePYaUnT0Ncrr5R0/N68MaaKO2jpFDiHVTTIgbsXA
QGwIFXU3ofetCa1VVtS/ImAuFHWJ72HuZD02J4UyP6QmUXqYi5X7LqlXNXuOmu/CDKYFPDYiRTFa
MXuEqjZ8Jf+Nti0OiFZyX1aqk+QHzbcWovNZsvllDkcARY8SWl1NyRxPxg5A7ALckDGgOv7PDvDe
yvZ0oEK6J4H9h4YNG3dge2gcX/11ef1mJ5SBHxLWwSwgo/gSAjEcloMKkGqfQPVD5v21KRci21ww
BWvJXxvSopUpaATivsKiQWqYj5su0DwKEuPsXROfRr1Qc50fEboXgRYEHFy+yDM9zgOzw07PdN1R
QroyfvVmvvDeM3cCQRT3/xuRL+1xB7JtMlFIlXn9EmYm+OLt1X9ZmX8mpATIKkaSCYJx1AVHCYo4
EB90raX+yP8jSf576sgjGUCkXFk1Tp0sgLbvxuhHJ40E0v+3UnFscjXmzxRI73Zpk80t03SA/+8Z
zqThZUOoaiKfiPf80VGB7vQREuMlevclK1IWR2iSgeoLUbEE3Z4p8Mq+Dv3flxdqfgp17B/gB7FH
ZGxvUNpGnA0wIqLHYNwo3fNobmJczf1gk/I1qX9V4TNutJfNzu0qNJD9tSqdaAYBUxroQKbI+5OX
L1yNQMt4IO1Ojx9j878wXB5bkw61hHKQMuuwRsg71z8MEEiAOf3yiBYnUjrDhh5U274NI1Fx74tb
zb7pFeAV8v0QenWA6lDudoC8FWTh7Jw7xEAg+zc5mLzoKEEuQnBzgBkdQbDyN2PfuykPb0QX3FR0
+Enr78uF43xBiy1QzQi5uhzwbb2xOcezqduqL03sahaYi0BPiGK9QyFnfHlS59zk2JjkJnqjj1oe
w5jdPvrWnQrEWmf+YknumXQXNt+EuU9nGeYRfSpIBRDzpV3tCzD1+qqAqIZWbAJaOVFvrrLvS9if
WpF2NWgpTUCWcWjl9g1o2HHP2MTaXZQsnI1zKdXxYKTcRnT9OBgjzARjtk0aY1NDP6zSGRhLUP1B
CTrrbxV1SQ9vLmQdW5VOSzv2A7sDRscNtHdb/NGavWY/XfaJuWvasQnJ3zm19RoNCQhYTZ84gw2a
14Jp74AhHWr14bKt2eGA39icap1AUEuBI6NJ2rQGCAE7eAK42vadYb5XaMC/bGZ2SCAU/Try0Vgr
mSmaHKT/AmZMXN1ABGLficL4owf5Ju37zWVbM+ECrwSgYsIhr4N3Wpq+KuJGmcUV5GrY/yPtypbc
xpXsFzGCBPdXcJFUJdXu2l4YrrKL+77z6+eg7p22BHGEaI/b7Xa0I5zElkhknjxne0uayhmHGzUW
FaFWQowTK9zBLWatRAWqhZZus62WjjaisGxle8MA0rugyANPKh+6z8Ycz2kAA3raQt/WpIsCsd7+
aWmAIwykz6jNaWsFggaVFX+ERgACVkMwf6FdiFsoG5oNathA7bY2ETXJAZ0M7Z6pOSXFvttDCvf+
8mKtbIwTe/ydEoLUP5BgTxp8tadJW26zfLcIuU3OADFwfSeGuOd7ERlG1kYwpNS7StvpxIGcb9p6
qf0MFA5B8j5Lt1Oy0RdojfQWHoGL4AysHLXjL+ATx3gY6WNF8AXzfMgAVybWNi22l6dz7XV7YoTz
8HnY43XE1i+VZg965o6W2DSe2n0LUFtqJl4PbxIp42OJJ49ggP+HcRDEgmSFgCCHOxPpYi7zSPrG
URE0gs4KdJx+Fr8U2mMrlRTVCdTCaSIJzK4eFPuPVW7LgumIjLI5QG6295XQLQj4iFpfBvdKSas8
9UH4cXmS1xfyj0Fuz46BWuTSgmE27aG2bu0JRXrBA2Z1KsFDoDDaSnSC81jeGQLJVVhBQ1uR4+5m
gqqLK9dz4AWKmruTXUCB2iA9tSOSUF1bULnTSpF059o4gWwBPA/coOhR5BxpbnSzlI5oxwvxvA1C
4pDlJhI1H61562Mj3J6RMnQmLQM03Is6dKb0NSMbOXBt0xmbzeVlO2tzYi7g2BS3UTrZbpogw3iM
yQvR9FHdx/pLVD1O3caeUMiuvCw9RNmHKm+WfouutkVFtzpqeW+XP2TN5x1/B7d/uhjdWFmD75By
4DrV50KeXcTWNLFFslKrKwjVGUSx4GtGN9xp5JyibKRHNcGIVR3E2v6M8lhV+peHo6yO58gKFxJF
dhVlWgYriZ67CnTA5g9LvhpkyBNtAv16MHM/IPs4PSimM/VvevoVLB/opr38GWzWuPwsa3f6Z6zc
bgXPmzx2oGZw1NgzZyxn6fQ1ICKRSY0GecvuL7wA8AgA8GoQ7lIt7kJBo22QSSbsLYtduVmro75j
kp96JxRBU9diDcC2QVkEMyrW8XQZs6SO0irCBANf4tbe5AKgRGdwwKY3KLTuQAvvjV4MYSWafaEF
yY/3ycvvystvyU3sKhtcZi+ZE+3l7b9th/k+UX8+jMdeI5cK4MOID6utxzSIQLW8S0UEoWsOgsiM
PgCQWbzGuHVd1HHOskJtoGzwXEPnakq23XylL55CRIXltXk+NsU2+tFDM55tZVpUDKdrPRl1i5SI
yoIiC5wLyusuG9MFFkpoULRKTVNRNWn15jgeBOdd0IWVx9oAE3Gy05vrSPPG/GckbxMNLOpXQbtX
JkG9Z83LgA8eBWpQl0A/hxtU3xT5nChsF2i+bHl1vLdFJr4rmPzphlI2XuQ22tfBmHm6NIB74eUA
yhwHGLOr1m83tu22n/HmBfKDPrQv3cAJKCqRuUnbbelJgvt4zcUdm+d2hlTmOvqZ2KRW0LeFn0Zk
bGpX8fI3dhDrg2YfTV/Y76fDtIxRTtoYw5yn29hwteTDKG918njZVa4u2JEVzmHLRBoZUx4cdiKj
C2FrQH+uFTVmnIFrmXNQ0RkOgArYofD707GMJOtZGyhSG1Z+I8mbBr151nMQPvcLVfXyOrXvctjX
LN+GXqXopK2Zh+ARUsDgB0LBhc91ZLMRRko5Q4+MqaOM7mTem9GLPn2S4kmqabS4rXEFDspevSUi
2ZKVY87SR0AEAicCsjnuRLQm3p9gjodqpSz9sqoazET6IAh712wQtLbpaBUHV5vGRfpQ/Wq72TaQ
O60A9FNm3YdgieB1tnKnAgaLVD1CB1Qf+I50eVSMtBmiztEjiy6xtywabayvPvbaCYooIl6TlVN2
Yo5zXUY053K8wJw0gpNNskDzMdFmQEyvT9vLR+D7auIcCgE9G4gUQeNjIPVxujsjSxuawIaq03hV
UnTxOoFbUh2yeG5/VW7QHbjQ0vuw3JrqD4MTUdNBY7v7mbvpXnVkar6JuJ/W5vrog/i7VLIzbVw0
fBBAvyT+PZuRC5cdNRkdwkPViGTB1h7EmACNAOgMeke0R5xOwBDqpWYWsKco1KYSmkBAvut8tq/R
FkJ5b2NOSxOUHI5g3tlfez7vf8xyvoc0A9KTLcw+594k07Cm/QYdKTTYaXfxftna/nCNhmVqe/Y7
UvQ5/WnvfrbbIKQqDf3246Zc3M6fHZG42FoUi/kw0SGEp6sKgOvpfIRdLKNWiQ8Lfkh+tQ/d7hOS
RpYb7ENPAVMKBczVyXfJXxzjY7Pk1GwQZpKyqDAbtipV1IFaL5dn/KxVF8t7MjBuoVV51IfahIXp
c3DVrebFN+VN8tr+iJ3gUUcOmIaP2muFcBJwBPcq8lL69f/8BG7R8yrVwyzMO2d2Wtp73Yey19zy
x11++HyrDvpmfAkcrLTkWlR352tLsOnW0EonU8BFDzYJQ9RWMQXS9jDd5l+Ab251Y2vtPl/LDYB7
QUGld/SqP9ob836mvy4Pf+3heWKeix6mBjgiLcbw9dtbyzE2w4fiThScyfeQ74X0q6c6zUQFhdaz
PsPvdYecB/QvIFKAnN7pzrKhEFTlS9o5feC1lQ9edWTHwXBjgA/akbuDFF6hdCgnjtU58nsceZOo
ELB6BzN2H6aJhn/5DMJcmZVhMum8pcPjWu1oCtYLOGVHqzequivtW6ulYQ+UUHGzWDdCWeW1CwU0
LhrGr6smBJZPp0CaoCSk9bAPYiErQXfxroBC+zg8X15gkRnuDI9QBSCtjPUNQNyy1OWeKMan1EQP
ShcIYu2zppHvVQUyGfxsaFDReBWmqIg6RWd7yb4NnM6NNsG95WW76cl6UjbqdrieHqRD8fWo/0LU
4eMq8Vt3hlh0+yI6Vese8+hTuGE3SWuOoYTZTWcc2wFvYDxNEz930Dgzgf7BIXTYyP5yZe4uz/fa
G4fFPGAYgX4mWra58zzNigyylgST0IFwzJw2IIdxOmiAj1O+oON9vkWC9WfXqaAIHQXOZC3uQmoc
gjw4WqB642K7TGrUGuR1nUNCgH5/D6JekpXgnBiQE2F8NzIeU9zfL8+6PYbsgiTRPE/gVS/N0J+U
MEMvfB7W3uWpZH8bdx1DdwHxHbLGClK+3EyCKywqTBk13bzNaCfZj3VjQeAL4mjx+1CJGMaZy7lk
jXOETaA0oBhn2KsidIrskDdOEJhuaTykY0vT9qCpgq2ybhGJFyDlWTGeGx8wO1qRtnB4Zpx5bYN3
ovaSQBSqz9XHsf/KgtCBBvbD5Uldi62YmhJiSxRbgffirtxES4bO0AEOUTqn1UFsEUJUrKBgxpfH
HclAMQM5DQlF8596X9Im3dWqIL5dWdeTXcSF0klYt3M9YRdlXbcrGsPvWtWbrQFtUBqdo7fLA149
E9iyQHuCVhSQz1M/25pKOPZjCYnULgY0sd1PciZ4Ga/NKUHDNBOJQZYPmfFTG2FSzrKsVp1TljMF
EScFQzTkEywvDcrroSiuoEaO5oN4azYgAWjRt6lkSCKrDtFFjTlkzeED22qingme5bPaHBnyUB36
pnMKyfKqqUOrGTpR5mwzBdNWyYhfFJlvjo9KaYBjV91k/bwriEJrq6KNnuzRDehE0FXsQZPTB+9J
8TNFsVLvwSmbZoc5tsDg0mUonJsC57XqOdFviHePqoOYms+jpBqJpFDGlyv1qznuFZuS7q2CpGR0
p1d0Kq4N9P5f3hxrCDpGBPWPTe7UG4HeyHILmyGjfwXqoFAlJxy9XJV8ubyd7IOSZehfATrR7/8i
LXxinNs2EeQGpmSG8X6UfnQtOsGtp1bpvCTL6QRKKG3+EAx37egdD5c/eoWlt1PHhlsBa4kcX1S8
pUhIG5prhAYda1dttjIYHlUNaZeOZvImluANf4/ztWn/FnwNczWcyz0ZP3OQRzlN1MWyUJ7wNVDU
dO1p/40Y1kED4C1B6pnBXV28yiAxKtKXOvstWY8C+6yL+cw+krfgJNc0FOM5V6inSlOjkw3zT54a
RLla9IzsCyE73UBfq2+nwBqKavNrT2nzyCb33NCg1V1N2gDfmz1Ggw86x1kyqK36w1TRMhR4phXn
d+LsOWvRPKpSaONSU83ytWjRFWV3pBHEfSub6sQId49p8SiFIAgE+nwId2EYO4Z+34AcH5Ukv9P+
ArwGayj7MUEetn24TZN0Zj4tuDXtWPZMsjhW/KLE8VNXWv6cIEBQqt3lfcK+n9smxxZ1rhkeYZuS
DD1DbALPW5FsG0BFIc3+IsMPMwDXaIh60KbLeQMJVOxjmQDMK+FJRitpeZfln5dHsrL5Tkxwxz8g
ajUShj2Vk2KLxCg1Jp/BDsAGN0Erjkivl+2t7gzQ+EFDw0ClmM/jqFMMAFlZY0gFHSTVb4PbJt5Y
YMMuZveyqbU7GGz/f2xxW30o7BnUfbBlLqV8N3fVwY6N+36xN9UAdLRKpEeixS1VkFGmU5vNd5Ck
Vj3Q5F31WZ7cdlae/xB804qDO/km7mTYQzUOdoxvCvLkWS3b91yubrIs/QzG5xwFwDQI3BEUGXqa
0EVD52oQfhID8r+Xv2MlJGDa0YD3M65F0ECfHpkqVAETrwGtA4PkWP/sO9dOX3KQr102882Iwx+U
YzvckxZ5jDqQW2gadS7ooUIv3gboFHLgWKm++SkdZre9XbzcDR+lvUjBdu2QHtsmp2Mc7CGZzZLZ
JulGzxKoWNm7HHTrl8e4NpXHu4yLF8pS7xOLIe7b4mZglHctqDKnZ1Mk+71uB6JjYJYFpTvf4bW0
RYmSH+zEoWPJGzNMdyVa2ISA0m+vwq8ZSgH/GOKOjaYPU6z22KKD9SlH/caYO2SXA/NHGBVbNXsz
bGurWBNV587N25eWDHe9br9U2KxKkd4ks+zGdi7wuKt+6uijuHNTAgsxgcsbfoox9u01hGYQes1N
QJXR9DPNgkVd2zvHc8AtqiRJvdQQTHY/o4zQuRBnKwFN+pudg9UEkhEtInwlcpSnopkSICfryonM
yg/KgurAsaWK4Dpen7w/hjgnXyZGMMxJi56J4pemL3cmmMYsHzKB/fypBiKRvPWN+scadx03Y9TG
QO3iQKgqkgBUttuNBBEKEBFcnj/2F51v1H8M8bdwCREeHZJurRPFby0KEJns5l3udPpLHbmmlV5P
IhKctSwlogzCVJksokEG6NSnpAFAoN99FEs+bSeIXitAhhRxRTOtvEnVyZGMyrf0X1DL0YvfBJ3I
eHxRubBdo883l4e/tkePv4Vb1UUnNUgqcXW3YwLWFUAx3LFWI1eLo3R72dTakh6b4pa00svMSjSY
Ssdwlw0KDeN+Bz1yZ5mIc9mUYFR8c/DcVxOZmG67rkiHskbxRCVbw7y/bGU1Njga0XcO/uihgV2T
lWYAM4GUbfpYe5FKgOf1zpNClWZg/koVgAJHYzOZKG8PiWeC4L7VNBqPIr7NtdMJZ0vA/KUbyDpz
d6Qlj71U69jGbTg6GSizjc50Wlvfj91HrIDBt1hEd9ZaFAb6F4BULCQlVb7aPCLgayIL3lSd1R92
08e0LZMMRovarVUCbZpQERzWs1EqwAYSaGeBPgjwC/5lNcgjpI0lC9oW8k5PZmeEToG+V5XnZngQ
9vSeLy8qCEzHErBgGXkYvouGKXgNi1RGzqv/4e9+3316N4+hK6LGVs4HZQOUBlgVMqsKAD/c0oVS
pfbRksfOs04hpE3pHtLV1PG2guqIfXYAWUWEzSCSn0h82tydTAKSlSSsYsc9QLH79fCfH75/8A8U
ZvETP7z//ovfbOiO4ifktP/7Z9TzqFfQ/d5xt/f326/7rXt9/3z//OtZ4CrOQz4UZ5n4O8qEIEFB
nH/qIgEa0rWg7KFN67SO7/ux8/1jGwluz3OQDTMEyDxAbcg9Y1+dGpLHMk/zGZPvXruu7/oYtEcF
3mhthcFxD+kH6DAbeFpyDr9R7Tyv4zpGvfH6+vnaPbz7m5dPjb54giU+71diwzmyxPbakUeSi1AJ
7AiWrg8HLBuE3wUu7+y6hAFWgyBIBarwNdxQ4tJGh1wMoqvrg+u+HvzfdIPt4GwFB/07CX9yLXN2
uIEoQ15GaQk7h/f3j6enp5Au9Amq7ggiAVNg/zzBtLf3nO3jV+U8fj2OlP3zNaNoHbH/CJz9d+3w
/IuAxrMtdHOA8uR0agFu0YuIyQm77LjsbneYXiZ372y3jiMY/vdfdskYFzqOZgHofM2Mudj91H/Y
4GTCkrt1BaYM5l7OTKG0g8wqfByyzKfjkqc2nDu7ZaYO7AT4O3bsmSPA8DA+l/28vIvW5/LIJjm1
Gdrp1Ld1B5s5MA74BYV4/PqM0aZO7PzevGzu9nf7vSdYxPPQi22rI8PsZX10Pvp6IJGcwjA8YEl9
/2nz5tyInMrqeT+2op1aMUOFQEyDDc89gPET3vNug536Q7RNztPM3HC4PWnEWcPA8jD06vq7Db0R
WVDZhJztDkPTQAoFkRhor54ORU3KQkohlcFW6tqkr4Pfe66/ufusvM9vV+ls2RkQvDXWj/+RWe74
p2qQIz0Gs2x/pPS1d16fW2/EdTAjC9B6g+uaOBUUN6VGO/yT4bcvANEAWQAmEWpQ9MLhdLqCi8k+
y+2yGT/6MO6+sIoIEjbaf5aWXaPu4fsXHBx2eNiNimuUHVb2C37Fjz3++32YcJzww2XH+PJ5Mth5
ubBK/CNGqoO6l0++6vvbfPc/tzf7CvYt+Ikbgf0QfcE5XhvzAggu0OgQ4UQcw81LWYLwVmugMsEM
I6L4/gEX+UBfMPob54q5SffeFwU1ZzEN+FnBMYF2PlaIg/Qetz+bNlIHC3aHfm5ob6DHyEaPSKp7
aiYSkPtWEz2ZZs4Y55W7pJCSyFJx+ZX0NqQhBUedM9Df+N0C/Bb7P4jcPIyXYtib/Z3zsHvY7DwP
w//6uv+Fadn57CA9319v79375+fr+21Pv0J3pL9EabOz8BzxMZsUBAToS4I67+nM6OmYF6DIwIME
PW0AEc/ImHqLoiKhXk9Bb27QuhTvwqbIBE52ZUlAG6EDtQGQHeqF3JKgt62eF21MnUkBNznQomC3
KpdXfdaTq7QAaYVg8/N7HzgbxM44k9D3UjT+Edb0pdkMywSeQOCZaiiy2x6xmViqd9nOOfaDGULl
E7TguolWKG5c4RjLaPKCIQXtiIqB6s4EYpyILlD6UP1Ieg2DH23hT8ULMTfQypjJYyZ5lrERfAe7
PbhdePId/C5MJ1vuA3yHkQTUIoGf2b6Z3wHvq1VozgKya2/CcSpeXQBaB2S6JGC3Zs730gdwO6td
0H82E3yApkTAn1gh1WWoO+iQhC/k1MvDwGvAm3N52Cvb+WTU3I0QqFWvJyOMdlPkJdVVA1KZLPKl
YStNb39hCmgjiASh/4Tw7RdtYPcEcvcpmOBLEKdvKuJlDZqiBjcQYZvYnjmbSqQQDFmD38TzHX9+
FI9YaWlqYQO9t8m+XTroCb8sIsbudRMQSMYrFgAbHj2VyNpQ1AQ8mtFcA2PvzspXFr5enrHzQISd
DWg//68RLqCLmihYoD2aOnILhXAIfsitJ6lh/5oPQLobyPtsw3SRH4sJKfSsqsZ9V4HJ1Zt6Kd6l
WayLHkKrh+Tog7hAD/XXpYpB7edEYHaRnSZCPt1y9eDaBOlAdG/Hu9r24x4pNfMQ606jiD7gLHD6
nhETtUSgAS08ME9XlnSptpgohrAitNMpTi55qrYz5IOOeoke01JybfRvjhBi+tT0nWA9zsIUzjq3
HtKszfpcYwuX8ibqbhYzoCT+sGZ3HF9kdKg2ftsIRry+z/4MmJtxe0zroWgwYDV4z9KHuTrk2tfl
Ya36AHBl/e+ccnF1WcuLUjETUNeRm08UuXPrdlggUiVS+hYNhv350bnU8hJV5hLzpybzTdm/S7bs
k+hfk09yq8R5cjsFf0kzMCuA9UVAxWqb0XJMUN+ajWfaArfNQrBzX/Nn9ji3XdpFqgOWAl+z3I0j
1ewbw9hPxSaGUFh3BbWQy4t1XgLiRsd57Bp6pUkvwV4BZpbX4Kul6nb5yD7CXblLHoAK2qRP2JAf
uiAaXls7Fe0vaI2EGiR4OU7XzlDrrAlKO3UqdLuOP8MEKhsiXnCBjW/M0dH+6Emq5KjBggw8DSBx
lFKC7lnIWlyewrVI6mgk39meIysEOjWjUcNKnqlPZFQ9lFjlYUwBmhcc3rUrHfE7JOOA7oKyPXd4
oailNXYEzRqIVoWNn0MYY37t4572+vUYbC4Pa3Xyjoxxx1jJdGMaFBgbg9EzwvtEg3D18HHZyOrc
HRlhH3E0dwE8IKJCGDFx7ZHhkBt+hsy7HIhc7epoVOiroFMTTev8y8fqinCZW1zhFeA95ec0jHTW
c1dXvKYmnhU9ZpADUko8EQqnb9xZvY2mn00v+IzV4f75iu8859FwATcYYqnCVxTJPh9/TvqVmj0G
kuBorVlh7fmQozTAzfudLTiyYtu4w40UUtPdcqOlrm3dSJNryQLPsTajCK8ZzbOhA1vAH+BqiNoR
4FzUMiaIZ7+10B8dEwEv0HmKDe7JQi0BKjcguTt7Oc6jAgl1ZkWRoY/TZ3WmQa2pBEMFqaFJBf8P
Hh/o8TZemFr9wbKWCp0D41weJsNs0XNtZVb9e5SQK4WmYhnaxFmSqHetMCO/5TbTEyjYhdBXLPVC
rv12hoCXp1l51+2HQZ3kTZbrEyKTRqs0V1OLUFTZXFssNFADiqsitXeGc86AvpT6GAK/tULcIvBy
BXJiFu3nfwsGYxOpA6cKqJuCSJ+7V6pKUWvJxETWTYjG1MT8yipdRLTBfAJ/eVkgCYDQAJMQ4iE/
Qa9FEoRy8egp2+sYCqJhEQl84Op82VDVYnKw4A7jIjZjiPp6WWJo0QLr4U7Te4MeKGPSwVRQi2BF
a8NBvR69mgyOgEYNzjuh7lDPoJpAH0FOrfJ+yO4uu79VA8jYKUBHEaC/uMGAU1WXsgyDQXM+Lqdd
0n3+jQFoDYFdC77gO1dy7ArCZAptLQJjxGj+sjPZsaBjI3jaf19w/KqjKxgd1lh7HXLLp9NUNiSv
mwRFxakNNkrs2QQv2tyVDFfVn8NkdGtpX1iMFVBgeX36/hhmf340uqEKwc+RpZlj1sVPMIo6WkgE
x2Ztux2PjbuglDazICSNsYFVC53Jrjp5kqX7sy64bZm3PJtDhjLQDFPBQ5PbCWgjNy1U2TOnMZXA
ierPiTWNjC/NkNzZE0hBtCLby6koClsdHsTe0GmqYY/wVc0c5ccuGGB2HowI0GvVTRPzIyvB/SH9
urwV17cJ7glGFo86Hl+UkpEsLgymWz9UqmMEe7O8nY2bKN4R9XdZb3X9XiJP5rC9bJad0bOJNXBx
oBwta3i/n+4RLS5nBAUYodFEdwQNncWvGuKjVrrRRv+yqdUbEew232wAGiiDTk3VkUbQ1g1XLtX2
zRgTRxnVfRem3mUza2uGRP8/ZriIPWu1vuzQqQpxX3Wg6gjaQXA+x5AsS/pMMHsiW9wlr6Xg0QYL
PtaseLOy6yI9ZNVNLxK5Pgf/s8sJVVcgFCGifiaiEubx3Kq4jR08Rn73beLUck/NLEKqWKN51Nyl
ReaW9UfciAShV12I8S1egKwk1NhO16zUhsisCbZH3eF51yoNGnqFsG+REe6dn8hmgZ0BI/GYPo+B
/GSClf7ypljd5rir0FLJ4ku+SViaTXtaJNwks9T/rsN4V40zsMT21hrf62YQ7PS1hwjAUf9Y4wak
ynjkA66cOb2yIJCWew8pVxqOP61IegkG+0bRXy6P7xzmgS2CPn8I+6LvHzLl3OHSTVXKYwkmy6i6
H4FHUqr4hwkKfJAU0RGC5XqhuF1RVTRQX1V7dkmvub1VeWYjIlFYn+s/n8IdwABg0yyrce3Y+ujU
Eo7eTVd7PRBFmYgnaWWiTahCImmOmwEvZW57tg1Z6vxb+3GC4Hu7SUw30oGRAozWepdEHYQia9yy
xr3VDUte4BjivWwsP+rwdQoJ6jR4MtlXhogTbsW5gDIFUAtASIDfMzjn0laNvpCxx/Wtmxvk/Xrp
l949WEvtXt47K3eriSgODwiGvDxritImcMM3+ZA5KVRZmidj3OrSVaGhH6qlDbjK+kpQGF2bR7CT
EbAVYmS4V0+dipX3UDwOcNNly91UO1ExXRNv1yfe0LUCWsSVvYh2AWTA0fVlEwzx1JQsGU0oV7hz
2t66nhBX0KmHtLoOKGKQmneG9m/1FgHogkE0u6kqmggBcD81uITlFKQSXHUykk0vWbRDSWPEObu8
Zmt748jMd4X3KLRrWlLpHTMT4FmUtAfgc4OK+BMReLK1qAS0/oCQQc4KnUDff35kqLb1vqsWxqlW
NVCVRdtwSruC1Ndzpt1LUxvfW/Gsfga1AXxiUaZ+lBh9hG4ho6gFL+q1axBlWRvlQKwlw1Wdzq0U
WSTvLHQHLsm+QgO6PqJBPWCxO1VVX5Lh0FBPseufl+d6dbsemWXX19EUQAcvn4aIIH6fpPu6xEGM
jOcysjaSvdzVZgIlNaFUKBsKF5adDJWLq/VgCtS2UDOnIr+nypuGDdF2ob037Z2p3drdjz73a3T7
6sluDARPyDV/cDzNnFNFU5ligg4S1/H0HsvvI/GzhekrX+myE9otjUVJVtEEc351aYM6Lg0YLGcJ
8k8v9fIjB28IKRNnzN+VaHt5PVd9gmUYACyqNqMZOl3PfuyWMmRNpp2MxtN225loMLMceQjp2ArS
1edMCswfIKeAhnC0a6OV8tRYGk7BIMUYm2pUMnLjMQAg4wxFslxDM7MSfGphUnlpNJIrMAE+SuCJ
dEezMxwkgG1c4pGofWBt9AAZQBkHRW08rTkHZY9VneiFhp0VWJ6pV9daskla35LSTQ2po8tTTdjS
8fv4yBqf0YPiWdhVaEtHG9Vtr4Cto25AHNPdw3k5Uam5Y564RUMOdeRXikscc2fET1Wyh5OW8gcZ
rKN3kyu5SiL4sJWQ08TKoA6O9BlTyD1dFkltJaTUMAsT6qJpXd3iathdHvuaiwYrErqukF+w0NV4
agKE0xHIC5m3SmMzdWc0WjWQy0IfebPUsR9Pdvf47y0CfAtQI8jWkJLh9tpQo2JmFdCvW+Imue3D
FnkyeUkP9aDEbhB2Lb1sj42AX1y8RgBdAUYCtM3cJOLxoUtAMuNR3kpu0O8W7Njo92UbqxfQsRHO
+0I4oZXHCEYGybbpVCXOFEpepqtul4y0HKbNgkxKkdj3k2nHILv6JfiAlSokmLr+rCNb5yP3r/Vd
ShDPI5i3E6esfw79D2PxRgVgiZeJHPIID4m3yzZXdyccE3YgDqnG06/kshSmSYOtk40gWMrb/RiI
WuFXdyegr0isIi0FQO/pqJRASRcAa9Bp3+7l7NoE+wjZ2OP95YGsOht0EAPNr4Dxw+TOgFWqTW2U
zNmExV2qSld1VD/OVuyFfX8ThY172dzqvJmIKkFah14iHusud+HY5RBNdljT1nVrlPbeWKzny0bW
dj22wz9GuP0AXReIOQ0wousTegVrKiWpW5Ofl62sBjvfzO7AO5jkjJwxQzBbJKmBfa/l982oOIld
7eIx2kpBBZeibfvKvh7136b9V3EW0q0mPCQ2n2px5xoEGJEdxDYeHj1OWfymoAk7aog/RAF4YPNN
rr+P5bQBSlvglc8xpyA0+7bJeu4Qd7KzeHTWlKkHu6K+sNDD3pYFyAUm0w3jZ3UmW0kyrtrqqQmj
a5RWXFsDcyTRoKWFLsMEAUpn/tCSaKv1GiA9n5dXQz0LUb4/DKluheVwUSE4/bAmTIYScOYMonJS
60p9mF5FeikTJ7Pj5JkE8vJm2Zm9Q7vgCMbOOXWbvkN9GrzhqRN2S0BrCLC+FE0l3xUBSQIXpLc6
65ZOe42W49RBPA4twZBnNVTXJFH1q0+GcHSJlE+/siKBzlfQxH6rTeCWGWODfIAhQN8V45xez6HV
T04QNstDbzfKU9XJ6VvQ1gwYF7U+tJ3bfA/VG/uQykMpyNGvzYyC7KGJ18EaoAyQzSFvsU9NiH9t
JGMhHqq9u6pqmp2qlrk7W1bA1MsGwSvy7LAzemtGUqWZ6DwBoO10SSYrMpNlgdx8Vz0FBdIMqgh8
eHbSOQvcfTqCdmdO8ihHwrJC1Ls3+qtApNdz5iGZDQ31aiTZ0MTO89zkM/Ds9phgFMpentx+eBtM
X0138yhwW99b9OS2/raEIhr4ZWQQa3Eev1cTM5wDRAc9COU6l0HVTR/ui5LHeLc41T24pgQvifOs
FGeTbZ6j82wVpBsMvBmdyde+0uvRs9xlU+6zm3oHmg1f34mW7OztwhnkottM7xrDHGBQ3oQP+Y94
n+4mr3Lkh8v+YGXTY9X+mUs+rNWrODLGhgUlvumDvrn1dQxnEIQBIivc/kuKCLl5Fl9Nn4sb3gd7
8J1K7r9mWjqdsu8Q/niNQhKA3BhWkn0ARsfopXUHL/ZNQaXo/ELj7HC3Sq9oHcptsKPdK/6w7a4b
D37hNduIgo7VY3u0OMxxHA1oIWaO+ACGDHm7BG7Y7ALy4/L6n0elCHhRNVTwhITXwxE+tYEKwyB3
S4w0a/ZWgZ0ZoUw5eLPxEJi+ZUM258uU/dIUZLPOgrZvq+wxyc6vzXfv6FEfGJA1z52AyVvHHY2D
bY1LoBSdW7azOF+B4YF+l3H/IY/F7Twl67OWoKfMaY3eK9UasMOXUn7FrU+hQ+RZAzjDW6nfAOHg
houQfnBlBRH0WKD6gIAKeHI585UWJLZWIsSCYtroVX6xLfdq4lTXwZblWzdgPCo2ymP4cnlVV6b3
xCyXh8iSTtGiij1W26tlcCT1F3ASkIkWPJvOMWUIJtBhgEYDNjjwmZxuHiR9hw7VMCTIhwbK7FEU
DQeEB+NX3CMdIWs9wMhGWk0fVqH1N8U0VlDcG1KkCaBLdjWaU/OQoW81BO/bkv9oYi29qzOp/6hs
aRHc7uf5C3wr8pgKHpRgYjsrnMR5pTP0SeaQ+/7ZprmnEhq58m65Kv1yoPJTu728CCvX+olBbhGg
QMXSxjBot/cqCAlNERnG2iofj4jzQ50WdpaEYM1RVA801qWEkkgsO4nmXh7I2iZGEhioEhN557Nm
Eqke6j5WEJ9YBqoffXpTqMilD40AArQyX3geI0xnLICgVeSu9SIf6mREm4TTW6MbSwg8J+fyQNZC
FHT2gmdDZb2f/CNuBGPjODQYCJkBMfZI4Q09oS1w+Y0iki5ZWRzkShhqSkE1C3n706MxyFqVDWhE
R3KIDsV7M912pZekol29OqQjM9wVMYxjDXIxxELzxn4EpQxxygfzOrsN7mKn+ypCmsaUQAxbcmuB
az3PiOEatCAGD2gO3vagxDsdoaamXZCmGKHyqD9qV5onecmHdv+h3yD/CJq/nVXQHqqy1Il3qjNv
/4e0L1tuHAeW/SJGECS44JWLFlteZbttvzB6M8Ed3JevP8mOc6cliFeMmRMxPY8uASwUClVZmTF0
PVcC0ILLnP0E6YglBos0e5w3Of8w7bt4TTBp6XY8MyB9xViNOiNiMGD81COnCZzI6RzqRRqEQ/32
h7lWZF1KlE73VPqcPEp5F3N4KN+3dwXG5kD+PG1p60w3uUOelO34DRJV7pv+0qykaIsZ7qnpOQqc
JBuKkuop1bDU6h0ktfvI9rpv1CkLh8yO5DbPyebfB8izzZ2P0IlFDkRol0ZzXBlyR1X8cPjXTX/J
RaWQAh1As8nmNeVasje7eFeIlTUsH/O/h2D+oCdrKCE8U04j1lDm4YbpoNMbvpmYgCSb66Fr0Q4I
8OeJvlnZSnJEo0MBHbQjmHAjT5OBFrz9vdHvWcxXQuRCrIdowF87kgOaENeEBgleiqHyOHZ3df9N
adc8bQ4MUk52ZkPytMQMtBp9KDCNhM9xgC5c5udoPoX9rpnutOopyvcq+z7+h+vyzKzkbiifMyWy
52BB3RZjH22pQoroVl/7VGtbKDsdLzDA3WJ5gX00xEMF1KyeeNfdYc2G5HZjMQWZ1sBGFT5P9q4A
iSddnZtejK4Y5gThA57uF0XIFnOcIQXa1y1BWd0aHgPTFyjo09y11FfIx9HorUqPNajLAwIV1vRF
Wcs8Fp9amBoAXgj0E+Dvlty+qMus7gq4fVtudIiHZ5ucgIu4BNUaAwlR76jDIV2Vk1raXTSKgb7H
SZifD+eHujG4WY1z2bDyBi/Yix8TRuJLh2GSOXwwXHGnPkOPeE3KaClDnfvT/5iVPmqs6DF2Abx5
5tbCu3LYhI5T3Q5u+14ey9u1Z+xSRDm1Jj38LDOZxopYqFBmO0HvMJNq18D9+9cddf7N8lk/sSKT
0lUss0EXDitG9Z4Lj053NrRCwPZcD5sge79ubDElObUmpSREKYep1GANnO7bwQvxyeIH6x4pUOxk
W7x/tPcQ9SL+fNRvoJsZe5C369b0FJZqv6ff8c94+MmdUAytaAJIBrvTw2fkJHfTDnRWR+b/1vb1
JsCgjUDn8PZ2bU5y2WuBmzIBmgYvuOS1kyBJYatIBdPKq6oKZWTXUp6v7/D/x0f/GpF8tJ8A+q5G
rK3ZdJ6xa+9RU/yeHXovANN6v2vXMrzFDAwx6J9VSW7aguhDqwkMaluSboLt8BI+Fe/D5BLTUZ21
IubiHgKjT5C6gxhGLhdgnICycs73ohzJ86GJd/3aM2fZxD/VXll+vuiruI8GhDSaxQ4A20MSOnW3
co0vhO6zsoeUGHdJoip2hLJHEQ1Obt+Ttex/IXqg/Do33zVAhyEFcB4iUwvaP72NAk6NIJwoXwPa
bvyOr10AC5t1ZkZaR8P1JqoYzOjhIYwPHd8Zwea6Sy9u1clKpCtm0hS7DJMscyHV4PW16ojw5bqF
tUXMv+AkHihVWKEegUWg7wJ83RfvGscQn9eNLJ1MEyR2GL4HKnSWfDq3MgHpjIkjWIlD6kB4wwl4
Cp5rJ8/vUZqBvcHwptoXxevQvgZrE5rzMZTi/Jl1KblKFL2LMVyI/LSLtzWzjmoHZBUksEPd9EHM
5sUANOV2vb2+6jmmXTMrxbwojUO8vrHoSX+ug0Nq3A3kQ68+9WnlQF1+QxQOLBCPgUIaPUwZwpiB
c9asVQtC7IUKiaa2vM9MBcTZfKUwermPwHEAE0Yh2IGiwUWe37Rlk48mZgxzzG23dwJccSWY1fS9
2mCw9jHvV5pPSwvDxPs8FEBxCmSY3yAyEwPgVuKmgLOT14Q/K/XH9Y+0YkKG+BmtmbOggAlhtNuK
vuut6dVrIzwL71fbBP8dqKCgUAmcg+T/AWENnkgYSZog5vJlCzf7Yo64haZRUznWp3JnHhOv2F1f
2mXwODcquf2oCKvvBxgtLcxOgt+8X4vkCzkNTNgzZBHqBpi1liJt2TQhj8oAJvz8pdukbraJt/me
HdJ9DbiuC/7W/M3aCvepd9gh3rLD2vj6Zaw//wVSEM6oYuZqhF9gdSCs3hua3+kd7qy363u5YAZM
NXOBEQIOczA5D2A4XmAnaCMssH012K0+bCz1pV2D6P2BhZ2HDFClwUMYBGkxH/onezuJxmqtsTJL
M2SkTvacvJHOCf2YuCjrONFNtA281NFDN77r/HCTHdlqdrhwGs7sSwlNmU5aDSUodC9vpg3x0g39
IPfjRnPSV/vul7X9/uv6ti5cDGcLllt8AE5VWWzDYPBpEKdX3eStu4Ximm/ctcOGfAH26ayYvAzL
aHgwAMYAaZ9rn9KdGqujUhmAD+MBpRzjx/K+OwLQbh5MgfLZtGWfxAXSJHChCbzW0FzyInumeEAr
f670SmHAUEaTJNA0w5B2kDpTGTynanvfT0q9JxCtXzn/Sws9tTb/mhNnSiwjnhQdg4N5VCYOFd+H
PH3Rwg970nZj83V9Wxc8B4oumMXABWFgIlLe1VjwoCzxIVkBEVr1+zC2jimO140sRDR7PoIEBIzQ
rJJr5AMZmsJiLfLSGQ3loDloPSEFtFe8csmMqSNbASMR8OUXnymys9hSejyxUeiHIIyw/30qb6Nw
ARpmkCNiVFFGCUQsUjItAdBlymtPs94wXOzwtbG6pU8CilCgUGdbGAU7//7USiPR22i0KfZTV2/S
1gOc7/oHWcgIbAoKALC6YnrpokE7cpaRsmsASwk2yfTOq96JMfWDNi3ZYHYMzYVs7fj+UQeSYiRu
HHRJMKyFVcl9PT4pGeMh5kN0oNMnR6XB6GaBGjwOugU/tzgqadhMQV3L7lqP9bx3SmIDu4LSF8Q1
sPNK7dJeQcU/mup+3/cKfcuCGq+RSO3ELhZ6MnmdjoRKhco737Z9Cq7jDsnVoa769oB2Y3VfkjFs
b4UV0UdzMnHzTOO00ZqR35papn5qY4FRiMiu9y0OYuQSgglOh06UlBhsSZTKKUNmfmVqMWwmao8/
ImU0noo6yI5cqZNvAoPktxTkhxsDNp6EHZq3Is817mUD625oaprvHXB+Wy0Z+Txv0TejR0Ilvy8i
u/MmNYVCxFip3Xfk3UAeayGBoI4Jf3OqHhRQfV410y2waX3wyBRVf4gHBv2jnumsgdANL/aWwcc3
0VZ8Y0UdC52CNBiC6BNzyyN9itCsLgSIe9sRANEJujkPKdjD3pNyCp6Kpo6AG7OMEjRFSuxZYuyr
m46CTwzlaJ7f5iIpbvAZ9dDXWTL+1kqtyJypT7KXqNUEymeGqm7yuo6+6qaEYpBiVTmKQJbVJii3
gSxIo33zUUxhx52O2/EPEla6j6FyCuXAPNUPlNeoqjdmsDbuOxcRZPeDcYLKIwb1MEF6fqoi5Kpc
KQu8+bPJpVBM0ZRmO8VQqWmEiynW37GyVmfQlgIShmvQqkOCj4Ah2eyysuRhg7inHFGgyg/vBSQm
nOyOguz0vruF3MnRuE/80msfsx/ct5GGabMi6PXDvvgrMIQOcloQHWOA9nzlRhBaNM9w2PVkY4K1
uh1W84+FC9IGE8s/JqQrS++DobAbmGDBxmgd7W50f6CObDnaI8s9/ancR4fKYfu1i3ltaVJ6J/LU
KpoedkMd4J8Us3z5/v+2eVJtqhlJC5aROVLifNXR/aA9XTewlEohpUBeAQDwH2D6+edp8P4o8mZE
7lhoyqfVWdZHzkMUEUs7R9eHTXW6yQIGPgSamd3kNDyINA+w6+xXFeox/Deqb0XUd2uTb0ube3qd
SqlBGgZDH1Jcp337qiClNflKc37Ja04NzD/gJNGxqyYpNMi5uWWvvSVavi0Z6NxHcZNr/8HS6ZUq
vTZYliOixIBh1sNnYphe3AqvynuAWNaoCtcub2nT1KItRK/g8q7HHaluajy115jvF/JDDExQ5KMY
mzAuxu6jbtQ6RDNko0m+yYxik23NI9jFfRqQ7XXnXDMl7dtQqFkyKqh9ByLagdI/TwFLbLxGveP/
eu6IIrU6WZW0cQOxwi4J0KjAiKDXmBDco15avFG19HLFdK+va+kygOAehKIhy2pCRfXc88qw6Nqa
YQt74UZ15Aju6nTHKt0xhn0frznFkqOfmpMcvSYJHXNIYbtjhm5/543qV9A5Xfp2fVULTYJZbgKN
LcgDUNOQxxagKlPxXnR4Bvqtb+3Y8Td6yD9x5VToNUWOvlV3/S3bifeeeWvY0iXHR5KPsu2szHsB
6DHboTVSA7a50jjAdtvAiZCp8K8vccWK/O4cQaFjRiNu1Jjnjs0xovpstpvrNpa+1slK5OJINmEC
KRmxEkMY5rYHfxsahOQOvKoEbeUgPv7fzElnLBppmdYpzOn6z9T6CY1FDJ8NDo+/Xbfzp1grZ0Cn
65KcPi4zmyjzKyz6zl5U1Bqd6YCiGS7Pg+WjoQXelXt7E/1YMTsjzS/MIu1AGgR0FHhVz89ahRBS
BS1maTrcoJmBuffnVjuSEWXcyOPFphnXkQ1L53sGSBpzpQCT1NJSGSe8D+fJGr3IhSsm/bZo22Pb
iwyi5/cdmswKW0FNLYVKaC+YWKLKLEC0zpeJTLjXrXkuVOlpC2LMRyNpwd0a5epe2OU7FBDWeumL
FmdsP1rpEH6ThZ7MtqF1meCqKcbUAh6ARNMu6SPyqSWBwt2SlkG6zTCSstIVWMgLMH+CCUmw/+JZ
IaN78YnzxARpgptzY1+0d1ZQbq/7zMIph3IvwMOQOUCfTh6dUwC4tmkL/LCaJJlvTCr3zKoegES0
fl+3dLGHYE8Cghb1j5lKAP+dfzUMyI2kZ23u0qZxNKictr8q+mREP801ctuLqDJbmhW78f7F9JD8
tdq4bSxSdLnbgUI1VhtPj3YmKmbByiVw4fqSHWlFcc1aVESxIt2CWGub/LQxWQsitE2Ssg8joDci
WQMMrpmcP+dJHmflPSpWE0zikQFCNI/z53qEAnEBzoSfHJq217/Z8k4CJwgiIO2SzGPE5GaqWX2O
phS6Jd296GOni56M5F8nWvNWGvCMudSDlo9UiJkghqWpGQzV6Tcju1PSTYXaQs78so9W1rS4hSem
pEsgFwOzBh2mRgVETZqjZa2fpjchOIeS5GD8awybtDIpPuqRzlVWzVsI2rqEB7dh3++uf6XLZESy
ITliBm23iLbz7o2fufk8EpCvDI493jTxTTVtkh40Tk4qduiHK8bomtFrz57N5hGNKqDnX1Z+zbyB
Z7eQ9GskH421tihUil9TdaBovIV4nYOKpNMBJy7MWxZUjqZuMBbJc39VrPcSbzAbR00Ss4+Yckcz
9fyAKGaZhHY95kBvaR8J0gjQD94rIIKwSbIdGUSfc6CCqs+cpchFg2ztU8x//2LxIHREfVeDypF8
HeK1MPaRMpNTEhNjZ4Amg24xb19VEx2KTN8pwHl1WfCdmtU7VVcuxssmGlYPVXlUXnBVaRh1PV99
obedmdpYfdd/63PTCzRQZNqZa4TlW8C0vVVYvhggKjwOfmgk732f+4HZHKoMOnfX3WApdJz+FOmY
GYGhQz0cGwG+WhFyX2W/dX6nluF/2fFTQ9IBgyKoiic5DJWWcNPkTbe3miqgnvViorap4Knb1U4s
HnW+qkt9kW/92e756gRft4qSwvl2M1DVdiXDds81EV34hvlLV5/AFR8Php/ED3y8zzT/v+zrX5tz
eDu5ASaKk9WWsAmqiqn0NZCepJ4ZZ/22SqPho2Oif75ucenixkL/d5UXlHfdVLUpRRIJunNoogcl
bm7rLo+OGctdlHS969Yuyc//bCoGECFAgaxH1pBKQbhStKqKv81th0+uqj4ZNHWE9WKbP+JZjg3q
7fS9CB7af010dG5anvqtB8VI7BGmm3LYgG4ka1sv01EDT9Zi5KLnzPJyJvTukSRInmNVgzJVGixl
xRsPNtXoauEdKs3gIr4Brs2a3GmNYG8xNKIB9Y9NyXOsaUpzUsCmCaXdxNqkKnWV4GDHG8W4Ncvt
FPim4kXk+8oHnQ+gHBJP7Uod06izlTYlsIsREbdi+6q5N0wEQrfpD1kL5HjjBekGzxMMcwTm2gzA
YhzCWww9KhC3ggDl/LyQOh4TltF8lvF7bfsYJNYQvuFvqbImFD//pYt1nliaf8nJyWyGLlWHHpYK
sJwJzj29izZC+dc01nDSOWUHYfAsCnIBQCPdAB4XggUpKLFbcRw6doiYk1P6mZB2ZaRhaftQ49Ch
DI1/VHZUu6wyoqhK7ipa7oILyGENB/t++RTQNem+pf07NSX5p44uTKijPYOyRlZ5iQ6qVUhcmp4w
10g8L9/n8x6erEpySQvEAl2XwVSR39bap8YeTdAllgcufqKvpUPUm7yRYKd134rkmQwA6m+vH4ql
mHryA+TiSj4AjoTpL6QJxa8su1HtA6Gxa2uPWbTWzZ+3TXbLU1NSTtCVAa1ZGBZuPVlfCX9Lcgz3
m50n0ISxBd90NF1Z3JJFbPA/16K0u3yKRNbNF4ZBf8XKbSIcJSgcPri6ehenawd8yW3+WkM8PT92
ASnHWBO4/628uImKeifqAAnn7+sfbMkKm8l/IZMOSlQ5s1JiU0nqLoBz5sae1e1rK7hXdoF/3czi
cTsxI2VNus3TiFCYQRZ52xR0M8FENBi7KtNWoGoLXwnj95iqBHjRNDGWcr5v4KD8Xxe0WF/7aUCZ
16tZhZEE6zFuFNUzqoE7AIpWK/nE/BqRHNKAiBI4rjXYN2VSmVy0Js8yXqALEynPeptZIEa1uxUn
nJ1MtgIVZ7wnEfZtjAueL28q9aDIdDyMs/INmklqdBgnpw4+bTY6mFx2yBow+LIFCZZ11LkB8Qdv
7kyydW6xLDqQ/JVq4Ua2cHQM0aVt57ST5Y4tSnG9sWPa5EcadRJD2estcSwr9I0m2jYTyM3D/j7K
gcM2e38yrRe1II5tp9uUJZuYJZ7ImZuASPu6uy34gIlvoMOrkYQgNzj/yVOCekKqEOjyWEiTU6e0
fTPwy/Yj1EvoCaxYuxwHmWEpgLaiF4DCNXj8zs1VNgoK2mzOyjBX86PHPDfaUabxZE070vt9u1UM
9/oKFwIt4pAFElA09zDnKL0OjMK2aTrRwgUjgxeFaPJZfhHeV/ahpNHK+hYOLxyA4ZoEm9GMvjlf
3jj0aTkILA9deU8EyFdjJ41/Zc3T9TUtfDUDw/DoOmBsGzPP85pPEg2ry5Uo6bCmodkaGmp1fB/2
L1qCF2azsxDp/2/m5p9zYq4g1aRa8xYO4WvBuEPYfdw98OA17zsn+y+PKqwOQ+lzawPqgNIuZqKM
hlo1CxekM6kNEe3GiRPi1dpbZDu1sZ+KuyJwri9x6ctZ+Gw4AzgKoK09X2KotcbA075wu8prQHaY
p7/z8aVXq5WtXPBGkBn8tSOF9zBjUCAhCEqGvevA1Go6hkLRu3FTsYoCmj1bDoC4p8CrpQEEhM7b
+ZrGcKgqGsGWRR4H+qgMroZyBLT92qZzDLaxiFeITQXgVqxv7e739R1dOutwTpgGGzD+kwXzMtOK
zWwc/jhpo/5Myk/L2GjdTjBXNQBkabfpsHIu5mh1seITk5Kj8iYY8trEVzQhKDFN7JjpawM0ix/w
xIQUwbipj73RwYRS8kNpVBslLDddFd0ZSfqt4+MKunvpzXa6izL2WjPTWtgNdtEq+18Vf7BSFTpt
4QMqijcQuj4qob1hKPs29L221zKrpaf4mXXpWLCCNaNgWC2v90nplzEYn8Sz0v4KwjebHwpxhC5g
pb8IuvLquERq4C498R4mHZRI0bR8tGG5KmNPqdA/a/jBMOOHyixea5Fuxv551PlWCTsw4R9HHUDg
dCWcr26+dHckujkWvcDmJ+WvNHhqy95rmJvFD13ppt0+n/Ba/1avAR8XY9HcVUYoAohKTlzGMVSH
nMIqJ17eHK36Meg3cb6ShC3dIWBg+n9WqJQ1J3HQFooBKwZFhtQiV9lMZKcZn9qMfnu5HgwWcjGU
jaCcMpO4YPxCOjWRNeaUgPHLZfarkidbU7yNTDlWKng4C/MQG0BPG2sCJCtG5WIOGGyI0jcw2hWg
xHmFWF2MkgOHfod6sMLIMdf0x+aAKoUfjLiiEQq2PPCQyU8EDFmxUKuQ/2HGWzSao1X7Edi761u5
4B1nRqSDYWRmFjTgdXen4bFBHQdMl5A+wfat3FRri5F8P1JsUlhitmP/AGYVnQV0WNd4OxeiKdJP
TK6gioEBZdnV8xKTiAladS46qzR9Y4VvTz6ETVGuXfs4i/t2kulK62EaBiAKFaZE8DB1v8v+aIVH
o1l5Uy35HIh08PEBsZkR7Od3rl3zQgtspEpFxp0i2TPyyot3exgco/k5AX2JmPHv/QGpOwA9uOIB
OZSO1liaKZRbYBGIW0dpAmgJhAcCtikt/dfQGmTvJ6bkmgV6DolRJrMpENqDAWinaN/AkehMhf14
fVGX4rB/TOEJNQvOoScoZbg1qMDEEBqFOzZV+isPwuKHLYjy3mu1ONaWFhj+WKQhaCd5ekinyTqY
Iyi5t4Qwvk9aqygce4ho8wh0NWn9aOJl56l61q1kHAtRFI1sDWL1wHej3STtvjCGoW5Hq0BOBVEt
bWPWjwbIiFLMhOoFd/rq4/rGLB0YoB4ABdCQpaJhf+5fodmKTtSwx5vSSQoggz8GJJCm+mhHfOX6
W1wb2r5o2qMSf9HcUGhVtPq8tqmsCAhm+ehrlrirQoE5y0ncJ2kR7bD4FcjD0jMaqopo4c1Sn5cv
Np7qZYSipsDIuRm82ZCNeLZCSo5TNGjE1bu0+ehNPdlpNDO+SqNl39nAO7/uQCzoDOj57AGiNt7x
YAlHB/wh9rMdJ0ayVQra955Zdpz7VWcm3wwOubXM1GsvViryFU466h2EhGQ1FV+o9oPhGTNt0NuC
epQMiA4EeFT6BOBnUXxo9E5jUMEwn4T2pGmDx4ebmvpoSV53lYXPd2ZzDognrzZqTVVH7Vq4Soqm
Zzp52fh9rqsaaeo0gO82aOdft7jUfTwzKZ3aYezDwaKzycpXwcpFt+DxnnuwxNoJApI4sWfhHepM
TbnJxZNgb9d/wPKSQWYGlSTEDDnNwGULzqa0BcuieicKr26e7QZ9OXAko/cAZ7hubSlHxXL/MScn
GAlGhkRA8FVjFZhGbVew+7Hbt6WrYDptFgAIzDcB5j80ecxfQ7Wm4bb0wjqzL1020FQFO0OI5YbT
PoZ8dPQNnNSh6o7RK9d3g/EuwnhlzQtZwZlJKf5AsxtNiXmHNe2Jd79V6Ba2X9e3deEKPTMhXdSi
69JpULGrHCLDBfAZKtkYaK+ybJdNXjV/Wf+6xYWgCvYrUIXoYEgDHZ60j0pPWD/pE8iM2c1oQxLU
dlj1Iwq21uo3WzKF9z8ETiioVtGDOD+UrMowihMCCTson0XuGRDjsRMw2WXOMK1BahYyHkz+YLYJ
eRVhFzUN2oBNB0Q90MHN0MXMD8hN/Tj+2ZW769u35IeYKsFbArFtRhZLx550qhl0KREubQ3gl3OL
tqlDU8q9vm6KyRlrVeMOZNbzg6nYTe9lMcaFvDIcshXs+ZJ7EpDXQqAAUpcXI6hdyAM7H2P4Tokh
nxD8rhigD2xrJTde+IrQxCDQbcC4K4HLn39Flap2Q6ZEoJHqpGBUVrUjGqcs+aGvMYguHQYQZOgq
JsdQopf5c7ocU0YU1IeuDebL/E2MsaPWNyDWy5RhmxV8j4tv5WvO3i69YmbKO7B6Mgg3onRzvjhb
qSpRkgLXr/qlJluktA5pIwcz+t2QbBL2URRvof4W52u0rIu7+tewJb1IB9EmaqPDMFU6t2xBdqB4
MXs0gu9a2jllv4mCG1ZujWkXMbemj5X1HoUfU3FfrzL5LBSSTvdAjghDM2Zda+KnKErlGnDengBI
BBVa9Xts1a5e7bTsEE5ePjqhAuyyG+TDf4i0eClTjKvgMruYPLD0QA+pXuJP28yPjQfOwZdSfKx8
7KXEBLi+mcbVQg4iswdoVqNlgQkrHboR/SbVvgfZ1p4dudrE400Vd65ptStLu6yrzIIX5K9cw3yM
T1KTAtLJSpqBpSVUsg3Nt9b0EQb3dNw2dei31ZOmvtj6FzTCr6/24qtKZueAeWK2rhrdznSAaY24
2CioeZrDv02ZZwvAXUEqAayqAEOfW6hCEup1jfmiGV6oE590r7GypcquTWI3jdamzS4iPMyh1YDp
XRxW4I+ki8uYQDtvc8C9CTngDnPjhrp1/Fko0UpQWNq5U0PStV8LIw9rC7O4VOTHdspf9NV37EXo
ntcCUnsLvUgwuf0ZaT35OBENUt3ugOnmzbsNgdUSVBkrYfsiPZRMzKs8MWGoTVpmf+SE+leoZlgR
KBmp4bYh4D6P5RrsZfHjnCxIcnKWMLWMAnycMbkhQEIqlnB6Gy+UNSjBmiHJrQcFgMsuwc7FwQ2x
X7v0rqqfLb6/fniWvg90UzE7N0cKKmPuh3iyJ3OeGQpTG4yoyocQJcaU8qfrZpY8bYaagENWwz+5
hhZw1ZiohdBgJzG9VQPSOmFD4tfrVi5fKnAFANEZWt8UhPcyKEhtYisHXhbzGa3y2Zb6VlN0RwH5
7mgkTj/wQ18jBtpeOVYb1oZ+iCNli9BNW/u/BEMMiOtokSBpuaDI04XZY8oIL4ZqaqiTR93gJJga
rWgBCYbC7RUGEiiQ14nIqePJLSZz5RfMQenswv+zF39/gHQsTFammTWPwpiQD8nbTWLd5uApgfx6
mKk+sLwQo1o5iUsue7pm6WwYQY/3fQj0EquGTdT8qKNt0eve1PxY+c5zYLq2NulsGDkbI4tgbaMB
SYscPKWiB5GFVd2E4IB38IT0rOaHPiXbGQkba8hz9DUg7OJ1d7paKT+mSafZ/bzBNUbSUm1L+8yh
9u/J+FmaP0Z+1wBWmdBt3a40j5biHWpEKEyB5RcoCGmXbX3kCZTQEVJJvAst5rACzP3xsbG9GEjK
zru+2Rf52x8/+mtO2uuygDqLAvVjN+TTt3ws/Y6aN6JFO2EWOSTs67q5RR8ykLfMdNOY55WScIzi
xgzlDYhFtrY3luhl3k/qNh7XksHFZWFcEoQkM6pbTvZ5NBUtjWCnzI7zoejK7UBCzy7v7DWNtkVT
DFROQOWogA9I97moMm5WcYlQoBJXDXe64mXFZgy+R/pKgXXJNebxdMPQ0GlHznJ+FUajPTQtJLld
0viN4ZnkqUseVLNHr/hQNyunfenqODU2/5iTe5dECfDfFozlXZ1vu5ioDmaOmr3W6s2KD66ZkhKw
JJlKmhGY0vt7a/yZKo+QHVuxseR4IHBBhge8DCaDpa9EagDOixgOIVrUYFt0m8HiITQFyMgVS4ur
ObE0R7eTjYuhPTSxApZCTEwpOjBLwX3XfVw/R0vh/3Q50jmKy46qmNxDVkwjpwQNWxk5xEAl/SUb
S6ceHsrSv25xcQMZBUAQFDR4rEvOh8smbPMRc/4Dv6fFRqj7CKQ78YrXrVmRvA4vONYOJayAEoQ5
oP34RBH0JiLaQ8rX4COXjXIogeLE4rGG9SAgzV/y5Etx4AZJbGN+P0OyUOWgZGLCMcvUaemXlSp7
kK1ruH6Mm7DtIAJCgP+oVq7xhSM9j52oM7wEzVb5SA8CbUAx/wSLfmmWDyCLMPZdUTmq9RNE9iuu
uRCq5nEwgOugWogWjXTQUFcqACdVsWCjQ8FR2aAA9ULNYceU4jYLMW133WcoNlC6yOeNpbjPIGd9
MaY4kWpodR1fc1JNvzdtH7Kc1y0sHDZb0yg0TeY6IMhDzz8hIFvpWKG7APTxpwjvAV1x4nSFc3/N
huSTNI1UKwPODkqxFdgUPxNLORB72FxfyYLnn61E+jZ9lBh6KOAJVYzqd+2moATRj6SxVnbsuh2M
a5zvGIhlUB8DBbyr0s4p1AceQToZ1eg1yrc/3C3yx0dNALBB/I9ZMqmiBgnnUq/wrJ4q0L46bTWK
xOGUMC8gA/pezC544WdtyfwAVE973g/9fqjBCRFGer6jUQvs5GiiNpn2PPEmu+y3E+fxBtba37ma
qJFToWT4aDcsyPykiiFEGA1TaDnZmAS93+DUWbsWMrgqdNdq3U9SoQG6NQ3fgn5SP+KwDg8sEuPn
EKZW8JS0mv5B0RvzCq5AbLNXrXBrp8T8FUTJ9GilWqZ5it3lWyFE3jvmEPYxOvpVG2yroLG6A6sS
BZTZdUL4loQh/1YBdfRNqUpdd/Oi4B9itEnkKGGQ5a7dAFcF1eV808dVzFaO+lJgAYp2pnAAhAGj
B9JnFrgGM4IB7yAHHYWxrZC+CrobyoOgPrpr15136YicWtPOrYVxGwHODWsAPDnAWKOnjdk9FDeu
m1ny3VMz0q1XJ2CZYiPMEP0XyZ6S4Llrf5ar6snz3siei04UGN+QozLkW+erqQKDM52bSP3Ln0L3
tGyr04eExyDmulXirVU8sPLRNJ+uL27pxQEK2b9m59WfXEd9w8MU7wHwAOi/us5wiuw5rRPH7HwD
w5gqfagVv4lcpd2vGF74emyuiyN8gloYQOhzw3Y5NQqjDfjeregnLT6nDuRcxlPYvbYQDDLD0bfx
IAgTYz8091MC4K8JQCcvbkbd2l7/LQs31NlPkfagqewUorf4KbQnJrrxhqcYIDDXG3DhA5kBMq2V
c7KQSGHhuKEIEOAqRo3O1x6YQR7RrM8waGQeixRYFlskrpEF961SfEFndFeP9VHQNSq+P8yokpOd
Gpb1B42MJD1Ig1CgL6Z9oKZIdmxg6huFNncYOx16pEBJfBtPAA7cJFwJblXw3kUukAT8Kxh1VXGb
xCQQ2cy6R1Ub410M+orCoUqSas7YBs0HT4zhrQshxu3ElJc3vO+Mm1FV00c1xoWch2tijksujKwU
XRZQioLFUEavxuFUN7wboGumdB2K4O2datcGogL9ANY/8asqeUFF5tFIt6AQ0R0odn5dd6DLqWpM
WOHZDNYaFZ8TNAznH9QKDaseWJu55vhqCHXDSfbG+tzp4vTI0BYJbRUzWJ1L6sohfHiMAPlvjOjY
aEfaxncBeRkwkaroa3yuC3sDvS6wLlo4Z2AtlPcGyso6rdQSIh85SOdKvdHcyJoeUFtygoL7YlKd
ePwxQG0hrX8GpXG8vjFLhxzMN1DaBD2oigf/+b5QboEzM1IhcvM/pH1Zc9s8sOwvYhUXcHsFNy2W
5D12XliJHXPfd/762/StcyJBLKHynbymyqMBB8BgpqdbyH4oAGGajf6qSem/pxcg+ViqYijD4K3A
3jtDPGpqhbCehplqEH1dND9CL8Ms921/Vj70UnEE0SRYKTAkwLZ7GgkdYMmYQOAjv494eZM3QAZr
yc7mXS++kM71OwoSJqUaaQo1EDABptE2DDaiYoFTi/Nrrld3qeSjrAFxV1y6GpMjiikYSbGxUI5T
Qf8eAmGDST+ektbKmYEvh8MVbS4DJV1tybfPbgghNZHghtC3td3D6Xn59+hRau2sp4luQrrZcDLf
6/sWWmoqZjDACoh9zbI7d2GvK2OFGymAQC5EwEcATeXXseWAXq6fCZdmmEMf6aNSNYteH7hY6ECO
k8njXrq+VhYLePcsVFYiut2XC6emUyRlKixg1t6ZxJd8tpMcYzqz4/8zH973+YNnJTqAQGCx3SRN
m32EAs6fxIzb+zaPIL/dZv8OToKZ89OEWTMwe6i91tYQfq1Mt6/Qap2ECRQ34XH2v+omcidACumM
98TIq+GtLSb6V7gucWnikGeuzKLwJQV0mzhh8WSO+gNarEty5I/7OflnoOTi5l9bLHoxGoA2C6E/
bClzC3IGA+RneyXaG7zXyqpPqoLKGjBzRGbrkkmoobYN2BkYWloqiQUFN0w3HdP2Zy54nIPrOr2E
T2e2mF089qQBdSps4fGKnPyPKCEn32h+YRH994wCd0TcQnH78fm24RUf8RQzwbEB/Qi4yKR5smlE
jU6K3BqyrwCssXKOm5lQMd7pZuz8B1soMywEU4DPfV+G5yfVUGc5OARzywQyXSKeLHtiqWIioaPt
vzdUJcx2oDeNnAPQeDZ9LdupkoOpgq3G00BDlpgogEmYVeGs30r/6dIQs+dKZaq1dIShLtsn4WEu
vVH5lA0HBI05+u19vkfPRZRfi2JrNE6XcB4I16kqzBP08nDrYVCNrRXlqpkGSEZBkqIOtpA1Vhtp
1rD0Q/WnHPg9WflMeDPXKzfAhU3mXlNwmskZgc2ZpK4Zu1Lmb3Rlp7a8jhrPOeZQKatWjcuxRgMe
eFAw48OpiYKcSVJBdkh6KxLdyHi/HaTXb+SLBWWnKXCXQ1xchnO5jprbrm3smfycG4JHvjXG9fbf
rSEtFUEIhicWGK4u76BpFPsaZXQ8/IvIUabKSuo7AZW+BKwVVTdQQGk4Scnahj+3yHw8Ve0wm6qD
wkGQSq8ZASRNrMHQ3CjMwAXLy05Wrcl4waLdIoFYhcn8AFSJw6SGfxh8sqdcpyq0OqKpsOXgNRd4
j/Srbwd4HPQvMai2JJlIui5X0x/koe86SUC71QLrtQS2w1CTAeo8GPEDXmy3v91VhrJYg7wLJCGQ
3l1dD2Gk5k3qw5pg/mqywBoIJwX6vsgunoOMBeZS8EPSVkWMfoTmzR/RJt268+aP4gm78jWyfvc0
sYAksrG47j+Ln8CypuNIAeYQydG3FMbZUd0XjR5VqS7QXMRLCNWH9tgUrzFAawkmIDJM5g//rFvD
mGQ+XpqBuryXER7B9DNFlxMTRUVM89QtpV+9gbFrn7P3rtJzxiCzunI3t32Oui0dx6MhuwqU0KXI
ux0jV0clY4O5Xv05mDM9hI0QR7IPXcqho4CqV4Tjy1os4nGFSg0KnYhG5hwB7L8J5Qh26vI5VUAi
zRM1Wl+svwaYY0NL2mnOisXA+ISKhCQ9hCMnPeD5YF7u3ladlDhpYcIIwZcLGsiZ8GKMY4KdwSwk
kCtlyzI1wOCR4FU0Od9hfZnAGAA+BAi/ESYb8EdZ6zFECx/iZoHh1fWjrD3ejqnvY4w9FjQMN6M6
YoDEks1tBi3UBK2HF9qL7L1havI1Ba2/J3nJNveaDRcVvBrEZ/YYp6pc7US5hL3elZ6kt/5Nth4T
y4eWw/3dcCff6bbo6TbHSRlf+5aTTESTdk5CAMywkkFiB5Vq1bU9m/u+g6q2TjX9FC6qAoCzJo0t
8qg0V+MEOGuA8VTUAVlKYClItESv4bHuH6rsZDT/+oZejoWzv8/spqDv+xhkGbg6Js0iSu9MBhXn
Q8oTxeD5wWypSlMCdVqOuKJOaSZtfJGHCLie77p0hcX61qQT4iGACdQ59MD+GT3Md/3mAwS54Ve+
T6nmZm75whO945plEovIN6N5HGDWlK3p8SH7Eq2IZsgI98P7j8nOti+mnamc3On7FXsVlPh0ElQl
kWawL5hO7AQRvSSBziatduqH7E2ecai+Wvv5Pk7pdAqxFwK7pvGLuOep5l6j85elPrO+bJmzSxk8
78BE+NgSk0rn0CleoW5c09F3BE/+EXJurm86qGtfQe+CUg8QLCzmqMgiqZiXFCC+q76qV9lCOXyv
bSVvfITq466mwNHsE5HyYnbVzQVRDC11/IME8qWbRjyP8zDCzTEpqKbaJdoM8bFWLGXalqod+8eK
1/9cdRY8szjkQDGCeixjs0n8visFOJtlIAEXnbyjlZfv1UfMAt5NLibzH4bN6MXOP2Mb8E3PDTNn
q9ZUbdWLMJyYx1akk/RMgFus1M3t43TtIDg3w5ym+JboE8gwI8rvmF9D/+jPbQOrueq5BeZIE3Tf
l33gPTGgZlVU3pUuuW8pDe6awNaoQV+aTe49KFv1nrcvVq4nBe1MkYAbBoUMdmhFHstQnetJoFXz
IqFXU4EEfzvyJtJWbnZYwWWwQCUwk8YcOEqcmWpazzjniJOjeRLWCdrXPNHvle+EogXGwkVUJYFC
YQ5s0a91pcshaRybL6b+IIacwb7vseWLXY0KJDiAMbsPraRFWehyc/VSpWKyOQut/WgbVrAxTwo1
vNj23Yq2brRPnHafPRArcEartebX+8FTjxpeGjnN7psTzpq975DjcfbAuLaVaWC/pNbtULpaaeYn
Lmt0dsyFRtQKAPSGmB45JsM+0RzF/9ftABP4hnhwg0oIQ+vMMvcBpotB5BtaZXwnpo9E4fz9ZTux
q6yhp6MBmKfpgKFcuiD0YhBlQxFarfIl1U9DuxtCF5RQYcQxdBX7iyNnhpi1Ckwf+yKAEIOM6azB
30X6T5I6XLIbedm9rEPfuZCiIKu92mPpjLKkUnRwyNZeRwrq2TsMux1/ljaAFVbgtXfRrreybUjj
o/qQPprbzEYG4AnPhcNrml3tEUDWRXTAULXHdD66EJeLq2Q5uM3yIbQk+auN7A4DL7cDcGVRLwws
i3EWgFkbS9oUwYCqn2bfDbNtCUQqD7ewEiPouiH2VLQFIOnOxGDiZ5KvtouV6pD6Dc3lzUJxYaTo
qNi3HVrZUeemWOlvaTQLRRphapzvSeF1za43OBntmjeohnwrRmLUm7200yIkQ9cq+Cjkg5TQsdj7
DdTH0FJNOCG/9vnPLTE3Zi5rM/BFsFRAEy/O0cXmjuNevT0QYecmmAgzc0MUi5JgvVxdplFDZce3
S6cJvAnMDDg358/bH+j6ScdYZEIuMIFxSkdYrAV3kVmgxKqsfB/cVUi1yIdqWDww9HXhmjHJxF8r
zLgiCEx2u1w4lGiZWn9Ma7TEN0gIqBOVMluwJ++2oyuRiEo14h2oRoBL2OZhOwx9QhoVvKOo0CUv
RHPimgOI/m6mMWcVbGDyCLwDRMWpdbl9FUGb+3zUQqu3q2NAdWrs9FP2CL07C+w7X5oNdTerpcld
fvxSnIEeAXuDiEdGfw00+H3b3+sXAyZIz38ME61GnTUqZBxDa7Ji6JyaoU0wsG/Pd8QKf7eO7+Z0
rKzC9i2ZagX1Off9ylF2YZ6JZMxn+UbrYy1S5Y9BaFCqtIofC/C33/bzugvN+MkEcLxoUjUzDE2O
QjPaHGtXdtJnMOg8thtpM3svvUVcCLo6xG6Ppmfuug2aM5zJ01V3FfAy4JWETF5n7l3DGExQ3Zgh
pj3tWIHUga0Zp5nHdbNyAqFbDLwziIHAisaO8naRIkfa3EWW2gLT8hxlL7cX8/o1gsU8N7D8gLML
qA5Qz4taGGg/GhxyJk230T5wjG34ez6KJ9ULrCx0HHMrbTmW1/bnueWrvRNVctXDcuMUKe3fyFfn
zSfIdQLnfBB+VndNhHudl8HzFpTZJL3c5SHIXSKrTNwmu2/Lr9tuXYfFMtyN1vR3Mfsq3YtCCD02
dQDUaSy3G9NvjwaZm21bAEhbjSEPPnb9FkJDYOkJoGeMEwh4o8vvl6ZzmXQ9CiKhYg0O0P6Ygmvt
4ddMDbvNnJpObkxfk2eUDALrU0SXh7Mdl7P78gjED8AQD85vzLASwnxGYowCdDjxA/oIh81y2pFT
cD9QbpHg+stdGmI8rUicpnIEQ+pTegdU7kyBlC/30TazfsgfsmuYlEeq9o2JuuUcc6YlWT6rjQab
AK8+izvRIu8d1vOPcYosAHRp9psn/LG2nN/SshBjwtZjSV96XYZE7jJ7plYqJbGTh/Zo3gMCKcY2
lBSpzwPqrkYQrkkTBGRArF0R64pTr8XCHGIS9E6x423mDI7p4OZAdwSCZPFX8KwfesOaqG6PHx04
izgBtHKJLnC9vz+A+bCRqWG+WscPyKjiChsooEp3xld79/ZpuNNutIP9uMd0ggMMd0HzffJMgCe0
xN2xna3Kp8BlcH7R6h4++0HMV8cbaJzNOEJxYXK0BiyKtRshVcbQ/u2zYvk7bHQBjodepYEsVmY7
KU06d37XQTA7Gk9S2ADu6w7lfSc3bjn8um1qLazAMQtiJjxFwdzM3FZJpQKBSWDKKDrzIcnF8WFI
m/08JfWm6JvIkqfht9JM4z6Jxo/btlc3rqiZOhiwoW3CjrkMgTIKtYHlVHE2+XruNLyp6eXGZxcS
VIDLYx6jLIBfXh6CQQw+s1yLAa9SIasnIPfRWxCIRz9afbJ6IHd0sJf/B6fOzl3m2IuVLgrLFidD
VN3HYG5u/xmJDITdOT8Kk+U0aUvEXhEhfxiOD838UURvLdQdpgT89jMvQ7+K+MWYqWCUHmORIkbU
LhcQfdmgjjuQseD1jcxQFwim+/K3wtTfhBRw1Ntrt2JtUdsFa86SPwFPcmlNjHTwlBVxZY1G9sMo
234jR0bthLjKHnp/4gEfrhINUCiCj2wpdAEkebXNwqCPjMpMKkvEODrtqgTqNZKc0LHFi+TfPQM5
+TIbvgCPWAa6KA16MxTrCgMCpRfWuZP3/XaM9E3bNZz882pXwatl7AgXLyIekX+5iN0wgGS9gSkj
bjeZPnqh3ti3vVlbOMw04bhAa37p0V+a8ENBRFsnr0ARAVrAPmg+9VDobHnW/9w2dF2HhzPIorFm
2MS4iJbj6ywLrZD9lmU9VNAvgdKb2O0hiuGYvb8tRd0T2/qYyNVOSkpX8nlA+KuTERNimLHA9UPA
UIA3HGPaVKZgLkB4JHbKUUgNRyrezfFRl1/lucuo2oHTqfr36W44jOkfgjRRRLyw1zzInLsYiOjK
kv3Jaf3ZKdp0K2W9q1X1AV1XUJ41NBMUO8tUL5/CmPNpr66exT7aD4AMA3KosFXJustbpVLEyioH
DfjkcdIx/Nofwf4cOiQWMsz/dZJz+yuvhdOZTZb5rBN67ARUhcHRZUMD76cIIqQ8hZ72bTNrp4sO
j5Y6F0CGhDk4M71P0SGQKyuKTE8cxo9KUjeo2m9QUXJvm7rG1GMZgahCYxyHJl6CTKYQ1WZKZqCH
rQIiwsvEKOmJHUBCS4paO4EuvdFVdta/JiBY6/vA+z+aZ1w1RsgMBRXMN92oO1kGhnMSDUgiCERJ
oHtv4QY5IW+Z8BIPfutqfOcb9W/Oj1hhAwIaHKgy7B20E9hGZYROBbQgVNSQwvheUyFaP4CfwfSr
X9Ik72Jf8Too5HUhhg5wZnFwS2sfG2qNKhAKElTjRWb35kY9GbWpVxY4kQ5DMz6WwfwoBOJbNZvv
tx1dC98zU99n2NkZtczJQgTFgKm27OxiyrNT3KMKodWEJ3mwdrajX4DJL9TAVTyuLs8keWoNBSKK
uLGgO6BU5ftA1I/b3nxXDi5yJoSuCSDgMouODg17uGeYOUH2J5dgV95WBLgGJIOfXbJJU4XmzVvY
ansteJnKrT8+VdJnbJZWlR6E0s3mjZ57ZIKKl1MGnlq6g7K9/eOuvyqmdgHYwyAP8mKMc1z634xq
QIo+Ki2psmVpph0gb5P8EZuP/8HOd28GBIRgu2AuuNHslR5U4aVVpD5VwVUcAzOVKjuS8/SsVz2C
S0sSDAgt2/QNhbL2hygtrQmTDO38qJO3yT+NGSfNvw4cSKWilAqWVzC9Akt+uXDmqJLB8MEx1w6p
ZlVCq1m+j6z/35cNOwEtbEy4gLuaCc+mE9SmDkG22JdjugdDn3AoalmzZQhkYdqr4dAjX2+8hSoX
8+lLdwsUtsxXkoAkGWcfdGO17iNp6zy10y2t4CXca2sHIADSUTRdr2HcyOaVJF1wzKO+yfxPOX27
vWrLYXy54eAGiKrgC2bgkVJffhs9CftJy/oSw++2UlIfMxkk3EuyirbClnR/bltb9+avteX/z04r
SfIjJU1gLRpUZxaDOy3l4aaWXXjl0P9mTlcSSkpqVBq6SiXYhjZN54aqN4mWMGZepEEuAnApwO9v
O7USCbKCiusyxSahOsKcC8YYxmY/KmDERcPHnF1hFm1w4Nw2cl30wcYxQSK1MMQs9NhMvPnjUEzg
mgBbv5rZWjFauiFgAinGGzn+McXac1+84ilrJ/4DqBU+JrHcQxyzNhW7knnjbNccEcyPkS+/YzOA
nNJfcnDTfBBmnLitE0CWO8FtRFvjR94V+x4iC+YsOOlwGMeJc6KsLDkehACn4R6CMjLbXpZH1A3i
An2DLDCe8W4LLPCGNVbSpLxkajk1mHAiUPeBpNACrUBKcelpUUpRhJmhGmrZBGOmQosAmsX7Sg8+
VK07JRUopm5/6W9oMWsSObgKVi8MC6Jie2kSjfncGPS2tvI7+edSMY2cj/fYBuewk1ihWzug33C6
zctAVfrw7wOEBiYxJUyMAK6O9IVNHokhhKo8dLXVTLSpaXDM72eYtVUnOPSW8qqkFK+6Y/a8SajA
y1yXuGFcB1sQhvmWDjvqQcxqB0j7BaWA4ol8KO+Ay9gZ28T6UbwV28TlyZOtBTHoiUDGgP2AJx7b
xRgVH2RILdZZeGqseQM1DA9kpNvZAbBjE3OuC6415ugLUz2YNROuVY62C3YARJ9SO4J0w+md7HPe
S2rl7YqNceYcE0S6mVaS1MO56QHsKRiEowAtpLbuxfx69HJHXH21M1tLmnF2qmtSjK3awdaw65zf
KNZ53Ruk6ym4kdzxxEvD1k7CC9eYi14iHWZBF9faN4wt/tL3Pe13GOAitKTBU+vVLw8Zb09ePycu
l5N50+SQHRukAjaNh2wT2iACsycrvDOpi+ZGZbcOcUfvHcrAbu693j4PrlvjGK1AAWIpgOEtA9Dz
5fIOqSk0Uw3b0of5mfxy/YOMfkbnojow74ott72wcuRd2GMiVY06MSmXz0kOeHKfoFKLzm37VgHl
MgdUPkE5xkoPhpVzrriVm/vCLhOy7TCZEOOE3c4qXbBL/n5UPVHkh+u6f5A4ALx5gbAy8ZNKchlK
Zo8Tbid73Z/soNihDeCjZVq10/+Ktr/CXbefuMOpK8kP/Ptrl4khM8cQF4kHqBK+Jb9QZQiof1f/
rh3JGp08pS8PPBHSVYOoq0OozkQb7Duwzval2ipqLi+BMwjzHcbF923O479SVk/sMxtMsPQzBrLz
CNfFZBF0sxvnJG0n6/T45gNRhy4J1Y/y9hC9/NHo9A78Fw1cL9xHNjmazy/Gv2diKkY5iQFCEBTN
2ILdEKmREcsydkrxXE6Pae5NvN2x8mRC2Q/Zngl87qJScrkZZ9VIKj9Rayslow0ORkkGK4d/CHre
Vbhq6HsgFa9gPDOY3SAUsVQkOanR6LamXbSZqfxOqPqgQYxloI1d3Ynofc33nchZxNWrAykmXrqK
AewE2zsNSdVVzQQI3ej2xqa8D5B2ONpJ8DBtePtoW/XxzNLy/2cBCt4FDKCPsLQQLFqAflEoQ/4H
ExDmQU3RAGqV3QNRl/bBkOJ7Vf1LCD4RX9lU0dbgZS6rniy8GmiPIplgc4k6R8G6nxB5gXCn5Y9y
hYahNfE0va+7orgKUFHCbpZA9YqtdblgiYGpU1/XcPV9jDYYDmni6U5Ata1xF6Z0dtpdSI8DLTb+
Qd/yRFaXiGOvebw7ZHSzUJ0Bn8WlcXMKy7HSEZG60d1PmrHpWtONBsL5YutO/rWjMFxc2SxBxGuE
nWmHIfpescBPJViShzPycfBMZ1ZpKAC2VDjh0nI1oeVi9zx1iO/m0rW3IKRGLUFGTqpcetvlUSgl
BQJHOzS/jMcAj647EOfa04fu1pvwlzJT5WftBM/iBrx8HxGk6zgLsRpTeHEsqoNALLNYniQgGYRq
8AuyeTuMD7pfYRjAMSCw8B+2yJkd5gifssqYihB2/ExxQ3AaIcJeujjD+OHEaQ+tXfELS8f/uMQc
agubW2x0MDUJ9UGTfHdQTbuoCkuW+tda+0jrEtOOnORtNYE6t8rsGqHNlbmvYXVeuFASTMz8mSRa
YdYYbUWdbMEzg7ZCC+oZQ97KjXN7eVduYYzBmWDaWCCoGPu/DKQaOX8e5z4CSY8tCJ5BuPffP6CO
DjOQwCgNoGXFhCpgtKB/X+j9cymkE/QF9XfQ+kSzfduRtXVEJQq8I8vFsBC7XnpSygEgE13UWBl4
mdzyRLa+qx7Ez9bpHehUQAuIZ3El7b6wyHw5XZ46swFZCNBYKVA88v1wbzYUYI9mU/MIE9a+07l3
TFrYy0lXFoutqAI2UrcG1PVuL+DKAXrhDZMAyn0zt1kAC6W5VcFyITQQReQt2RJOzLl1YYQ5pbNy
1LraBG5D9LSH0O4caE6mzmA/TZ7+eduftUwBsyAgmIC+1RIXTODNWZOKdRFj0PwDXwWTLxnFRTTS
2tMO8zvH2EqmiazOAI4CU9kyYZuTYwRth0BNG0v2zJPozHvfNa0Sk2a/oLHncRH/q+FwZo4JvUop
lUHNclBO9ordQDxCMnifaqX2euERE3GJT/IZejkNmMDs4YF4YUFjt9ap5Bl2Z9LWUR6WJ0lJi7vo
S33mrCfPQSYaQdNYaXMO651VLKWl4+/eFS3/HqpBT8VnbYV/bhtceXZdeMsEpjB24liVWNDBvI9S
R8iprEAN2ae5wsH8rlkCEwjgFUAfQqFz8fwsrVTGEae9WDTWlO1rkEL7KIF+FpHd8qZorsHNmLY6
t8SciLIgV7Mgw5J2iAU67DRPdU73J7Gk5WakgZfSHUSfOuo7Ha+hvNLlvbTNBOhc17rcmrBdPPRU
oqblnxKvd746QDo3tz/dWqCeu8kEapUEMthGy8YiP/O78NRuhIPw0HCM8L4aE49tl4VRXcAfE7fY
IC2DiEoF4TMI9PF4ydaSO3y3Zc4MnPKAMTMOtdCKiaSkWhyaXVDGBKhVQcveGbf15j10izfzID+H
j9M+RpEg+Z1MnNRurYZ18QMYZ0HQ2tTmgB9g+MDc129VcVzGWosPdbJz0FcNH4R8zM0RTVxFrSkE
w7lqDdcjTd/B+3cRmA1ZZ3MHIatlEQ7xdnrQPGlveCMmXMXPbNtTQJ/cno5A6EuYdY1cHQNvoTee
TPqqb/8ZAH35W9gBnSqrO3Ga8FtmSKT32gMpOHJa31Ud9l7UFvEpDaUQEKQwnzypo2qOxLqxepQl
kMJ4Ge2OIXKYIERVlGwwR7WZ70WPt3fWCr9g3P9rmPnUuYDR4maEYcyFzlsRb10RKGFI3S5nfFRy
IcnLvr/lKPNZBTCgJ3UGe60k0wGdi9qnsgSOZtO5fSosf+iGIXbw3RAmMHYZ+GbiZOmS1fh7Eu2W
XjX61CpxlfDjtr3rgZ0lSP6uJNtyBdQrjsEC3lg/g11T0T+4QbBrZwtJry3SDjKpnISN5+GSkpxd
JEUBKtJAg4ddvMlLuybo+7iZipkHWmZfOs/cWn547h+TThkqRGnVdokU8IGJ9lj/Dtp7zhquZdTn
Npi7UR2rrFMl2MDcp9X98Z/TvfAzptpR+Q9t0YuvxdyNTas0pJWweG1ngXE1k45pz4nAaxIEJiKY
OzDVSBv8/xVzoR9nybvczjxAelpERLJtXKDhN/IP8nh7Eb+rOdeRD3o1TBaACoGFiqpVmrSaDtfM
J22n75UfJqrHDb3vUYsBdZxbWj9wclopSrviRrSl9/9QbsLa/v0BzFccqjiJ8ghfUYKWW3UHov5Q
8UYeXd1ahohuMyDMCuCWyvfqn4U/BA91YUYtELRfIkTrM2pyBw2XkL5aSaKjlIp5EVAtMCEfmmMq
dgYc0Tz0xaz4M4RE3zG6F+zUSb1hG9i3P9161nRmkFm5LjZiPzRhUEWCQaeB/niXafM0bYrNwDk9
1sPkzBa7AyqU8moftgpH9B0NvAoJFa2Rkm2Ljj3VKIS17/37j/IxcFo0r5I7BVIpnF+x8hGh+AJ2
APQBIL74XW07+4hJUvtpJYNYTUPzmqLtavfqyBNBWu4w5jNiXssAighYFVx1zGckejK3sUnQIqpq
W9C8OnkDJHfuMaDSnUKe/vmaS8ai6gib4tIpvjyWq5Rocx0CiKal4vyktdXLhE/Ka9iuPKSBHkQr
Ac1LsGKwTAQgHq9mPGhwfwa2P9ppk9mBRhvxVW7f2tQxxjvo/s48GtGVO+DcKnupZjMUlppOQaOx
+CxT9Ydcy47R5G+3t8GKFUCl/q4gk5N04P0qihQAxSEC3zORd61G8BbTNrfNrIQFWHJRsV5Yp9HC
ZFKRKvalOO9DLCEqmW7V6xDDTKAmkufFqapN49EnVfUcpVy2j5WLG8A5JHlAbQC6wXLVt33odwYU
okGHsw0MpzPva6S38aFKfkISKEkebvu58nS5MMdcQySA+zqBuXrCLhedRCiduKpRX7QlhOltYyvR
j+FOkB5oiEwgjphTJSBm2WVL+3Kutj24C1OIYN+2sJJBXlhg3NHTVC3DdoQ7JfSu8wRCjI8kOxTN
aN82tLZu564wGzkccCckMQxp4kMzYIwqKJ252ktFBsq9/1DmvvCKiflSq6exENF+7WahOmVhMjqd
UAUP5Ww+iHkrc3xb2WLYYAvSG1Q+yw16eUhNWUfKSYW53nzIs20dfXIbBGvLh8oyjkCCUxeo20sT
fZWM2STPaGQX95FKh24zJJBGf+pzTsKzlmeBtvyvJWbtRh/KnHMJS5Pne9nX7Lb73zOaMrqjPpKn
4L70SICq3+3oWDs9zo0yKwg2HahsJjBqxJsMx5N4r/c26ewpfAx7zvNwbVP9tYUC4+VSGh2IFMIC
ttrxKRp2Bq9Pvvbgx7m+pDgAwYpQW740EOT67EsJzvX5VBiW6GSHwRsXjn28lnDxD3jAmDYeMDye
sLUwPLcrX9qdgnBEQRh2o2CRT/oR+6ktCpwOy7qR/70q2YfZUKRmmQ24KvHc9JISSXha7BSDJ9S0
FhBgiV3g4QCHXylT+SZE1wICX3Txq0g3Q/Y4FwntaxB6417+fTv6VmP+3BpzCsoQ5WmTCNYw1KH9
NOIx2WompFaAlPVnMKMoijMiOu9bKVAtMKEWdzrElreYFWocaAJH1pj2zTaMM80e6tZw2qT8vP0T
1zqlAMtDqRyTHqD8YGUFokLJp0ybEFSJ7PTtjw6P7y6U7Tg23aH6kHWQtIEvEHpaliT2h1aZCB0q
VLy699m4T8N6K0hkh67RSRXB72HydLxW1/D8BzLRN9YFSPtN/EDtMLoxqJSCTYoXGmktf0Oesm2+
C7GxPUw03V6Zte18bpfJR4dQlys/Rk+gSH605JDxijprkXj+9xf7Z0l1QWKSEILjQsauUoAZbHtb
D3dxfO/31Mw4XdO17XVubfn/M2t52UMXF7NCmPz9OdVL3fxV5bF7rd355zaYaNc6Yx6qEismpG6c
PCuo3yS2PD3e/i5rHSMMG4DZC+Nl4FFiX86Q8srGLIUrs/wK0kSrrra11NICFUXV05odAZyg4hU9
1nw7N8p8rcZUKsNXEYVD/5Imz2qK1/JB471KVo94HO1QrIMG+TK1d/mZCLAs0QR1N6u2sfFm+9R4
ke7gaznlwXcM1PwGSh55bcu14MC0to6GGMbmroZkI73rM9nAig5l4kQVOnBN/zrnGqenshbx52aY
nWxkhi8mFeIjbL25sLGnaT9j0h185KKYUKJwLuT1SDnzi9nCQq01g/gdkFNrjWCvJxgUw2PiLlNi
eyhEHYwu4QnaRNSsek7mwVtTJmDkEIL1iog19cWHqHtPOq8eOYK2a7nb+XoywSLIejGLCYIlGtPH
3oA2kQHqWr1+rsPeAZKI8/nWaqfmuT1mfwMg0Bp+CnvKk012qau/KZCce2rc2Zq26C+6zWTf3uvL
IjE1AVNXwE6GOUTMkrIANjTG1KjxYVFLhT9TPPzOU8IxsfadAJNfJvzwTL9iqVWilLSDCTgUye6H
5Jjqz6LIO7HWPtS5jWVjnB2+CpLsps9hQ5etcY9530fBihxtO8R0fui2/Q7KRN74Ln3ymItWnTOA
GwHjPsBWbMOiN9LASDLkH+rcuH6fRLRoSpr5PqfQcc1chMIyRnLw1lIx4YAB1UsPJ1VvJ20cwEfw
pHmFI30IJx872gqOYYQKmS3ZAKp74tbo6DxR8gYY8M74ED/CV8ONOF90Zfhh+TEQ4gSwAEzebCWp
jfRAg4haC/iC6hZ4bYBIBQqcuisdMVAa0wD0Sc2d8kfaBinNvdjTXnhH3fXCX/6EJbDPvjimuqYa
1PZg8Ih3puzIQNfxnjbXNxJMYJAQs3Bg7QTpwKWJrCFSJRaLl+VnV3+ZpKcRKln91+0teB27l2aY
2E3Qbw/FCmZSiH/0v8Vh6xeHQh7pJPL4Ulb6a4stvHBQLENVnh3yS+ZknEMftoIx9tLucybavpV/
oT5vaUNJJQgyA9wOhvnkT6tFtj71B1OFtkQNlHlsuEJ6PwbJ823/Vy6Ryx/FnHoEKuV+L1athbcL
pEcaRwDKe9pOka1ob3O1McSjwhNEWcLj8tyDTWOhdQD70fXEnlibU6HIKDNlhviQZNpTGuuc9Pb6
Mr40wbilhIkwTlXdWnKuOHVsDZInJrZQBttJ2IWg7r29jKsb4swjJlqbzmyFsIE5KKXRAdN7YdqA
m77imFmN1jMzTLQOWgnhOx8LpyXSJmjcIkbrRFmG9zDAsv0PLoEJA6eMjGEnFrkUDH0Y95BXsSQ0
EtUKXPitg2H120ZWw8+E4BWYskFwKbLaNFpep+2YwaNa+gqBIkKlDol15FuQqaJZbIUaleXNbaNr
4WcC7YiJVFT8oTpyebTo86hVhoqPVWYYuK2VYzrUnGRi7fQ6NyFfmhAqEKVUEdwSotgSMMcElQqU
xpXy5bYrawFxbodJAaMqwaqWsJPrCdLaEx7WMyD30MdtBU488EwxZ34lF1LSEJhK5NwODVrWMqDc
Vt3epdHHba9k3hdattvZ/VLniTZlYovl23SgQpSpcWi3xDEt+YSZTQu8sWAblpzZ2xmn8PHl/5F2
XTuy40ryiwRIouyrXPmu9u5F6OMoylLefP2GDnZ3qtjaEmbvPA2mMZWiSyYzIyNi94V6unf7I5Y8
yOXUCh4EcIu+lZt5Z7a5n+V+PxVBDzyCrhwk6knSr9vmljzIpTnBg5Tg2BgLC+bQ5PQsqRNSeuim
LDnyFbcNLW7NGd4BVCIOgUhepSC7QaS2bVytDCYCBbGTRb+mtd2yOHsXVgRPZdsszdBw2rgs2/RW
t5VA7sTCw1BnPrfuaRvcHtQCzAxtLRf2hExoXpbcBD97gyZUx/pjUid7J578QN70zKGdw6krvQIC
sVXvyqBBfxh9uv0Bi8tHCNJuaKQAYkrYsR3RpSEaMV4phuYOZS7TXGNNEmLxWFwYEbYkHY1I+jup
IaB6svrG2rULZgGKM7cHzX2tM2e0IgKlpwSsIEOIecylc1nc5/Sjohtz+Mm0X1V3NuK9wU9U2iTy
8/9j/i7szkO/OPEh2CKSaD7x9UQ9BXKruomIKHu8bWXeBWLgcTk6YZWkqsu6KYSVMr/Tit/aeFSR
WENhj/IcIiGpXxj/mufkej6FJRsKXtrITmFf1Hs7/oDqIa0/9LW7euFMz4hfUGEAno2IWbgGOmQB
pkaFFR5KbmySIEWpKLHOncJWboGFFA5MXJgSFopCJLg3czyFoJRnPymdM23ZadpIJ+2+qpxsB8KP
g/2hrIByFtwJqmBIhCIhhiKL2KPEa6klEE1v3IafrHBwDAi9QBlWUwok1P22WEk9LJzmK3PCIBvS
p1BAgDmuHjPpUYm3irSyFb/L0ILv43JIwl4cDN5bpQwblf4I+T+pAt/QqU29LodQH/OV7k+jBZV1
kK2Hqjvo+X3NztBJaOHYopXZXXpS4lssTK2GngVTLAYrtQx1+z7BeD16R84tVrb40txHduyOzTZ6
bINMcsLtTIdsOPvopV6TuFgILq4+QDgmeSihkp/gA4YwCIeAR15kf3T2HY9M97YLWB2rcNFWpcxS
psMUoV4Zb2UdXabaryj4nRx/xkH8Vige21EQoebH1mHPfAPK59ufsDZY4W60rGIwS4i8Qg7S6zVP
A2NYlfmMfpL49T+zJNyKqVmMTQ5dLhesP114KNP9mD7W41PI1i6O+UQInvVyAUV0qgZGJC2uYKlS
j5X22SQrAfUCKglNgxrAZGB7sGaeiesLotY4pEO0tHHH4ayHZ/S4DGlQkmDKD+PgYXCERhCbXJPz
+cs6JgwMTeU4FASkawBDC4+FiNY1B+t649oN8Sr4twH05/EmbmxH7f3UAvdQ4lLb2Gb8QLuTFB2g
ET3qB4Pc9fq70T8AheaoI6T/6CYJvbjofJBN9/IhmYK+8MwJLx/iQI0ktsJDG44Oswa/g/Z5k0tu
DRn2iKPv6kttN2lmuGY2Ojw5jNXZbORgiFwbDyYK/vk1D7iwR1Uo+ihgC0Io8E24EAkZQDsnHXEA
PCAQsoV9ShLXlv1Sr7zbm3TBt1+ZEpxt0WtTk6qzKXZkhldHYLSDli049EHNzVc8+6IxdCuivoJ/
vhG/06lv04zAWArK7CGbAlkynEZ5l/pj0d7FvAluD27hZp4N/a89wbG19QjqMQX2EulVRhMLUZ9p
bQRT69+2szYuwasp4JrhtTGPSw+hvZgFlvqz0DdkijbctHbWtIaAWTBIZlqkGfs1K1QIIYekRlao
GlbrKpUvU75j0+fYnKS8PDPF//ct5UhCqOioQwIWuXLx+s9yE7Rw1G5dVQ/dkb+MKC9HRtDnK7tj
4d6/siNsRa6QSKvBoOjm9nlITqnyzLoVl7zgKK9MCNc+mYjNUGxr3SbUoLzbu8aazuPiIMAwigQj
3BVQANeeUp2IQfMIk6VF7VsDxfKOR495vBIzLI7jwsq8Py4C9k6xJIPJsAJuPYcA+VoU29tbem0c
gsePpchWgTxq3TL7zUso3yLXhTTpf2RE7KTW9IJQHBAgACCp1ei73tLgeVeq0ytzJXL2WBlwfVqB
kcitfo461UP/nnd7HEvJZbQY/u+q/2WhuFiPqkrKRgfHDFrqpxMzjtD0c/sCnHUj8TjLj1mDYkDU
4zEug8fO9EsI7g6R4kVd7ui9vAn7pyZZqxPMSyRcnlcfJTiJHJChxpYwu1n7YhVP5XhH6QH01R09
KYnftSsgwwVne2VuXoeLOYhDuctjdd6TrN90zHYk9paqmzBZqbyuradwhtvOtmpuz2c4ie/bqjxk
+fPt5VyzIFwbRUlta5Bhodfew3yjNsrKvl9KvF7NleAlDJZOaILBXKW6/GzFMcSzpx4sy/Z4P3SS
bydWMLDCaepHmyb/qXHBeUR0QstAH+JAyM9ZWDkRDnl7zqb72tgPsQ02lkMuqStWFzcjsl64+lFz
QEvb9e6oK8ugmhRBggoeK8x9psWA+rjmAOrIL+NRbn7fXsOl3fhXyR55ZuCfNGGGrUGr+WDDXmt3
f7KqeB6QC2uV3JPJ6oSqCwft0pYwoX0DzoMyYWjBPQKEXVHg5fiXeQqfXtTH6mexAmZbAC2hkxkK
wvp/D01wzVaopRAkh7nup3zHXs2n5G78XdpQdQBvO/E9ffeqP6w2JswIQ9GbXFgVeYi5qULHPoVV
vE79/g+g8/pJ24HVI3L4GjvYyuKJUn6Wwgs5H2ALhU4vB+X5lLtJ/GitkRYuXXKXY5oX9sJlRXqM
RpkYdjJi74xUO0Q9JIjGtQTRmhnBEbdKVJGsmc3osmv1+xjZtbWs/QL5wdWu0AX3O1qjObazEQnE
d9ameo+f86Pi5YfiXXuKDYetuOHFO+9y8oQTDTYbuUvmRarzV/oFxd/PBrxjks82nQvYqPSbH9Rn
gB/th/T19tlem0/BP8NvphWrYJmQn731qpLaKeWX2zZWhyc4kG5MFEme94ZxIoADfipOc2B7Pffa
HkMq3qf9cJ94OnfUjbX23F5xKLrgUHBrG9FQwjbq4kBMKWcNhXjHQKM99T9kwArMlRhpAX5jgFVd
1WcK3L/kVNcnIRwzZvNGQa8tZ3jbn7N0n8R+Sjy0/3ssfhrLUx5u23ZTjp5U3sXJZmW655f8tXuZ
PwAgbqDFUZgWXzRQlKV2mmtoWesrJ+mAwuS6O8oO1hYcWTEagCPDn0I/4/6KZXOezVumhZNTWNRi
AAyAntM4APLXVBkYhLZJv2PJSbLPWXGsyveCbCrz1YbYk8ocqfCJ/FtRvgy8UXRHHpIHe+ZtobJP
Gp/1J6sMt1OXuCZ/RpZEld6zovJsHjs1qA6b6nOIZLdpzhS0xhrfEjVCgXLXaWgIRPqiPtZTgkLN
pwV6UqnR3GEMFHUbg8Y02+nlvpByv+x3ubQJ452RT04DgKe1McZN1T0lwykkZ53mkOSlXpb/ohCm
ykDjiKgiAy5uuk/jc656hhoAcMhBA5Cf42wXj4HcIF7NXzOgv8NtbG4t+7XgD6RBRgAy0eNDCi0b
JfGsamuWT1YTZAlxeHfUjX1MH4ziKIHAynyzUfCfjkl1KAiUYJKdWTxmySavv8L+GXWT3H4yu21h
OOa4Scg5x/mROxBEsZ819Naacz8FEPPxGSjZs3e5/ihM5qIk4iAoSoxTZLma8pLHT1LxRcbas9Gc
joClMSimCwRvpbavJc9mP9VCdzX6IY93WXyWOIh1UUhRO+D0rQDbz42Ll7AEX3EwNX8aKDXYRzk8
I43V1S9W8qOvIMRUHjsIGDSQGAbhpj24SRdQza/leie15bGh40ZXzynpHbmwNlbyDrRQkDE/s9fq
TgvVNXCdAbWJ7jUZZSGRWCTTaVjpUTuDcVxlZ+6qoAFtCnPSY402XEe+JyfzpfKxw57QnTeuBG5L
5tFDCmEfWwGEG4Cva9dQpnrRVirMx8fUU93ehdTsuQLvofP2ZBypl+9/onD0VvtrrQEL/YlI0V9Y
Fg6mUYyGWeFS+wsPCn11XzrTGy2dDKGr+2j65gmSj8dxG+1Mj3vxRhoc2YPe7YqDWPAPV58xX0eX
UUJXFw2FdqarzlQkMB16xgbOuAcPw0vu4IbzzGPivNu/bhv+HgVdD1+45jqeWKNsol42UC/KPrnq
15w7LVkb3/z9gv+7Gp9w08lJ1pemjvpV5mR3mksOUZBgnKXXbaB/eKi3rbuWUlooZF2PTbjhsgjM
8o2FOc1eSyfa5UGpgdAB+UfvqzndpRvd7VfC5rVRClFzSirQlM/b2LT3RN+Ewx2RtrcXbOkWvZhJ
tBYKOwX00kZSwUZs0B+yvp3kfMfj2qn7L1ScPDsdvppedUBqnjjQlHBHBbIPrHtIkrUX5l+mvf97
UVG0u/4U205Vbs8leQSDD3YEjbB8F3vJXej9SDaDNz3iVoMUW+7UgeV00N1s3N7b67HzdHtOvm1i
6CNB6A5cyTORsSGCznspGlNZDRFGjRCcRLNhCedam6dV6P639YWhv7S7AO7DhYuionY6pdyAjgcS
b6DjM3KHSz5Rg9uj+b7CghXhTKodmdKhhpWKORYaexCfOUW8ybfhU7Ejbj44BYpXa/S+a2MTTmiO
rgSTlnHvSsVDEz9zPegV9/bI5p+42i/CwIQDiYylVMstBibFsrxLkzJ7UyVixP5QjMXJbOP0j9TG
w0oec2l3gB8dVDMQ+wZuQ9ilSQyYTDelPcqBGxlkdzK6LqqDSt5vD+77k/nv6P6xIzz0Jk2FLgYw
3q6NuM5ThsDY0L36IdkuPVpP+SM/6Kdkp7v1GhLy+7NstgyuJ2AtycziLSwdNSe7t1kCkuIdTt3O
lJ03dCb4ZFPvYh9R2hqn7qpBYSFbWrasamHQOEHzG5nhje3qD+ZnDwLoaG/draYjviUGhBEKjlXS
x7w3IxgsdTDXFG4HNhenQqQW5O6qjO33wv21tb+ZtYvLuM3TohtlWBs85Wxtup9QQa3BsOnO77Np
Y5xrBEZQQf/Cbhq3a/fW4kHEWwBCFJCll8VS/agURa5OWQ9gFSCt3bafs1i6sRZyLR4LAv5nNM5B
L0QsIhiNZXIb04pgq4W+qww9V+lY7vmP8N70IV423WX3NGjWBM+X9w5oO1C6mEM98dJAj1VLDQt2
UVj6qT0AWB+EXvpDfUY/oVue2x8rx3I+dt+czoU94Vjqkpo2UVSAKFYFkqVpHOBPXbapPdnrQZiD
19/KzH7HH8zb58KiEMyabZgamYQRWp8U+k7IUwd5IHXgtYP6FAQFziPIlqRdDJqlP5Cw+OR76bhG
tT+Hrd9GjTZR8GHamGkRA1ilvLYKMjuj9Kgpf6w1EZPlQV4YEFwAkGV9Rhv48mYwgPIuHKjAurFs
PeYt4Kktt4F3QSm/Sp141JCCjpxwQJG7j7aUxxDh0x3VCKEUUp573u8SizhKXz1ZeodUn8TWHhjf
w/x5TS4+V3AgXQLKalmdbzdjZ3zOIryFEURPfPvIwaNp/cyCqffiPdkPrmJ4gzt6T/8aAXP9CbYQ
uBFJG6pUx4yByraUP6X2wWKQeHqD0NrKDlxc/JlncM5y4DEn3Adxp5csruG/JtS68onfDYO8WTlW
i+4DbUeKBY2MmSLkOvYbchPP09kjg6dJB1HdXXsX6AcCOpmPxqHP+h4aBMBIBlVw2/CaXeG9FodV
QlgDuzZTdxqfjqhSu7QY/WiNamt5Fv8Z4eynL26BLh71qaGwZNlvjL1qzL89kvmEiEcUKBdAXgAe
QNAqxCVmzSPa0xJbkuqbGkmP8B7qhn2+gcbwXbYG91gazaU1wQ1mBp+iOoW10X5raTALFt8ezpoB
YUMYJtMHZTZgWE+a8gvSobd/fyl4/MtejtcPgDqmcIIVdSTE6Kre7cwftQ7F5U3NAnSz2HQlSl2M
vy8sWcJBLQZw/5oJLDEid9DOi5BxTuJTRn/RMAmoSgAuTRsv7+y3nuWgK8qbV7lDN4NuFXdhWq/s
+O+IXTgOMLhAkWbW+gSs+3ojjlQrSZfje5I/oCKxvQagohp8qHcAKSEh0sgrr9ilIwZGSPQTgvIb
CBrBfWiMaFZU1r1LQxBNmEdOMnTX+EXt3V7Rb4HOrLamzC8pE6pO0Nm5HleXxaC/KTmUhyGvM3lJ
+YDb+LaJ74ml2QY0WA0dwq8y8E7XNsymlHgn11Cr/xzOMW6pTRcEpdNtgXm2XbRe+aAFHsGgnnlr
MPxl24YFdjTI96qg+762bRnVoDCrSd1kG7fO8JSDqzeCFHyNJKQrIfdh/54MdzrRYJic+rAapS/O
7z/2RRolFBY40QbYR27lAc3lFfoZLW9yi03v7ya3jzzFfVqZ72+ndJ7vC5vCmrKhi1sgbCB6Dx7f
HXOSPXSKC+dH4pY/AWaD+IUPNs03flq7Xb+fkvn1A6FPC+8gE3LWwq7latEiP0uRVWJvZujKbFd2
2wEqiBZ1Cum+axMPnNa5IQMGvrk96m8HRjAtxEK8GZSGEZhWzWE3KH6vGP7QPU6rvNbzSb+6MgRD
wo5qmKqE+QRDEIb6VQXTe7bXduSE7jcd4jsMcdeK0/3OrnFtUdxDcVNrcSrDIvgttc9iO3jxeTzR
x26bOtkJwRKC9vxBDtgLIltzz1dm9nuFTLAv7Kc8hsYgM2A/2kln+4m+prvyFTmmo/U8Uh96lxCq
dctn9W6SVlzH99NztZ9M4cJU0qYfGiVKEESljpG8RTkPGmllfPOC3VhQU3DtVcj6uO4xvAk8pXmL
LJ7KH2sbGZ5GfqUghcjmTFa/JgjyPVchTOt8mV/ENgPGlaC/H8u66Y5yvEWKyWW/R9tB4XEWNxr2
6sEKbI883z4pi5M6gwlBh2bLENC7tsv7OpEnDZMaplBRijdV8RrqK3O6eBoRV+HiQreELbpdtaSd
1M02StvA61m3fyeTcm6kkW+hH7ByOS8O6B9j4vnobJKAlAbGIvJbByE7gCd0DUHwHckzr9aFEeEQ
mBEwkwYaXl1NOoaa1xnH2Oz8HEoVlbqv0SXHf6L8d3ulVmZR3P5RPNmjEsIm4uzcq9L4pHdgzkns
QvLR2tv961jgeojCxsjkMB/MAkBrmTxE4X0JTM1aBLy2VMKej+w4mkzKsFTWD0tzCOqiJl3xl8sH
C0Lp4LpTVJCGzh9xcbB04NO1Xsc4dPskKaCnOxWa0+D2J9sw3ens2ZSoS5F0oEGpn7XUA2pCbdZq
+/OG+OZWLr5iXtyLr4DKFh/NHl8xVDuZOCrkCNTKN5OvaDiD+tbpUV2KoOK+Fm4tbpoLu+a13QgA
LIXXsDvGT6rhqsl24swz2IoXWTwQMAMyMXWWaBRTZPXUxnoewo6kQcxUwzgUo9qGYeFBtH1wojFz
S1nxpJrso2olnTxvE3FuwWQHsjlomBPImVyPsSQxQ+BcYBvREeWd0k/StQzgPE3fTMz98xBZhvqU
qK9VMhD1KCqGl5TWXjPBAyujcjKQT0jr7ujaHf+98QLuBRKb/20OInvXIxrQyFyMKsD/KRQzzN98
UDyK2nj9yCFAV+WVFxVBlvc7BIz/3sdcGhamEujielQpDOcxtLyIsaOsCkw1fOzoqqTnfF1/m1O0
BMzwQDDqiOFh2tYD5Ixgy6oz6qDEAgH4ycn11BsNvNz44M//varJXaKkW2w+b7JWSEaWJ/riG4Q4
sWz7Jk97fINkxuFzZUr9ITNyyYunAu9MmSteL9FpQwdr3HOmVudsqDaNZfVrSJzlydChqaQQA5RJ
gpdSojSDngk+RDZiN2y8rgUY46fUBIkOAAJSYxDWwiQBbjKsecglF4EaGigALXT6gS33erOpo21n
vVFiDtinlQCf8cuGPq7u3t5ZS74e+T4Qx1iQj0O+4NpKLA1EKng1xxn6vjWKbdQiiT7+uG3le6YA
J8eQQeQ1s5iYsugLzJQzxYoRRqkdXOwQWq+5CblIveEo4Lep+hISEsRNFrqh1f8YePFe1+ZDqYW2
q2TkJWw0suKdFl0jmvzQQAnWIUCcBBfcpRIupgqUqAkasUMSPjITWe+pdKW+gS4ye9DazNeHzKdr
KtqLsfpMaKaBjEiBfXFpUePviJTCNL+vjGHDKu1HOiZO1jxOSuMpNPptJXgW2i8det47/tHEuIX6
St3VeoJATXUM++P2Cs0nSjz1WBcgziB5gFBQ8DCjWZdlM8JZsyHeJ91DRsZNqhMnRGm+yLsgTNaY
aZf296VF4dnAOzsdR1AyujyeSocgXKvl9IPpjatLxYr/XNrll7aEXa5IzTSoPWwliKbtnjkmf+X9
SkizdBldGpnvw4tYotJBe6LYMDLCP8Zx6TC6kex9iIf8GpX90mvo0pSwgYq0aaMi4uDabVQgPn07
dUz2GSbUU/HOg/I3mLRXfPKySQ24AbC7g51k/vvF6OKes6QzMDo5LGEpdqtE3Y02CkOGfRcataNn
50SaVnCtf5tOvu1LiDFClnuO3cW0VBq2BupS8E/ahr1p7ujgGXssTsRJ3YPkj264s4+Dh0YVLztx
b3LCZ0jParthz57D9/KXtrLGSzGNiQ5OXTVUAOd1YSOBJFofIwVOGfkiEKRad4yuxmyLmxW8h7YK
EgfET4JjKvJs0qFcBZf8oD0qQbGnfmej0qIG+oYGicd7ByK7t4//0t6dFxUE/iAHBRnM9eoWHLmD
om4QYBjmyO+zseszL4HX1D2W8t6NaaM/1nVhrpF+Lg0WGuI6rIJvHhzI14YrnuGuB3TZzcZzQoIm
h5rPWpS45GkspGItULMD0ir2y8rN0OdM7xO3bb+k6Y5GL8x+Mazg9hQujgTCB1gyBTlh0YNO5jCm
uE5xQCz21Lbda1xFjtVP/m0zi+k7C/forFirgsNR8NSNHYZUHtDSlNonPfKN5NDnQI9uqvZe1v1C
8QkeSsZR6Z5vG14c34VdwV9Hg9JGfTTNPhT52STekfKxyNa0KpbuocvRCRsxpmyiWY9ZjEyNuxUx
f89GtzbTclfluRkw3ipemecr5BTLdnW8lEA/iDtZcG96n5ekbjC6iWXAE1iHzjS8cQK5HaTHckUK
DOPP7flcciXwIP9jURMeE2GTsY7kMlxJQcFwc2e3a/X1xRDn0oSwVfDC00qDwoSF0h9vcbL8iN7T
/o0baGbeqpBXg8Lk7WEt3RMAYyiQIZ55xsWJDHWu11OsY5t0hW/pH31egJCz90jX3DEQYzZadpT7
cfcfWRUnU8P9nnQdrFrDeeLnuL1Xo9dKuq+1LRAapbayW5bOwsUgxYKMTew2kQjM9fFTkR4iooFJ
ecWfLO3ISxvCeStAh2xQFTa0BGU1iDlrkaNKKVQDvLHxp/9Pfu7SnHDwxsxKxlKGOTP6SnNwdA1+
1a6s0ndIi6aCuQT3OLb9TKsjGCEJbcoagYTbjmnKgKPv6AfkdI2fbErswC6U/GkorOQO3NgVqEYr
Kp2zXDZQDklof4zKND006JZbE1hbWE5c56j/gxlbl1EYub6ErNxmvMH7ehZJCKEWBa0mq1vT81w6
jWAP0GQ8qRE+oFP82koFIuOCdEgU9n2pHyWrVO9pph/SAVT8KPBtxk7tPcRwJ5SGRieKi8m9fUiW
hgkqQLQJoTpqAP4mfICJSnqW4jEbWk+Wdl9YW2UVtLSwa41LG4LLIR2fchs5c7cB21uSTL7WFE4/
yZ4ZVn7DpKPamE7UoQNKgaIusd0k6xw5VxwoO2zHPPUGogJH/2kiJ3h79AtRwNWXCefJMiHFXs+J
04r6NnntW5yhPV2rcC14dWxuy9DQcw4JHTHhZnRpjTQCXpVq9SepnqPq5fYoln6fgDZzpghEDCB6
HqPAG94w8fvQAgXdau7iwr9tYXGfgs8AHWP4fP1bSEanMmx0isdFYRzsZjvUvlW4qfmhoU0GvNtD
j5TLSiF9KT+AfNM/NudtdfG6qCLdUDob4iHkyVYcdHM4iqN9AC15BxLZ+LU+2p62kvtdOg2gH4DE
H8gvMJvz3y9Mpga6ALVifq5Jx9TYSHi0rerrLlyGxqWNeU9e2KgUOQSR1zys0lNk5Ii8KTuF7EWG
FrvqtGsh6Hc8Jvwr6h9ACyoIDL9xQ0GsylTqAc+T1u08+WVgTuegDOJakBljR+sso4IvHRpwEK+B
WhZncxbbBTHw/EIU4vi6HuksHIH8gbLXoj0fPq3VHsfZDQtvQQDX/7EhbBIoFWptTvEwkjemw7bU
Vz/CYxvYm8gxHkGVtpIhWh6SAY+NvNWMKrlevKzUWBRNGJKl4Fb42WensVkxATTO0pjwnobyEF4O
ONPXRhro2YwJk2I3lVj5IuN++gFhv+5VszK+bXmofqZ1bu9CFkt3Zh43+zhTMj+Gksw2LORoR+Oq
+dCGUP4q4yLcygqdgljS0ZeDBx3ZFB0Ng4Gq7V42pg7yh2Y+fSQj2tgMOqTYHoMmc0cqLVBujXF7
aliKPVIb3GV1q57q0ZTOVQlAoiNb47QplZJ+qbGSnoys5Q8hr4ejFrPmPpWqFlmpiNtAMmT2ELAW
BF1UVn9YU9LGPnoJQ9VRcc0+ty1juBU6dqebFTh9mc7iyeUEKBCwMpi15UzFWL82RqJtMHH9I64U
ulP0UvHRYRZNTtta2jbi4JNDaaqsjoyQ+cvQftdZtu6pZZvnYBGKYvS3FX1QGnoVyHlvo+MccOwt
SgX9zggzRl15isgLTSdr3xsQ3UTrYE6Yj47ukaPjTdaOKkf3He3tIXZ4LdeQrcYkBn2GVky9mqSP
QQF+ddu10O9o0bRjB7HRsU022cZ71kTAHMiy9BzjivucQis817zXfEmJSAupKY2kDmvMUfNISrXO
B45aeSMTZNEHOhiHNGuVL7TWqr+1gsn3vZnGaCpTGN6UoZqlnpQX6VuWGGjbp3aR/spDfdjHRMpe
Y6XrdkWugE6pH7MT/vcWvXpW7japSU6hNCoowJJoZw1qfFKZXnpVMUFatERZ6M0uVeOhz6kdO3Zb
EUgTa1baB2FGabppeaTuCrAVP6BXoAzQZ2Kju4aQcS/1ef9pdpHsm1KFopIlFXTTK5oMKA3T03vQ
k9d3aVjG6Jq15zDHHugTTbL8scgno/BiHvFdW5TlB9WMCEV2peq/tC6WKidVxknfq1HavMeJKQUx
Wkv2YSuT57zlJNxpfcK2baJOD0pPcjRCjrorhZL5oJtluEMXrY7SvYYavl+2Zag4Ro7iiavFydht
0roeHlLejRBgTO3w2OtStjVCqd2GjEsgEh/K4kcOoM4zwbxEThlV0hNV9Dr3crNLn4tYG55U2iif
Nrdjl6Y2qLJjHufPOenKLz1F5tFRc0DInSiJyreiT+2H0AbtkZNzQjatpGUHqx8A0Gi7IUiLun9W
y1GtHCpVxZ+h6wdfAeLhWTUYtLdTC0VlJ1OLgftoEY6eSBLGx4zpEWSB8X59VkdVCoqwJZEjF3IK
9ttw6F9JRcHlnWaV7eS9YRx68IfdUdLgABeyPuAUgXMrynh36PtE/gAhNXQik1LDp+tWmHljV5h3
WYXEl6Ngl+3KkElwHUaVjBsGnae9VknJ/RhPLeQVtKjclWi8CnK9QV5dnyDoVjf6cJQQe/0CDrd/
4eBm2WVWagPQhmIB+k4jP6djGXm8KqovaoXRHbxh60lVNv4wMxXsrBqR8ITMhwjtShzwtGkc6YF1
DK87ezTCDUDV2dMAdx3Ica3OXQ8a3RU2LwOLWMlJ40X8KIVjtDUiouM4JBwHyYgan5J8QEPt1AXF
ZCQf6BiVHG2MWj8bE3Pby2YHikWqd15VjZDAkxS1LgMTFIyBNpqgldTK3mdxrvlFl+j9hhtGZbtW
pulQ8CBKbTt9wcrGU4EpjZC3qABf0TmUOZxOI7nfmqwhrknNxDeUJAX7CEEqNa8HaYIL06vRnWpt
4mAbq5M/kZFDrXQoyua1LOzQH0nFP0wtbLZdlCbBqKX1B6FSsy1BZe1WUtv4lVlxUOxg0qNcmt40
pZX/9FpiOaaZFA+AiZlH2qBJ1rSsaadgI760mQRE2u2QcjH0nhNjMu5vvLPE4ECX63CscZNmtl+W
aLlOnbH0LLC63bazdGPrUHLHMwtgazix68u0V2O8LRNEriTcq9JvKH1Y6UoafM3EHJ9fRHSyPqLz
a4CJ1nqyO+a0lSePK1XHNRvz3y9sFEnVgbMFkalV/CkTPynOA3+8PVPLK/LPTH0LTK0WlxGGweEq
Sv3NKj5DYFertfTu0nPlckWElWeKGlFDh5283evkJe7+fSLGuPx9ISSEIl9vhxqmqsz8MkrdWn9V
rNfbc7W2HEIcGCcq6VKOMTT1Pm7fKvspCR9um1iZpr9PsosVt8PcNJQKJlTtPUpL7Kp/y+aGhwHk
VnUT+Q38m1hTGOU2GWXQ4riZsmcDhA2YI4drj7il+PzSiLAYHUl7U25gxHjIvso7ejdtJdfw2qDv
0FnHv+Tt7VlbfDVeGhRWJkkBWZ3JftCZpeBuu5+2990B0Kt7snmxPfm49shZCtbB3jl3zkKnBgSx
1wdTtiS1tBv4sTED3qO/t6SHVj9R6wx08u2hfe8Ynl9yF+8CIVtBtHSo+gTvAt0BhDWo3pvdufep
5Rqb+N7wTKgqOP17szcce8P/5C6uiBdNcbY9Eiv+7W9ZQmNcfYsw7IhJY0KsMHY78jixQAYcRDE/
VPtt7rnD0CWIEY+B1v0XZ1+2IzfONPtEAkRRG2+11NbV1Xu77RvBdk9L1L5vT39Cg/N/rmIJRXgG
M1cDdBapZDKZGRmxuW137VAAosyAfEd36OoxC675qCALYlBpttWYOWldS3Z59Xl+ZkEI5mFXaiFb
4IKsm36U5BM8YA5TA8ek6Hjx3yAUfdRbmW77an0F+luQ+wAiwiBiy6uJG9qQ+N9Pq4F70zFQeNhB
LgdiKA/81+09lBoTzmTVWHE3KjCW2Kit8b3RbzocftvY8Gg38m+B/hlXXxKji3OKD/XzFQrnsqhj
FP8zGIUkEN3Vn9kBZWVX/616mGDe5m8Sc8sars3hsWGArxl9PuGS0dWqCgNlAZc81Ufqpftf3A3v
W8fKHO5qj8Gm2aMJYZ/CB1m3as2BgMv6n2Vhd1k9R2GwuGidbsp9+hUe1d/1eyxlBPpX8PPWEoUd
zVnCgzqCIbD6gvLrfTNvuQM6f0d3zM/s3niOfuG5d8IIs3mq32zJOVmtUgDBA5Yz0A4DzCdUKRo8
6jS9xAe9L57bB/tRL0FqVSHNcjGz7cY/isfpDo9q5mXf/su3PbMsxEGDRQWLFldqP2zDeUBaTLam
Ry2n+G1HzrSpHe41d/xXvO1z8LFIrK868pl1IfJxhSo5EufYrTAJ74S7B2I56fvgYRB1yzeyOZS1
6wUAC+jUIoddcBaX1wtvohSjnvjIRXDi3BnMTVtuh+Y+kLWW1jKac0NC3OunemL9AvBV6teu/qDh
vlMlLrMWvM9NLD/hLKOJK7grX0LrbO3HDMAFQv9DSoM2O/pJlDLIyQtHomCo2mkLTpENd8OEISWf
GZIS8ZIFi6furJkhAuRJkzUq6dEyUGb7ONjpoeWJRwru0lgmAL327c9TC+GTVHiGRnm0pBbqVsfo
b207uvk0J9uCeRKnXto8V6syQPAF2AUUOkSd9TjNDLPPYCp4ih8s4uP+6Q9QJ9F8+hk83za25mkL
T/H/tyUmthopgyoHGbrbE8/WT7O+6Yf/kjtbFFV8NBAWfqJLT6tHU0tJADAd9BAMBppOmVLGqhf8
MSByLaZ5W5h2tLR0+rd82JjRXRFsTSpJZld3ChBmjBLqBP8JB8ZSeV413dIqsLZDuFGqxMEQ9u2v
sbYSELJguhUoBxC5CwGmKGcbk7SAjkRR7mTAEpmTk0LDL/Zv21nDqJjnhgRvVpW41rN2MdS05REF
4eSQoyDpW23TPFo1ps7qHoItvYlhQ5U0njkbm9Tk1O10Lsu31k4WmnF49QCBCrE54e5KWzoXs4ZH
gpVsVA2DWNFzqN61mLwbiQStthb0zk0Jl1VeahWSBZhahnY4fRoiGZRp3YIJMD0SHZOIqQ5N08yK
lzZL22zL4kR7yWFa9RA0qP/v74sJTQ7JmHrE36/yz7iLvTBHpZNZPuWlJAytDcz9y2oBgkMVIBVx
oguOCMgGuJpduzc9DO4gG1U2Rpg5JerNoGUG1tpytJD7YVIcMZR0mlC3n5sOVW0wRGB+ns6qwwe2
68ipCxiK1pK9WAKHGCcX2o3/+4GCE7d90c3dshed8s02HyPzkEV+BCqu9lCBJlAGsFzd+jNzQgBA
vwDJDkd3KwHeo+EtGCYnVyt2IYq7t4/nWqg5X9jyS87u5pzFhpJOWFiMiQX61ionVZVEgFU/taEB
hXQc7VXRTwclX+ShgCeMtWOUEPTcpeCm9f36Y0Jw1cksdDQwsF/guK7cKHO7U74JfdB5e+ZDt1e8
/Iu/di9SOlDZ0oT7pp+tCByGsIsJNn5qHzXFQePF+VSPmqdgULgEydft77Uawf5spsiHwfOUFUBn
AvHHVTdtXhtrk6cfaXNUMtl02bUpamgYFDJBb2jgwwlOGMw99LR0C2kIARl6kKieMo8HmxfHUWk/
cy5LeVfep4tBG1N7OiboIYN56YuTFVljaNu4XBWQeOkNuGZod2QQNbLmyasrhvQuw204bGs9kRWs
lj9+ecJhHEhNKIvTBVIhGB/nBGJKs4LpLwBs60HdKSrbWGrhAhexgczS2wwSEl7WDjowfRlKmr/X
jgTrTCfLL7Do1WxJDg2iOQsYJuDCXwNUBDV0hW47zvURwUj/MmAAiiTUq8TmctqHIwgRAoTYwNej
fUXuRrQc8o/bVla/4bkZ4dpjZqeoClpArvoOWsTwjf5CE8nTzHsdBJjb28auY9flkoQUZswjAnAK
bPWg3hxxy1YPzJYErxWY2mJkeYZZJjJkKpyCpp75XDdh6ubGuEnSrnTCkBHXasm0bVkCCDrQxF5a
AG8/xu14gjIxkhkyGIcm6576dp5kv2jZQsFTMYpFQD8F9DnGsoRfNMcD+uMAzbkTGgLAf6CRT5yg
6++synQDDSywrDxZNt1ORnAfWeFTVEkq7WuRAf4K3jQ0cAzgnC8PKuUB6LXKGPhD7Su1LCezT4Gq
PHZs2BbF6N3+yislR3wB6OGqFjhfoLkqWuubtIkNhIWSBBjLzAAAQqvQj6qi+t5zMwYti/rQhrN1
Aqr8PrYVC7NhieSA/vudhV1HcwG4QEoQn4g4ChcYdjT2AdoKY2lC5s3uMwjMhmamvyoML8A2AZGt
w8Ykj+7qqsIh43ECSBZBqru3rLh+HWmCYmmrWPpPuw+pB9AoWIAqPUsOajXlkZ/M+EtO05rNa8E4
8cqgXPqleTv54Wxmb5rZgrCgLcir2urKV5U31ZbFivZuBKDMTdsp8+JIB7cP17N3pQuCyAnRWX3s
wnr8a30QaE8TPBqwE2CRBD7h0gNUbqn9RFA16LXZU4bAGccfwcwlMWvx5Ms9v7SyRM2z5CRgeWaU
KaxwUJ/GLx2GdRIZ3vM6LsIGrh0UYKEgjHrLpY2yzopgBg8gSPKcfIbcA5gvOuJEkebe9uPrQ3Np
SMhREpa3AbFgaASptK78Dqt7UDLPtVPJiuXXySqeAxhLwaDMwvojZtMKhugYhrZTlw++kT/03Gut
l7444agkYMHJJC3K5YdffiXEAQKGcEvFCIIpDs8l4zK70uepa2vhU6ZZj7nxu+1LLyE1YG10Mxaf
t3dyNSIstceFnxI8MWLVPO5NfeisAhwtk8/sJyjW5d233HqN+p8de+Kap+O+kTIcXnsj1glPgbgT
BJKvKAaHVJsMDC+m4IABEpIsw77Jg1nrku1cXx2mAReOK3QFxPnIuG27etCxugIk2kn2q5kcFtyB
0DQcXVv3NevQZ41TykDf116D5YE0CUqtDERGYoHL1lsrMLMKpD/t29y9jOUhjPHWchLlTa13hEsu
75W6ADVQokELcsGvmuKzoAPzTKaFderq7Rty1xGUUIkHhcc2caz4g6ZuCKvmyZaxo6ylWud2hXMY
ayjiDjbWCVXhLbfG3TDJOH6vjzqWpunANxAT508c/6nbodVSYLLcMN6Vzb4adlOVuYYJFO381yHy
0pSQbyVFaFp2AVN2iGn30NzZRuqoWbq5feRkKxLifRhP1VxHMBMQ3SnHxzH5AGm9G0yfEYA+t22t
xRNw42EOmSGg6GJ+Y3QRaaCkipuWIpV5ZjFzmPFUBy+dWrtmLkkvrkW1dXAvIZKAnIACqi0GE1Ip
fVXTJcGLnBmCQqx8gcx0GPtK9dQE78zeKvp9F/6cCjA27mjy1ZSnyIIKb7y1+zsVAsAKiM/Ll3Te
5abHc1nJcW3rz3+f4K9m1dDECJF4AE0bq06PPof1RJtfLZekOCuNJewEZttRDsTYFSDrl1chre2G
RAZ2ol5kD/g2nR7Tf3FuTps8VebkRYQ6SZv7aYHInv4oKaqfblr9NughGd9zG+goqECaT6OUXW7x
L/GOOf9pgpt3WkmNcdmEKrsDeAGb72NOsI49yl7jbGPGXp/sCnA+hJmXy7il1wK/ieYCILnItzEa
f7kvVRVHgd0nqTsD9V5g1B8SdYOMBWQt/J4bWfKUs1wngXJWDlYH3C7ke9s6Rru1sg2NXgcDaggP
moz56zrtwbc+W9PidWfmqmoyQj7BnGnErm06Oj2NFJA92bNzzXsB8gKdj4nsCgM1l3a6SYHLFYi2
NOkhELqv5+cIzxad/ExTyUleiRu4LjFEv3SCMN8pfCYrAOyP6zAFVRQzhOiyhTZd8RBinoS6gAXd
jlIr3+vCmvC9hlgLU2WENUw/zhXmWkDlziO0YDUn038AEji0oSQwrvjhhUnhm8WGruVGD5NaTX21
7byhuFdljrHywS6MCOFmHmKwhdYwEg6ZA2Vc5MHYVlCqe30lyXS01S+2UE2gKIFBY5EzMctjPdWn
ZQ/TFz7uB5TQwAwJpkYj9PX8lcdQHuk/m/wTwn0BaMtoDWFg06HqBhJwnO/bcFMHqUc6vx40d0w7
TBNtkFEkYOOIHgb295cg5mD+/FxhaxAfu1zj+Ps1+susDqHxubWqX4Ni+5YsxZVtzeJ+Z+eztoeO
zUuWElS/CsNrlG+cbihrnSTaq5Nf801Jj4z4WvHYohg9gc9Ne2bGR5pB2VR2Ba0VQc5WDrmAy18D
MoZgUFX8GoZtBvAgBK+VaySq0/TQuQmdYPjo6nFrGI85tJuhCnP7rK0EK5jHkLOJxyaSRmEzgLOl
zbikpkH1OLJXDaJjWnEYZXrfq+frj5l/uxRne67MgcIaDjN588HrwQvLXQ6lmdtrWYsb59UbIW6U
I0imexvVG2rv++kfs38FNepkHarwV2FvuJRyeKWuCXYIPAZBirRM9QuZW8/maByIgbcSmIWhDZ/y
N6vw0+Aw6rMzsm8UJZUWKY5kmSs8njjTNiYMUTDRwG4iRuNMmeqgMFNolzTv3c/Mp7+oF31CmB4S
a3uQ5ISfkVN8a+/tOxlv9cp3hGkLz9Hl/QQR5UtvTeq2CtBYxEUw72zby9ptP/p//RUtArjWvyOc
zBb75mVmlZABwwSuWXG3tTemuo2oY6umY3APsSgu/hp+QM8Nis1zUwNavBwDuA2I7VOMTsx8P3fH
mErq4Gt7d7awfx+nZ2egV8PQ1jOg8W1QrtkWikmj08jOgMyIdvmBrLIz8hyR240G5PaBS8EJLEO5
rtxjFuo6kK5ASQKeIFyWianMGU3gfyBWPDZFh7G7+K4duF9k4JLrY8m+rcTrC3PC3cAVPCEUFT6X
ap9JhW4QpBZSxQcVmY29lLV+ZdaEgFgbHaiVcljTTK+Of8bgf9fr3QjVO+0p6b5u+/rKNY3KFcoe
4DbGaxZPJeFzGSmrWpB6u3flEdiqDWZdttOh3mMYdA/G+jfu6g/hMXfik/Kjdgq/3MZHDwHHaXyZ
2OW151z+FGGbVTUw884CCMtqKjw2wCDQO3khueevrxsYwZgfCoKg+kIb9nK9xpyhEzQuGMImdfTO
qzDhklnPlrK/vbHXVwHsUPS70fQyQTsl7Gs8h4Vactgh5CtBXx0TodU3DfP2PUDT1uBGhuSFR5eD
dfmMurQobB/e1aCGDWCRPvwAcumj8V/AN7zt/NffzJk/+PPvrPG527iYZihbjIvyY+mkh+Il3Mw+
9VHa28oaLNfn9PInCa6cqkNBQJKEzQ78Ot/17NC03zG6J52/XWlNnVsCcvvys4L3tBzyxY1n3aQo
8gYB31htAM1lGscbzoBMK6FH+6lHZvgcETvamh1LXm9/8xWuy8tfITiXOpFwGBZuXigV4dXgRy7z
21+p6jxOHubuPI5jc6fsLMnjaHWbQeizjPvjMSbOogc1g9KpiupzW903AHKk2pNtfR8Nr6olkXDV
q88sCQlOZsRqnS917mSAsFbjKpWJYUqQ82JQc/jW60+6jLlz9byeWRTOka0H+kQoLAIuVQz+rFlo
RzwE5X/oROHb/el6iHwm+hjlIPaBIdVyuekapHF6aCSiFlB3X4H+rPLXkZ2ITHR3/dv9abYIjguK
nzg0QcPoUuLFEB4Fl4nJIH3oqzKOw9Xw+meBYhOchLXZZAUsKbpvpPfD/EimD8kBWH7tVQw6syFc
/kRRSqtb4MsNyP9J4WcoZrczJAkC7hj9Wx87yrTvZfT8KyszCdweJDt0qW8JPhJHNOzthCO3j48W
eUyNj+zvMw5UD89MCMEVBKdmPEyoUSX5Y6s91v1bVbjz9KB1kjC+UrK8tCTEzLGyiYoWIR6iH8lP
3a1zyPP07yG04sIjPTmQk9Cd6OcBOc9Dc6Cx8/Wl/pCxhP3LtiZ8RxRL0QDEPambmtgYn2y810ao
j+H2cmjnYED7gMHz1Enei216l0cudHi/xmYj02lZOQ0XdoX4UnUoUlo97EL6I1VfoEFtQ9IKAT2e
dn/vqhemBKfRe7SCSkjCu3b61SofJvin3KKEGFF3T6p3Et9D60HyblqJZRcmBSdKFV3PITuPlzbI
z8jHrG5rdsxlvZ7lr9z6doIDQUK5mScbC2Pkc+p/Yp42YM9V9JzyXaBJqjyrKwJNrgb+0qWGKjxA
1W5oIswSo8+DQkGPrhxvMBx9pDJG3tUTfmZHv7zek6HXaNLCTjg/aIYXlK+9LFdZ/oS4bXD4hf4V
KzHEhC1v7ajQAqBFA61wCvVLqmK4bgATTvaiYnYFx6Y2qgPWnGINhILNTXuZDRmh96oJKA8tnSkA
u0SQVRIRY8Cilyj1WZTPJvghb5+ate+NMYn/GRDie9QSbZzzLHWN7ElFM11LHqz0OZLJOqx97nMz
glvVcdXjpsI6omY/5+9W5cSB5PyvRZpzE4JHRWETRmOCldjFu8K/M3CYYYQ/ATlrKiNAXf0qC1kQ
2C0BSxbJsOxEH0ijor9m8KPelm6TVZLPIrMgLCZBslIUS1cZk6sUdaBSNiCx+kHOlrD8/7PKQd2W
qOExwAAUcCrqr3Qa3VhGq7pqwwZBpI6qjoZjeGkjDOa8Ska04IvxQVE8uzjS7Ou2+66kryb6PP8z
sbj32TLSGqQyegkT5XQCVUMHsiHgucr7SgEFSwWqByb5MGuxWAN9I6hlIDpnifco0A2YY6CoOkbT
pjIbTwOXSQotd/OI+FwNscTcqlOfmRPW1wJYbA1LKdeujwPZcevdot5U70oZonL9W/1Zl3B5Dr1d
9XyGoW78YUK2j/8wZLRNq2tBEwuiAfrSKRauMbtiGVMtFORp+TqUbzza6yGgeC9xLMm4JIZEtjRw
kHdZViHwq9Ouz16Rtaal2wOXZf41pQBSqT8rEgk9Q80GsBCAN9eMvilp4dQ1B0GZxAVWIzRjkLpb
ZAAAJr50cbXU0pj3i4tTRweLRG17avceyCZqVyPOmRnB00gbxyQKYUZTnxTlo1K82yd17UG/cEDh
E9vL5Pe/XYuzo1rEZpwHC1CgmjHxr0R3dpx4lGs7Eg136nAa8xxYEi2vnJw1kvGOlZYIqgQGxMXA
z7HINwnuHYMdyLLbGaHoRO6yLUq+nqo4aNxu6egEPpBko8TkypTEpUkhN0Sk6Kq4gUltm+/582u+
DxuHfGMQxSq/UD3YRifyRH5QV/FqxVE+b2/3mtdQpD2gbATsFA+4S69pacag/oHDNtoPRZI6Rrwb
FGC+9rfNrIUN4DCW/AGVWVCQX5qJWqgMNDZOQEG2WvBPPz1Mlqz+vAKxwk7+MSKOcYFKpqsyC0Y6
IPQLMGXb9wFI7awtM1yCfm7+HLNtI+MLWTsQ51aF0k84UTRtF6tNfsdBhVjq327v3eonsnAQcLZV
BvzM5d7VWj+Xc4kD0Y6K2bm6FTdbOgUaWE+txASZeqeyTHIKl78p5sQUyEm03QFSv6LxHOkMWRcT
NsHLn0+Obg9x7zSlUrmgs7G3xqBpXgmez3ulDVDbmyDPe3vRqw7zZ9Ei3SsayE1iL4uuip+ZBb6h
7123uW1iPdKc2RC+XDX0QVXOsEHMPYjdnaE2AD55TNvHGSXiJvCg76Nq/m2ra5cORWQDzBskNmiR
X37NNFVs2qUwqiOVSqlf4dAFYHdX0nctl6S6q56zdAhR4UeVX1QhUDPa9Yx1aJnV3Jvj3Ad1UOVg
Bhl5omFJ7p/VL3ZmbPkxZ3F7LvI0GKset2n5CMqzdnhLZOyHq3vHlilQ4BnRuhBOghJGVgrVEHyw
Kt9WieJY9k88rF3DLNBBNyQLWj0Df6yJQzmVWbXAwGBBE9dfIvv7XH+EbH4CXe2dmtvIFTAlAEKO
2+5xfQPh+lbBrAz+WGDXwM55uY1FrHUpspLCzafNqD8MhtMzAMrn3u0TR+3uEcs6+8sGjw+U/zyQ
5kl+wNVnXOzbSCCW9i6B5OWlfZBhU8hj9IDFaYeB/9arpyiU3DnXINELG1c1+8kyAsOsYaNh+pOm
dU7W6e6o/gap9BGw+x3l+Q9I6n6PO8XROrIvk9a9vc1X6bnwC4SjT8DiZqY2fsECsmSANjTNqYza
O7MdPQPZ+cSlE7PLTXoRUmESCp/QwUJcvR54qNJlUoDoBchUAPzfKsZQf3RzGDSOOg3tc2T05VOl
Kka20Yyya5zAsMLwSEI92Vll0dNNl+rqIWY2xEtub8bVDYZftmRcKOYswFZx8MMc+2IsKOjXjdjY
YhB+U4I+7z+YMDGEhWGNFfRnb4K0z8KV7w5geqw0G5PWMgnVq2C3rMIilolq0ZL/CpmM2k0Vm9GC
dsss20H5zlHGY801h0WBJISvWdIJRh4BS8Pj92q/ijhNNNTuAUkDi8wQegU7GMVTKLsqVu0s2jUw
AdEGsTBlp7beAIuB75Kpd0T9DRaUXTOqkBE3FMmSVo8ksm0kUAt/G/Lfy2OvKbTUIzDGAQ17Coa3
EeR2arQjGLrPigeleDO7u844ZP1bZEowEGtH8dyykP/2uVbzqE4LvMLureqe5HuNKK5BT1b0RmbJ
jXidI8JLDGDw8bygGH40hYMf61GYTWpRuCUABHqhPU/9K+tLPwyLTRm3TkuHe1WFpqZiHxoSfL99
DNbWCmousLItDXfwV1zuMu9ao6tGUNWgb/w+QQheK+iGxbYb1eoHnPWuDXXJ4V5fsY3qpoaJYBRB
hHOhjBONghArHhPjddTUA+hBvZFgcjcxw6NJBmdK2EEtqWsEn5luyjxrLbqY2GugNdCmhBTl5Zpp
EBGrb3FaiuZol07b7O2hcSsbrM/Dzma+zbYs2IBvNYvd0cAsi+yTX7Wm8MkBAV9Q4HgVQ0ju8gfU
jAdNpyIwDPGeZGBhMjCGqnxFiA2mskunvR7cjzIihrUvzbDZGEAC5BrZ3qXRmddhFS0XDAb+4mPS
1pkzQgvrHrWNl7njJ6ie/ewT1kooU9ZCBsOQgo7HMyrzIkiK0DpPudYWrl6hCtBB1tGcHvg4OKAN
lnQArpIxZAeITZhrxTOZgU7gcoVBqdeqVWCUtjd+s6bbYnwRctyNA/q0vYUm+O2Tc52sL+bQkGIw
ZVnod1+a66AT1CXLdAJSn5dR1x1by9xCTXxiV6DQeeyZ6vZdsAmJrLa2sqcXloVPqRRmXA0KLDfB
4wCOtDavka2HG4yIyM7qcv6FHAGmcHnpkA2Duwp7qoAHl7AM8aGd6UHnsYOb/xgpoUfL2k8yHRMJ
0aawn2dQlMyDuW1U2ST66mIXaPcyqLGMa19ucz7zCqM0WOys/GiN+0bBTFL73MS5JCFYOR9Ajpuo
8AGMQyD9dGmns7OgwZlEmku6Q233PkI1YHfkt5K3OyUb93hMbCUutOqxgC7iTYuxwCu6OR2krLkN
VmU3AUtasePGgYTbelE49HN7F81eZn0zlGPONlr8puDZ2w47w3roZCWu1bXbDA9r3N54BwoRsaNs
jJQJvyOOvCzZ6vTVMu7tOnCT6I6lxub2sle/6B9rYlWkH6eKxxXifw5lxVb9VjWRN46Y95GFvLXt
1aBjjI3FkBSqaJefNMAk3dB1cwEq29YtFe7GrHvOSQnxlOR5ZPXT7XWtpSx4CoJ8H/U6TL+Lcb1R
R5XrOimABZyckIDIutkknero5X2euXHpB/w5yN+5zaGA/nrb+MqldmFbuMiTfiBqDZpmTAKH7gyK
ZhK1EnddToAYC/BkZ1DsgscC8nq5nX1TlpEdLMIMQKLbceca6oQskO9vr+SaYnMRscDlrGJEyLaZ
CHo1Ot3odQgDuk3Nii0PI3DI6xlmPu2Qeb0xplsMg93HlgnjALM1E6CqUTghMQyNNwWXzR5MgJMk
Eq74Ej6siv8AS0e0F8IQ0NR6Nll4LBVJ05kuHkHB0Y6SOfeYliK3t2qa3BlKEMtIa5azJ+w6Og5I
0SBpq4JNaEkmzqoYJk/MrkB5YdEQ0eoT5Dk9DQSY0FUBN/fPrPHaXvYBVoL+hUnhQ/MuZ0M/wqRl
j15VvrFadVWoUuqg3MZwBIYeWjBZY1LKSTV1mzLmDoEmgXddT4ktXrD8C+URFaT1QjzOJiRpcYfD
VFMQf6cohiWhUxmfPW3vdDVzoVqzofpPxk3Ujuqt3tVAiOQ7nj1C6HiXGK0TcOhZmvwusM1ttFCm
lNIC79qpA4WatdDOLYxjglf0TReHE8Opy3sb2dyhSz7iwEGnK2jCt1gv9zr/IA2g7+bwCgb9TRzX
Tq3KRr7XDiaO4zJMi0oNCCkvXQQHACPyMxIfThWQqulk3NVGlru0qSVPo3VLeGfawDvjDSh4BgEc
Nu2WkkGsazubRLumT30ztSSRZu2GsDD6vADfGV4mwn00qlSJjTorXTtCZbDZ8eSTF8VGz2Q53Iqn
owmLVyaYdfH6EXcun7gRt3FVugWUCDQ/4mq2MdS6ReKmACNmT9Y30hGyyzCJeWyshhwhGUHu9Lzs
3YqwUHKDrKwbT12CeQL0M/HPEoTOzjreYn0dz3UO1p3pg6foySn1fauoe7uRDcytpq8YYlt4sABX
A8XHpa1CKYG1CtCYaGqn58eg+OyUL631Lf3D0LYoZ6I5fDuwXzeWcKTPTS7LP1sej7uitxKYnFzi
1d9QEHn+lVQO3rZOd4dRUOfxEP0Dfg/X8jJJOFnZ2QvTws5OUVk3LO5LN86/V2A00lKnnh4GKpOi
W7kmLuwsmdbZEoMsUIumgx0oiIJCSHETNrrK2EBoAtIhSiTZ0rXE7XxHhYMyUMxN8AE7mrYfcz06
c/ky8GdV8YoAyCHZYBrmGvDzhcsINQokGhimX3iEhXg3x1ls5RSpGyprVudm9QgR7KZCI81HZDAP
datV1A+ZxTZT1tbvallrj4rBJnporQxo76Ek48ZMQCfndKi/QdEAqgpP2lQA6kpnSsF+rNFqCwS1
bu14kIw/EzIWwMBOIfWjOUS0D+0wuWtAij14Wh3pILYw+wKCt4ZSH1IVHRK+nE6aa4HiZp1KPlmr
NjutGZLJUzOmcK+P4txyG0hCnwyliiH8ROzykYa6+lppJP0w1MxWIbtgz3g8Nmqoujon0JKJijbe
d9lA8RyaGGg5rajGb7C7U28F1HBSVQl/khq8dSim1y+0ooAmowU4+F0MfTH0OhHS9EX21GuzMDI3
RlRph3AowDTdlkuHOWsGI9o2mZLtS4SX2dFJqntA0ak7VmkAALdpp0HloRzRoInHvEIEVqf+MCQR
69wqjO1P8FejQdBZ7CsJS7LPKONbFJ8mj6UB+OSghwpujnbqsW8FNtkJm3iKvcrqOhAjtGbgdqqe
/VOVU3dvzqxoXJLEQbfhQRd1wAnExlfGgvYn4e1ku0nY1L+BlMxfCl7MgWNUk+21tsK+UgPb+2wV
VniqyYjx0XBKC+oMII6BcmLlQ7883uNOw9U5YPa9zwPwJEZlu8/aLj7Mw5DvUT/V9lBStX9WYwlO
Fi2PsmJTN/AwpR5pfjCMiWb3uVHYvqb0PPTqtMvvaNEH96pWKjXE3YgVQlNWVe6zDr7rTIVWfGj1
FIBoDIrUwLROc1V5A5RPi6dyjKM7s56o7qILV0GAfqxAiWn1RWP4YxKFmzgampNizORFr0c+O1XV
z5mj0UIjj6XR56XfDaQL0YOs6XEctManeFv96tkECh3TzEGsDs/IJC/X1XcHauUMQsmI5lc8JXXd
wnuyEreyujAzbaPqXhu+J/xE0RCKd7T4qmdvokfTltFCrJnGYxmlQ8gcLUyoQlwt+pZVTYIEqOXG
sen7kxF+JhpU1pNyq8HcNEDkRBvuKsz2NgCaQP5sc/tWWQmBINbBtAGgn2AIEttTuaLOWYQUGZSJ
kJBxt8axG3ScShVM4LnE1kp0X8hrIWZgaOo1IRVRUqMhrYLKZeeY5qnMTGhW7abgNaBc8lHXloWa
mYrOzNKcFYtZ5TQgbFZh6QaNjipppRcHoo4d9JvmysgcRJHOm0OS5M7cmYOMrnHlurxIRIRrLFUA
clVMJCLVWO3syvAUbHCLkdyQSiBPK+vUF+QZKvwYzGZimk/HidX2IioY97kfgIfJ05TiRRkHP7Yy
38Zs2zjKhhxXsvYLm8vqzy5pK4S0fR/DZtoNTl5TJOwvt51yJU8GZRkycjwL0FYXEWMBNMn0ZmrQ
+jHA35MDrQ6pr8CW8KOt7t0fK+LTMI/irp+HLnfnjuFSVd55wk48hzqClW6sUN/2obL964VBpBG4
RRw2/bqB39Kp4fMAt9TB59CoHRKNYJ9y8vfpGvikGGilUAnA7JqQnLboQNiQ50K6RiAoZOxAOIaM
6hXDareXs/bKxGQcnk04YkjcxOgxmWNJy5CXECEfho9qTKCSZE5zbrhtn0JkAiNU+BURlLtmxxz0
wHQmJCE/gr7rKycNw+SYh8S6i5qe7SA7E/lBUIZ3ER8Un+hpj1plYyaBl7RD8Timpl05Wr3osd5e
xlqN4MzdxMJT0ZbEnBOwBQDOZ0L5LPjSxj1v/Dl9jLIXs//ntrnV6HDmd0uWeHZ+4pZrGPGCuSi4
t8cdAMtz/a7Lhk9XT+mZFXppBerpSkYX764tlNOGGFWeJJLNIa89g+BnqK0stJgIQMuvOFsL9JRy
Q+3q0i1BTN1C6i9KQTwz/4ho7pDox5C5WuplOpEk7isB4sKs4OBJk2daHcNsZwx+mQHGPG3TTmJk
bQdVcDZDYhhaJrgbL9fWprSZehWv2x6NvZBGD0komxGSmRBCKSlq3JUhTGTQBXSmIHrSWv73RQeU
HQm66CBrWlp2l8uoKxWYF5B6u7ZaPueN8jMM0k0WlJLH99ohOjcjeHXH0xqieTCzIFbTh6LNkEHc
gxUqZT7tv2WmJJSuJBNYFpYEktSFIkf4OlmFdktmoIzXTpFXFO1DPFt+O+oHrQ3Anjdtbh/aVXM2
/ib4RRc4gmAuns3K7AhepgHaU2ROfaMyPa2s0WCO7kvZzPHa1QTQzv+sCX5R9eOoxBOs1crDPDSO
pn02yX1rbCK0tHNZGP9/pH3XjuS4tuwXCZBE2VeZNJVZWd50vwjtivLef/0NFe7pUjJ5kpg+gz2Y
DTTQkYsiFxeXieB9OsVAjxBaEiBqyu4QLYnUORygWVcbfzTTt00oBn+k8bM9BF7V/YYkvfPfFxPC
VgaS4YvwMjvAqJERhUYKDugIylZ6EYAnIdVGp0tidwrNye2M7ud1xOXzMC9vpPfwOoNg+hLpM58v
C8fCLswSReuCOspo3FGqb1W8+/7BMjx8Fo4+hC5QmTk/bNY0mRHOWg5yEr+fD01Qg23UD2s8e0Sd
Zbwducpss0ESCZD6nVMEmWb9XsiyU0QvEwQvy2A3iQpcl6knDY0kq9Y51ofkVqWlMxr15js5dOlj
jvwdorKT7c+nyI329NneWpt+8AYPd/ip2IvGlS4cJfMDGO+S0kpSqYIfkIH/bZm96EXjuxwqlHMb
mQvTlORMGmO0B44bZaM/hc9h6PWedoN0yqGKnTl0zRuXfkNfhwPq6f/qXj7tg7PHs2gpDzELnGUl
ZCRDgGvxB5klZx4cZETs/EUXccJebBsGiVlJ8F+MYbO0dXYyuI8bx7BdEj30PQhSvl0/c3wkHLml
oWAZlTs/C2DHp6Q1RvTjgYLIbE8Q/uytZ7BU9jgV16EujjeM+uSoNKF0BFYx5tgZiTVFJFv2p977
STlAOBYjberrdZTL5zoDw7jlKJTiQq0BI+2C2+IHaunjo4ZC/nHw9Hvw6qHj5Tri8heeua1PQPAK
4t38SRV7voTQes0NTZkwcGb+iMnHiKpeBVFiQ9BlwvtSSwD/yRaNRjhm93VNN9A6xJei0rGje1k9
pcNBLR46Q/Dk+qxwXBi0QmJ2n5zpRRe2y55Qyu1c24e4BVsWyQnqgGXnKb0GeZNqqyI9ODbN71J/
/4cFhYUyKKLRFMfyzXS1Nc+tvSxoPTi2pHm08ls0HNOP6zjcDbnCWS74VVxsSVIKCiAZK2odYv2g
xRtJ1B/5SXl5uZZftjDnK4PK8tAgFHHlB+NB2YeQ0H1o/mAksd0ZT63pSS8BdWY3gsaBaMT2ImJY
9uWXeYSpqiajARXSCMs49m/IQDjVuItHFO3JxwS6DnU6ySKxHe5JQBMCegNsA88aZoua1qQOSoAF
zUD9oU2uoXyEk0dVUeKIexTAPWCB6g5VU7bpIZuiTo1RJHeTeQfOnjJ6lga/Ke900XA316BlknBJ
iCHzxhiUdrQpaKziJKTS3qg/LLuHfCFaG+pKcLpFSMyZq9MgmoIaSIP6YFsoA76RxnRBY+lf3/Pc
GxQCVX9NYm5QjCuihy1QYFJl3c594RCjdvs8fkH1/7FOumMkl+4YPqvlax6F98gpOFI0+4P1TUNu
c0JL1GxErlnFe60P99d/nGgRlgBjdSC7FPG6VuG3KZXX2H6p3coh5q8er6NcxO3LuTDQN4G5CVST
2bFtWtmDqvSgcbPG72n30ffujDR9dTOV7vD7OhSX2WGNxXzWMMM9iAEwzCn5+Ttmze7Aqti4lkdb
D+GYh5oBetuKnyL9D14kpi29riCNQ+u7yXxkbYqVwUqWAzLeFcpd04rGNLhfagXAfKmESOWUVACo
jNSLyXFqvbQim17UJc910SscJmYw1aLPjA44evQ9ymZHx1Re8vP6R+J6kxXGYutq10mahLrNgjF1
mRMn72NJ3UQJ3bh7tESMPtx1A+e59tmFBmKsc6yB9hiWm4BVl5Cufx8xhyBjCEOQWuTu8BUKc7GF
dTOAEQGeP8SRNWK/Rb9G4XcysmYbzXq+vnzca2YFxtxwMk0HoiwaGpF8G4C+swGD6MZWnkOKsvuu
ir5dhxOsINtZl+MJoOrTZ3Dw3hXbEaOa5JnK3nUU/r2NsHgRBUEnMftw08qJzCFZ7u3sYG76d9mn
jhw7Bepr97nT3Otb46nzfkyOSBSUu+O/gNmEt1IWSZcXAG4kazsriVcZ7W3QmgJXy/UQKxjmZtMj
0GMEMWBCCMZF0K1T3wQreNEBvrjZFQLj+ipCskTrgDCrHxo6BKt6N9ivmvaoVm8hKP0k5cYqRLcb
9yyvQBnHN4Y9RKYTgOolbjOMKyMa95IodPD48Yj5u4uQnskfOwMvEPvbGIWu1L0Vcv7cQ9ejitFM
pQ0v1xeCu2FXP4lxlVInUx3DR6mLcgxm557KEry6j7WoasH7oGBdB0EjWpYW2adzz5KVbdYXmK9y
W9WLpt7N5lnwzuG+rFYQF0dPj6hVYBrQpafEHx3wBAWb6GXedpvkNzLlSAxdXzkhILNJjYKiMWHh
ZoyP3Ue+D256zGo4KDPNHzI07ByR7jDvU60NZLasTROjziILa9i/jbI3mg+K+a7/58IjDsYahdmj
QYztQCpYNaV/RuhT0cRpx++t/XF99XiOBKQ0S5epDgkM1oMZQ9HEoLdCMI75YTw4dG0zxyL+g2VX
sc+bFQjrrSy1lEN0hyAOQPE7o0925dnxg1U7TXxoitgr+0awKXh32xqR2RMypMUhHwJEo9po1O1U
nHHVmfLj8DvJRVwygjU0mQ1h2V2P/mqAScVz0nlj/0IE1xmPxBApVtT28ZEwJsO2G7WtpNVTh74Y
vW6eTUgU7MZJ3ZjV/G4XSuIkgzVsx6aevIj26o1lpO9DUWEKPfbt6Bekno56NmzIOLeCGILnScGf
gTyXIcONs/U2W+20UC6QgrJ6CSO3kP42Akxg/IgNpzUFbpu3zGssZplrWshShjZLt6wGB0Rp7lz/
0kSEfLzDvQZhjh1CImpNHUDyCXxgVPGKtD9lUuLM/8Q9BVIEFQw0kPa6KPgj7LPCho64+hRPHxMn
zH9cP9vcj7MCWGxdhaxyjDZxMwMAVUB8CdZr0kVO0L8Wmq/kog5S3s0CvTDTskz0aKAR5Ryss7RJ
jkZtYQr6Xg6/qmFz3Rje11///YwxVdhpJg0IXqRI31LSeKH53I6iDiLekq1Rlj9fLVmO4YkgA0m+
W8T7Xt8Gsq8pPdrL8cJ9+gd7oKiEbifcxmCPOEdKh6ywrIWuG037btVsCAakVFPgN7gf5Qvks+a7
NkcPerWRAQIhaMcyt2j2EDha3nkxQW8KiV+CV6rJmJHXoJMdY1xTpNrNjWvn6BV7jEWCIHw7/qJY
TJIqR2VVGVTYodJNpnyMUFq7/jUuRy1w3aK3DToWePODWJqxo+t0+JcJCAb4JXJtj9yC0WE8bwsV
TivYl/UbTmjSbtEiAZpAT8cr8/ov4C/k3x9gMCbGEmSb0dO2pFNDFwLkgfFSNO+jaKSBe4y+7GSH
bKkcKYXSwE5FweQC7ob0yRaFLtxDhMoZZizRT4lpx/OtHUykUfsYCZpcfdXrJz3ay/m+aPxYlLvk
3fJoVPgLxPoEtZhoHCIdhiyiOtwOw8sk7bT2vc52moiwQ12uFzaIWYMxrkEr7K5G6ynCvs6ZN+aT
7UTOFDuo090fnbe32XX8o+8bzo6I6jzc3b8yk3moD0Wcp5MJ5Bi9rjMGAMtIcI1zCU7XxjHbP86G
2KYjIMhdl3nNo+RKJ8mttvR2kfSt9qXrO6NPnwYvf9GO1BO9Z7kv6dUPYLd/btVGOEvYM9Z35Yme
ilfIMbZO/PRH+t7cKw83nYd5kVvRBLRgA7GnoVBHNKdZQFWz0GkSEJccre5YtZ6WfE+N++snnAdm
LcJrGC3ElAE7vzlTW0u7xRmPSbGJVNXtTH3fzfWuUWxoTY1OW5cCBiuuW7MIKC00UIGiY4QJZ0gb
RFGQIjQtIjcgsgNiFIIpola6C6q9bjlR8AexshNXp0Q9monXCic7eQ/89S9YNvfqCpKsuleiHr+A
Fid1RKcmSDw2ZXob0tsa+yt+DPDgvb7Ql61McOboOATXpo1eGfRBnGOCca9to87GowYU54OGSvN9
VN5L9SE0Gheae2j4ThzIyQhgl7+W9RAgL8DtAfUNNLIwHiK1rDzLDcDaIGr5XSZzg1KKPRy6EV3s
ebMQ54JrdFtBysI145jgQaIOeKRas4xfBu6mvhv+hRRwKQZiXg+yDGhMPl+KLp6LpFYppsTqx4a8
pejxjDARcd1y3t21Bllc5+obq/k8tVkAFXBN8q3wxrDuEC6BgOM6Cs8NrlGYr5pOs9lLMkzBO8Mx
KzSrivhHRXYwezWQlUzOFSDoycOQIWsIDM12QlGDAu+CtKGti+bp5WCywUZiyUVV1nHmSrR+jU37
vlakEzHGg2V020Ztd9cXjnfnQ2cbGf5l+PdiiKxC2jW350U7RS6cvH2vrI8SbRDXQbhf5wuEDTVH
lBC1wYbEiNV0bq1hUkQUaio8B4ouI/SBQ5oYq8fs5YIOAc0D2BFGTpU52Yd0Fx3GQ7nJD3jcREfT
H3BVzL5xCm/0/XXzuOVuzKKhux8dQWi9Y25IBYkSq2qwN4rQ7W0HF9Qxua2Gp2SfePEWPQrX8bhb
5Ovcsok6PYHUJW2jDOkfqPbQXx00DxP7d17eC/UDuNvjC4pN2CnaZA1RBMtGmnpRPB+jMfTUcRDU
Lrkb5GvTszd8kkWxPgewqNe77aiMDzOuv+uLxrVk0atSPjvoWYoNQwn0nmaAaMpfBApLSegP9Nt1
DF4DFdov0SKN2jV0dk3Gy2dGWqOVFPKigztv7KPm0hv6p96Fb/Sh/InEI3kElYr6GwKCS80ebWr5
Pnm7/hs4dp79hOWgrPxtZzRUr6Qyc+VmCjQ0m8ryPYSWY9PTcpCM+NfReAlWS9HRzITXibp0B5/D
ySQNSK/BYg2DQ7GEy0s/Bmje6kw06LjlnDhWtxAS3ZO63WC+S3AUOMf+DJ65XeRejRMjqfFVtY2E
0hREeXvMcFUuke9kSRAJ82KHMzTmlmkgx5AkEdAIeWyRbpjRdg8OdTN87QgudiTgjkH7D1fbGShz
8eiTrWkYGESfbXlX0gFBvuh5yXu+nEEse2q1ZyixikxKYZckPQT6prF8ElJPk2/14D1ZRgUlp/5N
MgmjXZj+fcNExcK3i6yOa4J6NDoMxi+ZfpuqZ6sXkXbx19zQVXjVZY+x1K5QEsmqaMRv68rXDHqv
/Q993gyltc3qZ232sPnAPC0UF+GcIguTxaiELMX1C1YyEulFGlpY9OlG/qN9q8A6vas83U2eweN3
UPaVP8gglhUcJo5jxzNeRrYB7blwh8x3CGOpzSUVZ3fcTL76I/iu+jO0gDDPR//kJ2OT3dnY2fv4
QXR9cs3VQd4LJjYk+9nbU560oFKgNuIGoxOTVwPEEe3munFc2/C0Aa82UpomK32XSjIZMQ2Lk6qS
rTn+wuTvRBt3zLdjvL0OxQnVFn6Wv1DMianAlGkZBaBCxUsl0Cnv7Hw7mQKDOHfWGQrzsSA5t0z1
AcVKtqN611gi3gTuR1mZsZi5OpVDrBdqGQEgVl2DvkT9JhQNDfAil4U9DuWQpe/3QkQhDGupjnoQ
95uR7EOJwrEUP0t+YhgnUo4EAhvJBsRUENURlX145/oMmbmnJJJCRZgskgHVQ4eyeIZWlp9IDs6o
U5RejSKdKL3FhcQEgQo2taVJnH2DKXYcpKRHoQRZmrR5LiA2BabKBOxxU+fEoBiTJrwfvOubkfMV
l7GFv6CsnbIVT8nCiJvP94VxLysfxvjrOgTnEjyDYMLPOqAzqUZAUMuVJ6c2HWNPQRcwWYLb9rNv
knnFrpHYYl3TtzoYdIBEyuFZ76qbOFj44GJwDE9YSOK15KNO3w3lCa+JyjhmYwiiL/TdWI6cxI6l
h/uoNzD1XnvUeFEDGXSlvyJIRKGJ0un1/H4c9LsYCm/XF4jjEM5+NhukRH2o6A1+do98hlpsBuXV
Rr9k7l+H4X4HKNKip9AGCQ2b26RaGJSYZ0Ta3pi118i2s+8U2xDixxoJ8QzR4dnb3ADJmoxJ9P/+
yNKhJYYzrCyjTHB+jLtIqwyCahE6ttKnQj7kqcC6y42Mv9/E5QQIHZyjy5+v3FHWg140iPH3NyjU
YugWc9TJxpbfr68hp7sQMGjcRaYEdTpgncMsDR96oUM5Jo0eQTEyJBuZbEfqGZSC2/lOn72qd0z7
2LrVs645reuqjl5uZpFr5JlrYM4cYceiAsB2orZhqcSTCnOr4k+RGMd2krZTp4o6pS+vRfAV4R9M
9hoojLFZxjbNlSptKyThJkd/lre9J79mN8HRvNVrt3XM2+x37maH9EakQffJunN+loEMHhUZLBQY
r2J7pGdZ7qRShgMeDGMOHQmNjh8K2g0PGP9fOIvTFr387cJgHBWkeSjGFJJBc6bUxFOiqLgH8QNi
bJo2EWSY7MbwCPiN/KGpe3TIG12WO2D3oBhmr5LwOTC75nmYC3w7IifWTg1i0X28bIwLe9DrDUox
5DMxlnO+caouSw0trlFp1yhyM6XZ+amdKq4pWZZTqdlxqlOE6CmUaRBnidoZL2dkEbhhJAhvIZSi
LscglCBFn3mNwx/v1e/BD+KURwk5atvV9mAkf++Rot5hAj13brI77QQGF0E4cunjzvA/L7/V8ZQU
ULXJNvCL9IMahyDa9sGbnglCK+6p+LLyM55YoYCwoI/1RRLDah4TcHvU0ORUXq67AN6RwJwuOmxB
7rMwrp9/yK4BU35J+mUIqLxXO/02tMnWCGZc0YVjSYHggr6M49DLjAFqMGeDaPSCswxEGRJVOphU
g5LcrlVHDX9cN4iLgHwzoixjuRZYzxkUqqqGSwhgGhtbw7RdLVAq4S7ZCoEJFacKHSZg20b5oHjo
A3BMPsnxwU5AzCKa2b+847Ba9qLDimwXGF8Y99wFfQ0prAHbfD5hHECudkHo54OjgwxX2Gm+vKfZ
I70Cu6ByR2RT58s4WF15mXo7TNus8i1wh9KdoW1G4hXNXRZhun5ngcTj+kfjCO2eWWozQUMgZctM
I8CrU/Mgj470YruTP2x/p7e6dwtut9Azt2/KzqH70lEw0ALGJid3wXDmZ+jMFfwc3sFbL4V6figw
toyOr2Xd5epYo6Jp72go8CA8B7qGYLIbZWgHgbJM/3Wp1417FS2Psze0qCxuJMtthAS/3GMBRhaC
fBU2E5s6GvMk0XJ0kbq03DTtvTy/q/HOau4mjOC1fyyyT7XvpQSe4zxxC/lHo//npCMOPRLsuokO
dzwImGMZVAaNOwJ7MwijQgnE6VWBt+RZiO58NACDORqTSAyCPJdlohpLiyyBNkx2C+JLwbbg5N9g
BMpY4EODuAJhz2NdSXIVJBiYgeJAYByy6VGxd1JyS1u/MDxqJ07VoNEN/xOUD3mOYAXMns3E7Gnb
9wDGsJotbRXyM25PyvTSlDfKf+/hPzOSPYrxBFdULkaWoPtuph/lrN5IYeRdP/Eii9gjVuWpMS3D
XCEhjjHfpfkBL5HA+Cm3OzQ6C9B4B3q9fsxp69C21yTyYhN6r8zvTXsTD9+uG8S7FSA8Iy86dhhm
Z18EZanXddVCR8QKNLSs1NGfqAfD41DMkx+OdPYhMCtiWeQt4pKmQ4EVXe8gQDz3U6MUksheGvGy
5KltQUvvSvJLoTiTDfqt5+v2cZYQRP5ghV+YwiHYxtxFWtcrhWQAq7WR+FU147lsjXmTmtEkOGYc
17iQn6DCiIfdQsRzbhWVAzx8oQfpRnnkKFN0osU9hplOklLelOQUymRj6QiPr9t38f2QVkdhzkI8
iTEcsJueoxYkUNFUnuP8ov+r6L5Vn2wy0T7v6A3y3vvraBdfjkFb/nwV2iE8io2uAlpf7SXlJa5v
9CF8mOsBtAuxQ6xI4BxF1jFrmmdzH0c18NJm3GQmuS+NBopFqR+18WkswD143b6LAPncPrZPzGrV
1DQjULX1Sos853PdfFTm71E0G3aZUmNwmLihtYIoLnPgtLb6vUni0KnjXDpAafyoZhlUlsfRAHH1
COUESF74rdp/SG2ZCNyLyFrGmTWRNSnKYm0tbVTLK9ES22GUZxSSn3M/IyQRsD+RDgWx8/m2gWZC
ptoTPmNY3mbVZkwe4Kodo34LRRV47gZdIWnnSINk2vk8AslWX1FIAkVijm4rsLp3ieXQQXTmuSsI
wlOkw8EDgnTEOZwmDWkbgdXObSsgRYqX4YC3s3prYGr6H7bmCmr5KaujF9dJKZcEUKWpPFlgpYt1
ZCIHY1/rIoHLC5+57M4VFONTmljKc7XFImrUfgCtLHrfu5+a1Qgs4p+CFQ7jTWIN1fghLBsMoPpk
9nLwiKlh6eXYG1X6jFnsDHJdmMgWhQqir8Z4lcQMx66osZQVQXJItQsnrTv0wBfekOsil3I5nPm5
mmCmUSBLsizs+YersqJcqCIbSPCMf9JScdEwdWeNdN9m0XuQZ8g2Nt1HDFKQxM6PoSWjX6Tx4irw
UCp+0zA3e30jLXhnD6bz38PW0XvJzMuh+1x1EDPJtWtpvZOGBthXNpLhgaOnbIZ/8DS4fVE7QN4F
1z6zo6Qi1cmY1/jScgHBitz0tWLy5rL2cKUI3rmXKXwYuAZjtlXaS4UF0u0GIykH0h/A5KhFxyHz
CvMFpKep/RaieHB9TS8zkgwm85Gzam4xMghMTbnJo7usxUKWXhs/JQgTO08rbqm8S2K/AXldeztZ
O2W4CdtHM0J8dYioqOOTd4JXS8BK7EkShGFIip/T6PT7kDS/DTXZlmPwX19Hn1ajExGt24sENuP+
FITaJCoAE5toyTDyb8j3PVxfWd7VgXzIXwjG7dmUGAGmb7CwceM02qHB5T9L90ryGsiCFIwIitmk
ht0uWq44GDUEA8PsoZGqTWmCij7Hw1awcvwP9GUWs0fbJgyyFP1ALhwRGOE9KqGZTxPIuPBBFjJz
pBuR8mcMSkbbihoJpy5p0MsSh6D1Dw4lyQWfiHfngsnwLwxjSx2lRVDNTePO+e1YPxtS897kpyJt
NwZSIiEIwwVRGvfiWCMyp22GoJkct0DsclDdFjv7D4wjp6l0biLJncEa1f93wlI4lUVE7ZO0GZSl
5168RRzadiPWUqbtMUa7lmQOftqeMILcEgFN22XX7XKuVmBMFFOmNKd6BPuikvgjCHvDDM3UZe0G
5aaniqP0GCt5LewHTLtCCLhTnFTEScFf49VvYM42zecU2WIYbBiOHXwftUeQLWYtpAtwg0GAY6gd
S7trzG/Xz7sQlznwEHIJTRQIcArRF4TKg9w/FGAVUTclGISlNHNKA5RPmqcgMrgOzT0uK4uZ45Jn
vRTnE5BLVAXk/mY2xm0vetEsn469fVEqgrNE4IQcKRP5SwPUBSTaNa46yx4YE/Bqarv364Z8xtPX
QJjAfrDr1rTHFozT9h0Y1Vr1zba3tXTMtBNYGt3qzVa3TXuyil+tLVhErjNY2cecE6lKNKm3AU3S
FpSMsjODNiXESANohA17V0qmqKrCi2cgQqZDUhxFVXCdnp9Mvcxjmc5AlMrnqb9tbceMNkE5OCmp
nK7dice/L1rSl+P5hcjerr2lps2UA7E3t63qG8X9lMwYjCu8PFwYjDCXWqI2JppW4e5PAu0mtG6i
8YgdtcV4T5LrI0p+hXRsxockuM3p/vrO4e7OLwi2dk+7vCqWUSa3gkQSlBq8IRUR/gmsYNuIMiUY
pHSxQkc5v04Kj06HMPxz3Q5+DKhBsmiRuoIOG7MNZaqkkWQBJU3Cb/j/W6W2drVZ+nEwg+ecbAfj
IUd9CYGviBOZewJW0Izznussm9HAAGjltRxDx057Z4i6fRd8I8P3phLpHnL3/wpvWfDVw7BC20I8
9MuC2vOWzOMW7PZ+WahOZvd3tDK28sK9kIp4V0VmMn46G/uRyAusakuvUvCzT6sQDJjTpiDflT7z
B7UUvRe5WweFdkQzhoEWXeajdqGW2e2MlY3UaaOqIzQky9sI7GGWNZ9i5SVSpt0IbT7HnKIScTaa
aW3pTU5sx2qCbWGIRkq5p2Uh3FbQGQXWdsbzaOhZ72Ldqt25Grep2j2OIREcSG5M+hfCkJmpvr7E
g3QOAUE6Z9BPeLzEydbSMIotCEh5b2IEN//fFrwdzneR1OlmZo8mQgwIF0Ro8etQvcIIyi4Xluz4
n/ELirmdMFVfRPLyGft21xsP1vDWKqJL4X9xAF8gzF7JjXaWpxb2mBlFNg96CWjCTdKbKECxKvcx
XK5SPH8b0SiLEJg5/pgv6ErIYsI6uQWHNdohCCimdj2mdyArMhk7Up0qUxCCi5aU8QEQo0ysWAJo
rnomGtcDujWbXhB2c0EwmQ0+cfyLFs3zLULyNBut5bvlaM4Yo3KrTYYPyh73uu/mbvkVDONYKtWY
rNgADNLsTlf+rDFrRQt0rcWbIBgFYNxtvwJjYj7Fbs2ingBWTbkzpaey19yJ/mgKUSlHBLS405WX
NqhS440EoCi/j4etAqNMC/Ljgoqb6BsxLkkvcQEkMTaCbCL/QbOnUJ42WdU8Xf9GfBg0WmN0FmNh
LLlZVRZh1sxwSwqGAQcyIY/9NIJt5/+GwjiKPClritJH7Y6tvlPs8Blyh9s4twXPZO5NhhH0/zGG
cRVdZKa0s2z4WLz753CrBbmvR7sWz8mKerPo9SpaO8ZBQAxy0LoCcBhoDFW3VHsnjkStACKbmLOK
ZE1oGyOWLkPXmlerdhhD7yL7EaXW7Lfos2wwATUQn6Rz93z9q3HPr0HQloPOPPATMPbVVZO2hh0A
Wj8gOh6V2iOtR0JXVv4llQn2g79QjJVNiqGTvASUQrojoRPE1B7HDOU3uaM/+zrdExQwhxKCQ9dN
5H7CFS7jojQ5Gfs4kRD7YHd0YClC6zUdB0Eik/sNVyiMbyIJSLfJYp2leW36WIIdRUEhHdTfZW37
wtYOrodawTEeau76zlYyGJVSv0ciuC+3pPmuGZ1g8UQ4jItS0qG3KhlmqVXrjEvUWEVIPidPXRGL
IsYlarl4CP+1SWHDJ0jCZkFkAcsOX6JhH4KHMoHYQufOQ+CkydNsf4zyc6GJJiYvx9GXJ+IKmAmn
RslIjTkDcNRYaFr/aAKbbqwRslNwZVUibbPyqe8nx+4tb0CwWvZg74Cql0rAad2bjyBav58yWVTZ
ub6lUBg/v4Xy1tRQd8c3buOXtj/o1kNbhDdx+moY35NapIy3fMnL1ce8OnSNMD/KDqwTZSrLOoUT
qlPZgTJIX4xORBonV/Zj/mNK0SIc/st9/jmSA5UDUNgzHmFMAlWNajhXPNAxc+U37beG/KlELMn8
DMsKh/EAUjfFcRPANBPcBvk+i0Ck9yutd1n/MClbRd2P5e+6e6nSB4zNeNe9Dz9FhreAjMIpkh5s
z4bWSWE7DNhcdevr9WHufBBsO6Q4lcWN3Xqx6XRV7VAQjlwHXjz35ff8i/s52biKYXI6V1OfwOhZ
UZ0UHf3BKDqw3NTKl2nsBObUS22aKoCwcjTfw4rS3BmIZDENmUA0aeo2xrRJ6X/ui/88rl+WMefC
zHN0OffYNrpk4tN1r3Odbq8vHv/O+IJgogzdiLpGhgiAaxe3NSRFo+LZxPV/HYR/4r5AmLsXdLyW
NIGF2UWNz9GkfbPwFKjEafDBjPGxTW5maXcdUrQpmBOXDnKWdyog8wA9zGZ6ExT59+sQ/Bvjyyrm
sBkkQFOGhaC2QitxXt/mQbHtjNsIbFT/AvQVTzDfCGJWQ6ARuEfNxCR4FlNXzS2/H3OnsLS361hc
V7zyIMztrlmV2hrLlgPxUWqghyx5bVCB7qxNRzGOJpoQ5a7hCo653Y2yUaAABTgKScLopJVuZd3l
usA1cTfDCoW52yEMamBkCyh9Mu91vfutdKogWr9uCMqO51dYKsd2mUeAiKraCxGdSMSppfu02lz/
Ptzzai1lGEXWNJuVCQEHt9rGGaYP1bG4lTRya2Tyq1Gbj9dh+M58hcNsbsyQJF1A4BfI8IZSlkL8
ONoQxWl16ss15OJ2YMQLwWwqwF328oUzX+Ey+0+dpKbp5uUSQUtV3Vc3wUwcPB69IB+dPKn90P7R
5OGvEjIzZWU6edccTROkdtd/B/dzrn4Gsy9JMOdkaJeIJO1uSq08NGjqysbRUSXRCPNi0TWLmc2Z
2Xo54PVVu132W8fGqWM87tBWPLyBtlXgFQVmXbDiN0mQoxEXx63e0DBygWVPrqwJPCPXiSx3FzjH
QJJjMR9R00YjNgds0mraas0fdOqUGJKMZE9vX2q5EZxu7u2yQmO+ld2ZSWuO+Fby8F2tX4z+oNqv
QxBiZuGQl5up7QRnUATIfLGkCSQNKj0wL48dari5dKtg+KIuThnxdcMnonQQ1399Wcg2LOthCJki
NcSht0CLgEzDHLfP1zc8v1VkhcE8DYIG7T75CKPkVH6wo8Fe5Dx7DLeqvaek46ka4ju5bX7VZJhd
U5tfmmDeS1aA/GF0F9ULu1udxn6RkgBi6aCXGaYCjOI2RHoFv1TlHJhFTXJp3NMXoXLG1QZSK2cQ
MXJTgrJ+Q7eY98JwVFHu1BhTmVVyE/btVisTMGrCU8XDfmxtURLokngAa7VI8ukgT0d/7Wcovoo6
aQml4W75JpMLilmMgbrmO/6DRjHzpDdO63+Tf7au/Cgd8237AtaY9EE6Ttvra8G7DdY/Ytk4qx/R
EjB5lBKWogIV5jgom0JzDWIKnCEPBcRT/3Oc7eWDrFACjBlCyBhbI5bnGwl1o7TUTrSCsvd/t2aN
w8Q5EEuNy9jEQUYWd0eCwq9MzB5ooiQ83zuB4ciUUZ01LigqDa1AWxvMMY2X3pidJvO6FoOZkw/2
FtkQzcLzr1IMbUMhB3yo6Go/Xz46mGOQaNgpaeKm5uQU3TFDDRgyE2N4O+SQV4wdqQWFkS44KVy3
sQJmdgeNbCkt0LDhTma1heLqdhDJbnHvkxUCexTDTEcohaUcLYTA86Y0IIVp7grITl/fGtxLElyB
mLaBnB4SeOdrCFoxeywGbI08fNQrP0LDhYyoVPMxHy2A4u72FRSzasGo9nKeL1DVg6YMjtHIIHeO
BXeICIVZOaiDQ71mydVJ0dFGY0CEbk8heS33okJzMziMTYLmfwYEYtZSRRp8HgVkyjQ6TpDbkEHl
09zZqR8nqVMRwc1/yei8uMVlogcZVlOHjtL5hyrTPskSE5Bt7iS3+uN0bzw3J/U+2MjeIkyGGf9+
Tz8Q1F3fILxDvcJlIxu1TvJY+XwjzXvL9HU0zsb3Kj10ijfFgrLW5cDsuZFsnQEKvEmPQBh35dZ2
qG9Sh8L/Q0D2PrvJIMZmz86b7KQv1Qbi5K0D5VRJ8NzgnYe1uer5MqOITCJDw/aZx00XH6YJueVn
q/YM5cf1deUWDtdIzMnTMztXBwokNT7AJXdT5xH5oOvoLCG72thU0MiuRPN8l5xozAozh9Cyeqr2
Ela4cYrbGWE+pkKdkUKCxwnf2pfg8dASBzMt3o/Ap6LqNhFtJubcqHMSyX0Mjw2SvE3wbNzHb41n
+pGPKtyW4oM+xJ7lQVx+rz9WnvS9BWvFtnkvsbtLt9khbLJBJRrvd+RbvZEfpEMkeifxXPtCaAAB
RxWCKuygMaa95gR697jDxlMQjaBtEF1bPAe1jrKY717nWZvKEy6PPHB0sKtI2TYQDipwE5b/j7Tr
WpIbx5ZfxAgSJGheaYplu9obvTDULYnee379JnXvjqpQDCI0OxOz+6AIZQE8ODg4JvMShfnOVUJD
ZZqvqBQOHfp0WnIC04QS/JBb9FIkArRUnFJ8mUS3NzZ0FJ116+Ytcr7fLiIbBVVdNC4CXsofegGj
hmgfTDNekXUxArhcJfsealIBeiCwJ6QfKn1T18epf1UFiMsn73X0IuZbWu7K6XF9cUuX8yUq8y4S
igH93ikWp5TCPp60Q5/8AhXtWz0KP9aReNvIOP2qE/MsA+u7pY33VHoZu6fG+/U/QbBPoKhN2kzz
sRgSTxYJCWhfp82UZPY6DO9TsfOak24EtO3nTQMrG7IPCDRafVeRc0edXvoRSYdcskU13a3jcnaQ
DbH9YOgkMQCsT98rpLA76YGSt3WMZa/2z7uJjUOpDm6CtMBXCns0k3ag4+qFd13vDxUln5H+VOvh
dh1x2Uv9QWRO92jEVaJ4QKzKkycixE0hMcK5+BcxICSLgU0MQt90X2W1Xkv97EFIG9zlRo9UkKHk
7df6Shb3TlIMXQG5mU7ZvRPR7QThjRkFosqjYI6Qe0pGmwgyJIrOPhLn/xses3OpP40xyIngMcrH
Sjl78SYej5H+kXoPA1h51sEWje9icfOfX3hBTQyjWFQBNnaQR1d2VVyDBYDTPb7ojS5AGFcb+12P
8j5AvL50QHBliaGBXIN+RlMLx+x4H4txt6qfRSQWAQVOU9lAe47TTJ/j8CSTg9BwquGLe/cnDcAW
E7WmHovEQ6CigQF67PeSboclj29gOeC8QGHMIVPwykfLKMTzTsG52k5b1Nt36amAclVkooaSm6Et
7zJLOKUbMTWTk+4Qzve7Jd2ZQ7KL38BYSdMqIImJcQS6rzPUj/xX9C/+eH8mFIp+pd1Z1NWsyRrf
dKe15P1ErWajcH7D7wcLmyu9/A2MESEPPKS1j31owVdhp71FH4dD7Xbb6LP8Ch5kEHc6KNxLzvoB
WQ5HL9bOWFSSkVGtS+BCJEsXTORaDs2W/PB+tLKJari4IWb5ib6Oc4HGec1JefXHxcNzgT9b/MUJ
9RQljo0Q+PTpZICi48079pGDby9uIML22B68R3IHmhn/c33hPFzmYo/UuqBqhm8OMvMQ+RHlNAkO
V9yXg/L7CXKxOi3GPMIgY3Vh9Rl5B4hFxFFnTiXnbTr/2BXj+X31X8AQWntyZMybCFLgJNB+ynhD
QJbCFOVfUyDiWSMiR81rD150Rn8+3W8WjAtUJZuqoBuB2hY/BE+xkxi0MwkI7p5V5EjDerP+xW78
Eaic58QoyL/QYW6w4/5TYaixKICsPcprG3KqreYWpOSch99VpqutnAmjydxKgmo/niDM4wCilH6Q
zgKBoKwdHeUEYuWdbGcHFMHxMJrgEQJ7sMw8s1A7zFz7+97Snf36Sm8z1syPYJxiqIEkQpmFHkcX
rK7QRP80Dp5dn8JdvjNOIM76Ef88EjM+F7bOCa1vgg4GmvGFGPIJqrialfbU0RzAMCn3nDvs1t0y
EPOhubAbuaz0Tp+FtUGNhEyN8u1btFE/vuheP09biKI/NMfwW/qQPzd30ycKtb5iSY7Hef3Pfm3t
OzN+T5sQmIoyfgRIbMvoPhI3krxN02MOhRDO1+RtKePi/ETMoPkEKM1MPjBTpQ5m8Zm+HLtX4Ze+
VdAk4Gj365iLkFAVh7gTaF0RQ15vcZwN2aiPM2uKBCbk1rCKgBM2LrBO/qYH+geC/YphKGbCBIg8
saUzBh5St7EFUzs/ox3mCzPVv9Tnt8oUDKtyUre0+8LUwUC9CT/Vu/YQCZxdvvG0MCoVrEUKWLsU
6JIwRZ64j7RCLmQoy0h70u8zxRn1XznlxeQLy0YoDlJA/C/E025agWiStmMoGjDeKMw3Rut32wxN
BZOpZVT1bc0I9FMopsGdbwRtbld5Wt71fZI8hZMc7pOUpLnrQT0gMssSSV6ieskTEfTySKIBKt5E
GUrQaFHo4tZ9X3tmlIN501HDcCTg9wzpExjtIrQM1kTdRXWNhh0hkQTeY/HmQoEMEKbn8SoAe5Gq
s17QG2PfqyqsUo6p6Ix95llKXQu7vpkBywZEyKRXXDq2vYtS9l8PBs7wugbyJIxeiWgruzbfVOv7
MC5wl4WElJtGi/13fZQLJGwq3pjp7a0CqJk/BrUuUF6pjL8fjEiKsghKGEmL7kBNysJdUKg6crlD
zzHRJSh8uVkmzpAJsv3Xq4oKWcj7BHzOwVjUh1xXiwcSNfqnXsjhwMG6LeJh2lHFuDN4qAhYclgi
yQHDs31dlLimrOzZOOfbwaaS3SbQQKojMz5iVGITH31Xt6mTOHBEb5nLy1wvLPjqNzCOT4rbpvd7
/IYuOlL6GmgfMUjp1j0dD4PZ1DEW/TbXgTFlZ689V8EmCp/WIW6d6dVWsgn4apjqRpgAoUzjRpKS
LWIe++8hwGOEyWz8B4a7eZUXV6LWK1kJtm88c8DAGarafZ/FnFXcJiR/z7/+wWAcdteAabMRgFE6
SeBE9+mLfhR3xHekveEGplSYE+/jLO3c5bKYc1yHWgCmN0AmU2UaYKjtOIHvbdsvsyjGxHwkknNh
RqiO2lNgkQrVCvqo2KqZbnq7xuNNP2v7zBJ577X5L76OH+Zp4j+7ydidAD4rYwgqUAs+JPdzH4Gl
f9ADuQ8tfac56KjZGK/Sa3fyLF7L1yKyQjCRh9qXBCKqa1tRaQetpBLIah6aSvYcvedabNLBRsFX
HD7XDXPhIgCZAZh2ZwkXBN4MGNyLkbRVA1EM6Tx2M08SeuV8a1ChseeOHmYdeSMGSwcaW4txbXTX
QOKecchtFORGkUN3OEPoJw77NPqO4e31Vd0GC0C4wJjt9uK4VXIlgHoXGEJmhr+6+k307SjgHbib
1tq5Do/kHZhooFGIYsY1Sk0bnVBlyCzvRdwXT+psFmRT6qjujJxn9MJnuoJiFhT0xBsqAXQ+GAER
1MhMgycVhJSBYUoqkqBWOXGqdAs7iKMF1lSqg1BOYqcXE9oZ6BIGDX5RnEu5N2MFmV20RBW8nphF
IHA9obdDxgg429LgE7XUsrhD5QRz9WMomQZIpUFY4NRK+bhuFQveSkRl979Q7GPdK5RcnBpAjTMB
U52dx7b4WIdYMG5YxCwgC35n4+YNWyopYroCEH3n26kn38fINwUxr3lmydejMg6VUnmmtsWqrk2v
RX9E7ydjirGLTTs9hslBiF59sqPQ5QjRk1EepsHqo7siuQfx0/oab1N6s4akjG9FQUAkIxi/Blcb
qsWBp6QWeUBZDRmlo75zYjd2kXsdzXFjPAh4x0IzpTVfBNfjnO2lr4h8noj6Id7whH36iIKgdWFM
U0vCHGra4kiEm/UFLn1EDLjPLQDo2gAN2fX6aEtzT8XTAmQhrzTfT+SBGyreEpLMe6iAuho5DzBY
sypwStiNaiqpeJvSQ9zbhpltOnN4CE/TQ4PmBmHznWzL7fq6yNJZA0k2VE50KJ7cDBlOBc0bWmJh
qVmb7f69dprIxNAICN1aMzXPnU1c4w4NTHfetoLUzC61YkgLmb7lb3g/5jYxOe/AxY8h17scT2lV
JDV+DBoeJMNE2syz0HNgNvfRBs9J8V17hHg1HkihdfeDsxHz381c7lfYjOduMQshgfoBylfv8a9x
b0u+U5rKffvxpf+Y3GGLHpBtf1Q1M3rQ3Dw3JYvLb7VoZBfLn8384opqSyUqqvlb5I7xJL93Jopa
J+rC6KzBEU4P5KHg5Ptv+yGgBw6XhHc0TFsGoTQDicu+96scSrONC7rf0alPyHud69qJ7wcO2MLy
5le6DnnNWYWclbkc/TivpgoF8T7eiqlgTtM2hJjp+ndccAXQ60O7DrwgQmv2AtZpXoaFLsGERsnC
1CAYhzkIt2l7hOvzcDYuQYQs0AW/3jMPqlp1lmsQ0Lmr3eBN6U3vSFpTfLqP3wPHj7ZISNTm+rKW
jsYV6HyOL2yDCEGa6SlAe6t2/a1k6oh/t/VH8aadyJacwXFTbYJTepBmlQIO+EKoAe1oUKCin1El
iP+uwTVjGgov1SGaYXtueYp2+t5XzOGT3CMsfMheQ5vuwo/4LXyK3OZjHXzBQYHEFvJPGrrlAM2M
IqQldA4CL0BsmJ284C4sT5rxqyccP7hgNjMjvArqZpBe4Pl8vUI9DrMmzjC22JevkvKuJn9v+8gz
yMhl62jyvUk5ZHXbjCDZzkB7VJp9bJPsjGna9Z1a+Ep4H8iwfBD0yLgLr9dAEk9R+25+7GE4Ln3u
dTfXQG24E+mjB8ZFgVtpXfIeoBqE/4BGJmYP2fGNMO1G0P6OmdU0bu+Aruu70dmZGYF9nfcCWjp1
V1jMARDQIUSCCliYPE7v0pP+I9iodrshG3K2wAF/Ej9F3ktzwSquMJmQSspLaL9KwMydAJIgOa7I
wI7hjuVTcNeYe93nHfMFH3mFOD8EL465IEoYem4hSKjhAv4SX2PfasxxN5q1bTjek2Ql+3bHUyCZ
l8FcfVegjOH0NcnBFDkv03iahAPGlnrVkpvUzNBiuW6jS1HqJRabWMnTjqrNACw8w2oHIkmoNVvK
U3aI7HvtoX7y7XXAxQ0FewKsFA5EYnPEoN3M4NVEOMt2tCZcN5HyXKL17i9RZkWemWkM4yEgAWQJ
okXREyc8UtDC18SgpbYLCYOxPFazm6UwIIxtlAWINLwBINSDUhb0geXMrXmO6sbkZ9EfiKfIeIZj
Iot95IlSP6jDANWfiMDYZbv3C44J3Dj03wjAgN7NLC7CuNqmLQqwn4N0bigNOytt3XiUEjRPfP71
J0EEADERdMVrIlHYWzqvCrwjC6gkYQI+KQdMcLz5f/0sgNSLApIkScRXxwOEWYtQ5wGtNBCfZ4H8
ILedTTPJJT7HDy18+CsUcu0UxqT32sibUeR4h7leVwrbs6zV7t/vmDIzrqGmoiANz7iBbkBSXp3A
rd4l9NgM8knTMBOctv8ChiJHTNDrCaZetqY7TgJRK4qyeA2ZawQ0s0i0wGPdns/ClUvDh4G6HG5B
yClDHYW5LUheZsjoq1BTpnTTG6EDqn2391W7TqLHQejtIOBlvm+uXwaSuSwiHQN8Q6OBcD9U0Jju
hMV332vseEDGLtkolQt9zvUPduO3kTVGAQNhKASrIFTJmLg25WpBG1RUdb1GUI2nSV+A46Fw1Ul/
7LyUEyPddhPOeIh4kdgC6wKyW9d2GHhy67UpdDp6r3TbxCnUfWq4OdrwtZc4fpWkhyB4N3xOZXxp
lZiLUhSkNBA8scJciKr6MK2QbJWrvR9Y+dCYdXioB8g7d5wM74JrQnUPcTaZ9cbwKLpeIMniZCpz
QCEI3qWyd2yTGLOv5a/WaB7Wv90SFEFAiMkv3Bq4nK6hFPDS97SDtVC1EzE6XrQnPRibY1GXgtn4
47/wVBB4wbQJWGnUufR1jdcTNBZ6BAeiIqqDiQdT11CO5CVilr4VFJwQ5SIZg4FO+RrFMOIR1oMa
Yi7FGmZnfM1EV+tDKCUK2ifyzZhl7+v7uIwoz2ubb3e2lldqVZdUpT73btCfyQhiPqU0J7+qzUiP
NzW3kZyHN9+fFwFaPdRNrgXAK9Lwlxg0Vp0N+wGK6hhOeVArXry04PrBe/9necwRH/HOLJMYG6pn
/aYQniWVbnKedvQiCF4/YNebSUXZdtAsHw0o92INQ0x2pfzQoDtYleK/v/c1coHC7JyftlUczb08
Q0A2YuW9t015kqcvP6w4nRBL60GxFU4R9wu4zRlblyfwhkzRCE/cPSa9YfmCYAY857tww/yeQpLw
Dyrm7NWvRMpYeRDWwxihZAfimxi+eaiyZl79UIbfU43jLxbhwLuqyyJItCAPfG134xCIolLMt+ZU
7LX4mMg/KrSeqj+L3t918tP6qVqIAjVI1SAIQGCDXWQ8fSX2rVh3iDhiw/gSQLIqZyHnRbzkABGe
ySj5IEy7mebCIRIVUsPXIo2zE9vMbvvxG2oa6ECknHtyyR4QpWkoLc0lf7agFUol3nAa2lYibYu5
RjMRt/MA/PqW3aZvcTteojCXh6qEaWaUWFCTKOkPYaLq3hvk6h4ijuOLJEzaFtWVwkXXSoLkvFYf
ogK1clBtRMaZGH33pKYO6bvd+s9a+pLYYgO5GzD33jAstEkxZUmgIMFnePdyWNwP5cs6wuKHlCHN
DQeCNxY7zEh8mhljNSOEZRzuOzGVIneQJXBORQX1vjdBx8uULkEi8QaVEyhmijCh68PgNbLs1RRO
GJOT7734NsXyQ4F6OuYA0s366m5zHMxnZQ6eEY7UC1QYjwCFvaR31dZRJww2BKYa2XkpY7zHrXn3
6NJpR1cTrmoIgiqEbe6UBL/SJorOpqJqdqEq76awPXrJsB3hyryq3cdKZa8vlAfJ7GmXq6OX+YCE
VJXZKKo56F+NZye+56DrMgv/hT/D+5JCNAqPzJvJym4cO8UX4M+aLHRbTXzPxGKfF6jJauTUjOAl
SjVnfYVLVgPRXHkWl4TUNuvUgnIaaGQg5NJQgFMmNBun2UHJUWfRKScVtxgq47zN/hOA+O/aQokW
xTRvYaEeSjdy3GNqErj+Joq/Bg1sKnel96SRDXeyeNHVwWJgMwq6jVjWqgDtslOszC1xtWZKWXpf
NfHG43L4LEVByK7/F4Ylqar10YceKGDEynf85lVA0aLMN8E4mR2PX27ps1GIyaI7DPppNwTAPhWk
iEBAFpG/10F5WP9hlL1mCc0QQMwsdteNZPG8X/oW5urzQRaHhi18LbWV78LqMde13Izz3k2ovyFT
8jFMGGpKz+Ax4tyIS98OHRCoSCBwRpKMsRmt7DLPj2AzcUljs6DKL6NJ96gsl5xIbOlOQE8aXPX/
cQYwLi1s5CyfBgHxUTt+5KURmPLIEwFe/GoU+hEYfgGjhDwv9iJOjtoh7dF6NEutjiaGjcw8inDV
gzCbSxN303MBD423PlI8cCMzcfU1lJ4L49RPaOdTm0aX9o0h+8kJwWYxmJANNVQ36KJaN9WexHdK
Q4NHEpD2oLdVwMnT3K4Zzzl4FvwSpFB0tgxN5Z72BaIAC5UMp1fN0QPxekPNLHtcN9Lb4wcgHdUn
BR3rmEtnVix3PW1lA5l+rz5m6rcB8kZJtsVTFR1lnLDm1iivoeY1X3xHaBkWMngSM7BignHfcIwc
YRQvhOCBMAbZUVqX0twKl2L+uf40hM6MKScQWsJALxO8IvIlmK1jTleod5U4+GiXAeGtrSbdNtWS
jSzwkiQLMGi9xo2mI4sgo5p/vV+jhHChkJBvzmrtO6hGXM2D//AL/69jWrw7/uCwIgKygHRYL6NQ
oKYQESiETS0MjkcljjtcXI6BmezfRBVoa7pejmCgwlOXKnZt9DpL1HPdNNQ8M5uWJ3O04HghHolA
FXk7ZHrQ1n0N5ZcVznBigLQP2iOp7ugaBmdOeh7aevVNLYKNLpXWxOshvw175nIfXnJI4mL0gyV3
UsM6iLwQqHqSPBdV9UoK3NIielTErDapADkW33DWj++Cn5DQIKbOkrsqspCMjXSyHyXtFOaWp4mb
Tv5Mxt6dEGuNlEeeP/9N12lQGOIfJNZKwMPh18MApEZ/obqBK9QRPOpMwzeKmePGKXnlg1t7gS9G
mwxS7pp22+9MwwIkz6hVW3HVvCClAIUAEtmZXPDEzhbMBQiz1DscP5wg2z4LzpsA2k6I5pAJ2Mt6
BOJ5v3S8Ovjmdf2PCdKEmOmxSJ7dS8gIrX9A3rYypyJpcg+98tjWoC5NrUcYdxf1G5W8hZru1MK7
pnJu7EWLAdOzakCU5DYGajWlpUMd55akopsqeBjIaIue2WmcuHXpNKDt8/9xUEq4PoMVVPQKT8XC
wD6CzPWbYkyWF1kCfU+NN13g8fjfBiISoKiBgz/fZSzziIYx5MCv4CxL9UBAhiH7f1+Yk2bhVsSO
qALMYdX1goYyQaKhhf8qdCJizhlzhnGTGmapFRnnVC8tBrljMDD99iZsMRwVtURIiIbGZ78wKb3n
hlS/o2rmNFMDRa25uRQjGmyg01ZiHFcefNVA68wsPHrQUtpshDE6B6JwTmuF7j3SHyVB2Ot6tRNI
/lKW06kgvm8LGXxNHdyjhqQglu32OYGasoCIzBflbrN+QH7PAd78VKgqz2VXRENsC2dfdWiii4Mc
qqfqppDSrRigA1YV7aIzrHAIMH/lWeLw5U/UjiTfMrq/7imeSwUyZGmQK0PCjC0b1IWHCuQIWblc
2vudZvrVI5F4uuK37m4GMSQ0qCCZr7ElszRJy7QYfTgCOCGvFl2V4GmZbdd383dRnNlNcBATitYp
3Bk3GnN1okwRMXAshw3dCHefg51+B58kWFnK2nTHr+rtcW56zw7H+FyZyeuT8Bzsi2+azW0yvY21
sWC8nfHy0zBiwob1bVRmkhxjwfkQO1n7oo3zGFQzbCeQ01VVa49e9SgVlW5Srr7l4mbj1TmjI4Zj
RdwRdpdySIGtRMb3cWisoZAOScBrc144x1jiHxg24s0qyGq3gAlzVJoS9a4Jwo/1D7pwf8zFSSQj
MLhGoWt77ZX0spjiVMD3VKtHxbvrsncZTY7Do16/K8q29Tix4kI2QrrCm93+RRDfjNBCHsMoh4aO
nVd38QipImuQ7H7aK8I3Qzab/kXoOFa7kBAF6pwAoXNDlcFOdMVdYZSgJocq/VZoXP1BdHKLfOA9
pNqKne46N/76sb6vSxZyicisU0ZMlRZoM0RxRjyPcr4ffHoOhfe/R0HhDg266HVGko65/dXSmKno
0hwsjaNTNeOurGobQ2Scu3jJh8JAJBx79ByDVXpe7eVXM/p4gDo1vto5OA6bbgf+DEv6lh+VL4zK
c0qfXDTG7EVJ9JAlB1qzwUznVnUh53UA7/ldYuIhzdMnWDpksoFOahGRN9oAmD3sIz0oEc/jkIFC
Xq5/4u26/pFu+8Xg/y8RyPXuaVpBWzEFAmh+k13zTsBoJqK0aqqSHR8hPGh9R/747+t16GjBjUPQ
TIvX0k3eL8IwdafW8FHis0T3MnH6hGcXsxWztwGaGjDiJ+JBi9D3emUerYhXDX1uZbvorJ+e1R9k
Z9xNe/Epti0dnWKYiwMRn72+oUtnC82FKtwvugvhuhjUeAxyNADAZ6WVnVWq6cvIcPDSRreMe/hs
lzCz4VwY/Zj5WlAVHZzGOR/NzkZEmFv6M/prY1c75cfqVd2WB2M3cVzHbyq/2139sz7mtNECozRF
ivUR99sA4OmcHXt4rY38hPzfz+JYovevg/A4mm1ROX8T9k7bWsn30R5NuuO2wi9dEZf7wBxHVYhU
X1Txc5raoVvtCUQlB9UuHPJU5Ha9GRzDVrblMTzHbxZI+da/9SI4msBQ2ISV4QV5/RF8Vc8NpDxx
OtVDm7hpjXHv/iEO7Mz7WfV2yhPqXbBodJthYAoPRwgjslFF0lWVYsRNYcmhiM5H8FL30My4D/XQ
TKIQow+cC3HBljWM5KDFAzymGMuZ139hZMLY0RLZoNyKM3AENfpX5yNUlclfz0Li5kMyFz1o87MA
6fhrnEyWCi8Ixfn5XQn7qScNStKUx6d8Sx0BGPR0oM6ADUTEzRzNKNB8NQVBsaW+6N+0Y2Nr6Kr0
7o3QRIfsYLX2tIdslHDSN1BjW7eUJTd7hc2c1zKqxrItgU2s+lf6Wh2Te/mQlqYOIzUKUOjIoMt+
Ed/WYee/lTmsV6jMYdXjEgaTALVOD0P3mv+1xMO8o8ibwPohWCWyPYoEJNw52nFyS6icQkSBKEY7
ybNUH6HTR3x35A0nLsVKV4DMbVWAEKcpihnwoLrNUTpqh+lgOMLP2h5tTMCJh3q7voULZxyZmjkD
hcTXzJ9wbZvoKaR9I8I2tXzYt8bgovpnqsYvWfvEO9P0JM0FgRJHOW3xu4F6WUNFWsSbjPlufZeV
fYxnKUL4Zqv5/V0qKPb6uhYtEsuSwK+B76ewDz+llYOc4l+IMKAjXXlNwl0onhpkMVqr6l4IKIam
e4IHYfg9ad0OwRUv8l1a5eUvYD5mTCHbWWYKzoQ3CXtZa8lZKenX+jpvfSZB7x8cNGQTUDGS5x9x
4cNSgXr+UNcFhlyexAzF6H0DGiflLIh7Rfm5jjXbwvVxu8ZiPhtaFoQ8nf3z2H7XFBccmtFwlMKT
EXE+3vwXXQOhS+Pi2zGerJJjCdaBbwcKN0fA/9dds9NC3v02X54szNwLgjFJdE8ijLreu9EAFehg
zH4Zr8im0C0JkgxSeC7zfLO+c0sLukD6ncW8+Eq0msIwSKUc7O7TNlXAv2BEztSrj+swSwsCQRJa
BlBPR8GN2bcklsqoRbkJSgjpWTP8z6EKTyJSLxj549ydSxHaTMFMUT3UMG/Cbh6a7NNE9oFFouLQ
tv79NKquBiZEpC82cdxsRflewnR6UhLTGO6I9ASdyaNfU/Azf1ZxzFn60uP28vewW9yUyHLXLX7P
RL23vJMcpZL2EKzeR3FwX6OQkKAhX0O6Ar0IgTlkf30OEUVgcAiveIKonPWjfUfGuG/QJZ/VhplC
dEuywN8EdkUrFfCo/1j/0Av2BB0PpLTR2CxhbI+JKCbVr8a0gMxXNg1QL3HH5PvUcZw0D4NxX9TL
48TwggJSCJk5eW42+nbJpUhaMNmrlTAm65fFIEo1VqJAa7f5EDDhndhB5KzvFw+F8ZJBYbSN0mIt
6mhlPrrmdsg/Ev15HWV5x/BGl0HTg3oE4090aYo0mGEBNWqQaihbAwO0o8FxJctL+QeEMrn5YGh7
carmTy+cMuWcattotIaW04Rwe63AnJHAxgg5eHjQU3vtGstM86JBw4YJNWgP+2ZXyOWxVYrE7BJi
9ZLnkp5XdVjavrkCgOk4hMmYJLvGTCItrow0K9DHDgWy0ThC7co1Gull/SvN35rx+jrCOsww6nMP
NNu+DoWHCGJ5JWxBJadxwhSv97mOcHtPzmkuRFQgrQPnD1tMBEN9SyoZ7wpND1O77wKwxgd96kh1
9q0foxZ+0U85/u/2g13fzbPZXNwwc9G0VXLczQ3YBfS7yHsxPIz5P+bZcSCcVvyFoht60sAshAKt
gbS6Mv+YCzBDxIh/jNEKKwj1XR68iTK1onS0VA2ceRnc0fAl+smTZ/CiutudJZCbQK4NDQ/o+GOr
9xPCncZQEB83od0ZH4rseO2+V761ovW3nxBASLPPQ5Rw6+ztFnqS3NY5ItSifR/UD6/a+e1rRfYT
j4Tq1hqvgNhrC6JxGk16RAZS9Q7uBHMY3PWV3Ab4BMk1tEwhwabitTufuotvVSvdlDeNilhqOEzN
vZq5QvBW+duyPxTk4NecBOLSF7qEY+wwB01tW7WAS4rRGsXdNFauF34Thm0T8XptF7FA9YCmf3QO
owHmemndBB0b+BNc+eJro0dbhU4PuVw5QtWaaFfhRDy37mnmhpz74nVoQYJc6xqNCk3k5/N92Pep
qWmbXn/xCmf9Y9069xkD01cG6nqQ2mVukDzq9DHvY0Tz+U86PpbRMRjRCslJHS7ZHAai8OxDKzQ6
LZh9k6QyzWRtRpEeVC9E2v9hfRmLzghXB152v/0fs1WtWBZZUUaFlWe2WrwQ78tXznK0S0G5H/Ny
rUtWgDP6DxjjjJDbDdo2wYWoQyA4jHdUe6C0MDVxV/Pe50smgOEFPE7QDo+UK/N5ml7vMxpg48oS
7BiVa4BTmkLteX33FlGgqwMWF0SSuKuuDS2ocooqbVJYhvAwGoVJjEdB42ktLFkaApV/QJhd08te
gKcFyITDme/q8GuS9iIUVdbXsvhxUNJHVIyU8Q2nalYUtRaHgNFjekjB0LJFVqE2FX/4pkFWkvhe
yjlCi4gUVUm4OxFjC8w3CmiQUdHD3eSlP+ZAotasUtgJfWE3ubu+uMU9/AcK7SfXH6pTsqaO8hzm
MG7reFeC59KgCF45MIv2cAHDHFfVo2Xb9oDxEkftPtrgsQhf11eyuGmok2goaGnaTRu2EQVKhSb6
wiLkoYs2Dd2LhodeTUvlNXwvLgbOR8SEEbwDO48bgMupl1Mspq/DTTHKVoTe/UEZOff34qe5gJn/
/OLWS9JeV6MZJm7BHB5BfMsZJdVs8n/hSufh0v8uZ97YCxzw9SVEioFT0WAnt/prNvn/5vNfQDAn
FcljP0PBBZLO/iOFKp1xngZOQLf8+f+sgjkztWK0JZ0NuZbiTQB9odgtfZBVKrnZcRMHs7lex9+I
VP+sh33AgFq0r0sFYG0WgLyun0f0Jleg39RWtxstdbpJgf5AG4HtudvGk/G/7ScbNagaZqhLH/hw
ry157hTXq3kZf46VU3JtFiQBD5VeACOpDFsLoDFomBqvJ5dj4+zETanmPVTHASL5ttE4nb6hZK/x
UleLtoF5X/TYIdejq/OfX1i4LI5BIA1A6YsvLzPL0emSB4gDWBoInNe90ELOFqZxgcWYeiD14aB1
wCKutGn34V1+l7+gyrXVJhNEMwge7tut9tev9hkUw1HYLFxQLOFtoGg1HjkF3Kv4LIMgM/2p8Tz4
/LtvTP4CYg7ILvYw8pNG1j2sS81e9exzkL7HhtXpT3pPTPQGc3Zx8YBdoM3GeYHmBU0iJSUWVICe
CjL3H9mhMrWT4Ia24co/1tGWzePP7jGOVuugxtcreE1X0AaWw9YOhgEkG2ZPP3P6uo51Sy+Hp9/l
p2JsMW6GmtYBwMRxmzqiFb4qFpTK7rp9tY13xotgGk7nNHvBld3qMbQhXLD+C3gfkjHQ2vc7scyx
tUFFt2gq6IY36GO4kvxBilNH/sWL43K5jFtG+19c+QrQSKZ8QmQxNNH8tBkrabe+qoXc6dW+/m48
u7AYDEIVaCjEvja+U3nPNLM1dCJN0XZo7Vzd5iHu0GDriRpnO+cFrJwLtvFzkoaAFmDnsLwqfu2M
aGcMz9SbMTFub0RgI4ussvo3j5M/x0NmfHPuTXXgxwBt+2qTgkyt7C3wF5D6o08h5tNzEsOLV8EF
HJPgxBxWGYuze8laDCqB6KJqisdE0Dir4m0l42KI0NCpSwEj5l80sopmr7Ueso/boLdGyN7y3g+8
ZTFOxk+KQBhk4HnjSWvu8vyZlE/rZjn/5DXrYFxLVyZFacwQU/80jJ/yyIl6FtNYF+frpitY93w1
6gCgD83rNAqPkhGZhRQ8gD/TGVV6CLNzkWAWMVV5J+62gfL6xDGOpNJJKUYhoKHb+iqn7TFK/AMk
v/eJEu4rQ7QmyODkkurQQeTcD8s+DFG+hufRTHN2fT1k4O5o5QaXUSQoViJ+iVHgBum0kSbPTqvo
BDoRTk5o0VYQQGBUCY9mUIZcI8oYRRySaD5xtHfUsncySQH7Ga8df/EquoBhDrbS6pURjdjTJuw2
qa5bVR+eu5DYqfwzMHg0OQsFMHzCi8orsyoVL79QSZFx9b4JgTnLVqi78lRt/f+Qdl07kuNK9osE
yJtXSkpXWb7LdL8IbeW9KPf1e9j37rSSxU1iejEzmIcCMhRkMBgMcw7Qco64gU7ZTLTP2VFWsRfu
30Yup6bdDcYIxAmEfQOY68vc9+h+AN2AuhK9fstHiY8Wr+qfAjPnv0wrW3tdQYE5ql8V9PO6b30d
rP3OkN2tonCWZeSBAmA7gKDgLnfL7i26ovnKB73EcVa8Gxz+x6yzb8ckkZmKyFtuZXHHD6wJVa1W
OAOznu+TOJjqR7oekNUJPYWAxRYYwO5frONWJPukzR1rlnHTFinU64tfpXuj0F/z8AKwXD8B3dp1
xymyEPa4BgkIOlNRIbwU1dFxmAvga/lrvnMiYF580d1ztNQ7XQ/cWArJJ/JlW3GcQZa1YzS0h7gW
EZFjHotEJ4r76KLLaPXObh025U9q2xIlheayUZK3y6QYnMZgW4iOpnk/1ngdoGHFlkFCipzXVjvu
YjVqzHAPyGP59fQlV301echlEN6ii47l58HBh7LhB+53FIlobLfwj7Vb341N9IR4QXLhyERwd2lV
K41bDx3CgyY6o7ITtr3soShcKDaJCvBnhiHDGTiSSm1auXAUBsaWteRzr84kk6GuCg/uP0I+TCYh
EZa6/Qzn5yzLl3X4lHrJMUXCd/7WK89Zqj26AO+8fpqES4eGUBR1HQ+jLFykU6Glwo167E6+fOm8
B/Pfo1igmLb5fW5rZrVaRoUFiKltH1wvvU9ydAzEtRJGy9/kPoC666JHAb2IhsHtkZ2M6QQcFOwR
oCxI7CglSelwahNZ/UxsDP8IMrnUKHXmQs8tCFIbPCmat//MC0tcqtAF/NGGjytUxE1OipcuOvCB
CFAQF7g79CVNJM8wQWMldgig2NgmNNYAzuHSn6Lirbsj2pH95RF4H9FjMH+vT4Daj3blsXqL9/Op
2i9BfoxIcZJ1AAt9+UY251wrpR8W14COC5umiYvET8oUg2Vz6q8e2KTy4jDhtXTd5AV3PtAMMR0N
iH+05X/oI6qsLMF8GzquC3DRB+YI6C7S1YHivV4XJHp5ooMdAEBov2UYGdzhyoEEZpe2h05Ai4bm
Uu6VYt1FOQbZu/UwmD/RFHBnIYGWLfY5s2RdDiI90S6FXmMGK4H/X26svapTNWXoGTJpCwbwQq9C
bco9QvN68HGIqkBNABl5XWeBP8FAGqYD0IGAaUS++VGvaLVEGopjRQROHm/9Ni2AXrguQ9BICtIJ
g2Wlf5Mb8Wn2cbV6u6SoVNmL+VCOaMuCtOHG1dzqpCwLntez8oC8lHOjIf7w9TX7CnQNNHDZY07S
GORZ2b8H8GOfhGZ2oAMBHIEvRDeLrpazAb1H67vVPudxHoDoCau+kMj2JE5b4H8uhHFOlaIMrDY2
hM3xjNYlxVp83e4soiTLt+tLLbiRIAmVVLxs8Pjgz0rVIlnh9YjrumXMwcCI8L9IUyXQFuXYLqm1
6wpPIwCM+znM9afrskVaAssJhAuoriF24BxTlUTugJZ1OEAnOVYxsIEqJOCobD5XJkbnjolWLWvt
QEV063Z6SUwak0k2qClw5hfryI7NJj4eqoUC0xGVQmW1fcwCO3rQDEZo1uH1NROd+e1+MWU3cpYM
icoelNF+vPR3DqLGFuxXTecrwDWfZBy3IuOwAAnM4Now3cS7t2RYO72YoRTt+9FvDR0goKo9v9YV
5t9Us/qRFmAAqbsxe1E7Wkre3aIlRTeji/E7DFUDnftS1WEGnDmdFbSDrk1HsrUbHqyhb4PUqnp/
XWcqkSdaWgAoWAwCDCQCPKABsAvG2MyhbQswipG+ev2JRgctvk0HyfEWpW4wgfqPKB7RYK1L00pN
+DdztiKiWaO/1Mm7Ndh+rkdvOe2OaHv9vjT6cVFlD9XfBXguMaVtjx339Fhzb41j9vSw7su74n7Y
eSQNH6odIElXcC6yMkX/bbwFgJYlQ5cVhAMXorlTUo12a6eseGYtD5ru6+Pj0D/p+blEQlxGECyT
xZlPMbbaOveQFc/TuaI26cA+bY59OGbJQzZ64GAdJfsqErndVt6h9RYS7Mgtopssexg1IKZY2r1S
d34+Yv5wdRwyWsrDdYcgOiWM5gpoYBpyVPxr2c1at5lYuwXFv7bqK9GLlubBIqMdFuq2kcN5UVTx
+zEzIMeNpuC2CuoK8+7tg5LvXF3i44SicCugCxyIuWikvzz4jkJzalhw2DWAr2PQcwKAtR2CodMO
lnnjykYRheJYXIw1xE3IN8tFVlNav0uEVI3TQ7vaGlDy0O21lPVy55WeFhRpdNsU07+HdcAUPIYe
gEOMN+uHThmjxQRkuiA4bsp7hugIgj613V83D6FyGxns75v7IssrI1InyJgz59sw5jdRmvp4ET4j
gD5iSJEYigyIXyTSAe8a8HeBw/0Bo2gsp9ZdWbfypH1SFN+LPzvrsZ8+lSgXSpNFoitqK4zzKDXV
o8RBKhr13MxPxh9mBg6x3/zRXwvkNaPpJrX+dWc5qKORJUC3CfKKGFi7XNImSUc1YyIVbd3N2nBa
h3RHJ3t3fecEs8yQo7PBPhULCaj5SzkrBtL6lgWB+kSJbTzHKYquQKfDOESgx99R4kJmSgENZimb
xRMtKkgAWOMojoPFz+ZmaoahkwZnXUU1VHHTsExfVOeV2qfYeaqMFK01klBQ5MV+w+Jh8I/R67Av
2pgpkArirFewplqiP1OAXdBSDxMMGXaVDCtJePluZPEdHO6coPUpx7qa+Y8EHA4luHB8NOi9dHEa
plV91Ie5JWrj3btq/Hp9U0UxBgPKRosk4Nw/VOtRRBt7quLi9wpgXURPHkIqNMsRT4n9qpF098iE
cWdjXTGlmWkQNhrfvXivD0VQZG9tG84YZ7yuF/spPqbY6sVdtt3aA9SF9WSO2qtefAWG0V/8Psr0
6ATGoBhmgy7tI1aH2G08/H7vlc9aMn7TSyX4GxEe2ohAwgYQbk5Eo3aGV6NoBwz6oADittokkvBA
AH2DEw2emf+K4AEnq0Yt1SJH8O7c16nfnOdjvl8e2ndzZz/b5GvzC2zhYR32obtXJmIcryvI9uDD
HqGlmJFrO0Df4f1JNIxThlyw76iDb1Vk6cFcIZsaFDl/1rf8v0K4MAE45obbsTKI4b20zrEsAn11
MZRs+OV8X36/rpHQ6jbCuEgWUJpLa1UQps8K0YDpZ8qCSOGaAUQaLdPAePow+4xCS+roHbKbS4z+
O8D9gLmteNGyXmLfYjkAXIBTAJw0vzcgV8RhZV1yrptMexUvnDDH4EWgab0sOybcIQ+EC3C0CBr5
Z46iZjnY6eD+PLULB/uUgfdq+Gk1OVGrT0b09O+3iMF9YdwBDR8fsIW8FRQVlQOTb5a3AUlORZYE
E63cHwEYg7z0DEu7umXhQoA9fXWgROucEtmVIZPBnZwEVe6+yiBjsXde9mhYdwi0r6+T6ALcqsGd
m0alKqpQEDGN5yQD8O2xoYGUgE2mCHdgLLAI6dSAlM7od2Wb7xZ09pVDF15XRnTxbF6Y/MvdUXRv
mJgTYBzoLkm8lxzNxbn9vfJ+XZckVOhPCslhy7qJGzKPLgitIakBm5ANJojS3he9JOATpiO3+jB9
N1JaDEcuzYRlG9P10XIVMrW4thMtsM38ZdSGIPEGbNyC2i9QgdZhJFWd7ooiu+vaWfYxssXlIvpC
LfrKZM93elLuveflERzOYLElmkO8vXqMDktQhdmL+ybjthcGTttl4G7IxbR6fcmw2LPrvU6Y0U3X
elcA8NSpk9NsmgTOaw98iCAp/6IF8SJxwJ3yBG9carJm0Ti9nedvLQATpxAAbAsgTrTn6zb1f+jp
Iu8F/FtQSHF6du1QLy3rd8QEV3QsFqPcIWf47pTxMWtnBGsFtfzcyp5rzzup7dLsrn+AwEPj8YTX
E+5ozKjxD9LRjRKjRp+VH9cJTuf3qXZhXb417c3xlMmcm0hdiDNttC0gpY9axqV1F+2UeXaG9IGb
KHemhrjYGpDzSv0B7GY5YCiXxA4XtSfqUhyuayo4vheiueNbmN3QdwU0LbXbrAmL9rWKJCIExwUi
0B1rsAwzhpIutavsJkpn1gCStY8ZDRQzzLxdNN4MhqQfS6gLWHsxW4NsJWiELwWNS65ZqYNlHO2D
vpyS+jWbPl1fLqEuGxEsHtr4oUKx4zxKIaJKw4zetoAEBV7uOh88GeECW3guVsRg3x9luFVbu8mb
8wYbA+D1Mj0tzZc5xmjFt+v6sIP0QQpGrNgoOKhb+Zd0USpjr+crLr2CaCPx/OqrEdKzDsLc64JE
b2lgkOHVDkxeDOf+xk3arFyO4nRRJ8y2b5dT/LTcpQAcVI7xsYQ0Kqu4CuLSrbQPDanggVcTRUWN
7Jzss3NzTnbprXtWd/F+3Vv7TkovKhSIsX2P8Vii+4jzWE5edcnqQD0PDKoj6o/DJDlGIuvGBv1X
wofOhVxPvVmjkKAqDyN4sftjGQV/s0kbGVyY5YJdZIpGyFge12C5K4AH8qMLl130lnxRdn/x3tOB
ewcAJTg/hjh0eZiA9qePKytNx6U6o0kS2PwIw0tyXSnRQdpI4TP9TkMNtZnwgKDm+2D6pX5TZW/D
ur8uRXRjbKVwK2dGJVWSFLpkHjDUwVI13xTZTsnePOOuWh+vCxOZAkPpQKabURnwZ8mlgMkAdBG6
yJdOR87N7sm0NknoYKBVsnoiUS7MWWM0xUDC4xxeY2griMfghur8gPLukn2hss5j0Qa5HpsawzS9
gYHbSzNo5mk0+2pE/0ryozMCt9qlPWaMZWAtolYBwAX9I4c3hBjzw/qEtjZgBYbaLg7BsoSk2oMV
hUWonBtZ249w5TbiOIto8rS0OoBX+mqPVvgGoKusTVxyYmVCuEeLN3ijnnbsPpqe2+lQ9E9ZfPz3
xrZdNu5WVeoidlN0OfuaBQXAvaYnmNOXmJnIfSLUQ+sXDBp9xdxiKRQPe0R9rNw+Bf063CyqrHVJ
dEJRZEf6ygEKPfzopZlZbjKWOpDE/QRkO000+/VS73VkbrPaezSTb65RSlZOFCwAMprNPQGNAkQO
lxIHPPSmmKUU2hlI92NLdOXJKmJiLQpJLQnghkwYZwmtgda2QmMvviqsgSi4zKd+zXaLBtqd3XWL
YCvFBw1bvTiLYK2Abs4mZMf5TgXcNnh/SZSFZRn00YDJlgcFT87rIoV2vllKzg11Uz4u44D3H/pu
T3nlvQ/A3jDMRNb3IjIS2AiKUGArQ2s7ZyTjiqd4rOCymNEbreevrfPqodXcOWrpIUokD0nxOv4j
jE9G1kO51I4OYU2cHKaiwqw+PYCb95iaFVGc9aduz5S4iiqbLhR63D9a8ggmiZpNdsYmWGrLJbR9
mWOdrOktaGMk2/aRbh7Atpv11DmrpBGc7shUnPTma6KZHVF7C3fJcnaaOSxVI8jU5H52P6t2FNTu
C0K2fdbrZLCne735FM8mSqopUUGJ+xcGxUgNgCqMPNyHpkxDKYzGwdmc7fjQ94gL0uFXu3aSsEB4
KlFn+E3nwgh+L12A1qPR3lBwU9vqpz56Hoz7rtqvP+Ll7S/U0RHyagzW/wMiw+S1o9Ku8J95ZvoL
0h+eg8l1WauSUJtNMMBp0xZ9mbQmpKh2/ohv8XOw4EbAPCuL+jRosthDfGNv5HHWs9brCleG2w1J
HJ106o81+VLPpa9Sc4eq5+2qLZ8i9cXpO98uZOxGwkOyEc55uXxWxiKPce/panHjWs+lGj3nybpz
sLL/fvNA4YK3P46KCnSQSyOJy5xGRg1JdXsGW1nXnhMZZ5kwxYCGTFgig5wGoPGljLRB2cOZVdx+
7ne6fIoTh4DFDBPadxQGM2dEz55d4G1e10x0rW+lMoPaPPrwwF08EDTCw4F2a1B9G9MR1yUIdgkK
IUWE9nBwp/MNUi3aF7BJOGDmrL/kBh5fqRF/o7OFdqVB1scmsH80XJoaihEa3i38hT4t9moPPexf
0X4AByGwl/yoVEvgWj0xsu/XNRNceRfCOON35ljTkwnCyuJE5w6XEJkmSX1SuHobhTgbB6njamgj
UjMrmrxW/UUvnnLMsifKj+u6CG66C12463vqFbVv8K+f6vMLoAJ2zoB+I68NOte7XajxAkKl0M5k
5idbQvb3jfnZq+6NE5uwUlDktdFQUtaAcz9e101g4xe6cSfLdWmsNR10iwGDUrotmQZZX5xMD+4Y
UTRszUUMPbLZuMFsDqaLPChSSPyQIPi50IT9fbNcCfg3a1CPwxqcvT2c3WE3dzo7T8QaSr+W2IR4
3YBWC3hoxMf8s28otdLyejh3wNUGRn/TprKc0+/Jey5QhUL/iOBffEWjgFVZgQhrZxwwxhqa/kyq
G+XlTr2fPsdn9C1/Qv/NbbOPwrwj+bfyVy77CNEldvER3KVp9Z3LRkCQGUoInYinnWfLB+aUA+oV
IBJQzUdp1paJFbuqP6pz3iPxRmXQakgtWov0xmNZfm7m85jMJJ4lTkSykQ7nRIw5zfuWpV1tEG5N
y95VZE93sfv4owz7go1h1gogHXqPScBLw53IHIdTti9zRogG2pf9JGNKka0e5zhSlDHntYRAEF1g
qnVdH9Ip92kaTMaX695DfLT/qMZ5j6nyyq5UIQmkLwtFVk8jlSbLhrLazLVzwPmP1qz6gaYIMNQF
3dGBnb511ZcBM7Sj+qXKgkUnoww1TmYUnC/BmCYmGEzoZWivNPoiTVXK1o2LmbR2BK/RjN8fvOSr
skwHYD2+DY21u749orhpe3pdruw1gDBuXJlxN7GJocQdUOL6GCi8APNObu0qqPSTJYP0E1U7L4Ry
LiPt7LmkNhwxDN09pqHaEO1Q3aRH+A9T99t75RN8SDUE15UVRgOAKgd6voVm7485bEQ+kQ6x7hQH
aakeDSQqHOW7g6Gh65KE1vGPpA+57E5L1ZJSSFo6TFx2NWn6vzlXGwncEtaOQ6nK7rIOmOvO+B2k
q7EMzU14X25k8D7WbfusM2AbVvHZ9p7X+A6tCXMB3HwDHeSSJRO6JEZY5GDKwfL4GqGmTE6L0Xec
Yf3R0FCtcYO5P9P0vlH21zdHeLQ2kjiXpHoZpbnJvEX/pFqBpYZeI/NIYgP4ow3nkYxYT+t1gjaT
goBpDBVjCCs91JqBtJpfdxOYG8EMgnbL17z8XI/+RCUnW/YFnIMCgCti6wFa9vUP2/iOuZfrqyi8
szaryDmotfDWqJyZhtVrPD15Ggj9HiKKgxuUPdjjGtlIg8RAPM5TWWsVmRU40v0YQJaO6kerP8XA
TUz8UVaKkoniDpc9dfpKNWaLSBwpbL/e0+V9zE+WDKdaJok7Ygbm6CanZ5ImBY3SN6mS+FpP7Pn7
LGuuEHo/wP2jXxoIwkgAXgYZ7boAApyVB1T3TRlAZ2d/G6yHXtYOLjxdGzH86dLToo9ZpmZ1vmJq
bZzOdiTJKwpNeyOCO1yDO2rUYS/HyX1Ohl+Lebxu2jIVuKNjZa0N4HaslF6BQCqPA5XujejX/08I
d34Ws3Wnka2TPtog/iwByrE34vf/lxD+di+7LhuQJ8C7FPdQpoerYhEnlWFYStaLTxt0o5GZPUtj
ac5LYn5J430hA+D7nUj9EOL92XOXOyjgrGyLnGniaMQ7AGDWuv+iP4DX6UG7a4PsDWCmQTEQM+jP
L/EAgmfS3igSlyo8rJtv4B4CrYsOZJfFfADf8K3xNR1bv6vPeXrWMGl8feeE7nUji52BzZNASfUk
d1rIipuvEVhM17Z4VTMjoJMaDp4XtG25s+zy83Wp0mXmnEQS1ZWG6xFh5047axg0JusO3Fy/Sj+b
Avu47utzdNOF1au6e4y/9afX6/KFEcdGa855DINmFyt7M8fTF7N5UUAGMXb2rtA0FJhsl1R5nkoW
mv3kNcPinEmdjNHksiBnaECglBAvCoFNSBTZ5JbskHBOxbGrTpuZavpydEFMOb1JKV1kIjiXMnSr
qeLOh316O2d+qopv0tGG3yAzV5aLv4UXAAHW3go1snPv13vtKSVok3tAENqtQXxr7SvNb970XfSU
vdlvKpkO+h31veDF2JdBKcsCSDTmyw9t5SoLjX9v3qeCPnj9k5lKLhuxCEyMsDIn3g6cfQyFMbUq
OxHLSkmSHfLoBRO+181e7Fj+yOBsg9p6NGsuZKTF8pKWA0lnc5fPEWma+nNlyvpShKcMDSmAcwTM
P/JTl76l7cCMVxoIOhyMMQElk3h0N3Zp0DanJDuqshq+OEOEwreJ9mwMffFjRqVd9eVcLsj0PvWv
6NCGiaRnDPZZpHww73pZUU54ojfiuKuiizB/ujhQL1U/m8vJbY9J7Zfu8fqeieCtwCP2RyvuNgAe
RuVONbRSDu7jEqq36cmog+Kt+dIR7Zjts1P+YPlReF2s0Bw3Url7wcoLdJlUkDoYZ/QzqvNbokg0
Y27iwxHH1KCGAgDA4/mX2NQVul3GKGoUGE9WD1oe9sAI1uegj/emM5M1f/sLnTYCOa/fUV3JDQU6
Fe6in22ExH5ELTTjqIsMrEu4fBtR3Gle3SbP5hX9gNTLH9cq8dPYuSlmyZy30AI3UrjzrOPo9jGF
FLvYuwb4Fx5K9c6SDcKI0GDRwPtno3h/b4OBZvZYc+MaB5hYL9SO2Mld24Rz/QpqSDe9wVhdGt2M
/dOSAXZo5/3VW9phM5jAJGPY2JeuZDIBjD3ZrACGypQxn63liy3zjkJ73MjgVtNAq4JpoQbB3uuJ
EZTlN2f4OqyhFv1ozbCVQRIIN28jjlvVXokHtYugkmm+W8t3Tf9kezfSxJvwDQNuPqCPmSi58ajB
7lJYdcX2rl9mf2y/JZHEBoWWvhHArdpkJmbaOBDQDfu8PAHiT0pqKLpHkB4C5jG7ulCZv9x8oA8o
iRvD0RpLXT01yXDyLPTjrDSzTgPG6O5iFaRFutmXh+sOQ7RFwEpx0SMIbA/rA0LMXM2WV81wGPaT
4zyiC3HWb3JZBkW0gga4QQzAsaCfl++VAQul0rSJwY6XHkTA3IutFfTwxv66MgJLQJ8jhrNRyEHa
iy8v9GAGUFLXKnwV0++AT4tUAlzPvyCGuZDC3Ruj1zoztSEFSC8PTQPs8rbYgX7nuUepxkat5rpS
grUDqaABOCiG2gY6iEvTAMJyYbqzU/gOTcK6678bw+zbiiopzQjFGEi0Gwzd5QMLkwOSA2DmuIU/
Zs17NWJsRusePCm+lWiLwPyIoUYYG2yOfcbmMeakdmmZiVL4kVtZodvm2ZNqJ+9rHmdhatBzGTV3
eWa/1Wj2JeNq30ZxaRB1WFsyR613zHtLhvPGHCt3SbPhXgPf5Fg2ZocvP6m0Gi1d26TE5G1CJlBs
5OudNfhafiq9T9f3UnDagISGBgSGlKiC9OJSVIVB9KTPs9LHhAyGKGgc+VGFO1pb8gg3da8MsnqY
aL3RjfsfWgxQxXEuWItKpTO0vvTpOI9Ezex+PzR1LxmnEMGU2BYGpXH0gCSAjb1UTF37qKsXlH6b
ZK+rp7ELE++2Uvyy3cdFgITDvlNPdtOR3vweuWFifk66Y0QfUhlWsAhA7eJLuCXOsziNs5mWfv7a
s4dU960NWpDC/qT7HBnIY3K2HpLQDenBvpOBK4osSbfQIYYeThDl8fhM46gDd4NZEuvsn7x6JdVg
a8TBe9UH92lC2PJftyihSIblCNQfnNzfD4bNeUpmJ24rrSz9ed559ASmbvz3ZbF0v5GNdYkKXPZv
3Mj/yuJeA2Zqj5ltQtYCSP4yOVRjRvrUV9e7YQ0M43EBwlGnhNcV1EVnZiuV8392FGd1PxdATCpz
hr03O9mtrtX9lyhyl1t3SI17LbKtn9E0u80uHmhfkcJWo2OsauPjtBQVirK6Bi5tZVaPnjZ2o993
PbovGoNqlV8onvY96WM7nNIYV9SACauZFLrRHKI8jV+SylyKoFUGzIVEoyUpPom0g8UwhGTHwvwY
94C0WnTVWC7MVclY2/QBVNtp/OqtEjHM6nkfB+5p4MhZQIoAPtPl+fSmol00YKuDSl3bd7O2c/sk
XCJDsllCEwFxFSbhdHDi4EF8KSe27LGfOtyJ0wLQhLCcEuuXMnY0J0ukZ9HOS2kUAuFyeCrgAh1/
rDDHQuK8TGQVyt/tXLzKhopbE/3UAP7gm0bWJRstg4JaxNgBfDo6agGw98gcfteCGE399DEOjZOz
EKUgukuyU3YEx3pYHoCpdpxvlrDaU0LDZ/3cPlf+X8x1Y3b8n4/j200MrZ4UhfGerBbIxo1n6h3x
kYm5n5zbapT0e4s2fyuMs7EphsNS2EoAQETXyaR06k8NuC9PVEmLz9eP64f7Bn2JCMLhA0FZhUEx
ztA0EBakZVzDAFTjzVn6xx6Ry78XoVsa2iBVwA4hEXJpY+o80dnLF8RdDbV9APMMvhL3kqhLVFi/
2CHO2TXl6tgl2yH7sUtC7UYP3WBEXwfBWMOuuotCNfh1XS/ZNnGObkmVvG5zZrDx02AeG20f5ZKl
E4FaXGjF3dOmVdtNP0GG8/yehutxDPIvGAu6P2v+w3p4iEiZEPOc7oww3l3XTrqgnGuwVq/rWx2i
6S/n0/o+3n8DZvkeKN+nh3I/+3kj2UHxcrK5JwzawbFyVq83BsajKS7jwvo1Vw86vZGSOgtFIG2g
YvgYuEa/o6LN5Uu9OkunDsGsai37fFIJuiVQrpW1F4sGIoFc5HnAVGHTsS5nGXpBc53+toy0Jsti
four7yUtznoPF7UUPzrN8TUz860yP6zgTY3z9EGye0zEB2+6CZK53csLddA6gxknmOlCsKe+qZ4y
7SwPs85tkSn7yDKf1c4tiKqmN7OVKp+drHgqNWqHgKdUJIYsujaB74klwa1m42XE+QC3mnKDBdKZ
8XPQwgmNh+16sGWdFDIxnBOIaNZOWgMxeX0XZUET3dIMOyADqRJvMJjB0YhkI4zjr2c6FXnat3np
x7mT7UaQ6WReds6W5ZNH35KquO0K6rdq+kZtZVcV69HS3yUbLMhA2MbmE9jfN7asaVkSlyY+wYmD
5JPbkCwhxa8lbMN7XSFvUxA/awvpj95xnEgmuaFEUSwjDWUgco6L0b5L4WPcl6NpIbIcTBDpvcLY
yFzvu/RHKWtjFqq5kcQ5QEMHF1zDYthusAIvf08SSvJZJQmSXymdjk00SaoeH25EwOLjyQc6VDC3
YWCN002Jl7EzWPyKzMhMynxego6af1G+QWoFvg79+kCG/XAgltQcVLXCCqKEm7/MqA2oayCxEUFz
IJhCVTai7wLtgJ+EwdSIY7YKojs1Bn7paV5eqbvr1rML+HUQ+GlO4MggaURjQRcy2RHd2GWcRqCo
9CBTB2NtnQcaXE3zdTTujGjX6sFq3yetv8ATKe+t7hdAX6vVYCiPdn30alkuRnh/AoqH4e/iHQ+M
9suv8aqeZW9ZfFvfxB6xzJ/R/AjqJyUik/5sRwDlDDUQkXb3Vn6DGkYEQJX2RGnYTJ+LNKwzya0q
clAmhkFsD/SGHjCBue+Za+RRCjwfLPXn2r83tgPwbhfQStKpS6EkzPaaGIc07A/4v44XxUlnQ1If
FkF9MPcIH3ZAWzyPaAk9WLv3iWg75z4l3p1C+j0FrAqp/c9JCDAp3yXzjRbmx+rOBf8FOQzvC4KM
8XXdR+SxCaLbJHy9bquiq9mCpZqeiarchyCR5n0/W+aE8A1vPljOmj64MhggsQxgnGkG3sV48Vwu
fp+6NcUcd+lXi3VwrPbWqbWDovUS5yhI2tvwISyxghwqnMmlmCkv6rjwkFuZ+spLyTpp6v0ILPFT
p7ZlYHSD+jhSnZ7KZVBtfymT6u36WopfdY4DHTF0BCPjrAwXrdIhTYZH6gEENJTM32Y7sLod5vwr
YkhCDdGqgjAYhEFAMwZHBXfnatlAnSgf8TSadp7xpSqJqsimc0S3wFYGt6Q5uqjbZGXHJg5Wh+T6
QS8AQ17vgI9jy6Y+RJ0gKE380Yi7c1A4rpIshkZphxcmxLUE4LKf3+t9SWLAJtR7B8SxhY+M8nn1
T9aP5SCjXRNdQg5gSwEFCYglZDkvbYgCeB45QnxCt+IwUD0jGc0kZiLcuI0M5kG2nrpUZlzikBG5
GI4E5bl21Pvkm1P2sqTXB0kugwWBQaqo+uDccQuaqIppj+lY+Wvk7FMt9nWnDPJ+3V23+w9icOqA
EAODR5OfgX8uFQJxdbraFAdPaY/x+FmN9qXMrYoMcSuCi7raxliQJIeIFg8vJTqvdpii+WNUMb/j
ggYh/AuNNmlazmMZbW70bsfEjbpvlt5tMlvhkq5P18UItdqI4Y4wbdF+PLQ4XoD6B4OT03WkUt7s
/pOnHBvpvCL7Nf5pss09c4dZj1N9NSdIQ6ZhKN7X2CFJ+YLYOWneBjesa5W4P9X2CH4Hcl1PZgC8
5O2p4gwENWNHiStcMsWnvr6zh/t5vVWz+/T5uhjRcm7FcEZSulOLkTgoGOXPcW+SovZ7MwC/9Wru
ETVLlBJdNwA/MBjOjwVwV+4Ym+Nc6fGI0dnuvUThOwGpZ3aKnpaY/EUDBsBBVSQ/dcQVwK+9PF+d
NdigD4Uk1bpxs32hP9p/gfS/FfH7Ztv4JH0xunZq2Q5Nb+v0Q+8DrfNL2ei20Lv+UeRDqiHVc4NO
UGRQa1+nPQHS2XUTELkizMEA/8Zm5CUfCMvyBrUFS0OoYZwtQESUGM2RVU9FG/+7eKoiGY2cKXeO
vBmOtke/CuroKCDsV0AolHgd6U1M5mY/VHmQTRJ/JIwstjI5T25XuWYjaQwXG4N2tzoPcQf4ixu1
3E2L38d3oH5Ag//1tRScWnZ/YAbYUMHbzqfclSHOOgww4kWBEbGR4fmWP7MFzTjdN0MGaPa7ose5
CAjDmx5XiAVAM87GwbkQ07SLUDPxTX98nkxSlmTBIMNrejMcjV15Wv3qySsIoOraB+/o7WlFvMAm
WWj2vuydLUrCbT/H5jr/7ToC+pQC3auzu7f96lMc5rfRgSi3yY1xSp/Vp+trLRXI3TjxBMj0OoP+
qU0wn0TcIH4cDg5Eza+RXxyb/Q+JRGamV1bc1i+9yjqVkTHmkDihD5woJPfnU7Z7WJHtr0D2nEtO
puhJeLGk3LFJ6DRhGh7yAHp/Ns7r6HskJzWp7k1f/VrfxeTN7oI7bDEG6Xu4U0mUIl1i7gxVSVfb
ff37A/rbXt/Bxuzd9/j0hrJG5KB2TkDBI5nKEdg10NmQqwISvweXxD8JrLiglTMCF4Ra6A4EIoft
jmTJw9Gxd4P1wwWy+2S9N0gZeXGC9+gOCXuSe7+MbL0tkcWk/cGcz57zPKhH232KaRUq3f+Q9mVN
cupKt7+ICGbQq6Cm7q6eB9svhNvbBjEIMQr49XfhiHtcpSKKsL+Hcx7O3qezUqSkVObKtfLQA9Pp
2uzV5X6ffyrxQdLiIflVz06dkVFMBX5q3myYfDaKryhf9Dpe6cPP67E3r/RZ6EGYx4V6GzJsHQyN
ahGmIdCTaRI3D7qyxFtislua5ZNYOTQv7oLZCnHm5hFuzovzCxxfwuUMSA1Qe003Tdm8DcSEqj13
3/7eHc90TcjsWQDTqGXn3mojyI+gaagn8fcCFd3JjIPrJi5SG/gyMyijcQ3AjqFCgnmrWTnqfmhN
ia+j9dJOkMJCWyCOKWfvjvsPK4eiP8olGCQ3PZUMzeJizCanRueI1e+OEd/5Sf1O4jUq9zlDOg8D
vNPnVisgVTClMgpmzaBNmVe0wZBvUy3k0WPWhJKsbME1K8rJ6juDnQw5b1Ez3jvjr5Y8pjyMybRy
W66ZUY5TX3h8NIy8DaDA0h70hv3Qel59gJP/pwHAzMoXWrOmHKZF3voEZ3eLVPeXO24Ie3Wbm3yt
F3W5T/GBkK8hBQBUBY/i8yvC8RqfJGPaBnmcQPZJuHFoj2wt2hZ9ObEy//OT3JMNBCN2edaCRM4P
i87fmbN8gTZ3abZ/u4tmf5BiuAhtSEEo75AyLxi4OWAJpUmUmQOtC6Lie4vQIA+gGly58S737Lk1
5Tky2V0CwnJExFC3t1bUN7QSDaOiN9otYCojdSV4mApC1qo2ywv6x00ll8KkqWeRGG7W44soDMhJ
EsonvBuslVPpIhOGngbgWQRPf+hWgpjv/MvZXt+1nGFrcT+ibuvhDcnoaGqbDPcZsE5h4ZNAWmsE
u0sLC+TELFv3+1RUgr9idpwZNYK/HSBlA3a0l9g4xMVnIkboIXkrTl7m3r+9/GNOyRugC2b2eg9z
oN3ZZM69hxG9Ut9H1qMj3xjbFl2AnP/vI/XURWXn9QLdizyHzbj9rd/La2S+YGiPN7r35K+9yy7H
JX67CGAfkLWGixP5/EMOA9hsfQcCi4S9OTp6l7tGO2Q8pql1Z5i4dQAI8UMP1811Ny9RaIphde/L
KnI1AcN9xO/0+lvqfy/FW6U1AUQngYfD/rC0w9iC1MMVO4IEsXS6XV9YuybBEAmmSCKRhjq3ti5w
Idd/3Oy0ej0BXv6/RVGiu62amFsaohvEwdSMnrn7JR1WbFzkXLP/hjEDxRyUHNU+SV3XblSPsAFy
zpqOBNNTTSJ72rt5txk7fo/n51pr77JVpBhVDqa+8CZ9iDEtPXrlWzrInZd0oeCSMgY9auBGe7Td
0uqrQIc6dX5Z2XS0jbdcx7iw14fcGUPbmu7qiO+uL/hyGJ6shnJw6W7cDUg428ACOVOjfZjdvu93
+fgDwnKUy00sjl5x03eH63YXPzQwn1DlAgYKbavz6OfgP09SzMmDtIvvHa/dmz4I7LhYc++iLfh7
3QF/wOkOmSVHObcww1ag/YlN3ddjEPU5QE39pkVN24FggWGbr3ZShr2XPY1TsmJ76Safqfn+v2nl
DLMl0PRkPsM6t79hVXWwnLXLYHkV/5hQzhAuzawTGT4eaQewHNk4QiDmZBv/dGScuKIcGdLlupmO
cKVCCSTM9uih/WJ7QGjv6j3fcz94NF98SiTF82I/Pv9LqPxxUgkVwdtY5oAiByzDcBJJN7nbbORY
rOSsixfriY/KDvWipvOa+WL12cGZtn75THD1ZHfgeq/1fZc9/d+8UvddSyygkrGkuRE28ui6d+7w
33UTKwGoFlTSNJJEzOmxVr4O1sNqErn49/GcRC8T4Aycped72GpsJKugGg1y/tDWLxXZX//9izmH
DdQJyq+gxlNTHbfoSy9vcEa0enYnM5daRvriiFfXFvvazW/7ofm8bnEOpYvr58SiEgNV4eoVMWHR
HdGkD0btsdL2Tvlf1K4E2+LGPTGkfH1J9DjDUCFoZv2HDlSidodh0DWc4KI3eO+DkBiN5gvkTiYn
LbWtCgeQxPVW5MMBwgslTfQv+lgF7aSvfK+lHBgAsBn2hOYXOPLP48Huyigqi3p2at/YHz5kTci2
XVMUWIwKEEAi9YUKkKHSTGqoJsW+i6WL3TysWwB+8gp3dxMY8R71JqqV238Iij8G1VnopC0BG5Uw
WJU737yvIXZU/tT9V8NduRMXv9eJIeXVHGt+FQ/V7BnYZNw2HMHlln2aRkCmFdzPbw0JNdBR9wX6
AF1K1E+U+Cu8MY7HpEXKx2kSYPzhxg2GrTtStme0p9nBOcrtfXrz9TEKSdB9eWluuzC/dXbVllMs
eYD6+8qWuGxF46o++U22Uv8Vuqxry20gyfvwRdvEN9a+vS2f8g8Q291O9+kHO0ybp0ynzmN1G0OX
FMn5SmZ4Wa6cf8I8ZgORRGjrqToSWS1A0UG6JhhRF7yxdkOYhBAc6oN2g9GbR4uau2QFQXFZo1Vs
mue7ZswjcB/4sPkZTwFY9T70x/FR/1KFX6GHE44BFOfD5Ma+xarvnZWIu5xuVowr6ZEkVkoI7+Hw
zYybKTfRGGQ7LZBb+ejs8Iy9y+/BFra2znN4XYTfyTorqVGM520kMphFnzCsNg4FG3YG2Y7mx131
aj/4VAvdoxfqobmrVg6p3+M+12wrp1Q7VlIfLaw3ZjO2E333Hobt57NLu60bGjf6o/5AAmtnhyPN
Pl66LTL0NaLcxcfAaZgp6VTP21q6EX4CyL8NhFi7eZ7osNWC31uPb4svYufdWJvVEf3FdfdA54QW
Koa81GwYGIixiXusu0fBlwe4FPAWtP9ibUH2tYWQ4G06AhqVVkGxjdDiWkkjl/IF68S6+tWbHOOJ
PqxHpk3tfmOS8R8s2CA8sNA6g/S2OuQktJwhnAfMSOdpALRxkK52NJaW0AaoCgAPyPNcMG4bPJcp
02Giwfx/WO1xSLefiJzbH/xd0J/xIX4daXLogvzdX1vApQv21LYSN3ZjWJMRwTbJenCnBDEPE5QO
IPF4/cZbLBEAh2fgEgej6YUEkdvXdVZB9DqwOjr9ILSZJb6/x+hXOU85deoACrJB+RUFEknH3eqp
tJQdnZpXAgWiaKxwh3mNR+r8GL5kxxT8pqCLwZQg9YPsu4WHRvHw34rXS29FD3O4kL6xgJpX50PS
tk+jSlpYXuPdy6mf/XS9uz57zcz31AmT7Ka3VxZ68c47NakknB6zZIJ54CaoGc2e+j0G8h7Axngr
DtleOtSFlvO9k+ECAiE0upLpBtPdyRt6N9ddXwhqB29jjMegRov3qpJ5RHVTJEOFpvrgvpVlQIoH
Ye9QU4QOG4j1H/y1zHThA6OyPc+TA/QFXTTFnmmOPneNqg6AEux3AwHAzY7SHg8hqM1cd23h0IEA
2zw+jkKb46hAqZwJ1ts6qNXRdN/6YvwO9pyVbGrRmxMTykfkrEeqDYJcULpVtC2nsJUP/bi77sfC
3oemyNxSm8WiMcF5nia4VZdaTMDIZKEUGmebDu5AUyv6et3OUul1VuPBjBTeDAZKT+eGYqOwGq1r
a6hu3wxID8H329sgRqOxBkqXg58fRfJy3ebSN/JBGG9bQCIAkKD4FlupSLO+q4PGL7Y8Eofcq1fC
YKnOBbf+2DDP3ZqcxOV5BhuZAMoGZJBWHZRc0Nba1m04jTSewqTdJvHK+PFScMza8whyYFfIxZVE
uGDEB1bEGu+j6CcbXsru1/XlWwwN8O5DogWbCuCoc9f0oRz52Pc1uK1eK4KRRQtcpylu2PfrdpZd
+WNHOZYTztAObWEHehOZdW9398Ya++PltAm+kQ9sIyrAmOiBZvi5L5rH8iHS5+gryqcpjeZB1/K9
nqwOMHI73o/xNGFeW/C70kgONbG+EozRhnyKi+fr3v7GpyuJIn4KiA1MtFlw0yvLathQvDeyoQ76
fIhz2hCveZdlEj96+SB+jDYfTNClCa+g0KTLwr7h/n2SJRj767SsCnCg8T3+eLnjkCwAggZ5yd3g
N9KjNXHjkjLwMccE04FME8OOlW11J5K4fXNc3a1pLgWGtvTYYY98sJ3/Yj8jH+1oos85jN47Ixj+
CUH+0T2xKDMQwDUdzAFSCK2ZPpTdXLKKxOhTs+rZFkol5S+ZaHg0+b6pb2Lg6B8NXuHlXBmdeWN2
nb/GuPYbYq6sH8F8sI15DGjJgRz9/FNKrZ1Gvx7rgLsamMLfsMQbyF5sJzLtG9+g1gjOnJR9xs4v
vWpfQApEEzP9wIURFg4QKUCd8vpbZsbUbiSGjw100/q/ZZaA1vjcTjNRHp4nyJRwywEg0SsH39hs
2a0EOqUsh5vB+7geSgvX65mVeQOfdlsnn3eODiukEfIelC11QhMfeFequ2w66LzJnjMoRcUekDIQ
Enu8bn5x30JOBdQZAM9dZHMYRChj3ce+BTDkLjeAf9b4XRTH/3AN4lNjUGyWVsc40bmXzhAXrkin
Okg670HofYgx6wRjKKs8HQt5GsE8FuoWOqAMeKafG5oqQ/ZeMZ93ZHQ3pMvRnRpdUCkA9PNSx0ga
p7g0AzM3JHX9hm/Mjsev19d04cyd1eTmGwV3FiRrzn9D1Y8pdL7mcwr5Ut/9qsEvYDubYY0/dM2O
cm3VJS+EBZByYJj5lrjVne5E72nu30goYgfXfVqoP8EZ3Pk+pHfm/PvcpyQaRJ7OYVqXKBdaLylU
sKFx2ksoK43b67aW/Dq1pfhlRwneoiNsaeSG1DsnaY96fJd7ayxni3bQX0JCj3IhQEnnPqU9TvgJ
yipQ5TPB32YidXa0xvhF3A6DN67D3677tZDKQJQNzUWcozioVZIBPmRswhwdtnqBOTRLPhdyrVC2
sJ3PTMwun5wmfWtXZCQ4V2VVYsbU2BJjDNu++YejEcPyGHtE1oJxVmXlYuYb5ThvZ7v+rAseDNFL
qv28vlrGvFUv7ogTI0oYFHHiNMC31kHl/e676Bkdsi9cPxjGm5XvHH8AdiOQ7X1HdgDoX7e+UEnG
QuLNo4O5yMT02PlCTqD64cDAIaV2G+rZe4h2gmv6PkMxNAmbfk2UbekWMJBXAx03I2JUupuiB0/H
WM8hL+QhSu2dMQzfgKm4LeP+zrY5yErsg2PJ9+teLkXkzNGEEUyg/nBcnnspoljL3AZepgP4dczy
HpO2f3/yz4Nm/zOhJIZ5nxaWO4eKo7OnXi+e02QGuK7NeC4FPr4WCMdQvLIdVV0RtasMGgYcZ2FN
QqhqbU0xHUgxhtcXzFuKC7yAkA3M6nkY5T5fscpDRda0yzroEqMqaU7wwWgNkpxQL7La2faJ4279
vhpeQObZ34s8z8LcrCL8Sxp+JGU6a0fq6Ulj0nRoK4+2Q12GulNrY1AnKQgjIdt21FAA3eSTKXYz
7YGgka4Pd1HvTTc2QMkfw2SmmBwnUfXRRqTY+IkBylCMJbA72dTTE7GleG1SMt30wLqFfSsmn6Ju
4mEUdWrxf7WESEEH6FqFQ2MUN35YUG3sN6VZlnuNGySMhyR69KVZ4a40PbnN7YEHjrD7nVUNBFpa
mMdBSyV5BPUz2+pGFUEmKjpkpWYePM0Bzf1kbbnwxu0kBQFMjYwPxNQnDH5o9p1T4bVFk7wri43F
M/3JGlwOhs7Btvbj1EzvY+0aBZVeKh6tCf1xmg9JG1EIw+cb30n61yEfjF1XFdlXLWZGMHbMBeZI
iwB8uv7Fl968wFMhqcBBh1FV9QFqEijs5B4ehrpne3csqsR9J+v2ABFo+x3QtiilNe+GUGiDfw8K
15TTIR37lW20dFeBYRF1GKQWIKpSDkMQCKY61/Ar2lSn5dgHtnyx/M3YrOSDS/f8qR0lvrGA1jgU
qL74dQyx3W1JMtAQhZV86Xt/ZWnXfFKOBujh5n2bIX/RC0Y7kBclwDoXm6pZ6R4t2oEkHHR3XTwE
1bO8i0lrmQ18stokLHlYO0dh+9Qz9tdDZek0PY0U5Rvl6KkJ6eAbIf+6GzLvOePd7rqJpXtinqdB
RQkc2aCXOj9+JJ5xjY0KLBB+RjB1IH0rMeaSgEBKy8vPEmM8UeofhLvWvl0KC/CRoFKG0MPs4vzP
T/IKQqTWW/MScuPOZEGpxdREuTHN92jN/UNYnNpSSmZFlw6F12MZBdjPKSRfi63m6q9tXtXPgKpb
/7KzTrJ1JeLjohqb3EPxzCHRp4vXL40B/Wrq3Key9J6vf7/lUPzzNFBCfgRbSgWiqTm1haRkTGs3
2wjzNUrWFvHyg2HgecZdoIU793OU/KVmEP6EZm8RGDnK4vLVAngldp4120KRcIVn9NIpIDzgk4mi
ICrkanCwqOjJmNtIkHxQCfzSjLCYHrvh/W+XDjwjxkyBAa5ZG4ME5yE4OhIUGKUzkzgMT6n1CcG4
o+B+WLlr0PGFzHMWb5pZKeaa6sUjsrJjt+AeTIH5Jxy6m95CpWlPcDXat4YTDNPGBWVCKr+m3i3u
3b/3E0VBvB0d8H/hwjn3k3ToP4seSbWOGzHxdp5/wIQ9CkFrmg2XxxUeIkBjAPFv29jbSoj4FssF
GWEItObBmHb3Q2w/Xfdl2QRyJZAK4kmucoCapV4ntsN5UI3xAZkMOhW9+HHdxlL0zXomoKFDZfoC
9BwnHfPtCNrmk/Ppg9TC+1pX0OyQK2YuE0x9/iQ6Ig+RDt67888Sd2kmgXfFatm3ZUWOhe2F0L5d
+fhrVpSzD6xE0jIYrABtsJtYfZc69n8FL1Zu+cU1w1Q91g20NWBoOnemZU5Kyh5mYvcL459DHtGq
CVfFdBcK61i0/9nBQM65HeG2pZNK2Ml5E2rVbhq+WeXNlKCa52bUIfclJqyrIP97HNC5XSW0zYog
m41mu3a7gVhfwHuCy8rf9AO6y9YzUqngr6OQ6DgAXYwEzyLFyq7lQ8Taoc2QIxM7iAdUcIE+iqz3
aFh5ei98ujNDyg3iQh7IsEYYaqy8eEGT0DyASbC8HWvxLfOStUHky/eOjuYENOsJKmoYA1X86jQo
9xoWDolGZO96hWJC3HUUSnQU+ejRArFAZJv/sJZ4DIPtASAk/4JbMvMMzWdpxwE7dgPZA32dhISP
NKr+uv+CeVoUeH/zv+LmUpxjvawr38PRAaaeG7/gCXUNMAJZeCb9fXScEj8ohsioi15m8GgEiwUz
X3vyZOUbVq9hfpdurjOGCeWSHKIEALwChqKJh1k2BZbcNt7GHQPh3hgooIgkqLSwga5kN90yayU4
F44vYkLXD58OU36OWsbgpJx5QUFwQaA0ZGjZxhztjWGWK1nUQnJzakbVNIrszsi1HGbiBFis6Ju0
qhdbL8PWNPalWIuSRWvzDTnTnILjSzks2VANmvQnOIXvpYvyVrc/GfsZ902YYDTzeqQs3JgokKMO
D/IozF3//sAnibahNTq4eOGaxfijVlh3XvX9uoXFb3RiQTlAKn2s44LAgpf2AQdsYjLaZzvLt9fN
LDriOBgotAgiwlZWrWV8LHpd4uDw4yfdG14stvKsWw52DDuB4h7Do0St9ZcM/3NROgj2IXqOZtbi
8tUDw4AtqP/CUdrvnzz76P3U8a7kRbu77uDSQYwuJAqgc+6B0vj53cbtpoqcceRB6j+kLl5G8gfr
NpE+rZyGSyewBT6h2U3fxJjCuZ3aKaRhMhD+ppZ3hHpFOJQujUZA4ki+69ErY8XaHbMA/QM+CtPR
6AtBIAY1h3Ob+SQ5l3PZEZOiH3Y8HFxWdN+83LoVrXPkXeMGk528urX3zOQgqZMlxqG2pX4TFdXB
sWtrK9oKLEGG9XZ91WfL50VhdKlwvMyDUSB0UutvtXAMyUa0wmqJLmEToDobV1tR/IwwkjKS1y5Z
ieOlzzw/t4HEwZMAX+F8KTAv7jC3jnkAdhEadZ+eh7LWhHmDlc+86NiJHSXz8ysv0fxSA1lK/9YO
jz0/6M6AZudekKMhtkL+w90H0AOqSfPuQeX53C+G4NUimSA191MUk8BkAahYUxsrbi2dNqdm5uU9
Oc/stk0bw8fyueRReiVtoVPik9frQbG0RVAxwGea4xV4inMjPmsKIHMZD4zhPkqORW1T39sD09Py
TTL+y8KdGFM+VKLXZVPkKU4dW6dVdWuyXZOLlWW7JKYHNwPQVniWzSxOtlrPBnca2HMsnG1V1VAn
sah0QY+Ayg+VQ3owy2jrSBuAdlRInDQLDBCrOvyYQfarh4pOX0laOb+cak3acSlKkU5iBB34H0zs
KlGDYz6SaYIHHW+9EIT82OG/MtHsSuONT5glOYoivP5tlwIIZU8bdFJoNWHfn39b4Wkt+BtzfNuq
SPeVntvAlyTDsbRy919MYd2RvRMd7S3l1LMRRxEncK6spyMZQY046K+uJ1+ue7SAJMdgIaxAWARk
45ezMaAHKwBox4uVOzsvS976lh2b/ucY/WdJefCTFq3xTg/AA/hisGHjmLUINVOnvdOtjW8tJTen
W0fxOWviBuoN2DojaPE8TM5CZi8p71r2Zvb/cpL+2Tgqhr8HuE7mMUzFxlfh74fsqTZfK3G4vrqL
5/WJFeVadonMhsaBFeIfiPgYxQM0QXq5cvkv7YN5ymTGwumgLVWi0o7R12IFXmGxFYek+6mjKApr
XgOdZ41t0QMO/HEtEV3aCgTlBwLoE8pg6lZgaWkWtYeTB1n8hgCfk6JG73tP1xfw98yKesWempkz
u5MjuzWqtNMIzGjoVr51mdMDaNWwNt30jje+2BCqi7aYQOcOBfyhK0JhkP47zioJVIcRQ1PO73Mt
QEpglM++qbXvQ2ewmWsUMCkIEgD2sx0TEJGSuvQ+i3Eiz71b5wKVAMN/SaOUPA0uZuP7Imq+Vvgr
IP0Dfu5LXvnDrk2Ab9zGmt23YHiCxDZNWpBMPdUSla4Qm7YZgjStSj8wLT3bymSw+EYCvdNsvSZ3
qZwmK2xqTzyKqJoKAPhzIJU70XqBNzhiW4FkrohbqEA2dskx5J10goD4SFb3pG6NibruwP/TOo99
GfUMRD3MA78xhXQ6XlWDDRYd3lRxF9ipMN2brPes0PRi/UVW/ZAeO3t0H42kIMMGuswSHZbBzB8y
k3UheL9jlyY29MLsHMSgUKLUo/dEkME7JgWIAoEns7wH9ITrQxLX3nZIe2QHoy1SfWdz0roBGVPv
TaYVxE+7rs93Rt2W28L2Bd+mpG1A8cVseQvS4uF7pCdpF8hBE5vEMUW+cpIubcLTEFKuiXqSU92n
2B4FqKqa6L6Lnj0Uffzs9XqsLjTn0A8DuTiZJSLAMKYYalLdToy5wDgOD7zcJ94m1bdj9eZDjVKk
t5F3sLT9dZuLu/DEpJLRDBhS8LiGikgNjnZhVoDAJuIpFtPX63YW1xBMH+CZA0UG9vz5NiRNNfU8
hx00iPcSEgtllb6llvssOrnyuZaX8Y+t3//8ZMsPI5fMmEvBk7s3/E99fGptFoz+d1tspmnTZE9p
vSYlsfDImMF1YP4A1QwyCV85qUFmGtdgD0eRjhzj6rGUx3r4ESffRyBXnO2IDctesc8p1AcxdklL
M2TZlzb/vL7Mlyf5+a8wz5cZalF+1Cb4FX2GCYLopR6zkOtDEM3TXR8JC9haO/IygGBxxpzPL3yU
3xW/uQP9QZa0PMgw2i8qbWsz/yCjNTMLxVfYQaYGqisXlEsqa1Ake1fkU4mbULovNumfWJ/U+zYh
N67FSlqYmQwSC4+8ltUHVlbVxgembiW0LvMLA7R/GCkCjBIaLiqJ1QRkqmBzJZY1zRG5bLKLCr8L
21FrKZlGVGOdxPz7U2H23MXiGsic8QPOv2lkgLbcyGC0qACG/ZklI7VqfEntq1Z878d7SEyO01rf
ZvGznhi1z43qRZTHtY1AGpxpnxrulzbptiXm7q/H68JehXNzCwKUxtAjU6seOoRDotJuUA8ANVtR
3NfktUC2UWASA3CsTdEci2iNP/zyLJptzsgaLCnuXiVkC8A1SFcjZJviZ91kQQpZgQjjYGuYr8U1
PLGjbMYI3DsjerE4W5ubMv9si40hV9Kb+TOcZzfnriixUaekAx8lXGnrp0kv6TCuCXisLZYSCL7Z
eE7C4UQGgnXcFIeM+U9efutDC4NeD4bFw+tkveb1PDm3C+GnaLHAGe4/aN5/WuPSaThYeLpExp00
Itq05orJJe+wo2bCfgAZwUV1bpJYVTdIHxVms7XDpHgY2T0Hitxak3tfCoUTO6rSkEwaa9QT2EkM
fusafNNipHvK4/D6Cq6ZUSN7yHu702Gmg9w3gURIUtShKFaF5ubIVcMOJ5EHBnqQTCF9OF82WUnB
gLPmgWASQ0CxjOyt2XZsBKaxtYojhFJQM/Mr7R4IsX5jgYTmmy+L/tZsQOdMZQ2iz7/3HLyCGJK3
cC7jLjr/RaIngjAdnLyxiwmEusibIK5ktOmE8fPvLZ36Pq/NSZR6Vm3jmQDf/ah/KSPjv8azQ69c
eVYv7YVTK8rGNngziTHCl/TkB2kFNUqI11VPQDsk+oTU8wva9v/gl4+CEyohc/KkWIwFy0RiosTN
mB9t00p3bkpQeKK3mTsrH2vp1Jrn7zCOj4sUye75ErZN3gK2DlNdZ4Hpp3xk3A2ue7N4saAbhqcU
0mlM2yvuJFGWgvcBfY5q6Gg8DyXtTX3f9lur3Rjk0XQT2nZ/Db7BRK5hgaoc5S6kgIpNTSP6KAYU
tzEhAEAW6EKm8VDY9sbl7crXuiwSwhTK9IDQoY0PuPf5EnoZqeqJmRwdxYJOWjj1MTXcr7V55PKG
12/XV3PpmDy1plQJvUK2U1HAWoKysc93lt6irtLQkq2s4MJU1DzUjP+A8hooXnWURpvqvOGzX6Oj
h77Tbi1ShAxkzm2jBalnhHL8gI5eMFbDMcq9bZSOK5Gz5Ct+AMrIYMSco+d8ZYsCGLQBIg/QgWu2
UfGj85OwAHG5TtjKN1za4zN3KAavyDxi4Zxb0oB6c4kGem+SWj2YSiZZ00gaHoZlGhtUZe7YPDgs
lqC1QXsSz0HkiP/wEzBNh0wI3ek5ds9/Apj1fQ5O0RnS8tD7cjvzMLePjn9npQc5MOp59creXwpc
tH8gM4/x9bkrc27Rd+PBaHJWBoP/fTKQxT4WIFNvjIR6Qxg3fz/pgVNUx7tkjim075SvaValgCIH
xgfMzq9uq9H2byCjAYDaYKdsY6EKsmtbv1nF2c43oHpDYhgXchPAn0KqRrkhHdbD0cxD9ZVH1LIk
BBJeKkIH/s0ZH1iGqeMH191NVbu9vlPn5bu0i2qaC7F7EL8py2v4XmfHYLEKWu27Zpu3HNURHq/1
KpcOcCTsqFEAoG5hAur8I7qg0jYdEAgHnpnQetyV5eOQPrkFamq7xN3rzZ1pbidmBxK5lPG10Ffy
nIWGwu9OHhSm5xc3prnOf0A5GXpGNB1g213z7Ady098at+6BU3sf3UEgEIQa+q13MJ//dnVns4CO
oCAIUJv6cpBx1BfSsjFjU/kfQArujdI9+omz5t68fudf8dyOkmMYTulXdQ47CfTum+oNHJsHF8Of
jTniIgNgXtuZfffSMLDWyYaKlqFAm79dd/byeDr/EcpHtr3CYFLH8LAzWg9dlATMbjZpbt9pbgxh
dH+Dnk1Ywvx1s5cRfG52jr2T/KrPTHDqVjCb1RYyfosKw9sUawxEa84p+wQlgzbuCazUeeDDjeEN
wH/L+jJG3/PsNhrW3jaXt8q5V0rA6qWbVQlyx6C2Nwl4upOAkw99jUBu0YoDCbOZAxBzvMon43mi
47TD4A0ECvRhB10d2YF45cv1L/R7tOsiPE/MKJ9onHwPj06YsY/TF6+j1idg/Mj1b9oP99A+iWcX
ychPbW1XXJ6pWMP51Q6IwgzMVXIeFnuNB4kY7D7MSdsAkd7Uvzw39MyHvqReHg49qm37677Of/PC
1RObSuYTt43ljQI2jWGbpb8Gp6NzBpLet8layeXyZgRGd4ZwYS4cYGcVeFwmrVfUDTa94x9rfuyS
Y20/tOLdmp56e2UtlwLl1JbiVmdq09iVsGVjcDVxNyIK7VJQTR6uL9+aT8r1ywyblS6mgDEpm2Mk
Gn2A8j/mmtuUt9TlVuB2/ua6xRXPHAWkOcm4q+p4XkXxUMY/vf6NTSklazfQUlwgPcMMC4pXmOJX
YrHmuS41D/wwjpdRP7935Q34Nino8zDldN2jpQPx1JTyrQY7H8rOhaksPUTld907OPHP/5sJ5TPx
UmDS0oEJaQzoqzxq4keFJ8x1I4tf5s+SqTUQ0kDXMjLmmGOdjc4GrwE5doD4iXz3wSDRmjDcYuxZ
GJMB5zCwNWptx22FX0PJBfYG831K0xj9gCGs5Xir55yOjfXhkr8He2IPo0qLpwuyoosEgaB/E9cy
Au9GWQOxiIsEvK9JmNsv/7CWmOBChgm85wXkOS6NGoPAHoZvuTzkKGGizUC0OBBrZCxL9yROczwP
gJDADKlyTzJpp00zYRGr/nsjboHwoFa5GyAxUYfoRRrDSrAv7qsTe3MQndz+heCxNAfYM6d9Kall
hnH71TOOXHy7voILzE/zSASaCZjAcPFcV3ewySROdiyhPJJ71CKMj2wv9uxY3+RvRtBoFARXj5BJ
/0m6ffapbVfML11mp+aVXW01SaOT2Xy/Le87kGaguvqZ32o7Fjb7pAyum7vce6i0YNoJE+8AFEHR
73xZzUIDOypLmwDcEkDQyvYYTeForpz2i1bAPYyJLiyrp/aCIFzrmOOE0luV7gfnzo3f6iHUyPt1
X36jz8/vZAs0nxCVRM0W8B31hT5KYxoKDHCByk+jbGPiv5udcWvdmzdg4YxpuWssqqOERZMb78BC
SPjcsrBaeQRdRip+BVRy8b4DbhKDScqS2iSFrjL+dg7WwinUDFqIbVI+inolUuc/dOHuiaF51U+2
hPTjBA1HuDtYP8BMVPTQZ/lcWdI1G8pmcHvdb7UMzuhP7V0VuAd/a+16LCsL2n23jXdJIDbZjlPk
CGG6cQ76zt/Yx7X31UJmaaHwAmj+PJkyP5zPfbXHKZI6qGOC+L3+Ac1qkLI9uLuYaj+9Dd+DMuVo
3IwrMO8F5O25UWUrMocMzJyNtj+ALA89Ou3rO0btQ7PVvtX34/76Yi+t9amPymVr+JmeaD3MpeMd
+Bnc/ke5hlhYW0c1C+qEaVbNBBvv4uAfPVo8adTQ6f8j7buWHNeVbL+IEfTmlUaiVCrv+4XRVd1N
D3r79bPQd84UhcIVYu/zrAglE0gkEmnWik6vDkif+mvl+v6/Uspg8h2zM+S9SgWqyyEzDpq8l0SR
3fer6GybDOZRvJSVFUUFRFiP2ivCR7920yeytwTmwIMp3drgN+hIGTPlw0L359BWrgJcPE/ZFTv9
CWchqA7Lbgif7YC48b5wo1QIGap+j1vO9WReV7EZR3pHzXEKIi856Tf9LnsvA7yuruaHMexxBi2c
RfmQHm7+zHfqLfiXg/QjgqGKmNeFa8E4uUommRYhP4bzOASan5yyHQFY/s4JABf+AarjF2mf3Twm
15OX7UVvL06W53wlGM/nGIth5HQnlqMZRHsbycmrJVCAHfj7hP6bT4zL39uhI3gb0fVl/S1KSfR2
wQAU5vzOfVAtNYvcK3brWam8L/ryqo0rARQuzwVsRTAeBzBw8kwhozwMIod1HYcpTkszEEFzL++K
wuWEIXHbonMsTDrA0ooe9VREo9Vk/MyTEvmU0kKzaWI8TFNv74ihCi4S3hkF8IaFmg6QhXE5n6+d
vkQ24CHoew8J3SK+WR1zP45Bsh4SdP1iErnMBY6HF3NsJLI0T1FjyMsw0tdR9RJXTTA36Y+RUA7X
UZRL5h1M0AfS0XsbQGns5YQMcp5G9EGBiaGrPO4fzDIHt11jPs1T9DAABwop++fLfpV7BrZCGVPB
AE3TljLiRCte79Bl55ul/Wlnq+dYPxawO+RxultaHI1qke7NqrvBmORetp7lAnjW+ngkhrWr8/jh
8mdxLAvZewxDqnSm7dvztzLi1l6zFACiEhpxrjOgd1q1b+JBb4uqJJzOH+TuUedCykcB2zv7BAGv
nuxUNWLXJANxCEBaa8lXxtqt02WX4mFvaZWCCdkFaaH1gRhZcFlV7lnd7Dpj0g1BH3VUYgOUft1F
Q3szT7VXJY1go7nGBU1M1EXxeGSfI2jXBjLdDJdQzj/MHp1ES+zJmWfKd+scdpbkXtaKs4HAAqLv
VDrODPim84Pay+0qZza0Ksr3XiM7W2nuy/UPGTEUY4hQsLm6bYQxN3cDEECrGSEs6oDuQvIw71BO
88zkqusPCuprl3Xj7thGHOP2WjTiGW2LpVwjdL2PU5ABOnhOJcEDQKQVc08PgHGQxgjuYAbBiqT9
BMWXJP9UstfRvrKkX5d14rq5jU5U580jYJyd1kk7LGFVqC7CVb/pf8UzORSYS/rvJDGXbieRNpXp
i98kfyqAr0qqm3dPBPhUl+XwdwlDiIB0QP2TLdADMkC3MsVBZkHTXbT93fRo3Ei6PLwshnubw1f/
RwyzSw1Om2HVuAPrPpf9qEqVcJliLbgshW8LX1KY7SEpgHftAcqY3QkgXDvNehunQ93vAQjZ2O+X
hfFtARNjNtppkelnzi6Yh1cnkmDfvS2BZQ7vQcyNaQBfSogqCFS4eqFAjGotuqPwqD83u8acFS0C
iRSSggAGMh+05tWaJXetgAajeIqo2YznlZCWRp8nMAlQPGWXUUM92kjg6klruHl70wK6rqrvl/Gt
1f8xzAcFgUaODu3WmINjG5KJjhAf+EvIiMSKEY5tjDhazdI9qY27AiBST5f3jGeGgBVBkZ/21nwj
JR1JVellHwNnvM2CUo1vlnjeXRaBxB92g4lcAQwEWlIw1wF1n4VqzCq7XIw87zwbya2jkWXJuxWD
DlbpJzQNFWqeP5FImgJZi6uDlGrlZ1/ZpjdqUfU41nbyFKGT9T5eSBfkRAKPYJYaSOTY0mnS2vFm
6JWJuChOYplqLW8+Z7vs3vJi1jyjU+o34MjbiTcrteRFdjV/yJJkPHSYSb9pCydC+2qZhMoYz7/T
wSy1mznSk0Ns0TitWGXzjzn3VedrRaIe6nWWgilei8MqJ1bp905uRFd6nmQno0Y9wS3n0gA/xtir
i7/MiwkGBUkHx1huVo4KJjcVU7PRWupJAOotjbidbHV4RkzJFBSyOQZ4SY5/xmF2OvABZ+iLdrLB
0bxoWslhUbT5KlOk8tQV5fRk52v90knNM1BV7yBqDOeKYKZ+kdd1dHvLAdJXopZoOotUbYcp/OLH
YPW2typ18TCgPhrGnaOg/1wFzh6ZUTEGRGza1oFu5tPoLaVsAkas0AIzk7ODUhA1KBQ65a7N1hGW
JAVkbLuD1I7N0QBs1WHBzPyImsOcYOwC+NWfeTQo8VEv1sLDV9f2se3NtAoavbWAO5vMqleuWHIX
IVsEf0FksB4UbU4RoZf6UW/TDMFrjtsL8/YvZd0ubi85zm4eI0B9NpY5uLbeyT9mDGQAwaioFtPX
nXgGDw3GW3boD8hqr6nH+HFYu95+LIp5WLzRIOormfoyrPW5VjwTYJG7SVGWX7IVAy2oVeo6KIEM
97w42DNfIZFZoSFCh0y1NZJXHdDC9lGPG+cJkXcZLv3QqZELkmftesUgmuMC39e0Q6IM/WlWwZB6
7FBeAJ0Fxf0ljQwKv8qxI8MFWtAyuhVxrNUd0hoZHm2qxt1AiP6SlnEOAoiCkKNUynJYR3kbzg1w
cex2RccrJnl0PJty1SJuHkdPxggei3GW++tBAxNZAk927BLShJHUOydtKlIVsuM88y25j8MeHAoP
6MlfD9qEgir6WVMlqKI+3evzCsCk2hmBx20YU+zXhTUexjZHM86cziBcAPbAHy0d48ztxhThxajO
4MGM5+ikSVLxKFvV9Busb2mwOCtY3aaqD200pf1OpBkofnNmr1c5ySIAMxnafdMpkpeWyIO7GnTe
Gc0IgplVitsfmJ9PVdcq6/hdzTLUsuq0tqe7iJDy2EYFkHpsuS/u9alzHnu1ie9KjSzv09It1k7O
NWe/TmpEwtWSulOiFBYuQHQtBWWfm/cARZMHf7KlQjn1clE/GFJPrlTJzP5UBoInTDA5KAPqwD0O
MFcLKlEzt8fpsZ8IKC0APHs0V2vxgcadgRxTsRbBvc0Z28DDGAP9QC1HwhGTDOcX3ORYpWF3YLsG
HaLsSyv6kmbQxFuO75hWgFvv2Wh+60WLOUJ4z8HNjx9LXPmkugbM8cdlB85pfjv/GCZW6WS57uKc
3kkFoKDHJ0Dl+Jn1Y541fx3iP1Xz2cTGKYkQjvW9mwqbpbhPre1qMPdvoUiFTWaawJ+yY0YGf2jA
0dCpXlvqmHhTQh0INGaBhjiUczGO/SpYABq5sBcYNgPZCoe213zr/pOaDLD5uMDM9iNP0JHdJTuN
dD+G4rWSMZnfjhU6p6vYL+rEdepZcElzAiuMsNImA4zHY/iaUR/85dpcWA3E982tgfF4HJXjSI4E
FWuBprQM/U3TjSj6KZt4vpKG1eqHFrxAdeOnTiBnTYD8ptvK3jK+mOl+To6DKoiFOdEcpSrH6xK9
jTqC7nOhOcaNI5TzEF7hHjTW6QUjkeG6yiA0JJZXt/mDtPy8rCgnosPAN7A/gAOLl63OxKpJLElr
MUBk2qXepDdurCYYzj9EBbAf95dlcWIsQLPayK0riOrBo3eu3kiSTq+1BYkC7RM96a7V+5cF8Oxj
K4Cu72bT4AbRT2hDwNA3KbjL9PKGTNFbkeULXktFIxBHzY21EUxWAQQWeQ/U7Jjt0o0MV7ixYrvG
x3Z6SbLX2BRkCLlL9iWCJU5MFmmppQkiZm32zRmoWSL2X4ESJmMAJFr1yVQhYWg/7DEcrOd/UaMG
eiQqYGhdh/PALPH5tmirZCx5riC2TpPStQfc9YAZkBTljaj1aUz6+zVJ3LqZRB0NvPOEPm/UOwEZ
iNk/ZoNyrQAUkqx23tgpblR+yGWAmE1KMGNYPM2yIN/AvR5wTwHimybeTPb4SuW8SJhTgXv6QXyM
whS37atygyjqUP1qencRyONZOyakgHdjYawCJ+p8WcnQDJ1Gr8ZceWoq4Pd+SNbVLPKEPCkYNkDX
PPD04fYZKUOCB5+swT4yctu13hLNbqMhhPjnDXgaOpy/5DBn16idfkpzGdqAbUGurLBbi1OFQLUg
sqBgyztUwHQBpQbQ6JDMY8xiltrJyBKYBcKNU2GvpyUXeXLeqQIqFbwCfS7jQXm+N8so6wgVYAqY
3Y7d0SQYRZ/TCLAuKL1fdno8dgv0oeNsIQ0N6HCHWTk8NxrJKB1EJcH8hocP2nyv+n0T6N56VYNL
zXyMdlZgPaP+7i6V2x6JIAnBVXbzAcx6Tk6bF4VFP6AA5PR8JOR3LkLc5uXZN1picuR8RR3gk8z5
CiFSiLC/Ca7LoP8Agdu+2JmH6jN66u6mV1CICxozeMVnyAVsBuaWkKNi876GpQ8tkVDj6lr3xxqC
YyX9kShefHhsZFcNy9wTtp5Q42Dvla1IZkM1EMtMeQRVZW88KGE8+ObdiAHWQPGkdzPUH7KjeiPd
yaGogsuNtinkA3J7DqZW2IKUatRLovURRjv380l9Rgop89N9FKKvYA8E8QbUX+1+unq5bMHc87iR
Sn/fXNuLUgyNk1HW9/kulw03UgVTK9QAvy/ol1rUgDcCVnvE2ziGgPYE1L3xKvtDXtKdg6mtX5c1
4V4B2wWk3nQjiRCzy1MdC1iCMfWmfyOnNJDQWLkz9s6x3+evl+XxT96XYoybiZM4HXugUIB/r/VN
xXB1QPEU09NlKRwIGQ1n4EsMY5B4H9eWMkJM75c3hit7TfCGsSb5ED3Ku59dmArU4gyHnQtkPIpu
zuk4ggfb0z7R0Fter7KnTu7w1j2BG0sTqceL9ZFgxLtC/8tCy7wxdaNSMquBeaCDv3/r9uo72lmu
7VvjaIjsg3ebAtYPq0kDfDxizu2jy7rGWYH44SGz9qA9jj46HftT9mYfkgfMoQ1X9q7/me1F/NXc
g72Vy9gl5ve0PEZJ1FM+8yB5IX46AxnSnR/Qn2146o3+I5NcGZSyIooQru1YwA/XgZSFlnf2JjTT
tEkq0D54QyY3YUdyJKuNfll8KcmkQ1JNUH9tUAiqNaOEX7X17HFt5O65mjBNFpXKHFbaSq7rtpar
4LJh6xy/sP02xq771W4JcBPgF8joqQCeq6Rpd1kE15SR7AXrFF52tKPxfMcbOQOzom0hrll15AC1
R6V5n9QkzMvRqwm6C8rfdS3fj0YiyFbwlfs/wSxZNMzd7tIFCx9lym6ykh1Rir1AOa45fynHMrMk
JjJ/dITem471CZO2SL/gmpSfQdYY/z5J1+vP4o/saqLiKM+fb9bUoXn2jZft1ypRatMAPzORX/pa
DeOo268WeuAsHdSgTezZjXnX1fr7ZX157nYrl3EUhdai80fGkpagYy8+Gulo1c+XRXBXVMconAJ6
EQVAgOeqkWaZbSvCipboKED+0rg10U8uv12WwrWNjRTG8IdU0kH6Tvct/WXXh0HUEs+NmuhYHR4n
mCX8NrdPMlAbpzGiJg2cxgCBbVzrRr5rfPOz2TmHIZxFlSmuRnhiIq6nM2d/M2cbk1hNgjC8wo0x
qi/SdMplwTnmbj0gMTFcRqd62Wpoi1kCoCdBoaGt0Hw8A6Tpflz/OSA3HnPozMUcJN50SKWd7/40
JfCEAGfxlu6hmoJmuWtzwauRqwiaNPAuQeZCZg0sVux+7Cdcds3y9y1+E2E2KJu6f2PHGzGMhdlr
if+lN3iTAaEzd8so1M0XuRQ8PbjHZSOGWTCnkJGap/fpsoRlfcqtwyD5uegRQD+WjR9pY8v/rpnO
vD0mJyXAgoAU1fLW7CS3PwrLd8BAOgeKiDiaf2Hi2QjULYDMauwArlQYoz41Se8NP+0haMZgPtrE
1fbFMfUBKZ659ugD3UAT+Db+kd3IpUu9OUEKaQEj01K5x2lv3UoPeM9dV4PXX/dB7/XvQ3jZB3G3
jnIyYpoKc9ws0LEuD+asAejNy5RTuhoegCUPWfsrl2pBJZkblFMYjP+VxG6fgfKOjXsY27d4Q72z
zSujflWW14QcclIh2XDos/uydrtY1OnCj7s2opnsmtYqkyUPUNIBTafrvCaPygPgN2KXhDOgAbxc
8pJr+QqUTJZ7eXm5NruRzNyRoHTAsSB5D2Q8tBc+lP1JGwCNd1Nmp7kRTVvx+plBKQvfJaO1ED0A
1OtsjEfOEvCMNNCzs/zuGsC8KJId12C5s/Z1iJLjtVa75a36cFlHbj3EAjwhaj3oBAWQ5rlYrSJN
bqyw2d4fX+H73egxPrwn10643glEcdfzSxRrRNlkO3G0QsP6bQjMfXNjfOS/q+vldm7dZafvjLt8
J/+I3xNXmA+gYcU397MRzRrRMmnVQLUcfcV13HJfXFk3JHx/jjzAg4sMh2+zG3GM5SgjAFDbv4u6
c1wlvBu99Hp0LU97KNzYs07FdfkhamSmYc0lFdnIigJsEUxYYur2tpWucvmunVzJRD9QcHkfudcf
zWRiEBUAJyyvC97HWZmBPcFLHYxr64o7OR9jcrgshBuMbIQwrjQ3235wMjgcyYhcZX5AlfKyAN5y
0a4fEH7JdHSOsQhAUJalHeNwr6jW9EvirXFxXc2OFwMdl1itoArBc9VbcYxFxL2GUb0a4oYscgs9
3g3ttVTvStF4NDfJtxXEmIHazlmcqli4eacdssptQsOd/fkK6NvtFZrrjB/DlRROLrmfRedbtKR0
TzcerAb1OzLqEK3vjU/0CFTu6ueBE+i3be059/qu2MeHNYgCInrNiCSzvtNue20osbqO/bNMjoX1
tBRofggHEQE9z/a3q8uYpTNMxtT3EGSgPbEhbpXsVZDkXDZN7lXgKDZm52h/x/cp8K4c7J7GsA0J
YqlCI8xVXLy2+gG0L0N2JSeghQIzBNAKTpn6BNTOKBGk+3gLuv0C6so3WykDaNyaaBazL2+L5REd
BC56WVB0dZ1MxC3NW1P088Cd0MKPzWZMLTkvV3tGaJgut6r0qyl3mqhsKhLBWKbUdqMqURFLpdyT
DAkwM9oB0NUTbBx1GqwP3qrC2GE+guAX9MS4TMFwWvwcpKBVg7j6oxnX6ED2k8Urndt5FISBnHsV
ZgLQRmBGIoRgB5PWeSoQd0Oq0jauonyMwBIqS1dXHucILePD7rKWHFd2Jo5xZWOVFgV6x/Awjdu7
hhBf77PdiGFZPO4EC8q5Bc5EMc5sxWvRnkz60hrLoO3zY9yZwX+nDWMa7ShZ2tJDxFjersrrojza
6yP5F09GKGKaGji1MdHMDo00E7CgKhoQzNMjmnCM9EBEsDi8NNlWBjsmokh9RPoa9/JiFz4mpX0n
Ll3Mlr73gPFX4yagJK5rOodNutxfXkTei+tMNnObLqo6O8YE2bL+ltXBlB+LOqzSl7UJuuQ5NsJe
e1yaw1T7unyvmQKHyfFWZ9IZiwS8vK434BsFELTuJfKv1kncPAH7QyW/VPUosBiRNNYoQYRe5PTV
NTh3ivZbHzPPJoCiLa/Q0SlYV/rljENBzhOhm44hfx1pjXM/rAGUerQjaGYsCJcb6SSjtDv18V2T
JSjzRu8VQcNprzyg2nVr6ymFzbv8CdRlXfoC5iaoSltylBzaZjM6k2x7UtDg1iqepTQiTCDuwm6U
ZZ4ipgZ0cJlA2SE1rhIp3tW6cdSc0c3VAjBBv/6NYmg+wQ0LWhg2HSXHa1IQBYoZzUGfQUGMpsX9
ZRF8hb5EML6lSMcmkmaIUNAXOltuDX6nlZzycZ/lL5dF8U8g4O3/ow7dx82NragJQAUUBF/LEYWz
6FrZddf2L1Ri7gCKbhz1sLgX3aoq1z3TXmwTXNRoMGROvaPMuTKmkNk/DUHmgywkRBusFLuphzJv
oO1Lfw7KXe0mR/MGP5xgu1faXSdqUuEAHeD223wI4wCaHGY5FfgQ47bwXvIrIL6Upqf2vn3CEJW3
hD9zv25c6Yk8a4dEENpzr9+NcMYfyOj4TVsDu7wUYTt5snbVR56uBil5qM1G4Op4seGZqoxNVXOb
O1NF13xX+wA42L8BQH8MM995UB76ABhzyz4SXMN847KB2qOit59SYZwbF1a3mVS5wPVlmm6HcaPK
pP3Qqwve5OvCAOEJpvJUMw7MNPYKRQX2d+4Pxicm6wTvQu6R2nwJs9NJoszdOtJ3FGbIpmvdAUip
jknp1p9EREJ8q9rIYjY2teu8VhZorR/J6RpVmfEuu+tD8wkPqdw1Xc1Ld8Mvyb/PMLt7+TiL1GR2
WVYn8AMkEC1Z6FowMYfS534LSPds/J1MusioOOVbAAd+7S/jPOqMpLZRQ9wivc6J4Q7NobXCMgLG
lf7kmHeA1XDTRqAjN460QQsFhD2UG9ihR2lVzaFqITQCzPKCdL1t1vdAl1AqERo2/fxvd9hGEv2S
jW80jAaYUzokxSg8pYCwAMOIbAncAF8IkFZAsWVjMoW5vVK763NDLntv6hEKg+A56+xdInf+Zcv4
LgagIJihRPMVxqK0vwMyG12iOsriqEADrwUGKjRornbQgtLLTUZDUBjgpAYhCmMGlAgRWW2Tsf9S
maTU0loU0nrzOo1/OcVwVOVhLyd5kOV/LCPzJLAvW+pwqGQRI+j3u+Uv+AnQiwC/iLluekI2etpK
BkjJBsLrJdulmfGQj+s/ruOci2BCGzWbM7la0bg7mPnOQuu3XBR+ldQCO+cE5udyGMvQCHbpb4Nw
Vpy05HlCp+Zs3neqnzdHM8m8Qn6TYhHU2vfTRYXSWpsJnBHQI52vH2kc9LN1PTopB/SvldGOZMPe
qlRXskXJApEoxicPhrkssQ5RiW0G87zgVqB97M4tutAFOabvdy3VCoNztgmH9Y1OHYNYzhgb2DKp
8MrspSc7MnZuZD235Ydhi+IKvmJf0hi/0cZ5pyOqQP1fuTbtFgQlBydJ3dwQuI7v3v5cK8bWkVGQ
rWKBVktcoit+ctP6jyN3xzl5HSURwZtIKcbqq6Rq1KKCUlIfpGDyyK2PPppuO5HZU6s+d7rnSjFW
r5K0pzw5eFgvqeM3cZSjf7i/763pLVanm2GZ0F++6OtVYWZoObjsJbnCgfiLiiONTtm+8hHpJlkp
IdwAU48ECsb5U+oOTpm6VfdY1H9iUWKQE5dB3S+JrLNcDQX1omFCk8pPgGEf1UAHeuhDHSw78tAg
AoaH3stXoicTp9JwLpYJFGLUVAy7pmJf0L+c+FIYAbRoetF/l3sSLkCRHrz2D65vQ3ASufcQXAuF
LFBQN2L8C5qp0wqFdjqIee0oPbh+/cVqBZcdp+4I9TZSGNeCXvBUUzpIydq9AajoGBk0y0M3vy8D
9T+ugnjZN5njwos649NlG+IelI1s5vojpTWmmBxAZ2CvXy0FhMjNCWRh+zY1w8uiuA5gI4rZxRIN
2lkdQxSRpr1Urnt1QYNuaXuVWbiw8efL4kR7R3/f3K1zHdVDQSBOcd5r5b4CN6lwcEC0eozvNApn
aZOFrl4Lzq36vuzD2Draq+Cgc1UBqQrgoDEJ+S1BAvDcPgHaFFwnuSokv60/E9EYNf/+ptMPKg3u
vuFWNEgUl7aKUMToXxUbtf2pxnNjfV+l7tpw1GBc6zeiIA8vYkjg3nYbwYyrTtHqRyp626XarnMa
r1rhSHoAPiAwN5Fmy0xDgAzFNcSNRMZpY1AQ/W42vV/lGnUj1dpl9vscjfdKI3mlLgv6Cqhdf7sj
vsR9m80hcpKM9ILNesmrhxhcP6uItkokg3FUpMVkdomRME/HriGcjVx5kUUtJ1xr3yjC+Ck8Eg19
oGNnw1D76SgbXqTawWopiBlAa3H5+HL6TOAV0SRg2RQGGX2R5+e36RplURcsGyYhqnWfVndZ9B51
Jz1+6jUdXMOvqnEYsrs6OXTJu0A4Xa/ve/YlnDnYQFWqSDpAuF5gXvVKV69j89XIQvCdFMVj0pwU
A/01gtuGe5/T+QgdVQ6EQ4zGa1ODqTGFUNDz4IWq7DG370+qGtQGkPXBolNbmSeXwr4BrrIbuYyy
c5fYs0mDpTU9rUuKVz9wnyN7CebqxepKT1leSDJ4lf1iAHrj36z0RjgTFg5doVkrDeF7MJ1J+nVF
bizjc8kwUGAdB2vfRH7chpF1f1ku15Y3YhmvI8Vr7CQjxEpq0GX2fYO5eiNqdor1clkQ13dvBDHO
BjM/UwuMabwbrOSw4AVkS2Sn547gihDo89e9b267rDeyuTaomNmJ3GaaXxNtxagvamWDqAmD/2b+
0unv7xthSa7Hdd5AWKb+UepgBuBCfIgw4N5IDsAZdvKwmzt3xBm5vJb8QJAO2ci0hQhkv+c+oSrR
q2TFiHh7tH3EY+Tlc+zrmbS3tRJkalWoFhjDH9uDLmeBjoWWVuuxAAh84bws2u+6HA6CL+Kfna8v
Ynxi3ZZA4G5HPACQ1gEg63g7Fh5pkqMBBi9L20sdCJL7wIkFwdTfQtc3D7VZCiZwA7mzbhAbS7E2
722s7XsTbfqzeWsuuleVVlAjQ61k9325HEd7BgSVfDCSEoCOj0DmAOx/9NSYH5P9TqfC5UGFmSTH
0cozF03n+75SfndFG8QxgCMqBRy/HclckEh5U2M9XF5C7m28UYQJCzEfmQMfEIoUI6aXDnH22aiK
q8t+PC+C3eI72K/NYhxsG4FeKqIPpka96tXHLpr3cn2v9Lc63hSS5arW02Xd+If/SyDjWeNWLkx9
gnXUeuTi0IedDASNeQ4ui/n/HMgvOawTJToonlARp50MthU0thdX4LmXvak95LlXDoM/ri7KB3uB
YGpl51YIpmHAwdCWV4uiLJ4fyNoBBZQqIwCu01MXYQRMP5qweDxfhuwjRy5mzryRnObSbzHOG00C
58p5kEI+nZMB8hkHZ1YyAR+s0Zdh3CCF3CEps8vlKx24WlFjg6d+8azqDrP4Lai61w5FPc0vklt5
IbvLC/HdiM+/g7lOQCcMiKMG35H0a71DRmByszmRfZ20txFwdlyiWotA5nfjgkxQbyHBBFhvVKbO
135aVYzqUDzhwbkp9DBunnIRcif97G/bS5tDDcz5UWbHcxHj2ik2oHKQG0IpZBnjPXrng8EGKI+S
qL4TnboE3eGXl5KnFhCuMfgP+GngBzMmJaH/Q550qDUvNybwOsplB6ihyzK+h8u4QTYymHM5m06s
xnTsFi1xtgSzyYr/Ugtm5dKlKaKZbk6ZeCMSy8tNU7xdVoJ+JLs5WyUYmxuQGXAkCSIsAprFwS2i
wIxPfSfokhKJYQKYifbj0GPmzc21Nv+qpteovLc1QR6evyMOICbA8YbLnZFSLuYULwV2ZFAnt493
eS/Ycr4a/yeAZS2I0sUGNTYE1Mtj2+5L6yWJHtVRRBj1/YqBZakmhqwxlwNcN+ZQxlYKQgG6WtEY
a5ULjjk43rWOjF9mNpDX2JDyX6te909rlKEG1RV5JHhFcArW+ARA/MvIFejWt5nyNTNVe1nRKdUC
kb7ZR4f4hxG7neGVh6B4MTzimTdX6y/t0fKnN9tFJhvzrgCDu2ydnHIq/QzdBnMDvR9YEHmtAQgc
yAhRWCx89Tj76Q/zfdiBtN0tT3nlksB5kv75dM+5TPXcX9nSqCeNg+YKXEfm+KSKaCG4vmmjE7O7
bS9lwMrC/yfaqa1D03l2Mv/yuolE0IOyia3L1Jkk3YYI076RjENs564uImHmngWwKYJ9R6MJH+aw
jXYKnLYMMsqmxUjwTzwv5wrwVPbusi48OQBxwZgSqL3ooTjXRc6HGVZO69gjCOTtNR8fi8hOJm+w
B/VjzpOqElgd7x5GqhasSWCMBO4zs3pIJ+Ra36LRzSkA+T38iU0MLVWwemt0DX1+vawfz2np6v/D
uDdMjBec64ciTjNplDpAn6t9aZt49YiqulyFVFzBwDaE4bFjoRbQXbXSxA2sqLNPzAC4gG4LigLt
U+8fL2vzd9vZC8XEIB5AeoGG8n27ujoriq6nQ8dO2L+p15o/g4r4bbrJ0Xzrqp8gBN+tN6b7TK7N
2+VuuX0H0EfohJYLTGjASlz+Ht7qbj+HOczNBNrPpMbn0E2cIwzgLC+XJXAgMYC8udGYOc9pVWpq
1EOEtjNuoutqL9/1vhVaN+VxeJf88Vhfm26xB7pfWJ5A9huFlz+Ad0C28hlz7dWuQQ0H8ilaXlGc
7PQmqiS/wkPrnwsCECeMFccCgJyMpZJMn+SKTjCrceKh8aGU3Q7tHaV+uCyH670MCNAd2iRgMSd+
tppy6VYLWeTkhz0C3TAq3MW8vyyEdyZQLP8/IYxhmIklNT0VosOppHfr9FiML3iJuAN6gi+L4tng
VhRjIFUcKcWqQ5QdnUynCMhQCnaGrjx76LYSGBOIQJJTSyMkTPpbmYZzeotYUamfOwB4ZG/VJGgH
4EX0cMh0zA1hlsoyPvZz11aZAcyQonoiWu5Kqua2ya+k/tStHykRmAN3+TbSWOUip5iQE0J9fgkx
CC3Vgkw+d/FA0wvniOIIRmvPHXAOsIIpHuHujfG1j0+afJPXyLc47xY6dBevmT4vmwPXvDehFf19
czmTUV5Km4ZW2agHDRLfcJkBYBQF96ZIDHUbGzGtVTrlVENMYRyA0AneUUSKoncWb2+2lzNzitZG
i6W4RI8dmV7H+ig7z5fXiufbtv/PHJ01V+pypDM6ShfW458JfOHOsh9LUemD5w0w3oRrC3kAik13
vliLomQyELyBgjP7ypS4hhqO8sGeOjyIBO6aty9bUYw5SwkB8F6Dfak1pDfX3NeS18ZO/csLJ5JC
f9/svjSaPXCLIcWWj6UC/vf81cR8zL8RArQ1IFsBt5vlnV4H1TF7h6qi/ooaz9JVr09EMz5cE8D0
3H+EMC/UNkZnFbBnMPTSF+6qpb6porEkV9xkeLqsDleSRTkyaInUdBhHoNbIdmcKIk0LfZJ6dJvN
YSQHGH++LIZTJaXYYxjfwfvOtBBonu/NnC+pmqJe4Y2W7jWG9ZLplqtra4v+xc5dkWVaSmOP0uXO
7KS3y8J5B3Yrm7E+e+m1aopQBVbJ6g1Ge7c6iuAVzvOnwK/CTJaOHLvFRptxsiYE9kJ7dGK4nIGM
vt7Fqg9QZbTBVYZ16Nso91W7fSX6NAgKpTzDx2sRBqMhpsbb5HxxR0uNrDXFbWFliBziyptq+xTZ
veCBzLMViuamYxgLwOEseMJQSAAtnRFSm1GgFphVHSu/B+We0+wubxhXny9BtnyuT7NUU1LT2F2T
O2VylTbqHzE7NclIcpQ4EZel8W1zI46JvZCi/x/mzmRJbivbsr8i0xz50DdlT28AB9zDoyGDrURN
YBRJoQcu+mZeX1Y/VgtBZmY4AuYo5qgGKZkyyLi43bmn2WfvctFWYl6Q9qSx7GYJ1F8jjzxcqG4S
oyXtRJ41vu7EvOcnbbkVJCIXDQqFVKG12jqtUAJlBB16CMjD6s5bISB87ar7KFU9XfnawgZ4fbZb
Vv95oLca0HK6UW+LxeobA0wybRQeQiMubtRKfUx6qqfVzu3bQOkssQKk/9bCaMuTe7mbSQb+sBl6
un80oIzc9HQqoNrUb2MTcrkcd61rE1eNZb/KvoEJ8eSy28M7bu4xpPN8A1ky8iorO5cFylzpT2QI
aXcb0GGVm7ab1N2xUyd3hG24nx6TKPeU6Ov19d46y88HXplyivEVKR6yOWNYQL59U0iV24477uLW
zYQL0VAQw6RF5gU7gIAh0DRxGSTrNAcnOTnZ5l/GvLeTy9lYu9ygCpDnRfPGpJfwcifTbtD1buF5
UMJHk26VcpIPcZrd9EpzBnV/ExvTO1N8ShWUR0IEJSvlVi32Gio25wqonZ4OWwa/upji56+8pKoL
pe6CpEa52vSTMnTz2oez8PrGbd1MOLH/Oc467zkWcoNSS4HLWiRvtTjxK0X8OQey16shXKpfp3gP
rrf1iACzR66KXk1QuauZ6XOe9coogLzHWuLxOOY3dUkcmIzBo6aVD+OAUoBaSsEBIsXyp1GmYMZp
diL7KRNWrQ3RNOZNUk8lEb3xVzI89vm3eTiMzRHS6Z9fV1uDwZWG3gVouZplrIxSmKqE7qb9u2jO
SfKpib+k4lMnfwneXh9qo7zHpHRdRdwUHlL+fXlWkqHoJswcK0pKueuPEzWt4ahErxUDwZ+jTXO/
UH9X90LTzRTu83FXHseYppok983S8Hj8Oh7eSDdNfbT/fCt9tGs/bvz6446V2bLqtmHRfLPocVLQ
u5yoOWdUY9QO1zebD7Zxr0MKpnyWkw/RuHNOtq7f85FW9iwzhtKOl5Hw81xHdYX8eUgPerDjUG2g
mNi6ZzNaHZNwtLTRXsYpWpCyyk3vZm5xq71pych71WMVHIz310/LzsyenpBnhiUYkh9rGJMRaYPX
dfl7iUSAk++dys3NIuRSDMNWYTJe+RtzY5W9Xo4LE4J5QMzv/bE86Jprv1b+DN/Nh+RUPQqCS3f+
dH2CW08R2cl/jateHpI2Q6KhtAdOZfNXiNRC+BA6x+tDqMvvWD8Rz8dY3bhezrQylRijP6LTpH6s
bgNvPNvnxgvele+VwYNY6YBwiRd+zg53gOYP/0lY+/wLVncvSyxJkzJWd1bVx3SWjyKfDyaAjtl+
7Kv6/DTh//oy/q/wW/n4fWrN//w3//2lFFMdh0COLv/zf16Lb8Uvj9nnL9+a/17+4r/+4OrPnb6V
rz7nL//Qxd/hl/8Y3Pvcfr74D79o43Z6032rp7ffmi5rn34/n7n8yf/XH/7y7em3vJ/Et99+/VJ2
Rbv8tjAui19//Oj89bdfFYNa3LOtX0b48eNlCr/9em6yb7+Uf//y8Hnr73373LS//Srp/9AUGJOh
WluU1njVOA3Dtx8/okEJOjmQuRoC5dBs//pLUQLo+u1XQ/8HGTbHXjyNJS2x6IM2uHzff0QrLmYB
6D7gcsKtX/+5Bhdb9e+t+4XE4mMZF23z26+LCfn3WSXJylO3SBkuWo1P1YjL+1CXQ6nO7aIobCXB
TRt8HmuBwiZ2yW3L2HhjhfhRoxP5pQDu+my1fnzL87GNJYZZDU4NGnwmJMBMZY1ZlFXJydVBC5B3
gkq/I4Lrb4pZrg9FYobnpuIiufVgtrd5FPZvpE5P4WqIlVMGaOS2sbWFdSpPARkCLXUOjZlmd+3A
/wlu7o9+ykMviqJKvmN1VU/QM9MdLCqmsZKPX4ZBKkcvIK/t5o0c+GENdLmW1Xhy7QQkdk6s/jVW
+mE8lI3WR2j69MhxSLFKi3c2CVqT6uk+CCLnTT7l8Z/trCM1E0opmhRNOIwfkUE4mvCsfZbkIsZ/
0Vq6jDItp/HWqfT5UKtW+ffUKsaDbQzOj37Fn7qSD/GXumzKv9urF3K5uO/a+tu39uGzWP/J/w9v
JTKfCqIijk2Hk8FteiLc/69/3oAXd/T//O/sc/H1F64q/2qeX+/NX/T90qrKPxQFYTAqfrA/kLTh
1ny/s4rDdcY7ddSluwpKCt6tH1fWlP/BW0anJt0YSBBcXFnnHzZAB4UgT6OTk/bHn7myl2/0EtrQ
CrqMv6hbONCFX15ZvU4rJe5hqlAhY3Lbrhtumta8rZIakBSsxjvP2dZwBlrImm7xpIDWvxyuNSsY
aRzEzRNHiXxR2qrbt1mLSEkegH5VrR2rcGmRvk8PpQFEiIgD4J1ajZc2EGpVRoakp8Q/hkFpH4wp
6x7lbETmq0GOC9aKqaXPLAuPjjorN9et0vI2/tsofR8fRCHT5Qvwz1fOXZpjYWyRy55J/uVcycD6
i8TYY7W99EOeRkHhnAfBtBaV8xej1KFQ1F5hE8VQeInalLAxgZPK5XhP3mhjQTGti0ArqRUM/fLz
Zz5dLYAoa2KCaUq325vWkWY/NyqUs6Yyu1FieOaRQTZ8+Dph/QmG8nR9PVdN4t+nqnJpOPY05fIh
l+PrdjkXlTHMiFlVc39IzEx5a/JJmpt2XDY3MvL6VNVdkrhyJZIHBNvmYNnjrnLJFETvRpNC+SFN
9fTDPJQ0MoV9L8fID0nh46zq09c46KwvssjjvbO4ggj++HZUZ+H9Y/VAlF1+e+LMUZfXMoc/F45v
RhDmVl0b+g5+8mM+8kqOsvQQFIHCW5PUrtmje87hLm6aUspec2/iG9XuMmTVAul8fWGXg7g6qJAR
LrlkmXKmsW4NIWPWFiIIZk9SosYFWytOoJvxOgPI9FAJ9arYCry6Un8u/Pm+KBokSpBNy7Q/2yv/
ttTjIpgsbfZgbO+OVjvN56ofJq/ox69EfO+uT/PFTWFuS989RLKQX0FxcrkFTV4OjpSOOsQ8g3Es
1Np5zAMzJ+7qy8P1oV5c/WWoJTVG0WHRVlldfSUwSVU1s+6VojwVgT2/7voq35nPZeTD6jEIGSry
gU98HGt9xjkQOgyoge6NLY1Kk9JWfqLXXx2jjg+WqOE/ma3Ovz6xFzZ8GXNRX8IQkIPUlp8/MwGS
0jVJXyeG15fB8IisWvXQ60HkOWkdenahNO+vj7dKOvyYJP4zXTiI39nm6s7ngHf0ymTAOE8nNxNF
inpYGHvU4GKvndJPDRKQd51Zte9yLtVNXjSaLxmoAv8nH8LhocSrmTZbezlzwxxyyK4l3TNmaYbt
rqkewszS/CELYjenyngrdYhchg2Qn9kYYXVIh8Lveh7V61/yctuVpc0Wp4KebATGVsfYFGS1qzw1
YFmBBdaM5eBUoqNm6xmUrbEs3LRVwz3T+8JEEOmaALUcHCXVwsW/nL1ZaNWUAg3yVCQiD6kdHEaU
G125gKTWzJLI1wa9OIXS8g126Mv5iFEGznvUIspUZpAUN/0AkWtkaa80NMjvEHHWPNz5PWXUjdVB
hXVRiycUIhZZmZSu0gtTIi/ndV321jSz+U2oBfnbTJifyjamP7LKUCa9viMv3kUThCHe1NPiqCDM
LhdHh4klgCFZ9sq0qu76RobywjBjr8Sqvpej8UsJ8Znv2FVwDPVyNz+2sTcOhTKgX7iyCCutnmVT
LSM0Vm0WV24sltmuPhg5AIQxR76SxqbuGGeS4sd26niBWqJ/mujlaZIBqpuIu/nG2KjHTuSmVw88
5GkpoIx1VJDsYsi9/2CpyOAvF2gpsS3b98x+TFMp4gwmci+BuM3NB6l+NZctep19L7y0jM9VaB9y
wmVcxT1iuM11gqcB31MFWLbO61uxEytDwza1bdO9QtkBpdhxqm9FQ5NKqITpMeQhfD8aQtuZ9cuX
hwPybOTV7WnE1KltZXIohzr1waqSqCn6xJeKnxPIW8zlE036wmCG2/mCjrsqUaWo5k72Rrls/aoW
uBOjZfuhokQn2Efi20Cd9Z3Xbuv887L+a9DV9JzBdNrCYtCYBqiTogvrpgiKL7OsP5rC0iFKmypv
DHvrDiTdT2VQf0yYehjhFZkMyO4vD1TXWU2SBtz3UmiaV2Fa7ulXWKiy9f5YyLCbXT/AW1tJx5cO
zhI63heaklMzmFmlWvRU5IgckgVIT0Fq/mXhsu6ELxtP3yLWR3SoUJnheq/iF0nS57Lm+feKPG+9
OA17ryh6ev8bPT85dO8eKrO0TqPdF94oGYgTO53l0+er7qzxKgP/Y5EpMKAosGSf7NUGG7qcQ36n
yl5tN7Wr9cI49LFlH4oizXyrFPZrdMMFbT+d7iNyEQCxqQo4RpvotZaW8lFX2/G2JFLecVxX1dDv
H7YQogEfJpP1ghkhmjo9TlB18HojRHsZrefaFm/UaVbRT55nN57y4RypFJcsIwgOU13VvlNjAsEX
DDuu0dbLYyJqhnOAMw3Z8eVJVLPOjJS5VzyUYPojznboC1PEN8kkWW+i3AlfB0W+V/HeunrYYkid
ZEiKEMa8HNTs+siyekXx8sQkotB7+8bMpwfUg0vXkLPYL4wBRGINPapStemeW7Bs/EXkgLkB7oKG
IO0wvH+r2weCm5AEOXQvLAvzTIIOXRVZMo/6YOe0fWaRb2T9eCiWGC20hvq21YLxFX9sPmS5M5BL
E+KIqq95pl+LND1R245t2rqvFnBTLqu5YDVXC5TDbj1GYad4SYE+WGcl8REO1fHYGK3zUy0q3w8j
eVY6wBgMG7F8yrO3jSqkSSOFxn1VUuNbj9rDIbMorVZ9ORynmurqdVP08j2jQRtQE6TFiOkhv3A5
3oD1n1LgQd4YRcEha2VxkOtiPAd1DglppTw4ZnHIGiX8eH3cZckuN51xF8+AFaU8tg5u9EA1q7kk
UDUmNX4bOnJ56GEE2zlbL082ozhIOGpIy+IIrmyOWkn0mweG4nXY/UdbmNbB0br0EGV6ew7SyaQl
NEIO3Ai+2qNt75j5lwd7GR1fH8cOn2q9l12f5EMps7aOFDl4rXBQR6kdfsgKnIOwQn7q+pq+NB4q
iC6L9AiJHGjAVsd0UDLDERE8VXmJM11VkeMacyHwsnNa0I089Ocm1m+uD7q1kWQel2CChBzNi5cH
SAvUOkcKQfVkYFRQCyi216TZXp/2yxuIaVAowzvcDV7N1THtDA1lnaKjUY8QwVeM0vKnaurOCVqW
3vUJbQ8FMmbBFCvkXFcTSoY4UCsmFIlk8pRc9KdxlluvK38+mblUGegoQiIYd5Ly++VQTdh3kZ5N
qtfL83wcsvSvqA9CLzZbEmD0KP60GVvsKzkL0rTkm5dy0nPbMpvB3PZGARN60iSHpiIEVZ0kPKgp
/7i+iBt+Bwy/y3ZBeoEPuT6L6lyltWb0qjcWHWSqQdn7kS3hUir25E5DDoErgkCP8KUIL3TC3jXF
tOA2JXkPHLz7KWuTipy1k7el6jUDwu+9LWgp5vk+aq080TJZjEDmQtPleYz/sHEUPJGP5UGpa2Nn
UbbuJ6gHkvFkXMgfrQ5xz1NmAWBRAK6pyY2dmBC2vJ4jm+IrChRuj9j8zohbFoiHHRAS8QrmfTV1
KVRa0ZI08+iwl/2Udjq/0ezEk0X0Lkil2L++61sTRGTNcGiSW2APq/NsT+moxAFGvZvimP78MfDz
LOho2i7eGKnUE1DE0Y7R23rA8KGX9loZf3qd/otNJS3IXy0PyRT6UimJW1WN+lOp6fUbihO9S6FA
PplgvnZG3lxcyA55XWRcNW35smdPdRXRL2WIBEipUJ1D2dWTnw9K4XVRGfls5t6d2jJMsMiQA1Cg
3QdXejne0I60vqB4T1q8SXwt74xjbBTRUYElcMcGahs7ScCwyOuyrAu87HIsLYDR1CjoPW8Q/noQ
bXVuZSmGlwJquLyKaqSsxTGbirOTKc7DJGTnvlbtD7ItJLwiuXSJcew3Zgj1acQT6EaKKR1mQxy1
eUxuBjUDEpeVptdr8Qc5CLUb2YiUD6o0R3exaNOj0YaqW8j2cKLlHHxJ5lAraEgWSdM0nOMkss65
Otd3xmDPh8lqbTfUlD3i/I0Fp8VIhaTKlnV6gBbv4tkG932hpvPI0YqGPPVMoTZvyHKUflSF887N
WcmALH6f+nys9TOaxrkswkglCGk06T53oIGbFSSF49yszmMy1p4DtcxRaJJ+DALNOPZNmB2TJM3O
ZBHBxFZad8paUR/6ui/uqinq+M7ePF6/4Rtnns+kn05jUQzE7i6XJMjUOhWCWGngnN4CbXpfp3X6
saV4hn2f5z2tic3xAKpSY6S/GKXny/Esixr2sDhwTtcHb3J5aG+awDGOdZdrR5Rt0p192NxyMpOA
YvFm8Pgvx5PCwobIV1IQnVfCh2TKxEEiqez3zTTu3LEn47tygUm18SCTEiX8Wjd4SnoySMmSZsnr
vP04R0GWuNGsSW9Hox/CQ5lG8WM6QsnptDJ88WPvGWka32iB5LyKs0r8IRRICiv1W9I1ykM9Lm1j
eaObUOqLLOeYtFGj3QpkXg5SUEZkxgTsLSlEfNKI8viBEHPs3DkfqdIEgRgM2KKDXnVbqZiLQwWF
00e5HdX5UEWBcRtI1WgdFImmIVedm+FxdOL6FgWZfKbOpHXvKotsCX1rmfUqxCfXjwjIRa+zTM2A
b4eq+dnItDFxJxoSem8wyqw6KVZRGMfIUrvQ5ZXqbNeAUTN1DSttPzlBlv6t9GVHbaILxanSY+d3
KdLs3wFMDW+NRO1eWYU5/ZGrOe15mLH6KIyuVHnTW/X3nKgnOzqDUXcYTNFA/iwl7Z9DUlXv5MlA
H7RS+WuNkumvRGGJT84UQ8jd4eu5wxz45INm2S+UcQJsbmrtiFhB1HwNjQ78BPn6QD7ous41bQg+
TiLUAPhdv2tbNpjYaGEDAZSivyjN4ENYXdWQaqQic5MW5h9V1sU+WHTFozm4cHuq0ztjbp1/RHq5
bgtukQEuz3+IkbJzgzG1fB7OBSfX1SDG8Jsx/Tli5O8Wj6VZSAB10n7r/hOjqgJb7VuSbh2mpBBy
c4qKrvxjhppzx2qtyJa+j4WXbYG0o+jE/C6npUZyAdFbL3uNk1qe5rTGHcIM6o0InfumtLrXbZ4X
ByHbSHVOoeLX2uQcdBJ/txMO4iGMM5QpM20+D7PRngK1c04/v9cGTvmCMiAL4ix28NlTM9vNqMrT
KHtBmJfelNYAqQm2DmXb1m4SpMN9n+w10m5k5GBms/UnUKdtU5K5HHTo6B2x+kbx6J6k3D1je/xM
n2ovKnrxJc8Ss0SiOEk/wNTbRa6ej+GHPrHHj9OUB++GKjNaN047GMDHVtnrT3pCAq/Mo6qQKsSz
w7eisnz5dTmA5EoooLvTOe7CQ9OPbeqWSj32bgQQ9a4bFOWPlGheP+SqBi5CGrPkVaRpVQZXhRr/
UUSi/tswi/w+jE2AUGEDH+IMH79LJNZ8iqCifSPmKBZugKPyF2rY1odRxPrXTptq8+c9cZX6I719
YEjI4i9h9LMNRpBRNEU+kmOTLOtoxdOfjej0w2jLqLI3hvrz5wkuBHRboUQgjlpLDLHOSjDlM1vb
yLqfWSN9caEcUkSLzMc0tWKXNoA9aMeG8SB7SkGX/kUyAutmhBrR+aqwWqKNKg7J15YwegE2Obed
vsdFv5G0XRSoENcGxWFhRVaxlGVVZT/HTBBITOaFUyj8wObpsIZWQX1ZDTyrbALfGWYizdy+GwcZ
CrVqSv6EmHDc2dyNNNNTREdQpxPtrr2UpBmcOjAyHMXCqbAxUuT2eTTfiriAkkQeirveTqqDGQ2x
Jwy6Na4bj5e4EJOzhewMKwESgh7Iy8M1WImhthEJXK02ra+50sXvZn027ppgSE9Obmhv0tYmtZ3m
9QfbTrt3YhaUrFrBUkXm4Iq2GF0jNoliGnmP22nDhVtgoU9wG+AM66M4ozIXJCW5LymvlJOQkwe9
Hk8qtOa3WZjsEXtuRfsg4ujcouTBTqyNmpPXmmxP5FTGJhAe9TLVTcVcnWI5h3Q50tkB8kiu1Wqu
RCqkqBTdIxsZ7nh3y31eWS+AOgtgjHwLcIfVlqiGQNuIEoIXLjc8HoBex0Ov3lzf+Y2DBz8IBStI
bpdGqpV7bFq0pzTZoHpGZi68wOoEyfIEf1Lfjkeg7oWXylAIFnocnrtqyHYmuTU8PZRUJanrvNRu
plIUZf3UaN7ck5UL5nH2Crm0vCTI06PeZ4bnWL11SLLqvYDp4PH65LeO/ZJZIjSjiQ1J3dUao+pk
yRCWq14czHBbVJl518m94022kh/b3p5ulqoA6cjRBiU7ZkfDSrJDFxBaJoO5gIgz+p5j4y2E3GJn
aZbXab3/vDI8q2S3caRWRY3Y6We9DDUVkm3Re9GsKo817slZaygrpVrWu9M872UItgaligIAkuNP
CnhlFMdOBQplQmcWTn5X1+krrSvmI53L8U3Wzdbd1O4V9ZbfuJ4mbi42j/gMzPhqxESHeXQUC4Ha
oDkg94rkqMpj6Q15TcekFWlLebFzVS3KT/Mk9W6fOOP71Kk/Z06C3KkBx+/1U7FhbhBVArXxhCIn
63VpC7O8QKWkAhGtjXH9TrLM7iT14kMjavOk5ln98w4z4TCc5yZxMSnjVVImDUl4aVmhebFi5H4i
DGKkDl/SdLo9cb1Vx+STFwvviU5axgFuC17rcmoG9y0LnUzzKB+3d7EhqJlEbXIY0JHypj6a3XKA
GyupJbLV+dyeRWTu8TlsHTE8MnCbLDDQi1WAHIfQWxcg4b3ZKSrufZm58mx9KGSnhswngRU6Kf+6
vqObQ4JUWnApXKh13itR4nIc9REjhyDfqwLhKNyYGmRJaJceoJYpctvB2QtPNq0LlmUBiiqQ8q9B
QGWtx3WqBBykVAvOVZYKPx07864KpvlkV7Hipn1p++wYIPqgTezjDJDORYG69sypcHw50U1/0KyK
HlA26PqibB1zXnsMHy8/IHT98iy02WzrTR5pnj4poEGcLL+xBK3JExl+X09GZ++mL79wfdMBrdFI
ry547zU+iaPQ6HOqPu2CfVZS8gImNAXHwC7FKdDEt9hMx9sUZfrXIi2bc5BjEERvFw/FaAyuAwU6
3uFwvr4MGy4n/e/ULqmzAT9fu5yGGLqCoBg4JqDFOVCBjzXZ5LUW6p3XR9o6hfh3gEwtcDHgwS8X
PHSaOI7B6nmVFFr3lp6l5Hhn69TqMIJWrSHfhVq8h/nZGhQkD7WaBZulr9/3BIhyjFKL7kl6MfjT
GJ7mtk6PdK6rwCjK90CU3l+f5taCLp3EmHK4OGHPv5zmqPRZUtSJjh9hZYeh0ql3N1XoIqC4JwWg
LFH3+khR58YldCiJUPW+HCvWotBQ6kEjryVrf5phH98YsnPXJWF3cESHYcud2Idw3j7VVqYeRpLH
90UxyUfb6No7PclmMNqSOAscW7+YlQzQL7npqYx2POwtRweHEgS+AziK5/zyS5OwCdMU7QLPlia4
davwc9Ep9W1U1xXsiGl62xlz7yplpPiA4/ao+jbXiahRpymKt3adhy5KvejCMtTxJSea+FpsbtfI
/duxa8SJ7KL8IOfJexN60//gdiHHonEEKaxQNLycdjSQ7DKCjIEjg6SIbId31igNHoFD+58MtfA4
ERvTHmCtzh2kv2EE4QJYw6CooYvpczeL1Mm3q7z1rx/xFavk93eUdCInj0zQ0riympad0e0wklcs
taSBoApK4SpuZt+RlL8iu6gexshJbqux+kJFTcWDgXvXmJ3xlM0quMLOl0tJPqHWlMJfotFDgN1V
slp2TcJ58EHZgPxzCv7dhJusjILhIEmVvjOLLdOAgA3xJt0AUIysJjHVUjaHcDctdffxGNU58NlC
r24rCyLELmx63ALY9a4v3ZYLAkh1AUmRIVwQc5dLp0lTlxbNwNJVXXyXYrncPAAzMlpl7NUUVD0t
0z92uRmeyrLN7vpyV01hw0JhnGgfB6xCZUBfWY2IaleQWpyUResFQFIuXgvb+hSPebxDybU9W2Mh
JaYQtpT5LmdLZtcZk0DVPSXswd62FOmFMf6dFoN9NNOyPVnd2CFjMBF5m5J0GB1H3bkXW4kOQnuS
KVSIdEzPap/pJew7OWCfaeZIzwBxtIMVlLbbG8Nww+mzYeOv4qOpp9J92ZK+z2PDAe3nBLd5HGrH
nQOwbPDKZpMw5MzBowxsaP3glvkUSXFKzByVgzhorUV3h1JKUK23hlfgB7hG389HDY/NH8i5njNN
qw/CdmDT523d2aENLwiMgcyDzBvC9yxn5VlWLVZmGqhhb/DSxO7uZgUDNU+l9GBIfQ0NhbIDzto6
eoBQllIUrQE0MFwOV0aZYYRhznNM5dS1VSk9J5FDSEkOYGehN4eizLZU21Qu+WpmTWhNxaDWulfL
AUbEiDC9Ri/csZL2jtjy1estXVoE/znUssjPFrEYson6EBcqKdFhllVb9tVmqLydk7Mc1BfDLBmZ
J9ALjb6Xw1h2YCEOjqs2FVP72SQRdADxk8Lm68jnpk+xkopSnOVQK9BAQJ3EkUg1xx1oy6bNopPd
wei/801LFP7imzg3FkV1MuFr8EA01k01Lg8cdPAmwF+Qg5EmSBmodXVUzbz+EgeT7rZzMT8MtOGc
o7qJTsnQqv71L9k6yOTzacbAzHC91rd8ot+rLpdrlQhoBvIqeSCizlyT3mOekF0Fu02zQhsK8fGS
m0NQ+XI3hGYERjXSXCTkR13LBtcoxj9DaTBO3ZSgY9Xmc+ZWRmr7cZhUD0MdOcd4bNKPUT38nB7h
03tMZXcpe0Cvi3VZWXQRl0Y2lw0HcKYr2QnM+dRkVeVV0DIcjcjq9vilNt5OykCMtDQQLJH0avJI
jGRtVRHE1pHsFoMZu42YU2jByk9kBxOvjfo9IeCtC/0EwKaNnyu9bhyQpr4UTdlrnqyF4S0KYoNH
Y2l9sOJq75V+epfWx3phnAfUA4wNEqvL+Vn6HA6SUgMyJAvsy3QdURJuRh/7hShuETaeWZKjdtLW
8coJfzXrcuUABF461pJceSS0Q19NFevWaIU4F0WV39s6DZA25aFjWhWSR1E+c3tdLW6GyJiQqx+0
w6Rn5akyoIkvRg0tVcmqXme0Uh6juFDBqlh7SbYNx1gnt0z39VIlfRGTzbqNSKY+awAe89hTSTV7
ahSZp4oEk4c8LmnmNJrOdTe3O9Zs677ii9OKalOEwD5frjBtS45d65EOsNRqTp0om8dwYTbs1CQg
OpHlnZdnczyS2bJGiZBi8Gq8tDetWNUr7ENjTQc1Hk1XLUPwnSJQ3DLW9gTutlZWfzbe6kpqQp6N
CDg17Ufd6LZ9rfm1FN0DxmnPjT6kr7pai6jGTfUOcd4SSa2P7pJL438WbUjriDcyEspkMgAM8MHp
3za6MLfJhEdrz9PwgXJt+pBzmg5xZYXHIXH2MF1blWIaoEnbQ/8GJnqNS5bqWspTIgdvhijQlYMy
/hTght+WmTOeo8IeDm2jQsgw6sFx0Fv1pqKb4nM8ATuzivre6UKFRH+DusxQZ6/6OC1urr8Um1+4
dNkSK5H0Z5kujx6s7Zz5qVJJeYAiNPviqzZWBEqW0ZzQTRYHYdkDmmJJDiZtVI92S+2B5mr5vlHN
2h0mK3kYKqG9kkOz8Xsc7Xc7X7j1qkJHyPLxwAADXL0tSiNVisWoFFekuHDHOdP9MofAYtam41CL
2QP8Yf+ehal51CTSwKZlZq/lIKp3XtWtw0TDp0PlH/50APWXS2WkrdKOBp1hukLY3gIVPORSqp/t
OQhvzc40T12vf5rxII8xdFvpjnuxZfKfD79yrPLIqKfQAUQ3jo3+ISBLQWMLSUwX3/LD9TV/Ahuu
7w39QU+2YSEOXdcb+kR2jKgEmJVCcjmoU+53g0zDtW6U547ulbehrTb3qpgL/JxkOoVyEZ0FRPaH
sQiMt0QzX3M1eecQTt6C1TQ8QxmtP/ALgesWkvGKEtD0WcpMIPOJGaAtqDWuOqTtfdTNyie5yBRf
KZoMJ9LCmTDS8oT0L6gdNSzuA6qjR8gS7GNV5Nq9QSn61ujU6thlauejyTEcri/HivTou0uByAs5
Y+4qzAmrnWct9ELpwEryWHVvoohmXxr3LCDAITRVtq7d96KzbtV8qh6SHp0bOxLD3Ry3JtqN+vy6
hLfTp7yE7EVlWV4nuvljNZjq67ATxUkzk4Jrnkzf5hRIrdFbe4WVraNDEwhMwPhFgI5XzjK5qEFR
c1vx2oBPn/KoPoG3Tk80q9Y7T8tiL9Ynh+4axgB8snBArC6JHvd211NFm/I0PVLjiV0p6fJXgky+
a41d4U306+6QiW3ODwuBcA0TRG7pclCoCnJF76jSGFbWHbXeyD8Og/VZAS62EyJujQTsYtlTfSOG
V3KLAEpipLoe2jOY9dvA6aGhsrQ9n2BzJOrcVEIBmwHcupwTzS4VfboYZmgQxVnNi9KnkwtiVmuQ
ds735lBw9lCZIFP7QhtirkjXAaRjz/QS+J1ZZUfUDWMvjuxqJ/G/cTzo0aHGSjcErWHm6rnJJ4Ms
Z0AZpG7C9tyGWngylLI+AFGl9zqloDpJu6WujfkZ1JZI83D5adtZLaUDU69dCEf1TPSSfRHqGWgs
Y3T1zNlL7W5lAynuUMEDs0IYvOZ+ayAZcYKJSkrv1MVpMgFVxmBHfDmSzQcp1mp/pB/8KEn18GcS
FZUb2QtXgR2lHq0qzUnKSpLATgicEaoQj1fbOM6VZN9bfSi/LdVEBRqtld+E2pKdyILiRN0oPMWN
+PO60dvyDMDDUJqj/Kk7L3IzilDj70gLuo7Km5ieC1dITXhfZ3V42wcC77hLCtdqsuRYpdN0Mkc5
vdezvDwEIsk9eUhar84H7aHpC9OVHLP8eP0TN1INi3wKMS6gLiLP5cF+lmogk6UsjbbAyqf/S915
LceNLFv7ibAD3tyiHa2kFiWOuUGImhmgYAuuUMDTn6/Yvc8ZcvYvxb78dcOgUaNQJitz5cqVUKj9
SA93ZWFn//2R/9tT/nEQYyXKxe44HXNXWHdFUZc7H32Bm6qwflZc8h88DPYNCWejZMGOfefq1Ato
20Q8D+WBxkR5VKnT2NNSdqQa7SBCNzvjz5afk9aTt/Bxm58czv9wTkBTyDtDfjA8g3e3vj2v7OsV
EQQ9DILXFeXd5k/frWUYTz9euf/4JNxyNKPIt6Ep9XblnMmDQ2JYPEWXd0+dFy0n2sQBnHveVY70
v1IL+/9NB8zEKf9v2a/dt/bbH9/+Lvdl/v4qyRe4/0JmAmcFP4Wk+qtS11WSD7rq/wp6xd6/uHth
uWCqQB85Rf+rwec7/2JJTN6EO4ZfBP+NnpdvbOv/+QM+ewnJMCqBbfT+IJO99wdiudkWPlz+hNHc
tvVlLIqWQBdNbtVPXxtSb7TUjXq9VFZad7Mj209lXiT9tK/LXI7LUVHztrbp5KqypGnc1pAvuPXp
0BDZtPbcvPJbPZEhFickdCbZfUyUP+TujWdLJxlvl0EEZfPo5VkVt4R96G6559DdYgFt2/F5DN7p
KrenrJ398ZgNszs4H8oliQlIS6IZvstVoSuxuw5rXOnFXR79EkSk3teWlQzDU7yiWozv2899V+/x
XEt6TA9tMvpOm2ZOFpfRodzizfFTYhh7+Jma6mu+/G/TTNcSw0d2qICFwQgSZ4D2v5nCBmFL2fpx
/gs13u2SpAiZq9A+GPJyhCB32+eoU1vzkvUvlg4oQ9mJwq1bfaT+YhbPSoRoJaZLIGKmZGoc6sL3
8+RmeB05i1Out8qacsPK8LagQT9hmuNkMKorHpMdIlTICiCD2Ed1SrnA4sldnkedTVfofO77/FAW
S824cshtjAto0C2S05iXHqzgpG8yV901mqAGBUKgvejsLU1Os59qdVT0x9BVTvfVZx4ZXQumxAeG
Q2fzaCqpVWNa6UwUfe8CylKJoq2xyqIny6uicdxHfTbZzv3mbe0cnUClOt+IAydw6h7zVpbyj4E6
2JkGTtPSaehm/pxF0Q4+ueLz+15YSj3Eum6ZhApZI77zy67kaT1hAa8Nr9hmCEPfa9861Vo4FuzM
2TbjF/MseO2idIP+5W+H/tNlcf+uMPn2skCwDn8XMD8xhSxArtG7JR+qiZKEchmeN2/QeXQLsy7b
lju7XFQY7PuiC6fi4OZbRYlTN9M8fnuypmqZyhunyYLwZ2pEbzEehsN9hd4F5DlkAgN4HW93oAiK
yU20zr6O8NHZGrq0c13sicZWq0F2QJupUkvRyOJsuYjfqAct5jYXP3Fm39U+mYFg/ULkMEg1MztG
XfTvR2EjK1DOEvZ11FVoj3xQA7amPEFgowPhOWFBsjCFgb7UJPwpyeo76s96hRbBnlaI/rIes202
X9SyJkuBFJsMJucjIdzqWR8bXav4pfOmOa8edZd51SNEYSc8/3hx3yJ0vARAB/QvjjPZOjh471xW
k5+CBSLXr9rtS9ohhgo6fXPw56WjV0zhjb2n7hKrhX38swYoJGre2mxMgoN9w7HCquAPvLfZzUAw
RelQ/jVswnnNvsyqqaL+OI1hzxpCUDMPjwRMioj+XBRs0yjZGlXSP7ZbMLbeBwl4yokoRG5OqlJO
sS2QDDrH7IvcKgYcw8KJyuRjNzfo053CmUqpYbeownT4Cod+jdzUdbbIwIJqU8lvcEDp4/1ZtknJ
KfYL+tYikxbMlhF04gbgkI2yzML+uLpdYA4uaooMc9VrxCcnnpyxO6saZkbUjLE5lRYUHL5klg5Z
fJAnn78clK6mcYeWSDFEO9nP5mxT7bDyO1QizKeoPjQfbU+l4L20Tyk5mieyaPhh3La5eT3dmncu
RcK5190Ic/jgIzfiF98zUc/Lej96Oltk2oWt3b9gRFtmuB1RE6Su3h4LV+4pj6N82JHCRkwpHZKm
pGPFRAwnBf3SF9qwnEspoNKcWhnR8/ssK2QWrW/QCcy011Hes3i6n2otf1POVPNDb22Z71/sKp5K
56Eu3a6qbkhKd9QEppvFacDAbmriTxdZm1HHfiZ5Lyq7lfXkq8lYteYyTvC4xXpq5WjuUXqg5MgX
uisV/M5xrRd7BNSYQ1QEKL3MoJgcuM69/oU2BhbLdP2o3Egihx+Di0XVU97pz01DP4lDn1cIqZ0C
gdaz+wUWpllcQRa5rH+Z1ALzPK2iha6TdxVxlBnwNCfhfE/ly4iNaWFhM6U/Ppav5Jg396xxVkEa
TDk6hA/7HbxRhLSZ2bZ4eqaQTIB2oeiSoCtztXlWP2imLFQVUv/p0pYOX7q2Xxjd9U88IUaSUR46
vNYZGrS5rL3OHVjFaYmG5UkNGdzy/VwPFbsqKVxzyqCbOuEpaKAO9amuvCHwn0pHByIXKaJZsgue
Jtzpafts63LMPy+6DHT40EfbajtbGriyj+Z773KBut4YVI/U0eY84PINwJfZ39AwzG531Gr8njIu
jc0OfGWtgHCiUeyDYQ360fokHSBgGabtqLqp+OV62zkapLBOrVwCd+/ob2Yv0BXl2rIeXI+4VekQ
oUxG50K/zMFJ27KY3eghn+Nh/G4H1sLBdaaAUroHz9lmae0tUmtjCIbo51lyaBpna/WpCZzWC4/w
Kc1xDKS1uT9N5r53XA0NAKAX+4c8F5b43UpLIElsUlA9RSHca/vYZGrFC3TJJ4zu7uoaZr7flGI3
UZXQl2nslIUT3Hurt2CVt663xc90rd7fbtAEoAvG1LmACbn/dPQ2Id1ArGL4ChC98PJwZs2Xeuyz
MXmcpArkZ4xv3GGvJ3vUy/ekTiK5nrQbL4X1fbUnG4c4oVjTg8K8dIqe6G1WK26XRrfo0KT9kNG8
6dFCUsC/HfIS5/onUiZvUSCCAvLf0Nhhs1NNFMKoeHtFw+C0QOt694mMT59bO6H0losyrfBt8a3b
rAx679ZFZn6Rp2GlMMn98uOD/M5bYQScY4cKf8opzGF+7yQMg4Nqa788oRJURcEvi611sB6txGnY
8sB5lVrTIhxIz+wIl83qRlEDj+Dw346DUt0AfIFefXCx389E1bs+Jdm9fLrYRjcYjUHm5HPtH6fM
1iwL1R6JORCcetwRwn7j9/54GO/cDQNsIzZN7hEZOrJV7zd7Wc3TUITeyIKMVtcM5OISy5tpfju3
bvxXOJXNWN2XPvXD+U+w23+sBA82fRdf1T1Mx8K3ewGCzVB11SafYAKFRH8Yi4jrRGUJvSz3V+Pj
teghdLdeodT6jCREUP+soTuu81uvB3QN6gKnCjFrmoHiVb8dyFLH3Vg1iXzqihmu2wfvcsCKsmX1
buppwpyf4qobOG5XJ6ZpoNWoh6LLgIjSimyMVx6dqjAmu7JsfEMk3bnyiikwF4Ivg9d3unwwVRtx
QYRar9mY75ZCB0NMAba0Jv1FWFY3lx+nDKUR62BHFRXftzEZ4iq8d1tlHI0FOez+JbBi4zgMETyl
YV+7fi4G9I9is4ulje7wekeEVCsBdpfhdB4ByKhbSMUlHJsSADocoXBZ+OHV/JeK3fcyDptxcsZk
Qd/lQQXaE9mpcmxzaTguXDC6g9BvJkiOrhq37murt4E7xmk3nzv+cgN29rBOESSuvpr4XdXWDYP1
u4BQ637bTJh4tJ0MFYpfrCCoqw8tGSJHP2Z14HIdTWXOOx4DbyKmoa10syGWOa0USwuI4lmmknTx
K4n+HKl7XdIaDcGzlcYQZWjJr8xLx027CbPYR+LJiiFsAQyQ/gh5wvgsy0Bdt5WKbYqKdYfBF/xu
cycDJywdFfUE0ihDMhQxbz4Dq+NgIwwM4wEeyX2g14I/cS+hqsXp4i+v/8HhWLNRWu5cgkl8NjPB
mbfmfDTev8BHbAoHl0pNvgESbMiXGu2oITQeYLvgLuCLSjiAA4o6rztqbMkJEJ3rsOY+reEO8gAn
yDChBxwCc1fTe4eC0J2vC3cYjptgrmg31rRrTnfktvGrWv2qI7da8/sZfG+ady79NLL+IOYOf8Se
kmCrjuC10/JXn0Wv3rszrcyRVXYdudUYwNX2aI2tJoIpBA7Y4yHNk2hwFl2OxgYog32atsqTk51m
RaNiJCi2fIDST9Xs2ttqT/F8XPzVEA+4KqXhopeMZ7+eNh3dDUli/Lay9bcov2nitu5GqjOUwHY8
W769qf7OKrmWnLRu7RIne9CjZ8/HbGzy7T7s8krID0226mR94sRs3dbvm8zPkgKRkFAY9xXuwyaQ
rSaUbW6dy3myo2liPptcNoHal8rreE/cNBQ99qvwKh4U5YMJFK7RzXW9nbAw7lF7caf8IDKfcr2V
kd81ljuJVospubjQPzbc/7CeMI6pj6UsDFcF/fp3RquvewcJq674fLk/QAxw7TzeSJ+DRZOHA6te
TCTiW1VBHNlFirP94zH84/KADMC1QT8r+hVA7353l6LE3SHAbKmz7c61Phd2F1aPZHmr7dlqPWKd
Y4uePdfajx/7LtXCrcHD4FwbjhvpCZDrtwa7DBvwqmQaPhciQ+H35MDvT0ogD1dq67D4einGR6cv
xsTeoTXaR92Bs1itwX1SZbBvvyaFNcz5zSI3VvvQ9HUUy6OTm8a8N6MbeKx1YZpnih1WjZocKIV1
rz7nazAAWvalXZTLyZU0LXCOeRGZGgOqlHunPglMF6pstZd5xc+4nP5b8JxrGjCV/KoR7wEagDf0
9r2dsF+WPKxn8gBb6AzfSk0J7PJdDOPMenudw0NTJ15mDEIrVtdgl52/OcNecN7iL5POfX4GimMi
VcceWShJzMUfdFJT/ru3V8jz9COJZgM6lJcP9q2iLJFLnB3tL7DbBwDWNKxsztc9FYthQ3HFlOO/
3IYZYpvlsVFjz2TTjNDcRo5nVcL/s4+sUAf3ziYYSS6lLob9KIBYljstlxXxTtuqBj9OnYVbKNtR
DUjLtCbtMzuZxVlLSpblDRF+oqxjxO3ruGk/JjNk3TTgvoFQnup1Nassp2x7ffdJOPaRs9uE/10T
erMUKE7gLkEZi13yfu+cl3LUgmzfnJzJZyglfyWir/R5Kyg/CFLjs2C9i1IFzIZ2fYMi//gMvD96
IKFkUIC60O8HY3/vPnY9tnatmvgMwFxvzyiCm7O+elQW0ZaeclqeiAOPTfivn2uSqWjVoEZIFc27
96ZQKhSLv/ln26dw4NlHEAUcd3E7Yx9H7QGlRzV1lT/Fpt5BU4idA3Mn5o0NXZ+iwbd7v4atpYdl
286KnscD7zj1jSd2V3cVA1XQOK9r4BJZSPoNWgaf+pqYTaRDWazUbHe9X0bDbUdq3YFoOOIH/QrE
EC/Lz3Tp3wlisDmQNwHMRqTB5FEx02/Hmmibdhu+V5x1Fs9EiXFVmI3gD+EY/44PUOakUMsmG76W
agSz2bX5qsvvxH8zvu41FEFJJ9nkrqBRcNnuPU9a/bIfZGQm+sdr+g5PZrjEQSTJmV1kCkFy3w6X
jkSIcbRN8AnpM40hCUVhdpH2vZXv5OvFIZY+KfeBS5vW9WTTTIvdVrnkvIufDOYfGxvNcopuiRLN
P4rR3w7GuAlTB9Z+pv5WcJZsxNE4S14wRjxrjNEZOo/tIrbnH0/Cu4YeZtFoaEU0RLdNjtY/wv4k
1/k2UKx51lFvTbftoAz82ra6z6jPmQIDH25dN6vY+J5FV52vPlc+ohWCd5aMGe7AEiPzC6HSERvD
viJyjexDyuljRxsg1FVrPosPDr2Fpw0Rv6bDcfC7pQrEXz9+qdcyu7+hVhTYGD0Ws7Yo9Bvg4O1s
Jv5abIEq1fmKyCayS8KPs9OvcXGga3Mo5Y0CzITN1VYwJfMbKLbjJHehXZtUXA6Bn7eZBtfBFVTE
LXXHPgau+rxJP8qsHahs6Fk7GxlzkFvP14lbHXsYAbWVRlDXqvmWIpuw8k7+ZOH8flUUENjW4eIs
uAuNAnGy/cJkDgZAndcvBMMIq2xQk8EmEdXO9SFabVl7p9ASVOqmWRvaqj3UVQGv927u1WQ9od2O
HOvLdTm2lV5ZtNieabgCBkcnYI/wxXe6nJfLa+qskD57xaVB2BApSq9Ycq1N/dh+JklEdYy0JHfK
A63vzPh6OsGsy4k4L6YsOpVV7LfWbY7kGtVJUaXxhneRovnMz6rD38MmEIFCaEcAuyhA/HNvhpRt
bD5iVmfVeuaEGpZ7/1IXWcI5BQo2cxg5dQapVlTBT43vPx9vDoXREjahMojF212EryVKYH55vkKZ
0LVt7pdqjkOeL15TXH5QeYwCKQ4WPf3xNn4tEHyzjY02BNKwJvVFwd17x6eY/LJ0tl5Bjs5NVFXW
+G9gpF4+l/MuWJCMSPYMhx4j9z2QAwuIsjx75GAlfUdQcY3NLHcxuOGMQeaHmbQMjE+7ApMTuLrz
a5ewl7IxGGyonm2u5hJ5gdenXndW49cmxzHk89QEN2uk2gZxSHuay3A/OWtkIQQUZ1gNkdaiLRrr
JxbyH+Y6BAtE+Yd8KWl6VEDfroauw8odSd5+upoowhGfJb8mqz3C1f6lorxqug1plcFuQcqh1Wek
FH4aALx3SKFxUfuAOAXVoVBH3mfcaHBdB/la6y9NO1m0R8eW8YylmmtMdRKzH3+8Ed5V0vksv/EA
qKIzWbIECO/tuy9WEOZdNudfCp9Wut6OQjcCttRZQa9wGbsiUd8WP2qydBqnrCcJja2r9a6ywSiG
tKAqgy8/HtQ/mA4k7ZgC4w+SG/jnlTXqelq7rim+IEBrLMlKpT/XfUUODff34qAtJIn0WVozc0KH
JeMgba/3DNeaXz0GBe2xuXnBKJjGcAuIrkdhmdW7GMomR0ntOSpHt5SnDZU393O/ZKSfd7QOM+nW
iwPa4ztzCscQCdXzNa8lPGquIUc3DVsCmU08j7QY1Ur6vaFbSJ9KqI3RQ5+01F3uciuSwX5EKZWj
3UdIZrk37UzDm8o0TXnFOYbE+LOO3zgML54tE2zqC3j345l97wtw6Ekqk5B38AioXHzn882TI+yE
PMHTNbJshmhSx07YiuKIKFgRG0O8wpz2Hz8XPJh99H8GB8YjZg4PG4lULA98mHcWz6b3CLtduccp
KDYrTqMyb+nTCIXf6cnDTIQ+PVCpSBC635ZEZ/kBUk7RfXQviZDQI9Zyb0Q0ONaLM4M0gKzmMajP
Na9zTVmqjthH0aZyaoZiT/aPY7srCnotPA55tNCFu4mKwi+5X22TiaXIbo7gywDX1B/qhdaa5NgI
mtbGsBAMbFXnVGElqa+kwhAlRTW4dCc3ic6XK7DV0bgImbOlTTZHnSSY0CiIVcZAPnYO1InmZCXu
6H4jQ1533WENGi96rrYs4DKOfGseq0OmNtg2972bbWjiUm2VZB8WmxRQvkesUdJrsw0q0ZWnek3a
7NExNwThQZDAKNtXmZLJ+mEdRrKquE1iY/8AZ255dbMqMvbrrT1yRvTeWzJhVQc45QbtQTEk1tYv
6wr+1e1Gb4BaQE1b3Vlf/AVyK3m3LhnW+kiXB5yik4hRM7IPyxpPm1Ewn9Y6PwiFEu0Tyo/Yqaac
zZUFrTeJvoMXFeUprzNajqFw1XKI90M/LTpOt0smWYRAiTwk0FaJR2ituLB7pceoz3eTtxb0Rcel
L0rvFhHAdR6+5MRkpXdn9wlB73nrylL0wH1dZI/wVWZZfZsL9MReEmox49tZDo6T7yrqCGfTvJo6
x2h3TT9Pr0ZCxMXMggxVNq/VAwLUBv+7wK7XnHxySWhbLCmWZ+ozIGi1dcYRmippkCw1c1GN+DXU
5DcpwNKg/rhkAvOyZXsWUbhwiYYrsP2wX7wO7v1AW7jyZ+424eLbM8ZNDtGB+jnoakSSBB5vbTlH
u6V6Rwa3qiuERxdomeRd+cWJsojEboMa8w2FIbB6C/hhbZ0MVK2udFO9WWpy+SiAa1HddxNWcC/B
9x6WZZJgubOTf6lremLtEr/Jl0c3asZxV2g/vLOZA8RBqUr28+ou7nVXd9UOTWCEKueB3xWnxq2s
7mOJjuF4Z0lg2xMyElJAVxTqWzZWa3n0ArE0h9p1hs+ES6I79MCd9Q7ZOhxT2YXucktVKjJRnZcl
SIdleTTtxKQjlBecqdLOfZK08oMV4TqkdpCz3+amWPZLnAdb2haxpOte0CV3eaAodfDLNnoguEAJ
ZgE2iXnZKnqqEY54nAdfLUgKeO7v0J/FXa2DMST1HpUfhiaZKaQXzrNGbpE2XMO3kLaxz5bjVh9q
39JOuk2+mCi+yO2sUeDVBZn1h57ryo33OvA3kexKb6CP7AMYnPVHonKP9nHwe9es2A5SslmpFYpv
eFcH7IYgO+3IB3xBHp5q3MSfQZqT7WHaMh9Z1jpav9q1vx2n3vcRHHLq8aMSvfxErffwmFf5dqzW
Kfg8xZZ3yujjcOhKaVJxQYAMcVa1J9sv0NHfZG0gqOgRVl5+I8nIf7FlEPy2unHxNRun4bxaQ/aQ
g5/f1uOA1iPap9Sfic4BuFu2Q4j8NVffVupb25vm+64U+mPnjs5hW4YScXPfBXdXkr64kbP+IeOl
euqhBX1qfHu6A2UvPiyRTZGPNZT9oW6G7d5e6+QJ2Li+c/Is+BS7G8W+JXSEtMrr+N6eS/9rHczD
14S8zAnehrVTwZDdBMMsuU3asDGCuBYFwnPs3/gqbJ/ktLQdWosDCYxVWd9yV3QPCQ2rdqHjTk8O
9SL7RQ7eaUHH4NH1ckopN7X9WQ1Z95KHAgxvzax9p6ohHbfMeXFIAdxE3VrdoFS2ftxca3oMc4Q/
HFJrtwWU7dTLtvW+liIud2Lo/E9QbWJ9gKjT8hQKECzwgXspfbQI43iIjnFdZX/FlX6G4D2/OFxv
p2Ytk7QiIEzHKcAeisr+4mOAD5au4o9BHkU33iY68PWRF8ibMPgSE3fiYi8U8+27uGu/zU0ZIBHe
l90DW1PsFK2/OCeu0RIGVU/tuHIecoCob1r41l3vDvEOOcrkNsCcnLtO9Cl3ZvsMFoWS1abKb0Vb
CURo3FZ/6oOlhaVOtWPSkMtIl0V5065Z6vYFg9p4qcuXMuXiqeglB+ktpWql/5W2OfMx2GR5W1HD
g80otupMjm06w5H30g0m0GmGAprG2mufwkX0bpo1nVNRDCxUgY5GqqVGdCVvxt8oams/FOQHD9bS
qGifKfTn0ryiWBZ443kpSWjpufsFtTcqJRrnO1rez2HdaMhrlT5ac1TttoSyJxquSOvWmahTfUj8
rLnhxWpvR7pGfsCjoNS6JjZS+753uZILdIuLFAFRzGvrQ/p0ndL+NliW3i1JAJXYl9ZvFizKIpWD
8CH426L+I6TU7KYsLP++29b+96TprLuqnBSHy9ePue8td7MYS5m2YdDsiYD73xbujntnDcKv5Fn6
c5P1tr9vi2o6husSPrvO2Ax7OocOd9EURNBNcQL/tIqmWEFO5QQO4EKyPRTBKB577aG7jFK93Msq
iNo0iZKsiH/1myXeueOwkt1ihu9gqtE6pKM0p9jC8XNHFuJAEW0hjgpdgM95BbUkbeMm44U6bAks
gM+47dbZIYnxZ+etmJ9EeA/wIUqRMvH23QJXmP5oc/MFoD9Itd7ib5nX5V+r3O7HtIP0uqXMgnxy
kjI4ltqBViiyoT7lXSx+9/H+byJrLV780Rtv/WyKQE6WApWHza1TTXtVjibM/yMZqv5OuKKlY0RD
esGvsn0ppPgjprkibeHi+Dw4XQJ12s9vaFSid7UapwM4bX7fbEre92L9wMC/l2PYfO83NHTDnDRX
R/+fB6f3psMQb4L/FcjkrvInZL8jZDVWEQxHr1/yJg0WIfdlYAUPvqQkOJL272Bw/r2uNH3Fam86
LYmTwe/h7O7FIOtfKRotIK8F3Zg21ZTcSF8NX0KwSjIuqIt/sHLL3XEJd59blHZvQvrzIskw+Kdl
XbMbn2eX+0j51uciVorsVJtY9VGXlaCsJY+L8k8LF5xauTELSURsIiairDbHYAtiQzqNeKZCq+RR
bjhqYiegyOFFukku8vljT3scAxa+RqCyVwTEV3jiGguNSztJ7/McjybHU2FQYMZcQrR4qgpinaJx
yPAfJtJXdULnm3zZxHNUs5enfQmJmT8JLtg3zpUJlaJXHB7tqGFuU1vOpkOoM5GDfNZiyvtfsiBp
kBy+ZOuSraVLEW5/3Je3SRu0/nfOpsEbtTWRy96NDbSM/TortT3CE8mHmyGzLAmKnctVppy6sP1Q
NvOk5jRPgqk8zBDdi4M1Dh667FZrUnBZu8Z/2nAGsjs4l05z7/oVLp4FQXc59pEv27O/9Fn56xTk
3SSBOcZOfCYbnTnOTsqqdu17AFodhCcwqbwX6QwnArbOAgN0PUwqozqp9vqKenVB+rQ4ZkvJxZUS
pAcj8Jom/VBfgt0ShfdiP6NpWOxhq/Hr5DVj0m+bXBPaPIhm+hPGTDVP6VTYY/DHv5NVroyrxyUI
ZH632vTQTGOavNHnLqPr/G7yqw1FeLFE4jCXy2yd+p5GHp+utFKUi016gpYI7fZ8iZATufUxMUjB
NEaFcsa/iJoM599eFxMu6KAxoFqFmgRUkItrLCgkJ1C4soKaaqHLbBobK3C+ppquPKok86lsPWQe
l9/wAV+KLbwQaBHTU5Jo0HRvdrem3G2xRenSiUyA5JlCeYTr1kaq8RYVOpz2ilI1cO5Xt7+tPcNG
XnuIBeWRfW6ieTJM4AFNP9d8AyvY/IyMq2EtXdnL3eIaUl1hLyYraNdcHedLHCF1a5jZhueh/40o
9qIFEbglCqK51a19gWWjgpZMQPADXba69DKaik5fIw2LX6H/kZCOD7+E55NyzMcOeZO1tTE+sXZu
i0gFyrqtfTp0gJJFTE13IvpeB/djprqh+2tCmHko74mLewXEvJCpkHcbItNa7VxkWCUVyBApOacX
0jVS+u4ItaTQ8StLtYskhxHQ0Aw1A/xjpdbMseCzwTHoXAQpgsqBO934gZmero/Zbae+WPL5Nhdw
S57n0Tf5mdBG3fVcXYpQJrcpgFVyl+iAhrZGw/FPGIg5GkVRFrdBxO4Jy+0Z6imwSp/kUxHfEqyT
K087KO8j9PxlA6A5UeU4I/5/naved7W2D0NkKZf0GWg7K3bhSSvX3Qr/T4uODX6Rth4+kX0o+4lG
pbfJkr9un3Yw0BHdjsLXFUGKpkiDyzJdc4C5v8Rk3pus26gGUEViFpSWQVsdPJSVj5wF0k5krijK
9RqmoAx7gx8RWZicYagLR5cnGo7NJb5PVg0r3iDpY4aC2EHNHDttvPK/l9GC4UylhNl6piFv/7Je
Mp1IxE5Rt7PZtXljgKne/0rK0OSXJ5I5drETJZHDo84DHc8keAvzTvM6mdd2St+kfcJeKWIUjTCs
LdOa/It+1uQPxpdutSlkue8Sgfmvw8bUPIwosQtGsZB3HndZsBmcKhFrsnIJzKv+nW4Njv3FhoIi
sc5JUTbHmQIT9TtRm/iGFmAeLAieJk712S7qGc6M9gbO4Tj0pf9coJBWPwg6B9MxhHgsPF9syRQO
Js/cvd4wU95Y4psVINiLbPdkA7laygZmuBy6Xgkz53OPHhq/r+FOIQKnhJlRt0aH8/mavK0meOh4
va/BO5VcbMlWzobCAUEGBC4FoQkB72IRuNXjwKkNfl8iEkvf0fcB5amCyQT6gwsrO/j3oX2lpF1Q
oDGzA247an0LgxFI350+N2uXNd+kSyoD0ed11qudrj6MIIGki7FHV8iyfP0GDo4ZTm2Bqp/WJk7W
XUbTDkk8+Ir/Spqr9S+XKRqqSjZ9GmTxmrEXCB/1r5Fo+UhnRIoQDYMLuXF7TSdfMMrLjV0hR89M
tShkcNsj+2jueQ9AhR8umW0SkEubY9QuNvp6zaNKAcyaVKv35xh0Poo1Nmx9fU6I1/n/7QWnVn7O
tLprZBixNQwOV+/p5VUHXy6mDGZNyZm4oqA10tvb83gBUEwa1Zo+LutgDE0zjeYP0cQGsM2oOulf
ZleagwTuZYZI3w9zUqUiCzV/zEg0MPyhIdnRpZnGCShSgB/DL75sE2Az8xcoD5uXv3BpoOya62db
CNexX62ru+62VG6joexfDHFoW0g/7Wl5YRJoDgVwBn1UmWBwSbKa5brsl8mndEScSrEsmESP6rHt
OVQrZMxbOpRQKbPLKxRNGvz5jj5f0aEOmhVz0uuSOqBbFdbGEgANGp8nr21s3ypRVsMmcft0Pfdc
J7D0TRiaDX7J1/6bj7FmJieqkIrE2i4xaifUB70enqiwzaa/LnYIvWd77gyZuEv7ITfmJlwycz2L
ZjREh6hDnARPojV8JwojXrlGJAMt+JQbDFKc3xmz/zi83nEIzqp5uMkE/dhpZ0TRQ13fAX/G/XBy
Rsq12k9tEmpNZjts2PwnUP7Khv8bgeaou6opFKwSBQUB+t3sw9NEMAbxbRGWN9TIGTINDQqMEfP8
wZxyiu7Mbg2pHi7krm5rOX0fa6cDyvYGv0E8PrDVGi1Hx1lNqsAmhczMeA08v5dOJYZoTomGyXiT
zfH4Eta4j+fw9cqx6vH1/n4F+XMCUAbXoIWBubrQA64JCLKWZgJ1j54eMV0ouK6yCsG/9XjNql8u
L34eennqgeDi3V6Te6rb2qigP5dtd/IGkJ+kE21ztc/QqD5nffzJ3iwvSJum9uu9sggp98vSU0T0
AVI3oek+9wodVQi1vRJ7SdmZEsskjhLL/VpO8VYnR3U5yddtfDnQbaFozfqYC0tvxf9wdmbLcRxL
kP2iMqt9ee1GN3aQFCVQly9lpKRb+77X18+JyuQ1ERwjx+ZJBgroriUzMsLD3ePc0bpvus+DtS7d
pUHNMG83HYod7kJnOhihyfvPGInhjF+h7B/L62i4JEmDMdV9Ec0ea80PhoxnZbq9RN0UYiyJ2eq7
M1uh9cGBPmQqCze7WBjX+gEWfS5kTIbXysnEgDbZoXmcwuo4ZStNdO+mVWyBAVE9j7A3cohwdKyH
PKZOwfMMfu9BxpncaImDDz1T3VjFCGLloOo5SvnEqqRUhR1Qu/IZ2eyvfLBuDBkD/IT0RnMiqPVl
E7QmskjwSNekdPlQMO99cF4akj7UnXVuyGdaHMH8XdJUO+MicFmYgOhXSLV89CwD0+aHsaKGau5r
9N89DPyR7IiuzmrDRD7vRYkb1aWv94WpzyqN1k36uodIF97PhpMFg4xePDpfqLl4E5bSR3UkLVxY
c6TB6kSco1kOb8MD//FuxhAyD7OBh0q66xtilhau+eYWdv+lKDwhw+h0FxAGQ6ULva10um/6jbFa
L3rN9K0tjd4F0jL/OMYMsNpuwwibgu02o59YPKezU5OOkZXJtlntmH0QlqZsMv1coQjKTokQcHAh
azzK7jUXwol3iobAZ7jW2kPkrc7qbANKFyLdBhi5XALH3OvmJvcZcUN9rjadrjxgqx4FyEC3+F6H
/Uy1zT3Fy4QYbXJVukzaoPvIIJ0y6+l/qIo0aaD3cVLn6cgzU4e83tMIGtW9UxPjxaAac5sVoJ84
zci35uLaMCpxutcB2ygXIaly8wyReNLyt6rNU9bBlIMxbLeB4iqFmyNRV7f83A1dCm1FdbSpFnM9
NnLk6JCdq9g+menEP+bzcuQOed7wk+o/Z0xXbG+nZXcWC0d5yb7D3N35EqN1kP48pplF5LtMWAFw
M+pBqyUXkRnyjNQ/2fgkywnAI+AAwDSVF/HtbTK4gCeV9IO8fNNdwZtOUMk56/fBkGjKmB/Jivqa
o3oDxZsMnwEKUViAMDLCpG5PCZ0tYHwgJzM56bWu3oMzhvLSTW/glO/DRC49OJqqOuXWB3kEpYWv
iopVzmL9E/CBvCJNOaAglAPaGrwUl0ws2BPGaupN0Q2t3P83KmE6ytnP1DZZrvW6ShaTWr2Ejx7W
pWTMYC18n5aO6Ese2xUIoK8bOYWdtE/31zSG1idMKpp8pFBHCgRNV5a6Ogd8BWiAUR6itH1HAHAd
nE6ePUOlsEBCoe+KNoDSThatqUpSYejyvBO7kUpMqzBnKxAcJdqWlpC79wiWoWEAb0A1mqdVXsam
hJMNCDZfpEmLVRgIw0UXvbtXSmWmObnT1Mr+nGDK85lSrsm1HDmMzhbnaIEJeSPkn8Y7jfECgemk
9xa1Ktk4iggJ/uORsSnQJnFCEMyzBzoYJKeA44Z3QzF6YENqJVcGy5Yi6ejfL4xdPVagkB300Y24
nCzT7dejGkoRQJGGKSauYkp2oBosGP+ARuyDekubQJI8lUUN7kJYqlSmn7itMOtyFSmKfJpbsFHS
m9h4sJQOzWZEX/GMTZyU7d+4co53oGVqretnx6i7lS9WcIvecSrXXLOD3I5nzbEnlHDVGTd6EaD+
kj7FMbrQr3XRUfIHBDJ5vQruMrP2gMnUGar5wmZbzLhuM0/O2AeICelUvOC6ae7LuTNXxsfS4mcv
NnkvLAeVatNTGFg8nnpyzh622xU+tdk3J4gechIGyyJprGWX0ijW+Jzn5Me+iBlu+crvc7Ec5Jvw
vxJERa9OlEvw1hQI5FwS31UpEKoorx81dKsDwgDF4q0H/iBcmmCNU3t9DoETGYPoKwk2Xt8S8MDs
Vs44V1Xiu202rEUdgKBES16i8C9VABkrxIFnsRHDz4eG89KE+hCpBjvrCnpbR/n7HSnbzqpj05n0
hkwS1lEe0eAUblDW9PfKaKsv0A2lHNCIpi7pqcUk19c/4UQv8IKWJBdK88s2pUpUy0FDmOiRt75/
hU4Mfbfq0Vt/0JBLm+RjYENhXs1rijU1j5Qu3EFVORayIp2hRGTO6l2tYhV4JVkseSKupJljDMOt
Kgv7NVyG54rw3XygbK82TD1hgIYnF0P+7ivkS9FIQaMP2BT6dFSCBk2kHtCAEgyyjjLFuvjpsPfz
g8WUZTu7QtHuZyQdRjKwSHXcC5ZGzoM1rOTU61xT0p7ebyXDaY8cLWG/Ev80ntJQ1PH65n6WrapL
JcdfJG3A01iUDDpYBXUsAr0+LqU4rVXm1mC5yT+mFXhPc29DieQnhGUOM7PmBVlbS5Z5uCEUdidS
PtzGUgZCen7MUICLvtoBLQMFpr8aooiksyw3lPgM9etv4QCH1nYDRif8u9IKHPYlzDh+8KX45/Gx
SWSRHuB42MAW/urshsVdsYmFm78cwKHC8jSptjg2UZAD/VOUdq6kGb3pS3IsPGfZglVNe+dmXIyW
/zAR3uR5TsMiSTKqG+EBgZfu3K6397IUdGIyK4B9V5mUJoaTOR6faUIdAoVUaU1dBRJTDaTv+OQh
uYDbdHbo2gAk7D4o093ijQGpo64lHdrCXIrKD6yjxJ8mq7ITptVa7lh8BF2WxBxuliwBHOvklVob
jRHAUFTwYQzLA50TdIADtEhLw+/4xfHgNLrQTLlvVTM3rnsgZAUyyuaUwbAhuGumld4UQVLRZIjA
dNl9LuJOHgwcVcn9BreT0rZnTl7AziycAbxcAxDqANBCnWgdkulShWOfDfSdjlRUQ86mAo99OJq8
wlRlfeEa1DQxEEJIMVAz4YM6dG0qwRSWyUlc89ws9bDNr0YKbZSKMqwta33YLeQf5Ex+xTCn5xbV
y+q9jBGTSSLBSve4LdN/1t4kh7oGRW3nv404mZb+bWr7sxciqbKSCQueAOoVuXu/T9M598et+wf9
TTOvNwaix+KFUptBGn6LR8b0aUBB4YY3CObSHDSIEZHBpY0Bh273OcAoW9Ao63nIg7p7nDtIUelt
VFKJv9/SeXLu661uyteaZfRfz6Ct+1r6UzRf/XzAXRowb/OB46FOPTRLN/1ptl3fvASWE1e38cz1
waJyhi1vbgs7NDbvwuws9xbML53erz1r61rZ8Wbeto257I/2ns/MuM1tmEGNHZAXJIRf6CZuxNzo
EXfQCYezFf4XE02Xh96b/QakhvrOemLgLX7MLeQu/zrS1ptOkb0vzWOYlbvZX90hGkcwwBABX3Z1
y8VABZo1uCIasIdLpsiX9hazxGgBrgZW2szdcxDqmbXDtBDLaHy6h3u/bLCQwhyv8xMt7N5dz02G
Iig/ZXgu+ZSaxAf/xmQbMGUGo2zvKSbDt0m002IOogerzzCoPDmzZTJpbaZntbxjiHbVf2m8GlZL
NKfe8mhZwdRcN3dj+tueleZdlmMFy9rr53ctXhDtfQfi6T5H5dAYj14zT+1fIUG5/as1fT8H4zTc
cftc7fCdigvK2pmxvsOEOBBkmNEAX/0SFwwDouKnlDeRxN9w7NZJaBKxRKS14XFwpyNYo89M6GUK
nOYzzqeyxPtpJQ/X4hoFHAZWkhhPMGNs/z0kGZ7MqXejrcHAeijIEKAEUzNkW+W5dwmtF6YqVpMJ
itqosGxAYmGrtuqg0ImySvHtIxRlDd5An0KQdooDlSI1Cb5/221+IKy2kmAp/iYT7sGAVwdC/DOd
QFIo9SFM45FDg+gnubn6FMs6HE/QXtGO0L0MFIhLyA5jH8TbzXrI6vSBoyBP1SKNHbs7YrMD2+wM
hVo2/tQAZWfnoMoNBCU2s3D/iOeOySvvVnevjfBSjBbpZpYFUiLtFky/fwbUZA1Dio9E9H81myRH
q9UR3YawaZrfxzaM66/ZWPjx3wsWR9P9as5m9WEsR7f5r2pvqrvdNO40iPfHYkQUfNm2ZCDMXmmO
Ns2goXxF3VRslwZ0cQqv6EWT1blx0lgO6kL1vbIjK0m4SRsOB+YqWf3kTXkb3m7rCDUzNm0ko+86
a0rK7RbDmhHVzORRTgz4a1jLQEox1cU736nj/c+JxAO/Lh8i5XwuigK84OKMBY5YX+zSzi3jthlK
HOrm34KBjw+6O6g+VjQ/pqBX/mycOfDTBne7myxLUF2fuxYj9NNamV57mfquZ4S609vGuaPibF7a
NWLoEUVQkpMCeGFxzUiLGEu/pOVtNG7QkyB5B3jim6n9sTCNznxh8NRwg3JspWVUlv8pxsx7HcOW
3MMOp784fMb2JtjN7cIA83i8gXnIl5ZBOj4CIsKM7ed2+WfOwODuqOua35h04r9U0KQfwnyeL9MS
sRFH8GX37xb7jfpmQFnd36Zzuf7Vu1DKTuFuL9l5Gab2a5e0dv+0wQG6CQBTPvZe2D8ujCR7QrDi
1Kd9QV11tb2qe/G9Nf+6obx+R3Qrecu5mwLKVc4fadsbd0FMnPfcZpvv7NJaGEdMkW1+RvNFVCvb
ZvxEGpI8DLx8puvFzeQEzB+EHmiDfv8NBr0+4HifwvroMRc+0YLg4RXtYH+lBVF4zzZlXg2Xecmt
c0pDuzvhZQhCbvmzf5sEZHqnjLaWf+95e8YEYDZKDhnMHr7uNXMSTowWd8yTS/8OHkWZLswZydyT
nZvdMxRrusU1s6OKm5wCib5d19wHFXO6cstZnvI4sf4MzSb4PC1W9leWFtMDzEfnHRP1WGWRH1+j
1jbhL5Xug70MRXgewe3Xk23G/QNDuJr/cLZxMsz7UPzHsLAJTRP2HaXeH8zASf+MqYewU1ny9wzI
YyalPUa3nmeuV8dZzc92Zaevceb5Zy8qsuti7PFvaQ53J1jskk7sZK9no/a7l9p1CKmZkc43MOyq
7tapguzvtTGsj0M4pOulmM3+L7ivmKHBbAQAdFOGHp7aIiGyxK21nrt+iU9otDY61UbRvoQjsy8u
5mRX1c0c1YyaGM1svg38YPmSR9RiN4wJMM+2G88QQ1b3EYNL5qpwxj/uyQRvMN28j1aN8eyUM2c1
rtbo3qurBE7kuCzxPdzNKbkQl5qP4bQlT02HXOPSksF9WJJs+dtux4QG9IyX6snJ26G/4Uacj47I
9t+bq8wfoY/BOKU2WeNnvrY8DUm8X1EMVX+VBu63v+fhjGUNf3ENpT/w34wz8wtec3V8ZxqzP/0R
bZCZvOdwWYMgvVB+75H/O7OsQbcL/K9mSPS3pZtC6MXpgQaq0ZwNrLInUIwmtpzLvgEFoygfq/Xd
XiTF+Gwv0PDvoee01j04WmF93baRGUHnMFpC7zWZYXRMp8BitxFbbCBjMjv8X6p3pmlXBQc/G9Jk
YFyxGX60Oye+tBryd1mxFzCJRml07dkDdGXO97LflpuqjqfgeTVzk050g/LuadkSWrv1jEnKrb1l
+/tm7JfgZBbe8D7LI7fBK9fCq6+HoAgl7ZSbNNjvNrRqzbkt6RXdoIkYt1vibmfeswxK530+ld7+
S9nz9zxhMV1yPdh/aE2gmUA4+Z4nbLdbBhe6Wd9vhhmt7T801oaufMWqqCowy/yfneb/xVkP95Pv
v8yGh2yzOPGbR3Eq7izff5m77nbYIHB7nzb0frpTgQ8JYSH12pZI6aXuvDZ3zBS3kcMVnglhI0la
K/doOk/yn7aMG35RN/ocs1+h/B8OWrPlbPJ7xw9ejLWid6Zdh4skmguGsH727cnh33I0P9RFmINI
12YaXfhujy7SUKjk48J+x4+WhgW/iVBt5zJC0A3jo8WyFswpn6b5lSiU7+tlzmEswm403N6JT5m6
UAOElhsLVlv+OE7MoHxJS4T09n219B4f3+67KbdHWbGa8N6cAQdlbcNVYzPUx1evT6Ko/KNWD2Lh
FF+3T+xdbKbPtjVOpvMOH7U52x4qSGn+dGV1e2736K8DFmIfEsxHuAHmjMHNvfh9kfLMsqGSQjuN
OLrrk9Uxl3u928xcqq0ZNa1f3Xnr0LrpxaNZg3MKY67MMoMHBziKoawdd1PxlHRLxwvbkdlm5n2K
KG+P35eun1n5tZndMt7PdJ7ERyUtFyw6PsTkJ/7nuAzlUjKn9nBTKij1UVvod8CmGuQjW5eM5jcN
KUVm4WNRUhfLkLYXMOvdcV4g14fteo6oQ7EgdQprJzU0+kSub8czA1dMK4LyF99LEcwrN1a5ZUw0
FsoiZvHtJBbpUAhAG6IG5M4br8FqTS0hA90iL8aurWgyLvFIcl7dNFhV9emlbdyOh+haDGhp7oap
dCrjrohp6tSYvx92QtR0lhk/ZPj+B+sdtnr4K90kkxEMybM52/jXnfo4gfR6W2zZPAUvrdmta/o7
DdOK/ontFx7f3mKawtNog4lG4j2eXqzM+6ylJQdPP6TmME+zs0Xuecza0XoalCkk/nsIGJ/XMe+8
O4Phvcklsd3Bz97lsPW4RiYEtvzpL/bzIQj7l5AHmTwCIna146I18DHL+X4/8+2YRq5l835Gl+f2
dMhtx3DowMO7r09d3awIOZ3RB+o+K88+sATBcENl47mlk+VVOIdgwI3i0PZb+PqvBiaGYfLnErN0
QBUY2hahzVb+JQUNHEbHwAmv4jOMknpomNVjGnVw4pAgMbpf28Hk6c7YQ9GxwtFRvk/bpMKOoXW4
ejGgIUwA8VjdlbGrx0fweymaAN89WbT2re6SuvB3q1NrzxjmMaynwFMLSJaEEwJ26yClCeNN6qjK
mMVcpRwHcZnRPm9dXpd4sp1gukWs5Zz+dhxc8DJb2vGxtCynir794WaXeJGf45EVW5HIzMHW3SCs
YYLIDZnkGFZUEcFSf9IdjsRp56q9ro5Xzah0DFY9fotKcJnasP2hRhyGQdqfEbmLeDACH8X9u70t
8DSFqly0+BjWedQBgcJ7OcxwmiHNmuqRPHVlPufmbyLl1IrOYU9iIxvPRjUJGELsrJrkne+jrmJ1
ttE8YuWj1ZzaOzD3Bnfv3tOJ8qzuDuGMeBnZ3SZYJJJjp49vvBl/CTgTWMvw59oCMbYPKWnHiCJe
ovZ50qouu0W8SLuMNnLAcLs0xsOVvKjz8/8MltSdF3vwKLnu6wI5IQzb5LCXiVhym4ODr4G93S8c
vr+X8OLYYDLinKkeNuZ2gWU7Inj7l01wLzrNIon2lwRNF4Bie6j6FStQNwW0a4WmYvx8I36vWeXr
bQAeliugC7NvfzjDZ7q+TeWG64vubmsalJauqt57klWC0aEKkk2lAcH/F6n/m6keXA30GqxzLQYf
IIp33uoKMUYJpA2Y89rcaYMBNLJIyRQzooFpnKdqcPLlMrdNw16JFtGKpRmtXvyyFIdBr1YMmeIg
f5+STlT+KeXv2K4RPRP2nQIE0PCJZmyicZN9mZowqebfiqKWI00bcWUcwH51SQjc5NQ/f+rYkbxN
ZwCXOQUZqkIaB6zyRi/r0jJG/jom7+qkwWHsQjoS1s2VVIRlfxkwhGBfAEHISQMb1EdUqEJ41KRt
FcLL5QSr7u2wK7wcwsE0TU8jGXx9jX0v52/ZLisG186c1ifVZtQoverJTCU8Bu9Gs6UU4zRwMQfF
KzOq5Fs1l8GKc8F/KQNpfZwHAyHvdgFSkicVTr18iD+1+AQwQTi1aC/YTJZ7rdyqEGSfwwPAtVat
wxzrAezkMBy22MOQg6TD2S25tByNxRTWhiZcQtkBFcpNQvw7wqPtDacaq4LtyYaiAtYcMqyBA7yc
y8P+dk2cDWo2hUQ2nejIonK+araXagqbS4rfwgcHWlLxEV0n5CilxF0rEH86F2JeKUu7cPr9OsGU
bapLpGzLi/Gg/W2TMSwkXbyG9lFJhzUchexQGgJh1ftZ8zAvnHfNDT0PMKbGKMJ0WZmgjqXE9Jjs
ldAqhjwSPoniybtme7CoShi10CNUk18zDvuOnkxxN1hlAlVU80HH1ZYWr2qz5w0TM+7qiA7y9pCr
7rO+4IAZIlzW2Idi0T1sTJTo4dwV0rEq7SEO3FNVl2Uv7aFmi92zR3Vs2Kcmp5qf3nmMD0rm2xBI
obSvdpe6dNOWwpVGCioFxiXTcTwe3lQDbgQfiqxYmesMJ2PLjKudAZZgdtQEQpId4TizA5n7vETJ
h2xe2qS/t+EgpPcpruUkdi1gNV+gyTWm4eb8NSd+Rz64RXQAvs4te5kSJzMTg56Y7hbpLCZ05pqW
3RbENRdmNRyq9p1+mLaBL05/CSer3ccrIT0kwPe7ISmg/nPbnAb6mg7/083OKASS5l0c9Nj+RYqe
yMwEabDohtW4is3PeR3hUv22ZdUKqquoCLr9xCHJEtM/6M4PjgPy1kd3hc6kaenay6qwDEjrd5Yd
7uMK39ZqoexDQQzNjy1+JgU5tGczVutj7NvibtgYVNvOo5dYdPbOmhetN6OZ1cEcnNousYz2RnNy
E/XCaMTKIlN9lajFmouO3FSCEWynQa21CZbs/bLlQxWiSpAGz0adnhzZiM4SStV5V1jiXJoEpCte
O5nXnQdEtvFHxJDWYj50dg3+f6EztSygDehgWDre0rf1iIpqxRn5pWlqaRyixy9GEFd/muqv5RFG
FrYl8YCzv10Rh2V7IFMiOaP3OEQKR9ay3gZpgsv/KTOrtHhobcPt2puyMZM5ehkpQlmTI/U6YSgP
/Q6+06I8OowNCgHb22Mt4oygusYKsjXHHQFfetZ2WfPMAA6oTlhwkEpoVgAHl3TJLAIKTl911Emk
3pZJunua91b0kzBNjYIxC/THuUcuQj+9fTQGbjlpO3O639shfI9Lo5cgDlBqBMWyXo48s4pb+UsI
MpNFgkkPxjYvjVVCIMK7O57hBlZGn9WoOhmjmLcfUbLu/EFBnkEjupimJJgeaOQLcUMMWrjumEYL
91TEvdA/tD+UbnU7DPkSup6/Rl9c9OnFs2sXkEJPo791yXzKhwEN8AdrTWeGFZ/1NluMJRa6Ybb0
O6q205r3mVW+B5RKcQWABXPs5TmElFk9Zw3DlXFO9QdhrWZKKoC1tokhdm9TupnfbJmDHX89uwCT
ToXZ2s6RUKOa3OQkugYZjgNJdFIkqs6b4FgieBReT4Eeg1CQcLeEENV/6DPkCsWjTx4OVyaOYKIG
HzqrhfUM2T2S/6fTcVdRbQzQ75n5erOdl+HrFgQh+jVFqdDXo+kwijCyxobbOr/p98XQM2kgWKhL
qYuBAQwJ2CmmcDJSgRmo7nil34Y1x7M2kqVz2UmYVOXg3KayQJeaVp/zWxOhrvRormNs/U8iVNCv
cSb+YbDnIFmvh3tIqpjfsDwlxgyKhUl4Ph4yoZ82c5gDni9PVUWjKr9rV+pcfNMDHxXF2WNi0LLc
+kqv0CpGfCLTOL6W4AEICKK9CUVndoi/9A1qlqCjqF4g9dLuVmQeHWIU4UpTPvRxGSuqm8cQIZ6+
jtjVtAhBxjzsCpH4SALSKeEDfEdTev8+5tP1+1kRwGfVTaVhJgVLqRoSWj4zqQNSUw0QPkv+oolK
WY/yHvck3BF4Qxox6IpWgB2vnqX9k3jjwbPxYZOxzfNKmsRakEZ/SVq6hYqA+2Hf0h9sX83V2V1E
zay6INhwb+8mWj/h1TZC6dx7SgWks/ncToTmD/IKfdheDmPISrHItLKkxLCBY5/RiUJy1iIZxcDO
1niIvfuBqGmuDzYOoHha6vvWi0g/jG8kFjjA8nIUDVk3qPXt6yAcBWxD5zSSiPn5TbJgpUQaY2Fo
HpxTG5PZe3uG/chUTJX81ZO3c3Bvnp1XzeM6tkZQPnk9Iiyaq14XL/9giEOwvClj+DAulVUX+J9d
/pFcVmFo3Rw7znApero9wakePUG3EjJ//gqsWaA0JgAKfsG6CPmzeJJXYychwNDghDTYTnvVw0U4
zWGw8CWs6h6wwm3ieoyeUfvmgl/BpeMTe6+U/0RuhsEtNjRuvH5xZpoAnxdsp7kxTZ4D2+USMQvj
ckdnosCGN0ymaZ/83C7aPxBeCE7n9KHgdMO+yspVsBEJxMAPGihKFAzY9q1syimjw2RAXomFof/z
euJtNQHbAzsULH8omqjmjmrjX0VkWvY9AorGeVkyjpmGDRGsjPpSNA1XrbvBXvYmw4l3zp38Ua27
n1/FD7WkGIDiWeeDf/FW3nqzBGZq+K4x2M/hoV/SW6dIWQ3QRo+6Nl9nyUA0ibBSGolUZUY/v5g3
RjG2hWUezj/wXZhDxkHxBi/O42bsBi+en1NvFbnWOpNlEWEOkqhWbMAJQPN/+/Mv/uFdeHTRLYcs
H1icaXNvgC17DJlkErkTM+qPAzdANI1TtzZUm9wOd0GdC8zZFKErS1Te/vPLeHv/AAsS3QOLh0Ah
/dY7kH7XPCTI558ZUqFQy1TY90DYwm2j7BeZhq7lf/7NFjOs/u3RYwMq4LFouxij0RUI3ta2CKoS
rJ9j4ylVmpAyiKl7LmHetT0i0kM/pclJq1LrTGEn8VhzZFzYnvHvVgut4VeWUG+XqG0FPAsPoCKy
HMd727LwIZhgqBabT7rC1my28dAKqiWqpA7f2HtKLeMpFcwvnpOshH9DoDbGbVhH2qh+UP9wTW+g
Hx95vefSxaVvxJBrBD4HYQs+22z+tiVj504Ic8fA/FIWvsDRltPX1pduwiA/OUcd8xKAoZMgQu3i
zSVMkl9Y4b8ZbeCBSUGCsBl548NApkfw5goZrEnS3u3u01KF4Z5+crx+bIt7XD9cvHqI5wS0gLlf
1Z82TwhMZp3ziCRnTFZ4BS9rgBvAcqkBV4Lpmw/SUiLGYpaYeHd9JldDgq81Okz3iI3x+vOn/HY7
4rrheqHt27ijeIztfAu0RMGMN30UPH+b/6I2W4sXCWFYSSDCQ7HHPCZYltZeeTzqn1+E971JKg/S
dnjZYUA4wmP1B5NUTrZZEOntOUfMxlEzd0MT9s/RHJXxa7KuBl46o7FBr/qwE995r4Wa45Upb6MC
TzH3ZQy8rS1uEUqbMDriMSm+pIbF4A7n5A/WjHljOJFxZrfuRluZUiERY6vFYng7qfKQ0o2CqCqH
kU5Guwp0jRE0JvMwM1z7WsF/mmSd4ZBxHsN3/xr5XgQS2vN/5O8U2saSaPjIaWEoEdzAEOlSwVGN
508DsamzadIXptgwsKbDkKRKBzwfCaPxMQkjL8NJyZmDfr6AkztDWEPAy1Og4bnYIMzfmnNntAnX
kk5TdVso7UYSDpJYl8yAT81L4JGatTcmkpVxfOi7FP/bC0V9ar7+/O1ZP6whpmIQN0wPDhkau7dn
CXMuUxe2fPaske5W3T6ZDPXdAzAheh9GHi1lRCdS8aU95TquIcVOTV+CLy6wmbkXYlLPIMeNnxRl
SN92RWut+cNc8f5ZoHOGfvyrRurbPqpPExXjNum7WNiOvt0PDtPVALHN/onapvXqv1DEpU59Vdxg
PW5IO5bBRzqMyw4Fmwrb6QxnxfzV7ngTBwN8I32mf/iRz0x4/62J5Ax5uw9otT0Fu0GrG2wzrpzk
xlgPFeb/V3YQmPCOPYduciBTvQ6buX8lTPRMoCXlXvWkG4o6metUqsa4uYy8sfOxtbF/Af2+xfsJ
AUjvo1DmCAfOD6laMXdio7i0T1maBwSaijrM//zt+8sA2+b3QTRI5y22cKH71VSNH77fAUaCIScg
u8uY1jchvS63dNxCK33UDvoLAUHKq++Ge1SWJ+qFTkmVf76bfrgAXjNUXR/nW9J/wvP3p54Pkugz
+W54wNf2iB7uUW/pwy+Boypx2aOIz249GLfBp59/v9zgv0/dEH4keYm4dFJi/nAgFOviMrEo2R5z
gsv+exhOeHmlgx9T73PRvTFcGetqDr9Y5PbbrIhMkDga4QtKZsiae3PfhefMzl41/SMDKNJuegnc
ttleo6rP93vdTK8Lq3E+jVYvXW26NVL5aNp9Ftu5QKFdPlHDDAG2ufuZiQqgP9feriQ26249/Q2J
8PQmK9YQuiCRAM0ORwvMLii6zR90VYUR8fPH+sY0jrOZxeQEDtElsBjg88aYkb2yWR62PncOKx+t
LNUeVz9Cd/zVcIO3ORyG0Gwhl2MHjEBO1e8XUAzfacU9In8coxmrkROk7qwITsyp64sOS4pi9tBz
qWEk3gY2/3ViqsuMtQMUucn/xXLy3i4n3ioLKpSroon2tuhZSgjaMM/yR0VHzQ5Rm8ohFfb088f8
49cRI2kZQb4LTBKBN6soz/Bbiebde0hEu/v1mxa5nEmVR0Vo/8UX/pAEcrxTRhEumSVpMjz2zVcO
Q7yKi0b3oMVMymtgTZCnYtCxSINHBrvN5WO6QYm0YNT7mC+92BOEz/LK1K7Y7B9x1CjA7zREpid8
eIkpchqlHl0P8bISH2F7AHmXUYaMGnnv7dNYotflU+meeOJowaiWeJO+SaskuuQTsty060Qa0zBg
KshBcFVSMi0186ZZFANBVknLfkyTHmAmnBTht14EdspxCgYPbGJ8vT5kKltEaIVf0DBXMlekmhE8
vQZWJgnkt7yon7PdhIPa0Vc6M9cD/lGmuj1zbYi6bw9qKcOYaCFanZ5hLXyJLj+apPbAwuZ2klti
p/LN6jkMuS8gNexMgW+0fwZcZxFcacqxql1KKTa/bhi3DdewN9xkPC290W/+7VAxiSO6z7udCWgK
ETDNBTcXhLELos+rlzDz7b16WLos0oE/xzmcmlGjNRqhbjBS2191txow7ZD7HyRsBUiC6Ag4eXhP
m7VnbvltzLiazTorq1xdc4Z2JA8z6GYR3OgGHL4QMnQyO5BN9QTUH+nk3a3dzP1Qogqd8TkBVnPJ
n8DO2v+Sx4b5CdePfP2iiNKwCcpsPCU8bgaKVLiA5gBy2bFca0vkV4ZSpcJE6Otry7aK/IfKbpfo
EafGYfo9Z2ghs2kAtb09ulEJUCTWzfUVZ8ahognHvLrEwZ/EdUGn8E+svkCxyoLzCMrvd5fZbEX1
pc1slI8KqjIjwUQfjeJ88i3sRp1LUxaM4jjxT8BmY5Gb3q1WoteAFxHUSIsRHX/uCkpH+j0675LC
X8rtRiO/miqAhFrQTo19xhN2xF9xAUBkf2IyR+G+9CaOPWj396nY/1CSI6dDhvRPhaiP+Y1pvqfe
q5Ji09Cdpr+ATSz3lU7sPL1jXmvV2lcMr4ztNXB3VKPvMDcSebKH8JrWW+Et+4CNcb5bQ3kzqOaj
hqUZdyd6aVxxRa6vbSYCQFIWK1W5b1EjtnlDCyGg2bVfdQeaaChE/r3C03f+EITFaNDwULCuFkX2
KgroVDHafDf7BDvdyj+oZT35K1u2ODbujIdVhx3uHNpDc0H9LstQdchjA5D9rjVsTBXOs+IQKVCg
YEoRC1MpB3Pbzj0TD2YGLe43LZYEANPai0mbY/k5poH9BR2uN4Eblggp4Jn28fwSFE6yQCnTPs71
mnKs6ztVSyzcfHSSWlmkJHjaQEpt9SKMQuMTPpWzc4lU6NINJ629UhtnPDyqzANR14/pmxI5x0wX
XbKSDCuoHnxR3JKU5FH5qmghlYtrOLGH+aqJ+bqO5DEIH2E2soFQdXTjx7ayYd82jjdX4MYKWVdt
ET9cZTUiLUcYeauNdvaV+Qq0xHkyUXKjWjdarOkqeF2bZ0Wg5oRDISR2X/XkWS1062FUEeAxnUUr
oVxrzNQSZL+zUi999rLG39HcqUCZ1XFIEK3WxmPdFU1qFvBrI4NZkKfIcFFgd8r2YVGfd5ic9M62
hX8wtJq3e4pR0SNbZoaXBd9bF7Pq1Xxb20fUG3gKBHmt/FOR0j7yISvshfjEISungPaUUz3jb7rH
Qyur1asJDrj76zz58tv6lNANXuVFosODgjO1Q4CWt2mBYg93hnVZ49RXlgm2cVm2v0adgWM29DpK
7elcG734vlhKuK9EMBjjudQDjN6TQi9VFfe3mUuHWOZ/iw2tYnqzbFDjsSBHuM/vOwpe0L2gWiWB
SketX5CppLM2dtR79luO+guCij7m3GAkp1nCXfowGqEpmsNjelD2TJsSH6HSo+vw7JBm0CHR+tlR
xZUW1RSH1iRtT+MC+9EzG1rrozTYqAjoIv3ZKv0yisZN0gT1k6XsPVb17Sp3g8QiJYomQBVMKmQd
FQRUOYynmsXHLCphsQRqKge1bWU950a4mU8dkiv6Oy26nM89U1XSTwkdTSy/ATOMf8ocPZga/VUq
karuhLUQ3jgQNXiuzACUm06d41bKwG57ZsU6auxKRFvIYPwLA3iABOMkqgvnaviwDRskAoceeHAP
YyG3XaRVBjrtluGZERxxUt/4QI3TcJlMk+mwl1EZ1qtlGznHYDydCejjngm+RID7rLMnOIcMLt/r
6Jx0iADSM9Jox9ivJZIAFoLSUeqArBNHvdCV4sgqNsktdFMQgyO0zboW1c5Gmr4RGUzZw+NMObLp
HHdSSZUmFtlMW+FF4moiAmJmDUnUUf5YXm17JFoMlZc4C9V/YsHsg5+uH0eaniOumWpYR6/osLFN
3diccgtLOuY1Hoo3TXjQHt6u/kTyQz4RZzRBYSulsNaEJGWdhGZQpF4mRwFXNdAYZS+r80gp0IzD
hSxV0UklT71KD7V3kW43Jqq5q9wZVbtRL08lLf0/7J1Zb+NotmX/SiLfGc15aNyqBw6aLMvyELbD
L4Sn4DzP/PW9aLsqHYrsiK6Xi26ggUShMmWbEkV+PN85e6/9jkzQ3wvS93ZS817ZonDWiXPvQwy4
6DqRwXAmWeTpTm1jsDbc6JFgLjG171fzB7Ugfr/n4kVKvSDCegUVad0gWDK2ZptXRYQtytfVp+z9
yy7eCEZtTEwf0XohwrZLRReX+bLSB0HT3/hBn2sFWQRLAl1qGosGiS3AMuV+l5EI8VvrW3ufg9IL
ylLUaxA2ZEhvKtW08zH4nRoNEOwq8sl9wXP5zgdkkr4U1fG7UkuivOD7rxoIFcVRHCJFQur0TtbT
3yle7yfp4x5DoD/XnWua0Zzq24+2iBAMbSI5Ac63ULeruH9ra/OUTDDi9SxG2JBEpoeMht+VdEqq
LQI2jgO8wTamIIXn9/Gm/+XzH4XlWpR4JHPlfJzkj+ghntBFpTqLxikcD827bgVqPdgfj03IWJSu
isG5ib/9ent32g2xTNkgkYH5mGYSsHraDpw1fSyiIE93WVoiA/8AtH5Qaab3mdkHa+Y/OrCC6BHz
CDM6ZhyMyU6bfmmitJVZzOEuTsPKfJrYKRjYCUoiQYlGrIQxy70cygLL/K8P/NZg+tQAohHPhtZU
mdAxXyFE4mQiIAimUvPXw00+TKWpbml/tnqwswg9RSzOXL0zzDVG5FpCvDF3YZPmjhpNCvGqOs/U
Wt4nb7S9VsxM7ItAC7qhPP76TZ4qYZG/QqSS2D7APhF/zuCdkFgYRtkr6w+F2rsGbvzIL6/jpTEr
mmOZCisMVWVoxFDrTMO8Htu+LMt1kY4o6GwZ5IFwXReRUAQOSi1UzXbGZaBknvoeHF+FWZpij4pS
IUcPq9Vgje2QSlUJvQxgNeOB97tFe+vdv33M//E8/s/gtfjw9TT//C/+/bko4b0EYXvyr/+8KTL+
+a/ld/79Mz/+xj/Po+e6aCCO/vKn1q/F4TF7bU5/6Ie/zNE/3p372D7+8C9evgTbX3av9XT1ig+j
fXsXfI7lJ/9PX/zj9e2v3Ezl6z/+fCaLuV3+WhAV+Z8fL21f/vEnfc9P18Py9z9eXD7AP/68fozy
9o9j9FrXr3885i9/nEdV90qWwk9/4/Wxaf/xJ+E6X7hI1EXxsITFMYr58w+44B8vqbildHHp+eoy
/aS8qNvwH3+qxheuL4vmO+MWkZEAM6umIJiEl/QvBrebaizzc51fl//817n44Tv96zv+I++yY8G7
bpYPd9KxU2TZwvTIJJ7uJ9P40w4S0SQKiL4+XIezAnp7iO445qpqsr0RtRWkyVm043kKvFRqQ8cI
4RqMZzPPxZXZx+sw5ZWunsINTRJaipLyABZbt9F8eWoOp5TK40zN5p1fByuxEK+7In0Y6vS7WqrO
pBlnVNG7YMzJBCHBEzBc/NLF8ha37S3BMAjU/LH15K64t6irLKm0nOX/xOTzujAwSqJ7g6eMKCpC
Y+be0RHL271iPLHBfc0SC7sPZiGv4kHhJWKQukSZXfKBD4qaP0SiTDBmIrqx7wdQK6MGJDBTNHgD
wAdn/CestOfzNM+bOAWKOCKjtpSBdxDF302GqSAragVJUnWfltmDhSo5l/xd2ymNPcT+buqNlRRy
+KxNnkStttaZrwReL+Xl+9uKGojmdaUhlc5L+PPBV0u4ILHzCCIu8XqzeBgm/QCKTsSWEr2EPgmg
Ku9kFkckm7oF1KYVb7OwL49q5Zu2AA3UGQeTdAqD4bQRv/gjFtQieaqzIHOySgX+WXYHtZDuskYA
dzI89Pp02zR8c1FCLsyUhU/DTA2GXtHxUbV6UxqVDjjxQzPjuGJj4mV5ehSs+W4eOE8yBAPbNGmC
dd1l15bHRKwaJ4ZdiIF3thx8mcpaJoXNMaV9PXbtjvp2qoBaQfG+bxfYRtoB+O91DFrow32BRt2o
fjPE3jYGATMvAGwM6dGT34wT0vK09IJOFjxrUpNdiG0aQ7wc2ERHXOrEAcR63zkR27hdTcDUNvLD
9ooJbLvCcCITvKGMO6zo5y00EdegeHGTUB+9CZ0SyFTegkAoGXsm2UlyOpyC1bWehvz4xp84O3mF
HgoNE+JKTQckI4ao0lV/F9eiaAejukb4BU5CVdZCSryWnrWHiZRkCA1cmmArgDfNXOy6hkm1lLxB
kWg7WFuIERjQ8oe57Ac31/QVLJadpCZXaVwfDZFvP6zaYyYdpgDeV5U8fFq9PlaEzyvASZGBv8VC
EKIybtHwbjIA/7Fjr+dioQadEazNlFgNo9DWU6xvtChRuKDS/a8PdhJFxlhtOZpCBKG6yFAwSP14
tL6TJHgRfrA2GEjbemCtcQ6thSK/l2Nv9pMDLWsadHQQo6S5/83BT6Y87wdnUdVxt2koD06a5Xkm
KUWhycEa2fbTsvV0dWFy5GlkgSNP6v2LIPTU8tO9mWd7YTZWv34LJ/O1t3eAs4QlnZVWNE8rOqY0
alZpUrBO+h79brYPQn1bVZkzqalX+MlvTrdxIm1YjmdgzeV4i6ePz/zj6c4VsamR0wZkw6gEpdS6
E063dXLRltzyNXtEQI3WDb0JC/f/cBur+nlbPslVvcH65CQI3k0fTFSbn2mqemsVgpt1ZxTct2Zh
4uJINkpZHTKrWs8vQkspVqVgj6bSk1CCw7ZVLoHpEwU1GNuyiB7jodmCmjrzK8qXSvVEM3zVq9F0
eeA/jClYCpiG+6kq4O2JjYprr4XkLSGLZjwWhsNjpVg3WcCqmYhKfSbjE0Carb4YVX0fLzIFhDrN
uuyky1BVG5vwo2idBgSTFNN8K1csn6Z8m0zmTTiLt1MVcZHV5kHWzMkpzHCXY2YvSmFTohN5H8D9
/1rqt7XUp/vjp1LKfq2z7gWRxHtd9l588W/vdZOufmHajhhMIcBQfy+PPuomXjIxRZuodVi2GJr/
VTkp8heG14zENGonU2aw++/KiZdkZsvEYZpYxJe0v/+kctJP7mVaqQa3MXJCBK0snG+7hE8yharL
BL0c23oFXXJLZOu6pNwZfN9ReWTJA2lQV5jmF83MITCTTda3a96U3fIwsMA2xUayLgTVrqbbfk4c
qSHQeOQ2TKyFj73xG9PFSbUrqVos5UVtHyyD/JOq25hhcFcm9Vf8GCu/0olSjzdSLTr54BhxsRrL
2W15PGGes+HQrcOW5pbauKOOjxe+B+An249Qi+vKOh6VfQIt1trU+pAhhh8W/ntga1nA9iSPbxRR
u/et/moOw/UQUURZ7ZmurYlqtNsswX6M7YNwuk8Xwe+fSD+d2GVR+3RiKXt7PfObetVWxa4kq2bQ
j2oXe32l/WY5Pp2Ln36FJ8tjWZVJOJZ8hZZ8FORvvXT260+iLo+zT9tZPgo7RXQUi6xB54I8OUBl
0N6T46FemcF5JMZOZl7PySqRfEpVFrEbsIKORVATTsFDGZ4pRbZKZN2N44vWbBy6xJ5SJjbg5R25
Aa7e31FcwqgC6s/qWMAUaX074PfplTnL36KRure0gL0wSE7lUoBI3xV4tNvc9idSCcsCdFxjdyp0
kIVDIyQbiOW2gkul0HZVIbyvez9sIT8XFyeh3tr7CUDLxD1i4aOVT573IhofH09fvar1gHcMVvA5
DkTH6u66ot8khO60ma0aIKcYIueclFT2V0Sfeb/+Iv72e/j0NpZ7+dMlhUVWgdTM9xBbzKotolMU
smtJkuOZ+Ztr6kQE8NMnPlFAFCU2Lmp2lgVldhlJ2D4eUOaov/lEb6XCT5eWhCOXqSac5dNOiRUS
KNQmnNlGvgkB/sSib+MHsYWsXAvhXW3tdQlqg7qrxe5qFrBz9SDc7mQLmbnKuS5FUKGe7z/5fWP/
+myfbCk/TsFfb22pwz6dbbXpcEzEXb2iJiFD0KDKbuykE6mgARg01Zpy38MFePXrw/79l/zXYU/K
O1rAE/BmvuRKT12tAIUqx7gq2F74zW+u658XjqUD9NehTpaoXIuiEr9kvZpGBiQ1YKXsN2X5745w
snKEXS0mVs0RhumhNm6a7jdL09+fLGvRW6uLvXx5/dN3tBTpZcwWaNVJF+303BlcHbRpLf/511/K
394OqLktehg6z9yT2yEyYJiAI+JLSdk+k5za3Yrz9a+PAbfl79ZZ9pmGJqHqp3v446dp0KqIYsYV
B4eVFW5YlRNPusjcyrPoAmLE5ewD6JohAA2rSD9rGBETTxKxSN4ilmENNb7LWnQBmc02mXPjPR+/
9i2ZnzrpKTZgmIgoCISzfr8RiITJxq9xIm7UFOaUlDh5GF6QL0BxnHhpqa3F8iVoh5WIK5IwR6TB
z2L1Iqj8vlESkCnupPDQm6ltwkDU2sFRQRPOnqC8NOpXqXDmetviqo7VxK1ma9vTHckN7u6Ku0aw
4BbmK6yWqyGLWcLLrT+O5B3D/4yA6DMvFaSd0sebVOw27bAuS1TDTQpD4FXcRVLxhDvvO3yeW12b
r01/vGqNdStjThkvu9T4zqzJDYXB6aXaA6B1HfacuDg8azlxTWicEbLrqiH9go643Awqemm4+nCs
0wD/2UOdaOwalTWqjHVRzjYcSyywB7myAM5YRzohh6ShR1u9MGmz541x2VbPybz2eTYuH2HItZUv
zfYkXHXFY64/B/NDp97VicXDicSq7OiPqa1P7JiX7PJhdueydosh9lrL8qZRXw1NfD6P5hmGq/UQ
fh2qagWkeKdbaxlnvthVKHzj83gaVqDD9svlIkQvVZStoDytDTW84utxTZ6ZHU+KbNJIAdD2Uyi/
mN24Uk3/ehiDFJ+z0diBlOxpr51DOtVtZhIHpR+uy2rYIFBZj9W1H6ZA7M4yuUGHEHmdPDj0Hs8y
6FQqKglTh5KH1GJ5PNB7ivGksfsmvFazO792YYVzbTwJzO2nkHVccKLqZeSHkEehIZlc86mlwaUH
gxdZ0rZq1a0RnBXcZZoRbuP4UVFiijNxxTnPA+rQ9lwV3yuCVHdiodsYNIfqpGQ4iFUVoQu+erft
2WH1F402uNQhFkw9iGZe2z3JoVfHNWTOQ9GtBvEo0g2bCUSOm/CqyHqYaiqwrcwVlP4eXSNPvyXR
ibssAbbTwcgJ8pVMRCPzXNZj+dwCp1ZhXteK9FAb6mMixg+ROl/kenEo5uGqGcw9IjZXVJ8lP9ix
uSU6Kly33TNpEJjj61tFSF3f+NpX1C50AoPiqZ1eBzV0xLKnLxhvaoIPIaw6Qt1cy3PuheJMbG3t
hscuIkQwfpF8FYoNz0NJ8iLePomzFE5rdSCSngRfSaeStqLDCNJNAj8rT44+T8DrBI/5+L5MMWjL
7VlWFXjwSryq+UPJX+tk2TMLwlEF3gHDyhjKantRJCAVuwGjzYIz7xntgXKPbxlMbcMq23RCxgWp
rZLywZ+Id+0UdBzqqhgmtw5KOiLxuWle4wj2fDangmis+9G38fd5jVDbSzEpN8hK00sYPdthoAk2
KdskGD200is0SQ7UrVtyVjZ6rLuI/ldo8WGje9kUeSgT99ZkXKQCdN8CcWtJkE0JGbXPmq1lzOBG
s81c6E6dzs7yCROzvdabkWn3Q0/8ZpxfEyOd8OWUw6Ep8mOURdswzx7QupENUu/Gxt/LaMziYFiP
wl7QZQcDOTKhBzx7rsK3AGTZbqfaw6vgcI+1JbQNDiSVJeL3Yav66apu1I3iwwEiYVec+5XKUBwX
FZIRyzPFI4Wmq1QzewXiJElRnLJ4Q7zrHAx75s8eDXrS7wyAlMGdtXToknafyd/F0QIgdQyt7mzq
Qwdlog0uD1vlpSH3B6V6oFt0BTN1S7umNBuwkZYnAKwD77qqmcyI+TaXSxuJ2FphuRvi8SDE8W3t
50gVw7Na7y8kIzufEWF0moxGMPJkgb5kcw3eavPrp+CpE4J9MBMi/qE9YZLBbp480gUal2HUFYAy
QV1gYeXZxWIg01o2mUfJqD1ztoRy7I4E7Qpd4jKq8FQzPANgeA6d36nN/iiEt8lg/Oat/fR4Pnln
J49nIzHzlIKsXumZ6QIHuhD9CUjkbGvNbcp3aTXgGdvU/fUJ+an0ODnqSemhdDHzn6asV8ToQky5
bYkRVmke/foo1lLr/VCIL4fBycfCLJtY15YP/6mSCo1GwuOY8OGM0tY7eqcC1XbXHjFyeIVguMVo
edIwXCwFQBw2HoFvJCl3Z31l3gd8FanilXKF7CNxFopSW5JzHr7t0cMBLjbXldqRBVcpbBpbu9Ym
V+GvVuLLophqJ3076LftVRvdMH2xR4u+XSPZiuT1G/DFTm8Ojg8jKkxssUg8SUVh4ykq1UmAuKRU
bbKaV1OorRHHHmqlParGvDKV1ygJjqHQHJd7Tpf6Wy3I7oUmcbU5OKaN5RGtdO73+coKhttQlzwg
jJdNKT8M2cSU6BpkeGaP9bjKpvm6EUQXJPUmn/zbadDv0za4mtmaiHK9FmRMQ+zGSiP+PlYUTJ1J
xHHlAHh03wYTPEiUmBs6VJxff3PSb765024sS6BfT2K6XJYHgixXYX2tCquljWPO5p6M4QoR9a5r
ijVrr289//rwP/WPcGK+N6PoujNuXy7fT9dNU5mjVqscvSjWDa3Hchseokzbt3n3fon+/+7jb7qP
Gpumf4Msf+o+OkXDaPcqev6hAbn8zkcD0pS/sDliKIJj2NDZv7CP/WhAmsYX0cLpgKfAgIXEV/cx
uJWkL/wC4UV0fMBHvVl7Pwa32heVNsjSkMfVxFbI/E+6j6dCCU0HrIRklJ0VbUimxydLqpABaE8n
K1kNBTYe2xTplcN/qHdCi5YSmOKE2y9M5UONvIRtg04wV6EKtpLFxVNC1s+3T+fub5p2p8ZiMCsa
TS68Hyo1L62uk8t5DiyShXH6U4Wb0k3YmMq21kHAh1I5HPOuRxynR9a+kLXUqSbRv8tlQ7zMo3q+
+fU70X9qOtHAgSbOqTGNpfP0NvL+dGfpRQWnpmplNgXM2mYzo5Iee8BxUyCdYfx9IaN9dMa6HgOA
/pO0HseiOTPxz3kd0Wr7GaD7UfOrnKwqRbnH+KqtK2QpqzmS7KnLwe6Gy+MKTLN13gJJXrF2igjc
xatKa599ucEciXhvrwLRPffrLDwUzSTuLHyHTqMobESKOqqP9EmEKyMs8oOcGdqZ1ZWt7UM0ixld
6PJ3ZVT1dZZ0/hlVYn7OEmI4RZeekRvSrAdxBrcEsm89KOpz1vqp0xfJA29E2Qjkn730ZAY5I5ky
Ttmo+JeN4EpN0zOeD+ptCuBsFSnZ+JhI4KbH8JCmZkvcjPJsCMk3PRYPQ1h+HbCarsjOgKafR+do
c9N7BsM13GkpvASBiJh25ARbjaTtazFQbFGqJm9o6uZ8rrTZVQZ/XCG8ar7mQ44H1cobsBhodUn1
U7bWNI8M/FXgfdRQiY1Y88IaCvXZbPvI08pR7+wpfs5YJ0t7MgXxwu+E4XKQkHDahUKYmy2L02s+
B4E9ZASQ2gVxewA0tQbSFSpo9RGxaZTuuHT3ghRG/gawpMOmcY90edP0gugI/W2pifc6qGEbRiUb
C8xmtMazJ2Gqd0QVfMcb+VBUYesBVqeBEbfiJiCv24ZzV5/FYqNvps7M6a6nzwRnx64lacyki2Fb
TuNkY75tzwFIt+tOi0q7n9SYluNwJsZW+FWOTHbHaiu48czcjEgBJyyUJ1qUq2aUwLCCLnajVqjs
QZHTG8NCV5GE1T6EPbIRyuklzgLdo7uq2ji66zUsLdGp9fBVissNWe73STNLlFl+uylLsroaEug3
fqJdI2DubDWtCFoXwTgZZsZ42rhQ5oLqSABJthVbEVLRWF75XY04ERKnoxS1eARhPI1wI31rFWC3
OgZ+MG2mubO+MnDlK63Itp5LUYhQ+PnRzofmcVHoyXiMlDbPHBP3zhkOOv2Yp3m/z9uhXq7kGm8w
AjdNY+9UsqsjX4yJiNUM4VnBauJGmBPcPGcUAmtkegTFmlwKlb4WILmzC8Xvbpw3QUHJMxDh4p/p
FpSei6LXB1J4M13QI7tBoTrb/jBZoz2qNL8IMqxG6VIstHHe1EU9FStDg8rN7q9M6f+YycXgr0Yt
SO7RgmxRt9yQ3kSaS49ms/U735kW3xOhag0mFPDNoxaWO+oq7WqK59YJ5oINb4WiwBZwruKWkh9T
rIePLHjJsdbClNQYUuy2PUOhECv2pD1kqi+8iqHRXVqAVG/okObnxHG06CJ8gwZSAYYXr1G1EpAO
2RCqe7vGxHLeLmB4oLMkMQ2ND1FLLLa+H2GlStt5rQxp1jnaiP3PtOL5boLoZcMobr5OEW0R0wIt
LzXDBnq98T1peXwwYRiab0XeV9dhjvTEAZinnw11SYr5DD7sYMXohXrLsBKaVGXvRhqhEAgJctoe
Su9oExdaLdeDSJNjTK5yrjDWNC7XYzZq7W1I1FVqz0s0KFJwId5iCPaT25kYMvMmBgtprkc0+S2p
5aFWl69EjrLZzadY8g+RqsYri8wYDt3GuqdwbaasT6V2XuYiszP0pvqtUYjSDfG6bDt9FWeMnx9N
bahr2hAx0UmJKt1P8uxFFaYmLHF19zykUgcb2VAYh5FGMsBDtFWp7WljWaXCEyse3HjUBi/uGskh
21bdKqWBhjzvGKhV4INXleWPu85X5twmCFq6AWqd+XbVN1NjC4jTJzLB4aVheXpQRt/KnXoyZ9aJ
3N9XiZF+NU2iZ0HRdLICAz2OnydDu45qkr6ZoJvjMce+fuSSGY9GG1p74pfCcnELCLXXNKV0Y8Hj
uSHteTxaZkoXgBGaU/UsGCJzQFsNku46NOtho0HDvw6IJLuWdeHI/T4QOO4Tiwbch4YihsDzQDMC
L2oECbUNzcAhTtNNlHUZX2IePGpFxyCnpviX+zm7op3Rs/dGU2XHkCP2Vqxsy0FBjqMkfXlTz5Xy
bZIlpXNgXUvtdSQgpm2lKVgBvYqhsletnrD0mbUIuEctzw1cyHcl69DIfqqIz3tOsQPGmTiInAjs
m6rNArpHXeRf8f+q9VCHmQNpzdoPhOldIhldHFW4axxrqHXsXCHupbQVaqKxq9z0gqpcGk0VvlQQ
2fR5BCX1dKJpr4QcRSWpEV+1AtbxRpsKloF+bG+yydiPQM1XXIQiOmSz4NbvAdWlKNRcsR+K3hGG
rruZ6jg5BnE9X+Z9obDPU8R1pqfzPpNK4bYps9QRYMcLPls5YBPaThrmAZBpUn1L58p08bIo32hN
Do7YxdamwPbE4hDmN00dV98CuCLnYSaWx8lM+0MMaXOlB2q3Zlm2OKfcd4Fp6quJxwYTXEPpZUfl
vduT1J3nfqywakXxPZaH5KoLqQkJ76k9JNb+2bx0ddjHprGj4zlADQ/ofxuSKDF5XdwxGWanS1Ix
iM1vVjOae3+obsQ8Lh8jteM6HA3L5mYwH/EO8KgT4iI89gx9aNKpTUV7NUo3E8GqX3XE5TM/KuuX
Sl0hKJ7TKbuDvC7B9kszbaeFguBCn/KdGaIBz369NWsXPAx3k9mH9U5rEDu6SqM0L+0YBG7S6l5l
1MlKFWL/WM+quRpKrXFgMeeXlpiW5yIEkhdG6+xD3+5BHC5cLGGuL3Q+Lbdx/6Hy43FF0kIXu2Yw
ieRtVKmjVNJI/7VPd/Sdym9vC0QQRd2ecFv/25wOpovJ2D+UErAUKjiRO81P8mhLHmBICJ6gLB27
UdTtuFfFYDcPSqeei0Uq3zDdRfkCzu0mRSofMWBQS5raVmwq7bWPkuYl6nuWAl0fWGbMdjzOIxY9
ckEmvaESCQ110zPF374bITKz5oIfW3/EVepT1elEXh/fHsuVTBaH3TeV9R1uqLW3CrN5yREvd5hO
A1W6wdTIuZWGAtmdVddS4cIkpvFPkCCdrBkvBvv4IJiOddOabmlKw72FbMYR+8A/hpkO8bpbintN
actvSjE3574l9a2jVup4fPuPVBpckLGm8L+6XyoKd8tQfgM/Vff0RTUTwUKs8QEKdWJ9syqqBUbz
+nOoZcl3nRC/7ZiCCnNUPVO3ZhaAQh9GaTyKiDC+mclU3jcD8EbkgLgbXanVeUnvy2/T3IvHnsp/
XY4VB49A1jttV1kSHWCeQ9dE2wxnddHPjaeKLEzB1PFfTbULjlZc01RdTn+A//RC1ar3rcp/28Z8
OdC/ddn/d6inF3TC/37P7aV/XD+m/eNLUX9W/Sy/9K9Nt/GFHhrYZXnBoCy6n39vui3xC0oftnVI
CZgWIb//a9utflkU1ipzTF6BYEGr52PbLSlfloscRpJogodhM/gfyKXp6Z10+xAuUsKjE9Zk2qxY
FX7s2iy+2kmZdVIpe/8G7o5+TehY8SjX+rxptYRGtehrrddZJXdUUy9Lbt8v4lcpq49tQD4IbtUU
sLm63BANblZgPqo2fSukZjrTSX5bAquD8YKwMJ9ZRqM1W8lqRzfHhk2VnUYPMOryq0ZXyPYKwkK6
JFaCzSfRVWdlkYWMdYJhCzRp1HFVMhgx6qpws8IwnurWil3GnHPn5lOvx55fp7XXRW3MVjIQlbsw
EshM07Rkus/jppwWeax4HvrNTCbanAmXcT21l5mUaS9llFeqa81MPuyuqXwRMnOk0o7v5apFYNKQ
E7QEZG2UlG2M4/M5DDfVgEduYu7b1q4yWS9taeSpVhfGvB8xZK0qQ1YfIgj0ZP0IaTI4qaoyi6M4
tu7wyDEmyrRph7tLdMnlGx7YDvi0DhuF9PhMxTRPXTw1ZvmCX4LIQk2ZSt5SqWpgAiU84UAF2otU
Vpht1qNyLo1iGHtQicXdUPbrfGgBn1i6O+vmdxHWJPqcjClaC7OT7RkieB5zchw7IgXtuZQK8SEv
syM95fgFXPJI3Eut09UWrYLFzwBsnjmakIpfgc7pvmuUzDSLsSGtQkYjsmnzsbwXp/aekOCSQjoX
NmmWlHZbMoBuG3RVfix/ywiHCNw2wCUea8IBjHjd2z3JBd99xdTWiUC7oIqlr4lUHxr2bec1wyO3
rS31oa/DB2hGqEDA3TGKatFeGkIVBjbxNo5RDQSUVNSwSlTu2DnkTJTz9pzS4XzSu0PQpLNtJJmq
I1saG06KQTKxiSUbsG06XfpLLZLkgmEHJAHfzEaWPGstwjFtGrJorZUtLt8kNM27eZYI6JBiyq9y
upnDIljJyx62VVp/ZpZnSmDQSUFEztSMHlbcxYWLD44RS3zdG1FCGKnmBNmyATfb1MuU/LsO3soR
RrlHUCIIr5rUwP9uusc6J3VH7Nr7QZ4uUyy/jphIkZ1LtGOQwkHQFmJbDrsHfWTK5fOp3VxSniq9
zjBl6kxNYB+sjIZWUMWmGPWOKaD/76ZtoCSBLYVls8otEpOIF9qMrXXZ+Ak/H0v5DSraV1ohbHML
OfMYxBxLrU3cgtoAUgzXqQBcYPZqo5jpfndonzLBIDhMTAXBK1Vp3AxJED2Qkybe16o8rwJ5GKjf
pjJfJzq0XTWVLwsxIUmIKSI5EhLTpFEcLlqV3lSa6bdMgFIa56PyhBxYh9guNco920SNC8ivu4g2
CvPeimwItDiTzm5Jlo51p3E3JQKQcWFS3EkjtJUuAFtdBUWvVGk9TYWpd2ZTkHdBbYZe4iNYiMtO
dZRctq4MmgSwIgrJqyfVoilVo69Sg2ZFjhPOpiHRBQaLeWPdyuPSijFL5vc5MzxvJECG5Lq08m8I
nUDhNleRGRxEPAwrkObzWlBg/bndZFwxBsldxAZ+e2SnXe0A7zZ3UwDRepymQT0WxFR4hJiS8y1E
TyD7emcQp2RnDcN4THH0Xhd8pthVBkqSJAoXjKo0SZu5aQqg2JZ/0/bGvFGTli1x3TYuscHJzhTL
xsUQHjDcQTiV4Vq+oiuWkKE2ZkAQJDVeotDJKyNs01r3czxe9NQl+2JMywk5NFU5L+cIIsaGgHQd
Wcesjf6OXup4nOJYZ89E8fGqdcsdRlAP7iMMC4415v73zmIrcvQDs7qrs7HkDtZL/TqvmDjtUwPC
7+8GIqeiIA3jnQQWUkJOhifo1Auk10ZTBr6qrTp2gmsCRHbD1JwHQ/H45ndJS/9Gt4ojYP/RLmXC
PVJRpTUy2soI3EdP1kHvZxsUs7+xBZ6OSt7eF5EzGKhouhvWySRPJa7LajVRWxlp2Tpjmd+mYYYE
VWNfFxg0AdrfDlN/fs4vsmLRsBD2IvNdCorP0xlyfaJJi3pt1YfWoQxKxa70zhPbZJdF8g6AE2EG
ebIxuF5B7suNXcJMXyX1TV5Ud0leRa4OCOZ3zsOluvg8a1xOxDJrxKbBZh7h1o/vSiHmiuy3iC+I
gHJnFPw7LR1u52LQSRiqlG0vzTfSTKOhy58V7kuQNkXjBqFwAx3kwDSD3UkRU2XnPcEuheWqWpbZ
5C/dKGk2UOl337OimO2miXfLffRW6/23lbufq91//j/kKESS9qui+JrKKMdb+LkifvuVj5JYU77w
WCWOBLU7flNrqTk/5lCa+UU0JIliGIYmxnSd4fPHJArXIZGnEj+tLXIATeWm+ldJ/AX4LT9vWei3
mSNJ/1FJbJxQCxfxO7Q4EnK0RXmPY/nHizKQKX5jLlh6g5GEh0OejXZlkiBRwzrWzXBlSml5oRei
XzhZNw53mZ6PBCT4g7z0pGN/o8ZSQFfQRDjfRE1OdwCfGwiTUcpWWQYq/X+xd2bLcVvpln6VfgE4
MA+3CSAHMpODSIqUbhCkJAIb87iBjafvD2w7ypKryqfO3enuuig7QqaYTCaAf69/rW+F7FK7Os4d
8PJoj9imspl0bd13BndlZ86/5trKEFWV3mQdfG8QEldxpS9RMjsV1RO++WovE596h2aWaWetXsYF
bDJ5EipOWEFbqkDCCXIq7HcEQdrbQCGjhsyPjR3nzdIfapSwftcIJttdbq5jh83ekzwXtQoGZ+n3
9psv0YqimeS0sZ9ct2hP6eBNGvZfVXLqpF6wuLcTsQY75jlVxb4/lAHxtjzAAm4heuMkybxvs+9n
n2sOyOteRyVYQiNbgnvqtJN3m9qAp8SZh6fe2i5i8FHWcz+l2SeTunlj140To4dlVoTyfU1muFWS
+jav/V6FQy97TP5jlSGYLiLxT23qLa99kOfPm4ftq6DKagplni0u2Te3pQXSyMUUteTrm6igrC00
lAYZdZ1NVoZp8mnmif7cpFO5wYmK8rFi11VFOuvsx1ofcLGRifVvmDh7LbRGP3gRVKncl3QD9VGQ
ympzJxriWFcuYuCSt5wlGnO66oGZVwxitUb4p+imJV5xkncX29f8NRRUxRJKZJGloeVb/YNPeAJ6
lybr1ySHHHQ281FzIwRD/kLwqvY7kWyZRd1SM26g+dp+nHOSg0gzaJ0iCUjL2W5aqT7eK4hb95aR
NEdm7KUKYSU4ICfk3Bm47jyPNZbVih962oiXMk/THOlNVG1I35g20jqdjQGmszJHsy/rxuVOSmw+
XC2bNY5e1pSach0RE0x6Y0oiRJie9CLols2a1Ez+bklpEnutjUkTVySXl3dQSYt2AuCeggj0aV29
T8u21WDul8G96uhB2cEdN6LJ1voXitvLlPBgqecnN+lxUsmpSQbckmBLn3ybsOrbEDRufo38LR9Y
zUr/meOntYBdc92UZKPWLseu15KHqSrSMZy0rZ5Ut0uPtBSKWPuJ5QwQDwhfNUqK7lLDdsywSd3I
pBthhtkGxCh7oFr3UBvQzM8zU+zFoBR8imaeXihu6VgNkTk1RhEHbbqOd4lOEUnUOuY40pjJZm5F
51k8taMk3C5CMeR5TRokXzsKyHNjupKpYzVHnW7vEeRLbbNIpJ+doo4ileehocooRDjF7El9Tp7H
mKBah18RiiEv0NXvDXqdHjaERhZ3he2MJ81Zhkd3SDnNjNUYfK9n16anNig0loiABALSG1S+Vfwu
eDNz69X2cvkVRlDGIXzB+4lfzMnDJcmWx3YNRBXqXcPSQ0/gprJazKUWZYAi+Hezo03DMtYuNP3B
/ZI0S5aHneOo19IskxeGoPQHg2zzTrPURLEZ5fLUQ7ogbuMGXVg/YG+3lt1AJ8DZKdu+v/atpPju
6Ojeu40wdmvQujfxSXIr96azgWvsqHIx3NDTVv/Nge9O8DT1SL3VVCXnJ4j9030XALY6BLlRsepz
BLvvSnycl8be9EOtadvHdlnLJAYZeF2Ms0FHqvSKdbc4poN5iLJzOx7pI+CQgVB8Iv1bTnHXtNWN
YzZt/1Z2IC9x12WmHQeIGyOdKbDH484uvCswVr0XZyS+tZibWyi4Bbo7Y+37r7M189/6do/ZVNHI
KGLlzJfCRQek84RmnmWilXCHwTtLQ0q/26+FP8ivcLhxn7prv8hd2SkCxDKY6KDPHTaAzQzXIqYw
CKxoUJsWGnPeqY7Bv2ev1Dd59wx/rPkh3Xr9XtOgemtVHFDDgfO9ihQN1nzy2a2zJ0zLhA0GBl4k
WeWRBiiMNq13pRiMd1zQHFKxnDsO1cFedj8GbPkECWSWDNZV6dU+pPCi53SUVwqn/+JS9i6VfLRH
oQS6ims/mPyF8qgvDprJqDfTGz1gZhYWlRa8iXlsSfbYGea9QCBQbOc2rs2V/JS2U3TynkyZQFiR
q1t8ZpvvTCGykZ1GLY/xSwJ4r4xmQnoPpgYRF5QWUeADTMjqxU34+U4DzGVSOsjjZEqkcOgYA5+5
Gz2ZOzvDldmjpqT+TJ6Dq6MCCGKEguYN/97OiXtoFEB/AnWqO3HiGJm9SyXVYbumqTgbrcFaBLv/
fMD8r/EobuWPfpwgOFxe2+F/7af6++sIB+J/AJ4iYMT71wLrYXodf1Sv5U+epu1L/pBXffxJyGcb
Mtsmih38Y5YMiEciupJY4/+hEG9/9IeryfuNrCVoWrDUzkes8h+zpPWbZ8EuASIBs08HGfOfDJNM
nz+fcAwUOsqEOU0TlyMt8quNqJgpamaDWhxwJYu4/tBONhUFZepOFz4S3qawFHn67m+aC1wabT9K
7X5Bjslz1UfmptDYC5/SejLVKXGK9ER1IVKOj6iTYFOeCfKn3IlmOoSQfsx1qSNlb7OHmr82uSh2
6WYrqJ3p7AsbPUsjxmRb+n3hy5e64q4eJPMrz05S/wU6nLf4Mu4ULn1z7t4dVM84zTdmvOVCFoUJ
L9vyofboCSLYgoY1TGqJe39odlMG5XI3fMhgxqaI1fR278eZYOCmllnCs6JyU9BGCgXA8qd2TaK5
J4zCfqb4psZ2PCtDWfutb+BiykXdgxBP15015OUx2bQT/0PAmxMOdZSc3HitcQNfZ6SXG73PRviT
HwogXHg4GJCJP+RBa26HazbziIZ11jUHuBjO127TFftNYcyRGlskRz3B3F4VhXuARp6+Bx/SZBsE
N8CbuRerlhtNgITpF2RjjIapp9j0TbEpnfOmeRbp/JJW4mLTcYjR23aeVKWeHMhSx27W00udTdVp
qBneqYcuARKq0Y4E+s9XeoqasDZWul7mQg5XzlJ+0WdXfXe8bjgLG1gUWE710nTa8GY23au+qhqX
PEXI8CytjvyPyaPhUKxqQr7wghn3Nq0yITEMcZodLbgNKG3YdU7TXXlsYcE51N3jaGoibN2BYjP2
99hdyxfCdNXJL4wpkpx4rikldr+jkk27uneL7wLVDTG3k5N5n0En1S4jALzxOC4mEFhQKhV71FFj
RMGge7UyQzghzn7ZY0+jhR44TMJDjdbdo2y0pH1O/LLIj/Te1J+4d2NUgfmGP2f2cIbgLjuvDEbn
qZ4+sb9YYkdiaq/pnMOblrGu6/1nuKQ3AZQURYt7WLXlsznSC8CN+jMKJQb3Xj2wnrcfsDsV116T
1Wj0XYHePg0qmULcKUo9t7pldy9SK5uL01n+cQSZS0XTNDwv2gx/zBDeN/CSeRuxcl0f3KFIkE34
Baapq551VNf9MlfjQz6PNaVXTvKoN1VwyDWvJvW6ONTb9UzdU+5LXDmd+alo+vKW8oTqxVJcsuXU
6GePII8Vi0nlza2pZqB6dWWJfT0D4GyoSbubalPjyc4+gmufCT7jd6jlB3xfzZH18D3+v3c9kXqo
5sYICap5O9efyog4iBGtwpquBD4PwAPVLTVJLwWnSU16+lGbb7uGaXYBOHZyKZZkXq5+cLBdQjZX
9b6T+r7KP1Iq5RRZcNV2YMUDcuH28miUOGUScoleb8Z1le6nPNU+JYKQVD58T3Rr/DES7dxPhHqw
tNl2kWjy2jayTHsqBk7T4tynWlkONy2gQ0fF6TzQnLq1kjoCM4CTmEETDfOWs/Ot65Vl0TerL4rv
OATdFwf+310yZPZVx3lm7EdYMxq2q3T0d8EI44TzVXnsOrs6tmuPGwywlncP2PrbOOJiyZfADc2k
PdSZxAEOq50q9Ex+Hijrvam1T243KDdMMMJDNGnny9SBNS5R5M8BwMAveTAmt4Q05CURVXohwF52
sWnVCc5rzb2ppmHsyLNAPW7YB82C0lTvGrIm2OWlfjNJtNDZkrHIriE1clI1xSIwOvUPRLKMaAj0
e2ddrpO2JkjG9oE5tiuY2ZZlT7VccdV0X7ol4/joSAJ/5Xhdq84nuZaQzcpaeRvkVcHMYuWfMdlM
+B/0emCA52jZGjlprHHsnT3bBCYYfSGynHhedTCMphFxUs3R2q/fSse+X1pgfFjmZnkiSGOyuMus
d+k5sVZOeAsnqe63eyY0GvcCGUcendW45veFy5IKzZOoxbJzuo4D5JI1jy52L45mxq0PA+zITLt8
N52iJOeGiy6gBu5qGcXDYIOr8TCxPVouTlCCRmPYIvFGVPjMpAv6FP6AlhK6pVrZEFssuR71h7LX
mk9yYFMolu5F1/zymlOWF7NC/M59ar9sifAOav4bAki+8yY62gFod+vDaAQkAhpvX9fZnumgiFZZ
PqetmHeNzboBpVGFi676u9SEVjQsy0g1yLrr+2SL16iv41oJfBapv7OSUt+763yovLImLDEeEmMu
46wK2GwYVUjV4ZNd0tTd1VLs+q5b9r5d+PuBZ+WjNyKH2B21egBAKMP0Hqh/e1nlXDwQQe7wnsA1
h+FZHW05ZGGzTLTP6kkdMYOo0LHT0OrzgyHq5iZdppshYHNjdKZ/HeQtAUexqNNo1uo6803jWJL4
DXGzbMc6nx903qyrGA7ibVgfPF1ntSL1nei0e1+f2LCNqgbxk9wWiXFTbDulZhrkvrBzjCyehGDC
lI0pihtTv3KnGgtWysu6zyf7ZV3RHoTUuu5Tttk+eAANppPbV5QG2xImUsZ2ekeqqs1i3Fu691kr
04KFiS/NyGTtNr5iCqtvVdDcQtTem2zairL+zK2bTIlrYmKUoxEvQqvjsc/yvZ2YbCSl/WyMpnOY
h+y4BMHF9Lr7ps5nOLTqYjUgvS1oya3rXpqCu41QUd2nEfaRHXLxCVb3ppD5dchKb5/P5KLFM4/V
V9aVcW5yFAuCgoUJHwt/wXiHfMGs5cZKHwFMUZxZJxnuTXWqMxEvm3oi+29Tm2YXekOXB23O7hhF
PwlpZPuMLcaRFk89MofCZojiaedGJQXDOz7z3LkoQv/WNZnx0I4Fi4NtTsuQZcw5cZ4cTu4RDm9F
vHMKHmYTS7Y5Bz+cYKovkzFwk1nsbwuWo32zeP09DdaSh0gytrdtkZ9d9FpcmZMtZzMjJalEHgMF
NLCxTiSuEQqaTKyXvk/NKRr9pSlubHzfzqWY8ObkO8tZcu+kBeNMc6hIlHayVZbL5yKYRfBNqQF4
8n/jaPT/Is2PI8m/Oy8dm/r71L8OP2nv25f8cV7CPWLZyNqOzz9+Oi/5wW+EL3ToHn/B9xnebzjB
bBv9fTvEoND/47xkIuZbPKewhnzYWOz/5Lz0Qef6aSFkkjNx2dRtr8/l5fysvdNEPpUZYsh+UbOK
sTvssLM516Oe31saCKXSXaIpcQl1+izBu2dMe+7VmlbmSS74RonWRkiK1r4yxKc/vY//JBDykez/
6aWB02aXyLHQdknEBL+sBYQ3zOZoc99eZyP5UiZ1gt8eTbEOsX9By5npBI/RQqsTC3G9PGN+A0Pi
0hZx0hNNPawCkFRnTcMj0sNAaKAZ7MjWDIY3PJN3aIXGma7qTNzlzTq2m9nGRo1vKvNNkGAYI5TP
5Adxj6DfyHXYcRLuw2fNtvvTv/9Rf23hcEjiuK7J4Y3fgGH+JfsyZL2FlLIwx2BHe1zqifB/wuM7
TDrDO7piEg9A6daTrxXaodcm8aVyWg2tR2UcFKraExdtNPNbgUxywFzvfydYZDCWtfHfvNK/rDXp
1XPY8fKp2f6xRZr+vNbMOOdJPRDZIZ/X5S6vvOrJd4K4z/hY4K2abyWm5Kclg1+y9tK+XYPWP+Wr
h/zfjDSIJ5O5UIXbiGui0PP+b17dL5skZ1tv2my4tkgTqy59e/U/BXeIUXBucCh8GMYHSiIXtqg6
MGujrI6VKORnVvq3JBeSK0KXxtkZZuNvkGn+B5Lmp8+tbbFmJgOAY8xD2/jlkqqHhlblPrUwgbha
ealxmFpXaeW3MUCGlxTDe0QFPOsU+Hx0fw82bnAYOl76tLLoiyiHMq6LbiWZ7c36WXOmg97Nc2jJ
FYNLKptPnLxbZ9do6ugSHMan6Zh3lnDIRttss9r8qxp6iloaPf/cOIp+CdpZPg8AXMPKk4dyNu2w
1+ZH7LvtpUMv2dmbmE9dxSQeM2vOGBVSU9YH2XivOT3kJL8K0r+JBq0xdKUELZ5M2VOld+VB7/Wz
gHPp74iRYGioIRHuoIvLU9Mjfu9SNepk/B3/mdotJEXCJBYvw0EWKWUb7AOpx4GRP7IYWSJGd9PY
4ST5NrtV+dU3iu5INTKzkTG6jISp3nEQXTyuZbw18Vw6aCBtNlc/NK00ws4onBAZuY3mEU3Ua3Mc
cjLoxGe0d8VJw52P61J1XwOyPTdaVarrtPUV9IopiduEc3vmUMlF1fjwmvhgKCtRn6lGHPedktXV
VJgsclBGQB2V/akampulhk4wLJ1DFAWYaeOWLgfnvIpaqcG+RN88ZMqoz3BNsh/BWBbotp08Ud7+
YDkEwKoeQQg32R6v3nzQJ7W+eGXTQlJwg9uygzVALTYhbLp4g6/jnHzBa3+3KvrzQjk51mOD4Ydq
Pvko5qUto8xXwWNOdco7Kx6YGwtLuBviYgtZGMPYeSbudHYj8B9UwXuvBrHcpCYM5FCjZurBVUQx
VG24VHNtpKVlfFAVSXoqeTD3DojkxB0BX6fB9JhlecCCzFBTqHy57MqqAaop+CUuZpPtcT0bJ47p
4ocxKCcM9Bo84ezjpm0IcjTzlzILtB9aNsyMr0OGx7f5umQ4mtyGN3kt9DkGNJAcELy+aQpjTrIE
GHjn/jZR4xsDNn2iASsZ37O0rch7o5/K2NEyJy5dDoFrXg+R4INUDYt5LVftPuvy+zJxhruCOd/u
3elUFuwjuRrZqE3J+L0onTvHSNbD3GU3VZsS5y2F/wOG4zdNkmGBVFCDk/VxbgqoJBON5QfdFHTU
0Fm+S7LEgNo2mNeLTLJ3ZJCBSHChY9qaMvPLvALUYl/l7tkMyiMwcjGGzdobUWan6gSnh+NdG/zg
UT3soNGwCZySGfx0se6LXIyPqsQUlUIRv+ssJ67xBMVBXsqo7Z2KxRoa3tnp+qLaObWAAo876GsF
Du7NgpN4YuPtvuD0tr+2NWloRUvymY4b3QpZvFbzTqS4CZ1h/dRQoXBDdKY6lNB4bv2u/qZa9ZwO
eI+43zlnYiLpEV5kstfaxv7cW+vwQB/S1ZqU61VTVcl9seDFBPZihU3gHo1VijCHfgqolq3SsQhy
1Awn9wWuyyab3guu0a9QTYjkJaWJUMIy7Eizm7cvx5nDlcpPim1LZKRrfhh7C6gKB/L2mX4GkjbV
zOVW2lcT+Op33VnnG04Yfeysfb2CwyyxNqZukd8Fw6CF6MYveavOfQJOMhu4jbH36nY4HLqrzK1k
XNH2cK0Grbjx19R9FsRDIVLOS01flG9zaBRfhgAzaa9tlBe/u7HTtDxybp0yikzqK8PD0er5c/A4
1yt7Ct6sTwNRDEDAA71zrDXETie4AzkMX23kpOKWBkxr33iC/TmI/8igq6qNKjmt97S5VWz5pWbu
7NroD+wu3UPjQcPQrUFESNl1yGeiCrF1NLBz0pKIwFjed2Koos6rslNldPnLnBviSS9q/R1Zd75w
PH0rWC9egyZvwWJozuNCNieqU7oQjTl/D9zuYSqxExjB9LJ+TFRZ2kIpqqrukqq8PhU1eaKG7NKl
87BP1fBBb3O3uq/WEf5nw3nccB94TGVXlrWQqNvoF2UQ7HW2eFduP59zd7j1lGPFHH9vWmSqnTbA
rSlE35+8tkIXszvjWIjVu7ZTwM+SlO9UTjvhz5Ay3JmFdd+P2r10Cn9Hd24SWosgQ9OLbJ/kyRuQ
AC/KiA+GFZvOY6rY606yfe67tHk1uq59EmZeAmwhvRBYso+KyXYOeLAkSRI7v4Yit4SWnVlHt6DE
BhSoGS+BzE521nn39uhnUbZ20DBKQmvmR6gJ78btVOXkPbqNzMOTD8xTLSkaY+J7UkH9kGeV930x
tUs/iicqXfBkqOSuk7KNeyIz78quCNgQTrjkiUfQbnFqjv/JjNV2Ec6PehDlu5dO800n6TfqW8ir
dKgDqzZq/W7Jg5amdU2j1N3sdPR7TwPOdRpkshBzS8cNhWL5JlwC6l8hE3BohWox1YN/3QtZa3Ht
pzgJO6l0G3em1IzDKJeGU/kEBtl6UMLrcf0KLAnJYe06mmE0UZtQm0fsByWCe3mg6qr6VvNwKi+d
zGfv2q2sDuONX6/D98ryEHOF06Fx6HyAmmMdtL19aBeQTg8IbtXZSMqJ+1OAYMyWbxyhXlmNe0yx
WGAYxvGfnqiXgVdpzlY/30+Ib6SEBOpV2HoDSiXLp4thz+k7OHG8lgHA1wezYb664WM+cYDp28Ow
ZPXZIX5041UL74dJ7qkgkp1YOA9Ysp893zWraDXV8GwbpfE09exfbCnLm7b2uelSdrYVzAWvejFa
8HkaK65z/EIkwdaB3X/aZkXM5gdiEcw+VgWUS4XWlNnxtLL3RXtMVRv2lregUuHJDDVdLqxFzGZt
4kwNmDTWxmOzNILsefLwMWl3FfgOugrc9G7KRLGX2KNj7jL69Trp1oUyTtycc5N88cj69fFoehTn
Sk82ioW44N4U9DkmzKXFdIsAkVxplZ5cFSgzeuTaQ31qa3d+sKTdXZnT1Ds7U0eryFj7H3t7Um+8
A8xpU520zKC5+6npmuQqE5LZbK1mpqfF2CdrLd/awRRX06oZPfV1QtyZZmI9NwhGX5m1rZj/ZH0j
H7DGAIVrOou1xvuB5yDzQk8M9oNXzQ/9tkNg9f656vqGnbd4FrxvYcLCwTXzm0JznodtE7HaFgPr
tp3Qtz2FWQyfZCetc1MrdhjbNmMSHYU4NW1Qu8369SnhLpsf8V35LEFmo6mPbSIT7MlssHN4231Y
OwkL6rFx8isaX5I8tr1JVmCaVhDcCSTwo1FMhkacYRzMe0xYGYty0RffMQhNKHqp+x1lvbvWfYk9
2TCrU7/tdzIWPc228VlWT4TCcdtHbCcsgMq0u2plwP3d04NbTebsjcaeDZJqWSblH4slY9sxuR/r
pvxj9cSOnjWUadav8zwPbz5B1pds21bZHnsrmmXV9zLPvyzbTqv5WG9lTUs6Y8DK74qGA/DaF2mk
r6P5mpODOLHeSC8jCIijSORT2vXOk7Vt0+YpvQxbwMDYogb1R+rA3QII2rhlEUDF6081YLcqpG8H
tVh8JBeISpJiIG2ef69INuBMz2+4fqtL+5F7mHj5KcZRy4o0A6Echh4hCUVaAti+G1XkJyQ5CuRt
/YrQG9mKYItZFFvgInO68bbbQhi8E+QxbMSKdJd85DSWLbJBGNkDGGdHzRbnqChiIlC4hTyCLe6h
++O9laR8Sc0aFh9HnTwXH+EQfEjjgVVMG3nLVN2qhjXqlvUuPR6pGWxoPP8ktfHmaWEqgursIxcv
ga9FrIGN0OgDDcgOrU9yWm6LIT/x3OUul9Tju/hIqtAy5wfHCfiOF/Xa6FZ05YzNcfzIuJTlDFTA
U0V3SKnLGU6t3Q4X3vP3WhfIvzg+jlYzgOe1NOq07WbnEwGdByvDcxSMxBOr+3kUZVQU/nPadTif
ho5h0upf0yGlv5ucX+hInNeQ7+6LvDAuS+XVT765dpBTt6hO+pHaKempI0obVHu3LJc37ijrQcLr
YalNOgjp9MQZqw3zdoby6HJGHSY/O6XcgCNAdTjyrdRHOAJZwYcfjTh1NZ6vlGvvyi1FJHIPWtmM
VcnpGDkZvuUZI0d2ZKQrru0tgtSNy/zoOvapXEbyTl35oGB37MyyUnHSuhzmsLrXT+3aLHihsE4S
8hgcd1famvUwLsUmFU9mRRxKh8e/ECC/zmzFTb7jbh4ow7lZctsM03Kx4gGX1BeeOKivuTQPPSDm
fSOkHtmN670ivn9uS9e7cYskf6uKariu5mCO2QdljKzDKSVYYmt+8SXJoAofdJx8p6C38m9EZIbn
bAGJJNw5/cxgq103wWSc20rOr9M69Ler6mDwWoIHLq+syE4g0Sw7HvDJUd3YmN/0OUWgN1Trg6PE
IhrqPAxOOOiMs2tREAwFoLkWuZnjCMbp8f/t1Y//vrAFwIuLuPivTTEPxIEx+rz244+fWlp+/8Lf
pV7XwjHt2BvIxrJM3TKwpvxus+aPPhBABBM9GopMF4H4D2sMDmyXoJVOW7X/8WX/kHr5ow8dC1/M
/6l3+Q+Sh8avyh2dCZtjG4A5KGWgQ7yEP2tjIysFig4xJc4VHIwe89UucLrPjtjZTft5TJlbk6Z+
ZK6aoxYCY1iUogzbCfaD5ubPoyDCbbuZiv70Tv4TmdfaZNw/y2W8LrxBnm/xlAO3vr01f35dc9kt
NMlKKwIxwhObc9nR6fVrjnRvWddqsV4mXzW02l1Wrndt298VtbfRRxrSSro6eeXBKxnK+tZ/MgwI
ADM466FML0G6lmePesKdNSUO07LPrhorK06eMnYKJJSeC3YfpcxYYeCzP2PaakImxIPJcdfF+LLT
2lXFyPTX7Zr9Tpf7j662/9u9ZobPNfCvr6sb2Fk8hqafzGYfX/PH9sTEHEZOF1B+sFWMbPGEfxC0
XJ80p75FjZCYLTI9f1xSzm+YXH2EedMiz+J7fNUfyQX9Nw9oNFLFf8tt9stHF/bxRmdH6OX74zn7
ZUPhlTqpBsJMe+QGWl/x4D5srvC9ldR/28Tx128VkMEgumO7+Ov0X3T3xrVaJxcBOGevOXXVeJ9z
LmGp/GiDXhg97W+Ai79elHQEQiAzbQhzOjAsTHk/XZRFq/tqFg5ku8l6tBM/xm9cIjPlJbm/8rLm
Zfo32v2vt6eP78hvmD4qnl/ur7492Q9Or2go22cMd8w32GtlF3Pg/N3j+S+R8n8Bn2/fiZ0aVDY+
CRub7eefzQG8RJ5BQZROk+G4eVso4SMjC5IpVQzNGdXd3jA+QqFpsSfIU6bmB/6mr9JuXypKt7Hl
Dyb1QgGcYbe/1e2kjV0zOdWMB5+cqer+BrX9a+kNHzO2Q7TC8+tgWcfe7+dXnJu6aZRBWu5zbby4
TXdW1XDnpYE6V9hIZKbLSLJLo7zcqON1Hub4T1flP7lH/3VLuL2AgCAbpkouQp2r+s/36AWZymxo
5t7j3MvBVbOQvm5Y+O8Dpj9BScEuCxiADC30Jy3E3n82k+BqSZ1XXZ+vm3TRwlFfv5mNMe/+/Uvb
fvQ/Pz14a4jzQXoj8MiO0PnlEhR+RtDXq6p9YhbORAOQixiWWoTex6nWkZPblbhvyzpgNp3ZjqrW
tu7+/UtwPx6df34R3Ihg1nFPYYlqcdH88vZs6y34G4HYV5ya3rUck/aqlJNB0QPQpAELaWjdA9tU
i7L6oiX9YzKva5RAi6lhl80ylu3K+0aP4ye+rL1CytSBRQf23vLk47TRoui2F/CvJicK2uYRteBE
0qR4YWdoSst/tIck02I2HDbGh8qU84Gjl2fGucpFGze46KYzNkYcBiw59Te3xYL9KbVK4w20KjH0
BOYdI6cWfOk7MT4P/O8ZXpT+hmI/t5gr+tWLag7veKlUx+avFpXJSS5R+6HNSa5OPVN66g6bUVOn
7geO0o03KwbxrBnkD7EiggDXnZIuhBpfvA7amNAkVKsTt6HCisFPrYd6LNWe8KN2oGe9WZ5xuhoE
ZBJdbdtFGbDhyouT5/abXNO69Q1dotR8F1r7o+KbPVpO6bpY+f3yTAnWlqnUx3f6mfIOW72f3JTD
2BD6HfpzW8Ag5NimOmdXMpCbOyFX2RxwBpZnq/fG98ycWbBpTfBcB8Cwdt6iVS+15yY39RrMF8Mb
cVoapXkqR1F0jAq2jOrWwn85Alspwt4JnKuMykTIKXajjnWZYKMhWCahCVaTs8CSBntALDSYDxne
lukwzD5ao5/Cn2Zt754D2pcJSpfm8NaKTLtNJ6dVp6ytWxXnKTnPGEsyil2/uOsaJlaejXvey82P
abPyuqo6vT8FFNTzQzp+gb0FX1enThzyqZxBeoUQIMbMCXGbeHsC8xSjdy1+tQHHpn9rCrpcjqYy
9SSSVLagN7nNGuJLNXp6/cYn4kC5HiXWsLySaMAbAzhOdldFT+dELNdRpZeVSEzOaTuHMVcU+X1S
2HTwTarSHtPGR3vrOfVFdceRMZ4KSWTUWX0kPRa57krJW2s2+6T3nPtFU0l28jcJtNnE0N5T9g//
QyEdOhZHlHmL44rSfekcf7zwxuXv/SavOsq/o3IaSbdMnwI/uBSbFLuiybabOOvVVXGtlcF0FJbP
CKxTiwGvAEE3QZzcwZlTO7HJvTOlmZBmEvdebWIwKVmTMRKB2N6kYqB1S6g2+TjbhORyk5T9TVzO
NpmZsxqGtDVonoZNhE7y+lljLRyaliqPZYtEWG2iNR6hNz31oRtsgna5SdurgaI+bHJ3ykqSorFN
BF+Q9bhY7ftGLlfEybzreZPMtSybonKT0fPGtfHz9gR3LOOm0VIr1szpFojT2dhk+Ao9Ps2rhdKP
3ojXbFz/N3tnthw3lmXZX8kfgAzz8FiATyTF0d1JSi8wUiIxzzO+vtZlRGTQnUp6K+qpu+slLDPC
JDiAizucs/fam1mxtxKgZXpYNFUJ710VeSpdy4VG9YtQ9+XYtMrZ0FnZWVvY5WU6Al/TaEUn+Oy6
R9XsFfQh6o1KEwHEFd2EiMqaIToMkqyUaADoOoxx8lyJPoSca/PrKHoTGfPmYy36FbXoXPRtfhuE
FF40K2Mmz0SHQxG9joZnguuE/gcEUnM9xF29phtOeyQSnZJc9ExGf6rLRfnWShmy9EHH0wTeKrpW
Rb+lKQtaL8YfbRiO9Kta9GZqmjRDFNGuobfq7KiK6gtok3A8iKt08YTR4aGccIXUMbxLstizaAPp
iaqzNSpywowSmkRyPBsPFcrOKz/ukotIdJNArlbnfdh2iyKiKCENhXWmTcPXcoD3mRdpdJVn0e0Q
QTARNiMaVqXoXdkNEPRe9LNCsmyFOLOhzTjYbvvW9nrrgKmiGWaShb6og/QsE40ySkHWKiibnzQ0
CUtU6+paSeoyp54hS2tkbN1ri1LecdO3Dtw81SmwP7YVbolgHWrS/QjaaSnb4/xVH03nNs+c6Vwx
canmjh6fW7Gl3YdMFusgKNS1RGnzq9KOlG7pESaiWTiItiHe7xmp2nznSEGwsSW0dF0BLlDVRpqt
s2g8VqIFGVg0I7O5nB5TwI7nqWhVmlgRv8MRnZeORQ/dJdZW+9qCfWTxxB4FvCGd1mWmGTdkkjs4
1WiLFqJBihFyQN6aAiC1NBHzVIGdE23VATyUF6lyMSI6pu0a4NZftWNTLJV41lxfC7/R1tDWSdNh
qdVFz5YlGd1e5BSukdSQ77K0WdqRCnRqJKe6CsN5HYn2r65Vz30+n/fF/JSUKBLQZHNa5hYo0PnP
DdPT0s7yO6fRZspD2o3WgakOw/op64Z4HVQqsoiyoNxXB0ulj+qbOTSv0TJsc9Gxrkr1R6BBLesp
0y3DPDYWsp+Mq0BRsFBNiGp7cA4GuaIwQKrnSXTGa9Ej9+GlzU5/rqOgpyvsr/OE0ABMluiozYG0
JLD62RSGqAjI+yrLVnpRrRiTFQU7B+xkaYfpslRY2yTRvTerUjlrRWctckLntoN7i6jVHjsvBS6B
+LHVYdQVSe3KJRNVqpvdKqbkZsLveqa03D2Fb/qCyaDlMgvRQTgy1qHI1/ojuw3zaubrCr1e5ZPB
iRen+0hqK4wLiBpKoW7A56Lt+tTGi2k73Y3fml25DBO9BkeMSKIOIowp/OhtSvnuu1NLEXLVOsGG
jK46Im5EReU1hc63OZlNnQY+3la3BaF3z5cQneHRgOqINLp6SQybIeSERvs4TwBqFWkY11HpBxDY
M1Q9btmJ4C2GL0yzqNcA6ihzC88MxGjFXiLS2NNFJZRP+DBo+hacUBPkAUlAPmM51eq1ERrFjQSF
DfU06er3vimNMrbVUa0Qpjg54QFVFO2KKEaOA1ITrFJTmvG9hkOVDpNdN69N10GzHaQRCq6W2EQQ
1kZT7lKhF0KklsKazTsY6ymzUCkpX+nB6VcRZUX9PMGz6dOkj8dmbWa1QSBEFP9EMJUSquSE2llj
thqJJqG9KQO9vcPoTjJ8xPr8EDMHeI3e5tuxK5YaLtaLkr4owRFymzNlyf63KSHAFAHAcIF1aNgg
rCsvI+w2z0iJ2WG6RpM73+ls2K9pVo1rRvl8O1iBv8kDLVYWZVNpa5BTUNX47pVV7/eT49IapdZD
mC6NmS6dg6U9JdMN0QRmfxc59hQuukjOWAJNclasVuOvbeLeGzvLKfFSZMESpAD/s1OZZMi9T74m
lh2P5Ovk46MyQF+Wq84InYXftrLm1rQzVJfI8DDbU/0ff1gcrV7Kzp62Cg0VZ9Filz2zlcoxFsYY
0DFQa1l+jlCnx/hE5GJbkbYOthBsFyJ6p5sMj3mDVXgqHN4lEWp3ZJYkwZqMSumqrUYK/FU2pmib
h3ypKmHzKIWq89jwd4dLpKnZAi94f6twRjiPirC9y6NZWqdT2n61BgA2DaiZiA31XKEpp5N4X04w
QdlUdX6PJmAeDeT3TlGc6VoREJORzdrsZf7Ym/dpZLARq2fjklomCFQoXiYQfgFG5dXGcPcFLpU+
/oSUKjTAqDLDC6ZqpAnAqlbi89vJTRqm961gsJJ/wY7AGR3QrKmgtCZvvNY3dKslKK6VKoCuumC7
DoLymgneKwpuTKcBANA5bnHCjpEKGVaVWANrgYvVUse4CHIBkeUoXm1nQZaN3yCziuDNqk4ybJKp
21TyxClEUGlHwae1BKm2jcoILK3A15qCZKsCiFj0gVOcmYJzWwribSjNtcvmIbykd0a8jCDjBnAh
Vr6g5To+3Fz1D4SuoOnaNlzdOYSw+3aG/K1i4P+X6up3R+0PgP3/qrvnw9Lgv2XVpvOFujFkEqpF
OlUxobj+szBoyaKgTtWPRA0N54j4T38VBtUvpopM3kH0qVBVFFiVvwqDKoprm9IK2mohOtZ+C/On
ihrSQUUARhFFLKoCJn8b089hwUSyERxaUsKReVCyW0OGYeXOc7AZUAILZc6QMQSjbNfZEriFqerm
tUFXziulOdlFTdmfy1GWLoIaLRfUdVKhx0q55oMou4XCLua8LvzoCte0dcfeMN/2dmMXK9WkzvH7
A/P/9So15Zr/XKP+rxzoQPf0r6f857/cp/r5OG/27yGpfEGlLt61xVtnYPLO/2r/KF8o3qKcBvbB
+ELQ/veQtL5YKkgem3ECOOKtjP3XkDS/UHrVwEXyd+FqhmT5G/2fD2VP24Q4QdVTDHNKZsfh1Z2K
gKWEv7hI+8zaRniCztvJngpPqOeftdJBDmP0CbFwsoIUidSDyW2HiZ1N0ofWmTo61S2Ac/9simb9
wbY14tundiQZNKK295yofrr2Z0RFVEpy++rdM/9FBVITXaD3HxSmckWm0GfLusETEYaI9xVISQYr
PRWkioUdoIth1NRtYhoTzD6HrW2IRv9e6UHvFLjxEPRk6gLV/GqSB5WtB72FM+IXnAiMtk0+3sCM
QkialGj7IFSWuFOtKzpm003XasOjViuT4VazJt2gvZpXuHfnpWmldefGmZQ/zsEil6+DNK9D8pvs
6daM4/Crr+YJkQR1GnkD+6PIbUVLv4nkXj1R8jyulItHgZmeViLPQzd08ajeidyVTu+z1KQHDmPU
90r0M243yhI5sLLpff7Yj9sA4lIq41ZBcSkq0EdPPYJXopDTi4reIlwrJfOTHFlf8lSnt12r8a11
0OW3/zvjANo5aByL6K3/POWIaQbC7aGniD/xZ1PMcL6AoUXwpmIzEIsY89efEw3/CQeJrToaiFmM
YoLZ9dfap31h5RN4BIfaId8QS9ZfEw2NayR6AsHAJAWT1vqtiYbLH3yq/CimF/zhDBzgYgIe8X58
AodsyOMgbzA2lK8yacLtAixItJwTw++W7Mr1ein5qjQDPInmyEObq0oebZ8aBIip1uchVuFXY8by
zuEpHV6QrOPLqQtSfan1C9+xpgyE79mGW3M+2hdGHl/WMNK19f8OxQ9DUeDY/vNYvHoZ/uU9pS8/
izx6YgiyGraTCFpXxJ/7Y0QqlvoF0w3eGyTUBzlHCnw5lUUPbakMge5tw/XneJQU+4uG+40x7KA9
FSHo/x6QRHZ9wfNG45YgJFUV6+LvjMjDCRPEsuNQBTchO/NJiJ7x4YAsbEy+elD6d1n5PMQLU34I
ixOun8OJ8s9LcJ/8YkNRKW8fXgJ7ZzqF+ujfaajv4/KR2Mel7jwpAVRQ/cT8/7bW/b0W/nExFU6+
xuRvWcobYvrdAuBHzsC+QYEkOrmhN1059Eqrta246AszfZOvIfG8e+e/WH5/dXuwXTTZhJCt2eaR
pYleglLqpD/dda/F92KvbxEDn7zI4RL/x23hjLLpy9J7Zk9/+AyNMh5sDRHmXUnERm9R/A1qTzfi
1QwT+LfvxwZqxqBgrgQHfnQpHwVPION0v2vl3JP0fZk+mvBbVEfk9SonLiaG19Hr4hDCycLWmQ0V
mZn8/Xxo1WC7igqTfQjmhX6xVhcnlunjAY5tk9HN9o5dF/94a9++GxBgQMJ8DKdgWxI+ZatXoKcX
EmW/zx+a+J3v7+P4KmKQvLuKjqu9n4I52Pr9UvBMtAf/2lz1Nuze/MQNHT8ycSkLypDY96I/EAz3
95fCa9T5thOEW05CtZfA9TbU5MQ1jprakIHERdhHaRpYTGi16uFFxkHTSJ/Iwm39004o4nlTiZDj
bHwuzlSkR/QtSRBw1Qe4H6RZDM7q88d5PNzfLs9WXGeSMwyOsYeXV0stz1u8Uts+3U86STlDscEh
9GOoTpo2xXA+fnPWu0uJ8fPuzVE8iS0FW9PWweJA6NYdfJHraqV+HS+zE1qFX765d5c6enNN3dON
j7gU+rKzOpy9oD21/z2ejHhwtPvFyZ9wPT6po/cmm53SOWnN3ciBa0/GBY5fMouQzCvKJsxPzX0f
Py7xfqgjMNFyvHuLDn//8BpDKydNDbZjqC4TYqCtdgHO/fPB8KuL8N2Scs5qyBx7tNHuwtlyZEp5
2yJMXiV1MxvxPsL0+flVPr4cJBIqh0oeHEjX4+18bJNpo1CQ31atEe9gwpCaY/lS+JsTHtRjiihC
+yQs7x8WQ3mcaq20jXBrZ8D8CKXxFJr5J+7lV0/MMXDZcgbiKtbRE2ucNO57ent8N0QQpFeY9W76
MF7/9hPT0UFxLhdWfKRmh19OVs3mbBhDtFVSCBYJrlpdmk7cyZFhWExE1sFFjm6lrbISOTkXWVxe
77SNSHd96K+1BVkim+e7m9mbFvKiWJTn+kUNe3CrXkzu7T+4T3ZaMlJYFXXo0U9IakCZhLVGWy2Q
wPMl0Ezydvk/u8bRd4vNNHJ8ueKN6enGFgiz4fx/dgXt8G1N8YQ5oS2j7UDgD2cF2Bl1HZ/4VH/x
EelMBexXsesz0x3NcEPTY2TNcOTnSb2JCf8O880/uY2/r3C00LZjXGTj1HMFJrhGDrwwP/GgjlJI
/hxy727ieE8CiSceoB9t65W6HlcA2BaRuyN5YBG9gFGx7qL9zQ9rPSyuJnd6pmzv39mefqKo88sn
CRYSYiAlMZtN/sGyZISQ8Gt5jrZd0p0Fc7IIcAz8g0f59yXelHXvJu+AgDYphK6zda7pdq2bXDqx
ih9RKv58kjp5rYwFpu832fW7K+gVucP+oPHxPhM8uIZ7tWrWxWVyaVz5O2v549v5xlrwHs279DJZ
qZtiVa/D5eT+/Ac3+u5nHI3KMANlGhFUsbXNLRw1trHGiXGvijngcBfBNPXuEkfDMlWUGZKtFW3x
Y6398+mlSZYVhEIM4UvLg8qzyJf0jpFQLZLcBYhTXAer+MRk+csxQ1CpyR5A7NyO7nNu8QuPgxFt
A5Pctq7KniS18l8+f5jiL/lwp5TtqbnqOu0C8SPevdO27EL28SbQjeIKVZWXShcTeK1iDP7J8Hx3
IbHIvbuQkksElhJQsrUnXII2/PGTl/jlAFWRbmJTRULNDubwGhgeKYywMm4vn7PzdKVcKA8BotGN
tawWIM68bIGR2LOX3UWwSD2gRO4tQOZz+WLzD9YYURpCLq2Y/Jqjm+3yiD3BnGGcKZorLc4wmhcn
lhhD/B2Hb46CuUKJnYdqKOxyDm/WJFhwjq2k2QZ5b700swSjOh5bLFyaBmvA0IfxG4ad+bUch/Rx
mg0oV+T27RHvxZemNqp3UZBE5zUEi8CtYRzmmL96HxhhRRPfnimIulncVpedH8uvsLanH72ZAfkz
yzS8HGQqXCLOgyZrbTMvoPpESeUi4NNp0atQPlKkBrcQO+RL2F38f6OeNcdriFxGopiWKNBoZOI/
JqFyhAhMZtMVSUOkr7XarN9h2Qov7UaiTT6PNjamkcgoBCcpgkX4U4RnuFFNDudCB7KWuk43Gr7b
6j5R6qqhFI8g6dGngG+1ZFHLxh5PMI/9+vnX86E+QRERjwuThU3NQIdrc/gSJssE2tEjpupgrNM0
N+OiuWwcvwTkkXboWWniR4RLIxzF1srZ1euqxtbX8yB0Gz6YyPvPf9GHEwOEJYpTMGv5oIHgHU0a
qCfKPIrifqsa/hVIYQhzr046uUN4xer0u6uaopAkQv2Tvg67A4qpB9/0HEVEJo2BzMVk11JaV6pf
Pr8dXeyUDkY5EeF8R4x0zgqCEnV4CbnU1SBDcryzU6FZnJAlfDPtQftZTHhTPVvP5TsMgACCjJFu
hmumhnWOuCF+hYGDi5iYXeo3LfEFbi5Blth3AbA7jyxl695vfc6+COiLn76tZjfSOJavbWfKP9Vm
7r7TWRkc4mR7jQ4HzHPwc51dVkt57jBuo1NKgDjiK3IVlIcT4JYxuAgMNbu1E2fc26GthZ4VV1Hu
GugsUgrBOQTbOinzS+BvLdKBDIrLeow4mGM+TyP5xJT7djw8fHjUIumogVyiyvRmDnk/55Jf1YTw
VKOdyBG6lO1Sd2l41cCS0gKSxpC2302A/ue2X8he6wca4qjgRzBUwzJ0zGL9+btUDwXs7B+Ymh1d
FPMQr+NIONoEWYgSu6oqkl0iJ+WqypRgMfq+vZEmGd12qwQXpHAmnkLEzLYuEX11k1bsNTmmDj7q
XbNsKru/qg2iY/2mlOFXpdIWKn64ApmZUxgcrK1Pqpw0TAVhwGq3wkSvrNKJHDTmSIH67ObLnmjh
RTgQJqXHrXZqVv5Qf+CoTiucQ7TGqZNj++F4HVo5qJ1WkXeORQIAejG9fe3tPkhggCjqRVRI+res
7OczTcFoSg+v1W8H0B/9pkZfdB1w/N4Jx8ZTBzTqZk7y8J6VTtk1E8wBQMyAej0oIeVNm2Ws0xOb
FPQlZV8ouykeaFtGCTtLK+uSSxPBa+TOlQ9MrAMj/4Jvb3wMawR7LgWZ6AXBS4B2yA47mSSoqkqv
JVOYxSJZGomPbubgpfQRhUtJ7NyEDaFFroyDtHXpqiaPah9VPwh58gFolKV8X1FT3Q7AzS/VpMPF
35uOtPDTBBHpqXH94SEz63LqZiNNHVpjeB8+5L7xUwQtsbMDidGuGuKtllWH8pD4aEe6BI+vX7NT
ki6yMJ4vG411oGwy5+Hz4Sze5OHH5YAbMIGLUVujCXU8+aHu9ulPJrtGhM+yXJECRujFzedXUX5x
GcKc2NBQwuOfx2cwOVAiyYiyfOf7JZklQ2d+9WMJGg44fxEZ62XOMpsCc+2rcHYgOI3XQyZUezCI
AfIOxo0QA68+/1W/+FFgvyw6pRb+LIoGhy8AvBlZo9qQ7yAI26sakMASCOd84j1/3M/RNdFB9RGb
QzX5gxMsSxolNBU8IGlWNxfkK/pXiEjMjS0O7QCDtm1RQdMILB1AFgkDsxRpyywAet7pY7KcOvgp
FYR0b0wF/NqXs40iS9pizpI7u6Fd3g0jGVymb2y6Jg+JiO3LixagrGeTdwqQXAXqIoKmGx/D8ueP
8MP2Tdwbq7RCGZtiyzHyD+m7UVlNVeyGiljexrQkVIcyBebECE9MvB/mXS7Fw6Okxyiip3E077Yz
w1RHF7mzzTa+cHzEb1YJrolsDoraaW55WZ8mO0fxHWSy0ynk34fBIi5PoqilkgNKD+JoV26aaQEV
qS13bEwl3A6jfyWj6j/RlnpzHh18j1yG9obYjZjCQny08ynLSG5Kp63IFCFJYiD2O3IT4mKWSWXi
c80iDCPUp+6CzDdZ1ZVLLLEKthZdIr44nc4znBooxBPlPG1HFTAXkrtIEhCkmXDtnF10yIqd4UyS
A3VFsNq4+HxEiAnj6AYQO2ABEsRBxAhHEwpIm1zKYY3snLGbPcWodZdCAnr3xti2pQFyS2pPPLQP
fQ4O85zm/7gsONijVxNqfshaPVc7aCOaq0aKv7HbGVyRAufYlzpiLsqI424Ccu73b9bS2ZLQOEf3
czyttcgq1KCa652TZIqgxdrQrmbiAPQ6B4Uu6922sIkR+fyqvxiKPFuKfjTfuNvjhUOuMQs1ilbv
4qZovWmMfA+arHFi3vr4aXOc5viJNEBj52oeVRiVDkkx7ihlR0xTDGkjfG5bsfMfEv+3hwx5ErxD
oRjiHGiI+313qO6Cpi/NEDpeADKDg1TsL1nf5/UkZSZpzJa6MCQtODFo3lyjhwOVIUp5xNDYVXLQ
PhqoaoAy1BwKaRdHY7HUJQP60lvSQ4OEdzhvHftCCbtdrVar1rcrd+yNu9bXiRAlQ+h3Xyina4ri
iEQYx7qmHj6AWiMNXDNHaRe2NLaU2Hodo6448ZTFzHF0v3QbGTMITWzq70dPOdXkrGnDONjXVuUs
TbXo3EINooVWkLHRx35wYr7+uG9nf/MmCWB3g7xTO7qgPRHeJRuttWsiE5W7tg78GriVHmL72RoD
uDWqTvkAJwzrjhsa6ipJqhOfysebxrTHB0rEFpZzvNiHT5ayFMdMiPY7LXcML1en+RzZt0VXoJjW
cYHZ8/M3+cujtOnQdWfFl8EjHM3fGY5LPiX8nWEkT8ACZ1X9lqOluGnUOSaVgZbOnT7NDiJ5bTRm
T1KLAQoaEMyfLev+b5dTWZVBGePIh8yLmOhokGfkkQKiL52diUXGlQMJ02qqvH5+029KxMOhRTMb
0TnlNzrArM2HT3mqZVR0vp7tI7/sOaX3GeMKRe2mrGdl9oy0b8/kKVT0dat3+uAlFfgcN2vygl5q
RKBqndn9s1wiIySSNxyDha0PDu6cSKXXxXH1Wk4LY8UJOXnEq0wwmdGJMJZQMQKIpaZv4zBK8ocy
rIfRpTdSO4tBJV91MsbkJuYgcq3OeS1jB5g6Dr1S1J+pHSwaqDa+dM+xWc29OGqcbxFkmsF1FKuE
AQX5KVsQJCDd6fWs7gtnzqgxOTnJAOQfEF3Y+WUntIWx0ayaONLIe00c5xobTTxifjEl0wvL4i6V
K/nn54/8F+NMyKEZTBqDjYd+9MhDrTebvmrLfeAY3apy5NJzEEAS3MaX6OkxLjzDJ4zbiuNzg4Ap
3INlsq/89lRbT3xBh+9emLn5xOlT2hpF3sN3X1Qlnk+ljPcyxPWLyQxKFxVHfWoy+XhY4jKcUXT2
FMgMjvdFstHImIT8eD8EVrypItm+IAc2o16Dvd3Q/WTjk0lNOAimP6Uj+4eB1iw+f+gfJxObxYYS
NtIkhV9xNJmApzT1uTCjvezUziXN7HE/jLV8lRXOTptGbEm/fT1q5g4qKBYqzmhH+5pStdWkmEcs
l4kiLaQw6Dc4zlmJDHlcGUF4qhv3UWDBOiwjT2SjSzeYo9Hhu+RYLxG5wrsci6zdTE3be12DiA+3
oOk1eYXdaR74+MgTdLEcpuQ9E68o+ShmdbsIvdGK8u0wts1ZGAThIubQcKIP9nGr95ZjhSaarjvF
waNHkutW2FENi/c2FK9Lo3aQU3F5eNGjvmmTefSwZVd7EjV+u/LPs+Glo3TisIxy7mhilyujirXZ
jveUqcINLlB/RTXxVMP/F4sml8E0LvSY7LuOu1NmKI96b5uICSxKV7i1lBVd0mllUJRFuxtpq7K3
NJc4kfrrZHTJuRHEmBZCIuYHlBsnRrx44UcfN3VhxBuU/9HcWEezDFDgqpbyPNkDULwek+nVtAko
8QFxWWDiiv758wH/ccvJPhAeEyxTStofmvc2hRArKopkP8xGeWFKgXFHPM0jZUvlxI19PEwif+To
il4a+RqL9eFIbwMf3kGj5ntjdr4ngdzeOFCGruJBn7xagcehAJjEqKsAJbYj88R+7xf3yYmBWoDt
KI6Bzv/w6nZnF1FCp3NvzZZ8ngFVWJayWS2tzDilPdRk8UkcvkPwHxpldKQq6AXe8tfe7a5NDPlY
uf16X/KJlhu5jzTYergESKFtMjzMEgnxRa4N32dj0uS1DyUNsmgXF0+YnuPuwvLTNFsPUQ9ns5xL
8ONqWRhbxa6CmwnIfbA0tVldabDNaVVEQ70bVAnIg9yFuNj1PL0yI94E1jtTflL6gXBWuM6bXilr
nVztLnwaEzCXbiRbnGmtjGqYCzEq9/mW2RHgqbGjb07RTd3aGtD+DZyKn2Gj6jRDuki/GbtJf86D
BIToxAe6zEwcol6bWsNXDTzpIDYa0x05nd3k9hzx7xxQxDvMpLR+nNSv9mRKEtHE5wiEFh3bOWZD
SXjopblxK93oSQ82ytYEKJ1a26YwqkvL6Ax7FcZN2LtjBzXzEmJlJjARfbqZSl4DoElesRtSwTuz
uk49hxEBBaSS/FcOwMlA7b6TLZfNRf84Kx09JwDE6bIrOnlGP2cRREtEDf9GRjIzuKUspAUyrjd5
TTzkUHo4eUPSuaaBDc3cTiEbzGKw1o5Es4m3QEsgVpJpxm+bSN8qu5VbD9R73yEgqjQHA4Ix2Yuh
iFW6Kwa8ygX9NuwY7Bh1eUEJKlmaAEQfZsM31eXUc8D0AA/75o1UFfRIyiZWyU125K53badM8gWA
QzCTSWjiOCbOLH9gpsau36ljSpBKr0jtsqAWhS9+qKYLH4AxPszaIqZTzy4nYkJl/qK6MJeGFGCs
lYdsxsmSq360gM0QnUVOB3O6z/RozxqBQR+PMWxyx+q1K4fNJTaWtOBsysDIv6VzF6/aggq1PI7N
kinAOA+wGu+AzrZeYEBrUGdii7wx9OdpoQ6CL2vIhFZD5NRckGx6vogKCzvwnNXRHVTLdKvCt2wX
uTkH5yEZGpdInaaneE50IrLA1Nub2Ohm2W0kTO1uAAll1Sh59mIbIgFmpKa+qx3f4TXaAcmgfHjf
OiAY38rOrm6kdkpfui5Nv9Y6ITtuGOjFxShXqrOQzCZ4rtomeKBlScqxXUIQnhE1ky7QRHt90JO1
klYFcAENKZ/HuSu7B3DTXVTmFK7tqiT5WleHEC7FjEvNq5pyui8mTvM8IkzWXh3qDRmIam6eT5iI
Q5dks/ohbsrqrgC78r1qaqdm7Y/qu6quYefWDZt0d/Z749Jpo7r1YnsOV3AcyBaKW/gmJBvtJ1Xv
r0olGiQXkz5BOpEyEx9oIC3jCrjpvueSbV4Hcx4855FJVJYlmVp6niaReNHOdZ/b5qPghcKGNCSF
IgRW7O90UTmzz7ZwVZtYkRfE5pkOpSylIP1JAppCPm8x/axsp73ox1jd2M3AY5gqMlQbUKoA+uWv
ySCbP8PaJlgsLDrtQdaI0eV1MPLIgnSM5SgRH+UWQaHd4xMfmoUjF45NWoHZ7eaRbf4uGfC2ek3r
zD9HJVGuO9tJfwaEsUk498tyC//J2sl+Mz9bxqjTZVMVUDN5n66nwMLBrWs5JdqqnF97mJhNJl31
sUPgWTZtEt1vfpr0KhY6+SmuihrgIdATs/IY2PD2SdbWLqWAkw36cb86zxK9lTneRTVNPluZYP4E
vQaT3p7kV7Wv/Bt2a8M2IGXlHsr4dO7k7NZBXPgm20nqc5SRwmp6iW1n5vFVHWTR0WDWLwsVFJSl
aCqvzE8jQBBFVRGlaBsxIJWZscccF6kBYNI+vs3tJPoqY4NXFry73AYB3uoPNban6UT55uNG0IHA
yCJK2e3NkXC4hLZxK5FSOFV732yy86AxSBSAIrTg1fkAeCQHck4/bbrAOLUrf6vGHC2o+M84s9OV
BGd6LFGqR1NLgint9gmH69jzWXY3oU5SQ9JBrFrIBQ5qSrOER0BemljSyiGeBk/SstJL8btfN76c
XKp6TNreYFBqkhNrfmKta84mq7F6Ag0VrN/UVmvwRpnRXjtM09aCB9IhKxjqaJ8GbT55qsr+s1Gs
CBCUT3jlOrRHU2J8N1AmsP+1ldv6SnDbgebpTxRWPgrSeOqUpzkRIejlAHp0ViCmMAYjo9R7VS3B
0MaTeTu0+lPmaPWV4VTysgD96mkV+aWxNrSLOiPVYiDxbcl+hO/AtIgar+AX6EPP8olDflM2luPi
I1Cv8LL06xLh/LrvYnU56LN91o5BeUfdJjgnE7U/sR/8uCMTtRpEsCICxqAvdzicYla5cXKMet8T
a+0muP89+E0dUc6mceLJia3l0fB5d6kPm1zg/zKaTaveTx38Fi0aAITN0Ex+dyuNM5VKIk03gwLQ
W0Pu3a5vlPVwymUj3/tS+TSQhH0d2KS3a5JknKj+/OJ+EAjhYsCihlD5uAVUIovvgsgs9qBULJes
F6gFEDpPFAB+cRV2sOJAxGaWmu/RSSTyY7sy+6DchyNLXJv67J1MKFKfP7Xjq5iyMAILaJ7JDMYX
fjgMJlny6VD31X3CSuEVnQ6qvkV08flVjsiuWIc5uQqxNQUzOkr0DQ4vMxet0RL41t8X7vcFHEp3
dnH1eqX7Gi5hE/1PL3f07EyzjPzR5HKyByveY6vmRUtpyVzOteLlOQGGq8/vUBxg3o9xcYMU9BFK
mG+k3KPeARsBtDR6MNybpXPdauzMtTJ+TpPuheSIEyXXj+/s8Frq4cP0YydtVF3q70G/68aPKN59
fi9v6qfPbkYcsN59SqoyUEUkoff+wnEr13HJGVv2i7Nn3Utd21W8u9BbM7Ut1FXoJgvZPWHQOC4J
cHoTpkx8cOJ5yh/0SVhBCpPMoXGfVLmseH5SEBElT7ateEDxmnMlKZGUlXncyssEdBVRrMlkgcIa
5VRfcmYwrlO5mfMTh1hhgX3/kt9+F/MLe2EaldYHZaeI7/Clopr2fhaNj53Sdm5icJS1pHA+6yod
8k6h+XdWEWl0cZwWDBkhh4HUDNdTXpqrzqnr66rqbwelSb+2U90uJrIwFpGeJHefv8OjMfL2UyHL
ig6TgmNCOf7gOF+yqzPHvTNb0qID2oMcj6Pl51c5GvV8ygqFSaGWxLHLTHg0Ehu91ySiYKz9xF77
Nsok2UvKpvMSSksb3xzKPz7s32KQ/B+iHsqXfNvWLy/t5VP5f0Hkvag8/meLq/c0ZU/5v86aFMZD
897jKv7cn6Zry4HTgDeH0pXzxhvhbfxpurYV4cdGXPs3p+Hfpmv+FIPZpHFFk99iTfu3x1VxvsAG
QQyLe1ZDHWUrv2NxPZpVMG7jvaWyhrpR/AqqXYezSj72Q56XIeCkKGnXEJLItBYnr1mxVkozEgqv
KXDrZP2nPajBjYVJZ13PcOgrOipl0vsLJyicjdyy2Q/qKdbcMrLVZZ/N/g0jkbiaPj7rzP5bSoDx
D4dUszNz1LM/huB/ZvMeasz/uA12f3xbYF2IzhMbq3eTI6JVYoC0Wl7N2o+iDJK9VRJJqVZDQsbt
GHZX0zStOVq0WMPhYEJWLEeE2QFwtzCpo+tCnRGg06j/Wkmjdi4TwQLSLB8NVyGeYVvbSXk3zuUD
wP4Ta/0HQgV+d3qD6MJ1BWsIqYKHP13lrFIFbApXDRhd4E16vbNJqPxW6LDaPKdWoNGOZfFUTHp+
V1bDPqTtcJkHSneFkimjy4Id8aaXs/I+rmbUqSqS2dY1zU4GzZYNL6HaOwTbtt+motbOMjnsn2hh
qQ0euCy/be2uIExmIvdslK2z2ilUyyUDx0/dgrxFgOl5uZrC6EE2U0I7KYkLQhS0WcfVQD89v31B
/03dmfTYbWR7/qs89J4PnIdFb+5A5qCUUpYllbUhNNicp+DMT/9+kdXVlZeXuES60IsuwAWXVXDc
CEacOHHOf/h/EUuGP0XXiz/R16/b//L78tf3DrWE/w+iimSl3ogqK+0i+f/+VywxcQNA6J6HMOna
hVGAa/435D+gki/YYY2L+v8KOOjGfwOjhF//LxMBgtO/BBxQQyKYkNAC3LYt03hLKLm83CwSYsIS
/V26E/TGaAte7mOYyl3Wdt0QtK07+8IAkJrE+rJzuV2+kP45Co9t0+C/uEjXhMca7596tPMhUOrB
OOATzhNTi1M8+wxvJ7PYG4oY/DqmpKk3khEV+OhgJmh1Gmpvbgi3TmAy8+oLP/8zifuvsi+eKwwh
2v/9vy7bAC+TsqTIALBEeg4wES5HQkA0N3Nd75HBVCJ0kC3lHa4fLcj+Lq6DwfPqANe91gcm2/4x
4hfy/fb4G5+O3jxleUTKIMesPx0vfN7tytgHdq/bBxWc1sEJjT3kx8Z6St4l3X84Fuzh1eO2reNW
C7OmD7Qac5MFMDfuprpyEN28pz+zNSGgNOxDyZAGr3e5oMhkucqiligjY1sWOEbonMPYM3ZunY1R
oM+zGYEdeHTjVs+L0sAhHAPOLkDoGNtNbHo+IVT/tsfgy+YgE0B9wgPqTTaw2hy9g8psXptdUFPE
epyrKfw4Q/LYuYYus+j/MwodL9gHrNeVk3DV6e5YjXoXUH4V941mUltvVBeR6tx5iODNHHsHvcMi
gVb45s0nnQnos0mrBtCGl99KTRWn6MquC3paK0elMuvzmNjzmw8zRGjqROiG8GPhclyO4ixqlTSF
XgdliJBTNTXKO21KbHy8FvHh9oSu9zk9NYIhGAF6eyR4l0OFHvJSbT3VAaZTzsOi9849vqzifeNY
5c6jc2soIH/y+W6aQIxWa0cVNzaXIqnZ4irt11YUx0rRU19ZUMa5PavrzQ7U79VQq0TRaKbZ7Iqc
obrWuKvMzHqcomJvQnujrC4RNM57rFqUKqDgBZ2ZsudTUkXZ3e25bC4b5ShpGUF1ck3NT4p0LgAK
M5clmu+sWAdrAy78lKpFcro91OaE/j3UOhLh6dqFSJlXQTg77r0TWUtgJ/qftwfZmc/6UsRro6kr
VMKDOkVhMw6Bmsajop3aduh2Yp78zP+uQsg4wTZA8QlZA46rZ66yVXAJ8KxUtwrwZhZB1BXWXaJ2
hZ+4xU+iYb7zpTaXDxK9fJ7Q7FoDLeJIQd7TdShAO4niw9JGsB218Td/JESGXkqHPCFkDLo8sc2g
oOaOjGKQxd2Xfhqyc+2ZeybjVx+J+gTJG8U2l23LVX05CCqyehJ2ah50OMIdbS3ufhkQivywFgCI
bm+Iq2V7GcujEOC4KN85xuVY3FZhRaaYB/VgT9/DiJSdRwiiv7eHeSlYXOwGxpEPWIlGl2Xr1XGt
wHgWMeyrQHWz+L1ie8m7cga2MGZW8Q695v6DhrHfE2C25h1PNP1DBsz3a9+XS3rUFJfOoREvTw5o
KRKOKX3kBmg/lRj07RSvrnat/J0sOhcNBSJYfZfrAXspsRLM7oI+6r1vogut9xp+KIESmZCs0+HN
+QcAV95ybCVDYujXAcbUMUdtIyymdE35gpigccpVZw/ivvGRJV+V4ibAEUDEq8QgW8rQylS81LMw
F75TNMjrgBLYWbor/UcyNnllAo2AZUYpYxX486Y3VAXNw6DlM32n92vMJxuCK213E+YxHXhsJ+pR
4DS4FNM/DCP2gobq9u9EckSR9bb+5GqRjph24yArzUIcQBuAuy2GdjlTlaj8ETpXhcXxUH+8vUGv
lwgGsws/DhSslPyQZ/JVWUA3cCHhEsmCLJ/dQwEQ4E4os+vfHuUqd4KjBjIdXK8OMIuX2eUoSgT8
wG36LAhFjaB1DROiGufInwc7eRSDEO/Ccf7TwS7h0+2BVxV8orEc2ZJOS2ASZQPycmQcHGTvuksD
B1/16QCNy/hkLbP1vaoFzHBcFxxwEfCTP86pmlWnBt+S7FjTfl7e1a7HsYP3CfIIIfJvUWyjZZSB
cIz2hF2ujx9vC/I7oOU0ZnR3dWn0FsK1EzIDwWLnAMTy9JsVl8ah7Ar4dxi87ISlre+BHCHKcRT/
QZjLXfHqq+N4VHnoQ6RBhj/vsSit7mzJp8fR7pIwsLPa/NaDXAvq2S4/3/4iWxuOjSDR3tTIifKX
Q8e6SOc27tNgwlDojKgImAx6lMHtUVa1+JfvzrPDgZlMgOfJvYq7ZVKBWxB5GjSpQBU/V6HM2kMx
/da2k/mAn6/xMCNF/3mhjoNdfGTej80Qmqeh7KZ7XTO9t17TBgdAvumQg5REjdXdllSLplW1jVBG
odKwGpXxKKSD8O1pbyyuhPBLzS3aNmz9y8UVyzwtfW4lQR8r0znSixo/hj79D0dZfUItCQFnc10E
4+wU54z7/IBE657+x9bR5eSCZqRtTd9y7ZQWUt5zQYzFwTwUHxBYMj7FSSQK6M0WVFfQUX17rJvZ
pG+v2MnveaX2R7NC98t3U1sFhmRXJX/r6b90DhW6BE7int6+3oB+qSsRQA3g3Zfr3VWJouEeEwdp
P853xeIuz2aOUcbtUa7zIurYcEF4LfFWZzkuR8maRYtS9DyDJCvGB3r2eCJ5fXwmcx92Pq08Fpfp
CrVWKuYIBVJoZSddDhWPtOjwWIoDqiu4yDgf2gT0Xt45n+s69FNX/3F7ait4vDyn4ELw9aRYhcwe
/I/VgK42LAKDlABviixA/GeWZugImzY84T9IYRQcUewOfxu1AnkXlX5dGfEzn9L6evunXK8yJ0eK
1aFxbpKCrm5x3HvQuc+SmIwwX363XawTgGl01HDtYicYXEf7y6FWwalaDPg9A0PppNW+4xXZnaX1
M9x8L3pn05H7D8eT18GrcK+Z7aA2IeNRxM58nNuMX0mWTUeA27h/e7qxc91fVeskD03mdpgNWqzm
KkBgZCw6UFhxYMShdtdAr8Ph0EmiGAmKQXtSSpEdR5gbJ8A37h95Gu4RXba2FUssUcMkmTZN/MsZ
x0aGGAE2Q9IOpvkoxr764iDAeuzD0Hgc+crnxily7B7M7MGLmvDcu7EHaX54a/mBlZCUKrqMsj61
9heMp8oBXSbiYBo16ngcu2M/9AIqTK7uxKKt/SulDjhSFEopuF1OGecJoUVVFAdC4Da2zIh1Z1hW
HHO9nneixNb+BT2PHR+6pfTEVqvbVenk9rkTBY0axw9GPI1nXE/CczonymGO83RnP11fa5RcZReQ
bh/CEuskLhuE4jWJEQXZElePpRi0v1SnLHeqUtexj1HIGagyQ4CnMXy5gM2U1l1LXztQq3AAwokB
Vh8Zmq87A5Ba3mWnWqR7Jd/NqbFDSQ4s1LTWvK+IWiOpZhkF0P7qT0vVjx9jzRh3AsBGOmRI2jdX
sVQxgEh5OTdFcacJynoULLlZfMyWbP4ZERYeaEeG7/WxcR5akAhnE3lp6mNpeRxKZ3oGSwBxpyr3
mPYrSudL1IeHRiGB80kpdZ1/xkjAGzomJgHFyOoDzjHGlzJeFG7Qtjl6aWb8prolgEBw7s2fVYqD
HWBL8w5aUfpU61F0b5QZiO7bF8DWpwAFw1MdDXhZb71co0LVRiVRmigQtWf8qaolRio2UPKdYa48
RyXLkpAkJSl5+XLdXI4zo7+BH1AcBT374Uel1945F6J+9IrFeqwxAryfPRHjLtgq57qo64/LNAPE
vT3Z7V8BqQJFJwlbWZfm2QteHzqK4qMGsvyjHIV5TCsMjro4b49N37mUgL3s1C1p+n5JHGTHsO76
x+0fsbHikh9Ek54yGe+B1UoMDiGrhnzqYxOQfVRoWp9djJ12Nr/8t1zmNAYNPEIrfB0mu0akyWMX
2+Wo+NHSfVEwKXtK4sIvG2sifnk7D86twThe8LF5eboo0F5+XCOpjSUbOsXHkA9BGB57Z/IJ69nK
S4hwdv42wMzLSSLxBDhB6oTapbG6amMvda0+75mc4S2nUYOwoCRO9vT2D0Vs5BvJNaRMcDmrvhxJ
nHqh+A4mngeMs8gFw2mvXLMRgKUmHL0H/gO4Y1UloMkRLwIekz8IK32OZujOHvT5M1iD9thXzfgo
MKjcmZr86evd8XrQVWSM8ln03cLrJe0W86mrx+6x6aThUVuZPxxjDO9a1x2CsA4d/82LCiwDjQwJ
GZPisZeLmpUK9ZwkUnwvis1AHYj6C261we1RNtICNiOMdZaWL7jWIEgAX46WmDxfK+z8OIkFhYfK
w84Dy+nj7aE2jjP3GBVc9CRwVF6/hoZQaPkYC5zo4sH97I7N8ijqbtxJqWSjfv3FSCtRAqPYxtNw
3dLBWlIVi8g93xbG5E/oqxawwNLqAJlQ/YmBQekvqZr8slM3X46TNUQ/4Vho73U8TAMHyaHTzJ37
3PYGWl3a4iDjVRMIj+2w1E9xaWE71/fjDgx+Rdl8Oaj4KiFvik6DfMmtciaVR03oIDDvwx6q35s5
NlkBcnZQpg5onhbFXar08Xygmjn/luQLelEesiU/kVfKfsOAOXyOZwezRLSeYFnkfPL6YJuVUR7n
Meqj59tfcmPTyNRZVqMo99PLuNyaTeb1tqL1rq8MpXb2arRN5lHJz45AGOA/GmrddlRHL7IBJLu+
2ybTB66J9l7Xp/GpmZZw5xvszGrdxJiHMQydqoMPlrnt74jMqrCuO/ddE/fj35mVFLFVLfAK6Gle
LmBfZVEKtt71e1WI/gSoFg5YZgjvt9At9liKG+dOqqXypQjP5FWrraVQ8RlQhnZ90MoIFcTS53N0
9pK27VHQHnzh9MKqvpxSzvBzKtgTVO7h45WtcqjjstiJIVt5CZP59zCrrZe5GHRPeeP6oLubL83U
0PYOFfOdVqt/pV2kfTdCq6cmgG+h2tsFhpgwwd4emSX2G1AhgdPz1nkJBFPMLNWW7S/gCqLaMB/w
OX4bv+CfEUFSlREVwxQJ3YvLBYVKgKpsVrPztUQL+F8xq1pEd7fP1+ZnIzdAfRotYPtFe/bV29+F
lBwORen6FMn/iqcm8rWyGXZaIJsnS4qfU2XnobY2mOgp4vDeZLsnMJLeo3edfxkV1wraOtwrue0N
tbqvKxQoRGRziJusKx6l8HvQmeNyxMO3ON1euq2hwCnIy5OnE2fr8gPp9hBL0I/rD2pU3c1d2j5g
K5mcvLFzzreH2vpKdCfIA0BG8ExbpT6wWT1qmxzhCtUpMrgKu2IXtv7tUTYSLNjUiKghpUK/yl5F
pRCzx6wcUj7TOFgPzZwkDzlotTtsnY1DorvicSjj+uvfGJQMH1gTNjUAdS5Xceg1pRwy2/HTYazP
sgN29kJzfKy6bvlA2bij1WAkO6F+Iw2X0jmg9iwedIx7OWgtYJu6M7u+TjP7fTGOhq+7Cpblee88
ObGRvz1iSGYNqRzVfV538vu+OmVDZi212nGWu0qUWKfCp7WqsXn796MOjrIa6EHABeuzDL5fndWB
UTQ1G85jpLqnkjfFSaub8iiyrvnceP3eBb1VO6BfQ+VZEuABVa/2JpLptRhYaZ+EAfPoRtHbj+gR
lRU+3aX7R58TI03IRc9RC1mgTmRHbYSP91hmkX6vkLfsLMPGuQRMhhIsqExy53XgNNTenGfdcHwP
q8ZTMSMxqqph48MZ+zvfFQQ4aHJQfwi4rK5WE5CmyHTX8Wsw0B+HEVk0MxrcnZR24/RTtyM3p92h
kULLc/tq99hKNaotAcjvHPZor6bFKenbeOdq3RwF/JosElKSXDdho35p0zBllBrcvJ86/fdFDOXO
c2NrEEhFpmTBIGWw/jaZM6g1QrOOn7Tpcjbm3MVGGcey2zFlcxTJDACJIt/QqwWD/KoneT46vgE1
5QhTzz2MbtzvfJatfQYaRfpgONAN17hzfKByYcet47ft7N6NSqQ9YOlRfDQ8VZxuT2hrKN6AgINk
944jfrkDFsyNDby0HV84pX2yIxveF68QH70Qc+cLbQ0FZ8JA9ArABxvhcqgs1gZnmSLHB7FQn5a8
Q1hfcwosAsbdZE7ekKvHNW0ksjm6nuBs1oViTUP4rgfm4WvCukcqFkWKSjlTpP6Ho3TQmiPnc+m5
/RG+FDGj1b+NXfPj7SvLU4YGGvgG2XG+nG44JmGW0QskevWlX1kuVb3MLM+i8cadjyhT06vZkh1T
uiBEYzp6OZQ1uR2Gl7Ptt7WuPEaVpSObqsfHKtS0JytBjXkay+Ysunj46DZt9DfuIO5XJFl4fks7
rMvhI6/LFI6e7eM7bqKMUHbHgVi5E3yvWytScojYK69VU4UeeTlMpXjljGyk7SuVZx7GMgnLQ0s3
4Bc8b/3RWjTzVLehfRZVWn3uET72E2wTns100aed33IVBvgpBE2gMqCXaN7JP38VN5dG0yH89bbf
uWrxiBxD/mAP6tfbG2hFoCYmU13TUdXR0L2XZNPVZx3rSTEGcO2+iQj+fF6aXkPdVUgJGHXoJ98t
tflXaGRkU42qaBPVBOTPZ29BUtox4lwcRjPRplM3Yj4SDJ3qDcGAaftfyIBk1sGbHG5VgSDbo9rn
TXYYZyzRP01CVz87LW2786CNlYnuiTaUBwWUyk6Yk8Hy9baFWfPCqGYdpVPlOs2NZm+s3WYYAsdt
qqeW1wKG4G5islsX9a4eSCvUVFf+vL2s6zD0MipFIhwLwLvQqrv8drUVZYWuQYawBXrKaZbDnOkG
9VCKtj3fHkr+q1YTJApxGVHV5xm0bmrDuAgtl7sOLEjh+YOpx8/LYjrHKdKV57g2VT+LTPd7t7jZ
Dm1hvbRURcmZHFJQwq3URLucpBcrsaWXywA+wJz/oi77a1Hr+lSIqLnLbDe6m5Z2+n57tuuFfRmT
yjMpohx4LXseO3Mp9IHPaeZCPy2IgmKyVrlH4HV7/kpy579eWCpwJrrqdMs1wK5YU11Oz3JTJTJK
7EJCrlE/15haX6mcfxCPB8UuvZ3lXAdYOR6lfLJRKNno766WU0+quRiGvgmm0sAKZtKX+yFKkcvt
k2w6a/GIeguh/n7i3n6kxR6bb8w7Xn4AD0Fp2EhIWFc4Gy/N3dDOm2DuWgeLCS64Q6FCdN8JbNf7
htuDxgS6gRI2t4aDuT1i70TeOvDcJMK7vNSHn5M9SMoBbqL3rtYbpwIcafDWrcOw1N0lG4pre82y
MUO48DYtmSAb8m+566ZHUTe/Q3Tc4yitAzfrSLkIwhUlMqpj6w9p1O6oNKifBJArrfuisSu05pV5
p/RxfRIYRZpqym44T5fVhbhESMfUA9oc1HrGr6MRKvfk3uVJLfGP3/li1zNCRA7ZA+YDjQJ02+VR
WLQMyaA5LYNYKdqD6bTagWJMfrr9ga4PHJg9dN54cZBfXPFp1GpWE4oIRdBEfXpCIck80lwLRlOL
jthHizdvd4aT3Sw+lTTm0i8nNaUCvSheeoFSDd4R0FDk59m0BwXemBQPV8TkPIOTRZS+HIWlS5ci
tqoAxf+vdrEYxzQz79oOjd9R0fcERDY+FB8ZojFeFTIDXqW/mPA6FplZFYhJXT4aXTX7o6e+FVYr
H1iGRLuSCbIh1gqUZqhYg9ZoVdDUufluhDf7xajUPdHc6w3OKFQEUCOGMEYMvly5fC5xRe9MqAaL
GqLq1FGm1wYzmAqjffv+BkUJ1I3wS31qnWqlqtVkmaJWwVDj1q6C/6NP3y/+7f299XHY3QBYEG4n
jV5NSKGQbeVTDk1jHLWjXi8dhANlr/G2teFwjAVsS5rsAVK6XDZvgsBb1l4ZjFnj/iOeW+3cz56N
BeWQHRFdDncSrK1ZvfDSuDWoz6+xqHmvFVmDrm3Qp3StXGQXjkWs/I3DykYA28Gepoz4ksa+Soan
vh71cszLoAJbdC7bHNy+XTk7IWFjy9EQgjABUYDLeG10iXZDhM2HUQVYzBV3PDKK88KyATjtvJ2h
rloBHCIejg5lF9CPVBNWMbXOO6QZUm4JKrTdwU1dQMrGV3q1P0Sc/1Xkw2Pcl5+q2XusE7HTFt74
ZvLqALHL4JKQeblHRhHmI8WFKvD6aD6m2lCDOC33pri1mlKZiq46fUxu3ctRdMJiG5oVo1R4aAmU
5/y0zT8mrtgLe9epE8V/bOt5LznS3mI1krc0tgIZogqAoSNj3fTWwW2NPgjzNn1vLBGqXOA77oB9
Rr+hLNjuXMVby0lPn24HJE0o2vLPX21OKL1O3fRJFTiVh3Cnols+zdBuZ8dsHGw6EFzBQCLQCl3f
VyQahWoNsJTizmqf00UB5J0sJsppY4adTZmpe+pa14maS0sSFhGCRIT5dUU90zBRGIjDQd7OzSPv
Q15/UWU+CS3FDniBLXwAYNDsChPJO/Ey8ybDJ3gR9nE0ADe7Ws8pwnAxjAlh00Jzqk+Uz5g8ZQ+u
0M2fEwZWhx5Rz+cuKcWDTqb4pQfls3MlbMzdAiXHdUCySP9Rfo1X3zQxi1HrVa8ItM5THlJEJ59M
lZp3a3XwR1N9eAIR8FaMATEBjJ68HfAwIXyvYgKE906MNRmQADl2N2eILDhK1L19u1rk+JKcxFHh
PlpNjWiNGKReBGozRx+XuO4QdxzU8+3bTt4zq49IGYXkgL0qv+Pq+RQ7TtmX+VgEIR7mH6ql1j/A
Vy1PE/L/p7CGc5k2sXKoGrTLb4+8EXdQjuZtwQbiXbzGinZFr6eGaIqgqHGqUXkoHTJjrvxFV3e1
qmVCdTVLEn5OP3wTkqHLteSfAh4a6yJQbPunVpfvLKV76hLvlObiWe+GO3ssULzv3ftmbk6Zkp4b
I7oTdfX19pw3QhBlaXJmCpEUBNflb71sMN7l0oJFLYiACIPgxpstOztnY2XhAPPaly8p4M+rOJtZ
bllr0ZIHymiLu3Akkpbj8BW3lXnnG24EOxaUV4fEOVMEX60rMqRKmZWAmKcS363W6V1kN4HfJpNf
lG9uiXPuJJGOzUqCQR6zStKNcNL6rnayIBG1esqbUvxhDuOy4/C3EVLkIwriitRtpxB+uVcKJxoT
Q8uywPKy6Vs86e15XgY8JqfUe8ibQXtIh0jb44KuTK8klojGK4Ec6ARHkYTjcth48dIyhrcRAEmt
xoPSZ3lQwNi5c3IbyZ80Gs9hMesfF63QTnASaDkrIvfHFkFZxXLzY1QvRmCFjbOThVz13vhlL/rX
vCTIQ/jKl79sVhBgBumaBZVRDYdUkWp6cYnnrem9c830fRgmia+r0QcnLt6l5fi+aFz9kFrTrzcf
HhScqROSYJI4rzFXqSjNwWrgpyl2pz30rdf489wPOwFx44jKd6ZNa489wHV6OVtKjVNvlUoamM3Y
goi2xUPYWT9vT2XjhEJolJ8aNLQUi7kcpC1zjAlnRNpD0HanKY6Xo4en2qH3+p2RNk4oLR02Ml1K
Ds8adG1MwG+XdE4De1qyY5QQ4loHy8MDyf/ydYl2TVSuavNsF+hSSC+SEfA36w5EW45ZPiSw3twl
iR4sY0LHqYiU5NPYRVZQe1N+UqZEnNrcxY9rnuNHMVfpcbGTYmfnbn1KKfgqhStkT2t1kmWyNGlh
kQaaOogz7q7KUQFcuQPZ3/qWVOZd0K803sHqXH5L14mjPK7UFOZtFfl9MTQnD0TNCSGot5mPyhjx
UsClcuC9lCBXARBXFHN0wqII4GAp92Y4/WhHc8+V5kWH4PKyZBQH50ouZprb6wmVTWh4fRmj54vQ
8nwc5zppPprkcvMZnlnYHssRzalzFk9uhH1L3WIHSnXwg0TUg5ENx+UH5d98OLYgx3VqQjTETrE5
iY9qm7VYrsRV/cOqnOhXhuEJLFylCLvHBQXjGXFTpJ2PBXD7X1NnJL+PhZju56qYUYjXxYcsHQWW
hxoeSD5NjRKleWdeIvhR+VDdKUTAL2rXjlXQWrNAL8v2TnOoGd8aA8AJigQGEvZ2o35PwjH/U5lN
dT453YjGmCs89UfcKLN27vI+vDMVa2nOSNfj8DdkDuhN3YyQ2SqFk+wEnI0nJuvN04tQIKG460Lr
rDZp2ukGDPG0Xr4OwrP/aFJLObqaIj5ilKo9aYXp+kAU9QenVMOT5mZvbci+7CzCPGgV2NHU6y43
MU/QXJ9TiysHwXJ/0oflMNVWi7uws/dcuT6VqOaysWhoMaC+Vj3AEqxXWw/VAx2TujOetshgun/j
sccoZJdoT0kSmL6akFcbVtl4Ig/iLDTurGIc3udQ63bO/tZcyCeh1UpFJpr0l8tmRhlLuoyQuHBs
VAf4FGFYKDsdh+sAg3DMq0FWU4n1OYmzmUGyJKXNmbpZgENdfKR3vkdy2hyKhyQdI6q7V/zDMlr6
yhGIjg+R2kIQa0I/BLCKAcDc7czq+mJiVqB1Xmq6NClWYXMBrTMjVscHEnX50NYdAtdxVajHvBc1
toMlfqy3L93rxI4RudMp6Mgn1Tp9TEOReCJlRKtpjSeHqv/RmkfnJNxKP0pxFn9IjbfXqhiU+qvk
PQF3Wad1GT6ynurFeWAPyfgwVBgrOxA0uITnvYbNxmaEYMKG/6dPyJpN407jsJSllwVzUoxPeaHb
37PGUd5ehaULLZtg0o8E0tjqEnLaAnygMBjG0sf3elu1f3RlVNy/+WNxosgiiBVQJ9dwpLYoyP+h
kuC7lkcYYzXaPYKK2nSEVq09ocpvnwbhuDuQvY0tQoedy5xHE8D+de4PK7K352bOggh2mt+YRnPU
uil9b4eZ6leRmX6xF88Kbk9167sxRxpA2MtS1lwVnJGN12VhKgu6WhvuEq8LDw3eSMe/MQro2BcT
Oy71VRRhKU0NB8gsGJcmejfVIa7zlTVUOxFRHttV8oBh3b+HkZN9VZDBJ8I2J8T3Aqtz03ubPBeZ
7674ia5M5ntJawd56kF0wDjCfTCwSHz7IcekkTYwwDzev2vsV4trHw7nYRospdm9HxD5Ok5m1Ein
J/00tKa4V4oi+nJ7bTeeSHQRqZ2SoaEmRkJ/OWuMh4u0bhq0LCwsos9cNN77pBaOH4et8dfouuLn
IFTnkbRqOOhqOt3FiqIHNizHJ7XIwp0dtRHGaQICjsEfkmx8jfwviJ04MdQpGv+YTsC5zM/lrKmn
JjbinXO6sXnRJJTKJmxeILqraFC44aznE48ysorukMZNdi7Tfi9H2poQ0tHUjklIecjIP3+1q8xE
FWoI8zLAThNG97LUPkZ67pNhjXudwM0JyYat1AOW9ZPLoZxKDbXGYqi48b5Ftls+qEm8R/jaiDMG
wAgIxdyBYLVWh7GfYkgvrp4GhovVcjo107ku5+gdOvzKMY5s+x7I516nbmtmUnSapIh50Qy6nFka
FlWPH2GKuIA0MHf18bdpqJrPt8/Cxr1OO5BL9qVIimX2ahR2hKkXPDgdKxk/ZFEknss0RN+kLzEO
6ULD2ok4W9PyYLLSTYM3DZpwNeDc1N0QCQonWuUGlmK2vjKre8qEW1k6L0nEzVg60Ljr6kOuqMVg
ZkMaePmAC0c8TvdjoSW4RvXZcxRB2SaRye9BlCff23ax/CgulmoniG+cA5YWjTUUsiiDrIXW2rQF
7bxExBl3Mb94SpocGhXhChEOe3SKjWXlsFk0bJg0oserI9eP/Ti5xZwEZaWW373EZHe2Xnm6vVu2
RiEbo3nGeUANaHX3pfoIhnvOEItRtG9NATDTaFAquD3I1qoB9ZC0JC4GSpWrHYL6YpSVcRJMWaQc
KesNx1Kz50OhG93OfDaHIt+zcXmmM7K+foplLG1RO3GgxRhpRVN4Skb9WVHS8G/sBBAevNNZNFlp
uZwTtx/mqQ7CNJVjR8dqbtWzMSUx3i5v5oXwNoS681J6ox9+pcdioriCsIKOBo7ZUP8TQFhNJXLP
tz/SRuKA+BTlVoe+u4SvXk4oFdZQ6ED+AvqAyEbAnggT36kzuz3zTafzONvOfAwBwCwHrNVcm8e4
Yu1wiK6CF28fKh+ysyM5seu3qYSQdlHL+UJEs/qQDGmLj1sSHsgUnVNRlOFOpf5q+8vxANvL0qrk
YK1CstdpAsmrMg0Gxyl8Tx37g2t2e+bKG6PQD2Ao+mSyyrza/6aNqi4P7iTQvPFno/TDSdVEuJN4
rczoKU6RplLz411AnRH0kew0vbqj1UlAG0qaJFCoJdT0AFowIQpyd3ncGr+5iZe9t8cUyzVTKIGT
an1yKIRePDl4HR+jts2Ko4flnL+0EVa7Daqvwhin8wSY0M8tRTlhIWEd46Zf8JgymvlZmRP7y+1N
eHV85Rw8WYYhi0MAebVSBcqSQu9YKTPu2vbUNCUi+JVr58lhIqE93R5Nv2q+YYVFysSm5z0l87XL
JTMxr0gjBb+xSdfReIjmJj27ISXSB5XaSfjQOhJ0m4sJakE4Nb/EMkfvvWqsUK6ZcQ5zQ819gLRd
/optQwmqWZ+KQxtZ1VNSOsP7OMOOte/D5KlaMLktObk4JumYuhiLed91qRuUgyruitE07ptQ+Q6q
eo9Pf733mCLSDtApoV4R5S+nmGhqqYGMQMypyq33c9amh8ysk51z9MI6unh2sJLoYtOPdsDWwpm8
HMZOjUjDfjIOQh3r6h6HSbXWf4ubDuC796Xt9UfTCZ9R4ssPZmH6vIrvPTMfDmEpjnE5P0/l8Hs4
0NkY1VE9iFH4Td4bhxm5nsqYdkof12siK1KSm0KCCfBwdVJgf3uKSbPRN0vMlg9lZRaY5fa9srO/
rqMZ48gHAAAS2J3rlCXKkMxAwMD1i3AxPiVOWv6oKPvjNwZf6jfMefduv62JSVoHzU3QYPx1+RWy
1plEz9Xgh96g3Hsp7y5jivO3Jnzg5iTaQXLrZPd4taUsL4GVSLMDioMY782+SzBftPeIFJtzAStC
gi6rAWtOuG1UHfalzCXFL/MpUht8NYss2Xk+XQcckizwxPLZSMa9JibGrl4N2QgzpGvq5mQ38WFw
qz9LACpv3wsymwOgh8gZ5crVAemMqKvi1rX9Mormx7HJeYIbDm+PwRo/N7O9d+439p58EdMx5AuB
AF/dbIlpdUVDluUXsHu+jT1Cm3aBCFSH8OZ5rDRrJ3JvfC5JxAOQyr0NB311ppas7DR0vWzf1Tv9
MYyt9EzNaPJvR+zNz0UqBE4U8hrS4ZcbHPK+h3yZnJUBeigGk3LXYuaNRpC9R6jfWkDuIgKnRLoB
V7ocyphdpAeNBYoL1d+HZWmMD8NEv2N5Z4m03tmG16snb29kgOisE0TXyKwusSrcl/CLFvpsH2Ih
+FCjYuykeNerJ9twtFQphnLZvVyHrzIEnPyWiWF03228H4udaUeLOq0voJzs1PG25gMAwiQ75lEI
Sv5y8bpmyIkIuu4LT8FBs7P6UxHl4ZsDEfMB/EpPms/E9XY5ymxE6hhFhk4bOk0PSdZrn5VW639/
654DBkTjD9QaxdArcz4PCcq4Ckfdxysn9NGiSfy0ttRPrW6FO0NtLBt3pyTZgj/QMIW9nNBiIoZc
uZNO3t3ct4NpPfaFsycEuDkIHweQP65G9DUuB5maUEWimEHsHFtKuNDuA66ve12m65KczDrY0aQe
ElaxrqrinIrGa1Fo/uKW4ncRd1iYEuy7+KNiktg/a+HYtodMrTN4amFZqwcsJNXovlpwPzsgoylp
VrY17AXG6+mTBb3AAwF0Sv7B5fTVqOjGBG6Fb0Z29mcO6JL+v9rsgFiuowdlc5VKtqS/0vZfZZZe
MRdtbpUqi0x/zXVnZOaj/N0QN/XRKnKxc7I3h4POSWdaapmvlbShZsF0KSLV58As92Vt6n5io80U
DdKlSi32dFmvFlFycEgAyG24P8HrXy7iECamMEvT8s3BxuHI0cqzumBFffvkXc2KUYCJcivzNINt
uIoitbogQNe7lt/OyS9z6JyjaGcT+YDuJ86Yxc7bc2tOFCl4CtgYsCPTczmnqU7SthGqhTmxmR9R
oa/PkWfkO5F+a07gzkg6gU5ToJC/4lUMbmAqJrVimr4X21EweXQBzGEZ79vaATZqxnsynFfi8y/E
2/9h70ya4zaWPP5VHD4/aLAvE/PeAUB3cxcpUusFQVEU9r0KBeDTzw+yZIstjzg6zOFFzMEOy1QT
DaAqMyvzv/hEL1AonKmOp265ZGwj0UvdF33CJLFbJ5HgHzJWmGX3NnAA2+66jNa0ib77uFamE/ZD
qt5gxuEUMdJzbRdZk2nKyM+UMHZVa2gWiaNvRSiVAJRdqW55bsi1he4n5wlGBxxcwLJDCGE4f7RL
ZUElVRi9vR/San7bALrYLQ122lYHlQ3dJP8C12vrmSP0jzHry1VRGaYDspFJjxKKnP1V91LOJ+ma
VVftMgXnAWIf537l44DWYx+Bj2mrYifttIZn4Pp7GoHtld0WycfJcuXJzzfA3yxJGhvg0SBOb2LO
R9ssRedhwnnY2gdNZl8tqAiFerWMv5pGuWsEQxE5oYeweZc8XZK0ywT2MgJ1DGEvOPx2Ll0sz/z1
7QXEgnxgbErcP1joDZaZI/5R2vsFE47ImVDAljYr7OdP7O/WDSoKgBS3AylayU/vxWywZ7aUb+0x
dmiTqParOTYCiFLh4C7DCUci+5SO3i+PfrfWNwQzSDGbHeExwXwuvcWoLOo3jUFiCBgBwq4Ihmce
4d/cnG8ywybCEw0JvE9vTjW21Hupm3t7U/YODK6zQ2zNiBNFPg9zgiK+gq548/NnuoXZo72I+gEr
BFQSFfWx8J+7VDZ6mwsFgzGnoVzm6q5Qs7czusWnpZXIXesn+k3iL59/fuHtZf144W1YAvtjU+V8
er+94aFbTuyhKpbjTky1vCrRpj9dpGs8s9O+NCiOr4U2wHaCIeagXvH0WuUg807Kxdg3uQ7Pesi6
Cvt2e+Su504r44SW20NmF04MYtvfMaSWO7fwCjuycQjeISk3nJEyvKgQNH3GwjbOB6sfzqo0w/vF
E8j9akzNAtnm5z27JMwWs45kbnTjM53pvwkaDF5B6RI4mOAf084CFLp03o+xD5zBPdHmEtdzBifP
bLS/vQoyIiZX2MgkR89rrG2dLoow9po7vBzGxLsWSWE8s/K2X3L0UkiRW/jnCuSCowKgHWlozro0
9rm2EnXz6WPQ1SaSY9PpMnJW//ly+9tboib0mArSDTgGhze5lclk7Iy9wAgl1IXlnZYrBlU/v8oX
m7jjm6LFTkYmFtLPP7opXIGToZo7fa83TuNEMKSH9xiL0RakG+J/1Mo6e9NmZpFHs4WWG/3EWY37
aqJRGaaF1KFG+sb4ubfmpAsHZD8fLW9c71UyTHjY45Np76BEDHmkDbZTRQM46/yAmB/Jq7Ll2iG4
Hbj3Tt0FQWxbC7pm/AvybWsZU04RnlhNmBd286FWif8pYLL3aHAGvptsX72ehZbbwHYs+z3WDeUc
wvJ23trpCIUAGowwQh3WHuhW0wfCVtmpPkc1Urev/HLS/QhLE8Yj8Dvb2ypX5ft06Oc0suzanKJJ
b9chMjp/bjbSTCVCvvji7P7ht56X+WOD+2pSFW7opoCEQ731m4/PvJoflhvYWQIsTSeSLezqpzEg
8KtuBfyk7zmaeTtzrrpw1vIOg6j5ORWnH9SPmaHTouNkTDzdzGW3xfhdHag7cijHtV/3GYehPuLc
t55ybG/IvXWdD6fzUEwaaoFZIeNKpu4bzEe6j2ar6nOZN4mMlkrRJbXLpn345aewiTwxgEHqiIV6
tD7nue+KFuoSeM3ejAJIkTEDRCM0u/65BvyPAZ5cvRmBgLEhyB8rZhH70mBwsnU/JIbaoZZr7zXd
V2AGp+ce+I+5k0ttB3gy2QZIPjqQSV1owm+dBenNhHOn0SfdjbHa+PHadqpdI96FDU+6WOhY/fxx
/hhV6EygHMewEN0JAFtPX7QjnCpL7HnZLypYz8o2+Rw4Sn+mMmDV/Lh2//Bx/yJMAOP46WW6tRHD
bATjPmlVGZz0gVi0XW0ba7mzkmX+YDs9+GG9Ta02dEXgvplyv9B5DsoFfduPSRJn7VwZ8eTUhRki
fKvZYS4szLcNQxnZbg46x9yR/Gd7lzlzfzcHa5tFKsnnAowyugwnWAfSs+rrYO73aTXCR3fQId41
VbJYJ6vKujKaR9qtIQEfRRQ8A4o0yhMaX1ddXWOEsqyVV0S1Y6bv+mXytajzp8yPg6bzL4ChpfaJ
m/agSb2hDcKuVOadLmWfhpOqNaqQpEin3eQOdblL0jq/cUER10xcUl9EX4Td40Tq6XbTgyqjTX51
m3MaSRVbxuJihJyY9bt8EcktWP3qZvJT91OfSO0WVJpeInrWGbdebxhvpSV9LZwHv5LYObWcsfux
dVyAwaa6tCvDBDHszMHLRg5tEgalVzjRsrTevB/xYEbM2NPW9qJGKYi56tpCZplyTaZM3XwOZH3n
B/kV568ao+bJENf0rkc4H2umv+4nv8oxKremEtmLta7DNXfqJMwtpDYOvdtlNSwuMyli5oHGK1sN
ubVTlTl2J3U2yDeWk1n3DEMFAh0b6jsf3OnK1bSsCv2UXfM6ybvxPM9Wc931dqCyjRjWWgfRdk0T
+XrpxoU/135oO6n9ORgS10EAx1nAltlZauESthgvJ0WIDctc6W/wYrGHPTVIGuxYKsNN1WpTi6a+
gX2SsZqCvoibBSL0lkI7GXsmkCGijlpClF+X9+VY9jw0X2OfZlJbcNPqRs5jU9Cxh/OccVKQWPLB
Txz7oyZdgThG7eVnK5/+OKX9wpsZfIo2tZbjBR2S1dp342TdTVNQSWowPRPs+lQFkWvOpovRlsw+
N1ZrX5iOyq+ZHaLkoFV+fl1Rjr7y076iLgy8ZopF79O11wujexhWhY+R9CrFrWlj0kYEO4W0uLSm
szYrnY942nsMt2j+cWd1sNq7tEiXz91QOremmlwPaXXTYAol3EXFyqPSjzBNpeuIBU5GkGp9uZ6A
sxnrKBGpfj25Gjx1l5E9uUOl+a6F0n5a+/4M8qXIu89m6yQfUPvp3zc+DMNw5FR0M9LwtiIz4CgJ
oN8YLkf3pTelF33eJXeq67XPHJjGMuonOTYRwqveo4I48L4opGkchqCyl705WXV9Xrk2D1vlxfAA
O8lpMKrL/GxvyqzMw8GfiqsGhG0Refbi33d9Pz3mdFhueDgJdAHW0BzpaJ8+tkEmvQiSudaECvfM
e7Tn5d2yKL07tAgm83+9YBKxVRtWG0mUnJNw7crijvZhXkU68y0jbCDWfxwDeh07LLdNJ5ZLwgIp
Kyd5x8dycF1SuWGZqiKLcqf3dgD/XEpyR/NeCW1BNc4pSj+0jFFcV1aHQBfOmh6rcsw28fY84BWM
jZd1oQUc9TxQZtKfJsiRT3t2VPDSTW0fl7B5YTZuG+2QhqNrMlTMEb/zQlpj6o5SaB1C3qAqqJ8M
69xv3eWVVRd6pAoLYq7SF/usXwODNWtkvjobTdXBbOUIJCKEVdM65AYVZnGeO55rjpvfJK6Ym7hs
KgdDlUm3b5MsqW/crB9dXmFr4OXlCuPEoel/3QYuzB+PQQnlFdI1/W608RrQAtEAgJP5xYoI6l1v
m8a6d73O6c8a7OZ6kDoavJBBEUqjfCqzi82+hbVhK3fet+y2ab/Oom0Okyy6hmZW4zcnZTdMwEby
Gszn3I7vKrr4Y5QxVTz4SWoTcLsGPfd6VM6FLwco2ZXZG1c6KCc3UnUhL41+RNOrxvjwgJUlUbTB
US8/wxM5FRiNZMo4OO5EzOxhitwNZVE9ZKam0oOT+3O6F1PR5IcK8SrOQdS11iF3VECN2mWEpiLN
uw9cYKZtmVGeQD8NjFscMEom0oNGJTBQiTUgV7WljNBjN9+uNX6hh0FOnn6CwauZhQ5vseTF5HBs
5qCendCSid+GcBvFu9rPdaQKCh1yTOPZ6zssqnE5W2th3vhmWZ1akoF/mKu+nUPLgoG/K7w0H08S
grEem6n0NBTVWu82RQHcDQNy1uXApvPOPK/TdDTC7aoKzaKpHqtcDgh1oRL0non3cN6i35qAtTIG
2pidRx2+rN1ynQSrNmEH09TE8CFx5tArCqjThWY3fTSiSX1azYkTtpwGDrL39GhNxQW0o/F64u2T
i6jlitDE8GvcO1038QhQfMD3K908KhkKy2s7n9MiBO2Vvh8drZaRM0wA4BlJFWe6dLpPLS02DnCO
dIqwsHUqbOpgrYuroqEKTpalN8K0c9s8XhZPu5A18p40VZzsvWUL93JdepUfCJTWHHeaST7LjEIL
vaDAJFHWdk+87Iv52pHF+L5uk6qNrNbLF2KpU0KWUkaXxCs4jTJslXKmmA1TBbu0nsT9yvjhgKT0
4p+pLC9P+oHUERceRep96ZTuustLlRqnWaNlHzx9sru4U5MhIwZT+UnrFnIn5rzdj3kH98q2yt6I
mqWrL3iWBeewvB3bKF+1tItMtOqu1gq66Ud7mWmwylK4d93gWI9Z4MJwdcdK6btK+GjCN9ysDAuD
dB3q/kB4EK07viyHoX8UPYnugJggiC1rTBYOd4Td8TFV0icr6fRlm0Rf3hrWXD9Oq2FSHfTDYt+V
k6YexPApq/ZGUa+fMGL238/V2lDRdXR/50SAzjCBEfihNnluH/PeHMafGEPe9NIXD0JW09sWTesq
7OHsvslnb/rE+YTyrnONToWLOVLe2agEVrdbeXKTyUXLDlOVIQEZ4H41hSD64WMMjpAqQgRjzqJ1
XuHY6EE+3Q2D6b3tfEe8K/18lFdQ/JsHmL+lG/mj4Q1hnWjDlTeP+WdHNOY707K7IUrtJPlMYCM1
j6ZN2wUX1ToN+T3NK2k3xutSr73bqV90gDC1hiI7k/+qj+ecEixmN1bBKVWUO+/K1phP3ZXlBIp2
Wz0lNAHURjIYo34qvBvcs8oqnLMugz2JSNaN3lZWGitNNO+7pHQeS/h4FNHFFLzWHDOzYPE79eOY
BNrLZliay0IZ8y6fjHLZNcZQb+YFubyv67Z/WHoBJatOkm69UzDSWBL5nN22KqBo99LS8DAshCgY
TgmCgtxDuUAIbtryNQ+snM4mlFHeZK2WVxAaWq27WvvB0OJJp0EZe8T7LqRvRUIqytzxDp1h0LdE
VyF14ioVZs5BZayLl7pyl/b1mBM0onGw7DUuZx2oI5FA3CAkPnRRE3iLCGuW6lUzDPoNlHQXZwld
Ed6ovJol7OiE1qGR4ZEa+rIIlrAMEP4LGcI56YkZYOuG3ds85CED3U7uSuGnbzCMDT61zJhAzXlz
toYC7Ntt2bu44AhX1z7UOJCsVNJV9kqZZNEwz+lEzYOdrKGZgZIJ5zZt21BLeJ1sxyZtzhxhzBk+
EZN1VSOQax5GV+afZ9FITtZmmcRBMdceFK95O3sUliEiXCI6GQ1oampnCv+pHFEGP7srvGqyiX+L
Nr/BwXeZTgJ/Fcuu5hSIHaLu9gyk8RglzQSm5tDBdGW3d5M1b0568PwX5iDEEpdWQbt4rYJyn+Rm
OyIkZzmfN5dlSlHV+M5pK9v5E0BLrzurbSsdwlHzElozZlpHJTSDd5bVspNK4ZFI2kHO40sTz976
JB1kFUSDcvIyNuZ1ftNYQt4nQBDTqJRTNkamEt19HuRDGoFQ9B6aYsX2VDbN6oZ+xfuLcmysndDW
xPBW6AzHgErV/n3VSuT24JLSb6prJ71Adr3XdrpwjWJnjV2GsRuZ2QpnYOFpXLmFnsbamk48njXf
9PnScq0Pk1nDWDC9qcjxJUHK4+B6FXIUypV0XdOitdQVuhGNup5Gz32teUjHRIYSRG1dz72TSVhy
DPXEp2uFdiyCdfBDFvCi9MEiJ516/aQfK8t8X2EWIq+0cez8CJmi5jJb0r49Dcolu6qpE9xQlo3d
hJxDxXtkd8T1YGBBHs5r6xRRoFGMRuxs6GqrY8okajhmtBQsDJJDv18KqvaiKm9RXKqsUE5NgCnm
KEcVuggtN8wgglEdBK/bP+QBTheRn2ZTdm42VrCcUxnhpOB1hn9a9Z0OGq1BUzWqCm+4rYxSfm5K
ImKsyqV/pZgQ3dSypOYvUo6H50UyVsQOWAVYdHWtyC60Thvm0F+GbsIfsi5Rxc5ndtycqXYIUd+x
76GCj1lcuk53Pc94jJxolAGHsmSCuGsnPfmwlDzpeKC0KyNf9PpNJ3uKRkvpbbGb5KQN26Px5A39
5zaIRSnFGPpr0Fth0Vg8OGGZaUc9qbeSGmZmIdHjYQwO+M0xzsucwHOWTYNoqUDS7q2n6SI/LSHu
vPd1VAbidU2HNa6DBkPuSi3oHFJBiYOQdD8RDk4w1xSLNz/WaBWcjZPD4XVa8cwK4YYhvqN3fZ0Q
rvx6CqG2p5cjnM1rP+vcG1PzCdlGn9b6bvH7xAwnl+qZNmpRejRK8izgWrLsoiDzAzoCq9If/GlA
Xs3sZvGpL5g7ncAQS/btvAZJ7DZj8yBHa9Djf1jZ1HbYh6l9uR2I29KkeOy1WXeif3QuR/a+ZhBP
e96jZBfKuvM6Ok+pg6hahJIs9lrIKQRZSBM6tXlvVnXLdw6e06/8semGYCeYUKT/UdWCBPO0U+Ti
Jz35ZkVDKmWIS+QgF7itPwISc57Ttvqx+cVsEa4xrT0oSj8M/SRIE2UU3bLP24ncLO3gZaay6tOv
ttjodzFK90FX00w9nosZ+bS01tLM+2GyL9HTdKkvRjrGv9zJ8zwAdegdu7DyaZE+fXDFIrWpM3S1
1+GUggCG+tToy3NS+z/OPDAsxlgRDh3zUrbQ06uQRcYsRQweRyhZXNZFVl8PdVCdGYlj7fvWt54R
afibofeG+AcQuwkoILJ21Bld895aHSdVe2Xj9OcQmephIl9b8xsNAZTQb3o76hFyDp2V40hd3BQu
54LhV10QHchD1sbfs7bpFRC/pzc+iIkaJTUFAkSFOlEdvk0NSge//BK5Coo5YJW5Y+NYXKE0Idak
lhJ7iJrwqgdvpODBQebnK/KHPYZiJkMrsPj6hmI4Bq/S6avyNp3QGk/UdFlU2MjQX3YOHBCq6OeX
+mGL4WwNopTZ0BfZlONLiVl06TpV9b4X3hgNWZNfj3OuntliW9P/6dAKRg1gKZTwGOIjkvD05fDl
7XrkvfByKuY6E8WrWzzMyUQHUXsP4wx893Og8h8eItpeur+x5WAN0RI+2m+VxO9R6A6vqinKyKgL
LfbAw0Xo9P8yNQ+uAeuC4ootQIl2tAfMdXTWxBHL3satJsw5fB1WJLqfWRU/vKovV4HqAUGDgfax
R1NV1I2Sds8MotPWHSeCNVyN9pd1vbar8M9mrk7sPcYxpbWnPEM0C6OU2Q0d+nL7XODxuI7aV+3n
/3iY/zN9bK//WADjv/6LPz+03TLgziuO/vivy/wBx732s/iv7WN//rWnH/rXy+lxEHJ4/O3yvht/
28vm073I2+b4M09+BVf6+k3ie3H/5A87fHrFciMfh+XVI6wg8eVyfOftb/5vf/jb45ffcrd0j//8
/QH+o9h+W8rX+v3rj04//fP3L0zD//j+93/94dV9zecu20aMj8NwL3740OP9KP75O6edFwQC+OxE
N7bOF1KLevz2I0A3sN0Zf9F45T9//61pOa5zWfcFo0ikNGmVs/S30ffYyq8/gbMEMHeTFvMCAx7p
t2/35I399QZ/a2R93eZ8UX7v8WAMgQwgx2Q1i6yzmaw/3dmTr0Z3Nss5lq41vi5odr3Pyvkg7Uqn
drWVcaY0Zd1s+syPHCPca2bx81ljFdoZjQL53k1Lk5qulOcm497TJTerV2hPVl8N5/9/rX231jYe
8v+81OK2zpv84f77hbZ94ts6M14wCNoQmRBTyW8bhOXbOjNeoGiGQOOmFLdpxbEIvq0z5wUQBIRg
wH8Bt0SH9K+F5rzYwEb6ps5PItugsr+w0L7gGr5PIZAKUSynGcb4FVLrl4X43cSbwqnIRG70sSm2
wVbhowxQ2aYWJhoE9qiWFmAHr0OKN7RR0wxCdJ3G2DESN+7L2utCJXT/sWyKM3tatJ4pTHdtNLN5
kKPr4pTIKIShh4bZBfJPcxc6s0f/zgxo/JM1GGq52tJHGQiwi8FX8qLwp+Vt13Lw32X2VL9xpWG+
bvpaHnDuW8+CPp/Pk7lr+3DoBuAUPS7YsOHWq84Qvdx/eZP/v7q/W92Iuv1seb+9r6p8/O2++UR+
ELJ5ss6/fPbrQgcu8cIgexJFkKhnnZt/LnTD818gEwzpipfx5xpHj+oF1S3ypJu4CBXZhv76Gk01
w34BghmF4a34RRySfPkLq/yLSc93q3wr3cErAwYE/Amz6LiSSBVtCkh34jXQtQbUoVVXV3OT0013
5lkeAqXTc5vTtNytizl97FE8yUJfR/lXcG55jQpof1XNVv3KWPT1MHrWL0LFty+IUARmVuAUqayO
QS6Qyl19oH33ui/EdWeY8oziyqexV/f26Xfv72uu+T63HNU7f1xqo5XjaAVj/hgVKSZPJamzitcL
89tIqiHdMc0onmHzfQGbP33kaCmQWbdCmDd57ECBnoqrDQLU1NQqeTDc3g7rTF3PfYuY0Tj2e11J
+tFCJOWdUS0+vVDtshyq8yFj3OEaaXNqyHLdrWvm3NY+T1wzcL0uFg7xXvKq9PruHOGB7oRmhRV1
Y5YcMtk7cTAF+uHnT+w4G/PINvUvcDcsYczAjsXPl8S2BqgD2RsPhfBPnmysa3ATI/ZWbrMHOR4w
AzTOZrv2YtxEOrrpa5QupR7XwgG1iHNwNdZD1Mg7x57o1pTpV8bc/0Wk6h6bWzE8PgqKvn+DSs8l
YjyffZvfXj128mOVPzzJw3z2Wx72X0A+I5ESmajEoUr+GZ488wUJmoqS0m4zBdhS9Lc8HLzYlBHA
XyMgBaZya2J8K/g8sjcuBZvw6kbwgNb5CxGKrH50lkPPiHyPPA8xEdLZ8bbstMosFqtSO7BJvnde
MH9d9q1AoHJfllVxZ4JXUTvfHpmmrslYTPsR/GofyrGvzkdDb83Y0sq0PRudauEvBvp0kAYz4CiX
WX6/ShMgyFq11icgJhhylqAO67DrbPm6KTgWRYSFAjyZSLWCkUg+NKfgo1o3rkjYr/PGaJnro2BI
L1dYYgnzxrdLxG2LHlMib2GeiCiBX142VT2m4TCpgJQvvaSIgC0u6WFsC08DdVhaV6UpnDeGW4gu
MqSPRYtRzyjvD+vodbuk9abHQDoe80itme8Gusr1Sen723CREDpd9VmN7HIyjV0faUGGQmEQJJ82
nVgZwlA37XiiiX4Ls6dyLxtj7IKopOl5qQgNxFWxmku4dKPPfGSY65pj0WpCm1VUQkhyIloUGQxb
hr0w/Ly+4mQiVDwiNn9bF0xcTwy9Ip558wTFBijR9eRgZxIrsRb3xozub+i5fDqCiTOPO1IbWo6W
m2hmpPS8UXE7C5l9yESjv2QIondhvvotQ3faPNMVbVVbHcZcDW/H2pmAHQUwOKedlkMOPOm7rrxj
MlPa0ZQH9YWVZ9McAvWqLxNv0u+V5xcvMa7yPuINYo9hQsOTcq6Vag6NFPAzdOqleFnZgXjT9UHp
R1bn63nYzGgxxFmiWR9Xb06XcJyL9XUKIk6B80hmsFkuSOx9D+WOMb22anm0tCPo0KHDCQKD+97x
bgqPkVaIVffkHFat7a0z284ykya5Sqao5fSEQ6VjjK8QXvL6PRrDyWXnTMKMmRB6jxvMs7picmm+
EpOl+xeFPZnuSScts4xXe/X7KJiTso79eq5wO0nQhjhvyW/qtNGYukaTuZiKiUYyingUc5dGlUiR
kysMNLwjY+oDe6+DPdJiWTtVGXelVSUHrfftS9utCxGlYgTqOuCOax1mDnj1vswXWBFZO8pXo5F5
9M0TTz0YtZqn0NWQmQrJnNl00QgAPbC9UMnO6KzPUQCwoAs9c/CdSCun9VTa44icnqt0lPVcazJi
YTSIHAF26IPYH8r2FoXQBJBJo6VBhNixgVhEBfL/vXS0xAcCtTCCdeZSeytGTBbC0Zm1N0M+KRXn
tee88ZXS3wZg7pKQHnfj8cY3HzQG1MPOyIE5Wf7cPwRtj8qtXegU5E2RL2Avhumj15TTtTbPMy4l
02KBAYMj+JnZJ94ySwnoGdHDDYoh6sclge9ymN11maM1LxMjnAIfLdkcczmC6FBHVTU7ZVRm6fgg
QBeLSFWrf9GlYFbDtujZNl6Wz3eZLJ0rGxQkM+km6I0YBHi991C4Y26bLh5ImLZLT+uKu40NIRDP
kIgQ13HblVof03fq2th0hgB6hyGYDdQEaowL7QHvO1QMQPsEch2XHcNj7xIwi9FFmueAwQlmpvlR
M+XzDKS5Vta5mTrIgNW6/lCbibxvBhtcgaPwGEZ4pLLtcHFXaRxmxAJe20XRMKXD8+3WYRF2yHdk
OYiV1JFvdZfZcpgKhOZAeC8zlQ61bxfnE0s3VHYGhtO3FfPCnFdgwFhK049pktmXuigdFerStDRi
ZxnUUTq7eh/6rYZ8rj1hpLn3pVUWz5Q2P2YdC+YPelQGXQb6lVu377vjnwsBfl0dgYr22hm7xEyC
kJn3c6ZSX4iV3xWD1PDWJrVAMe8Br3aP5a/MQc/kOA+gidGFFKB5Bs2NdMFmkHItLrNCH4D6FckH
VWbOubECjottlAb+OM89aYx9X/pud/P0awDlg4CP/gO5npL66d1mo9Wr3rX6ndvWxhlT7+m90xXj
6z5vbAqLP8uQv6mytwbN00uh/A75CJotNGWYXE8v1TRJYIxV3sHMk3kdTfbsjLvSULzlQHS+cTH0
FVD/rDZhTDCR0WU0Fm3+1cjg/6Iu/LftBW4t6D9fzdZqfNIKPMj7T4885O7x+8pw+8y3ytCg/GPk
gIQevpkb4+7PytA1XvAWN8VnnUoPVjbb51tl6L6AlkBzmh4M9CQ+9ldl6Lzw0ZLYWMZ0yg3U+X6l
MuSLPVlIzA/glMF+RbCcHvgxMcWl5gkWa5LxXBtvk8FcwxY3qVjNFAdg655phv9NPwgoPlMLTuXb
4fvYDoaqBegKBVo8JLYLhMvxxY4iWH1IcXM+W9WI4gcYdbw0ndTLPmG72TUn3WAZp3q5Cp2DW65n
Ye5J8/1gVuBcmkR7hZ4eQJjCWOwbsyHGxY1FBo4KbvkAa2U4MNjXSem9D1+uByi8AAupKtO8y2DE
dNGMg1EeTLBa51o/XZZ1HiPXSYSMF4dSInWXLIWcvnAQW5KpvFFZ5gO9Cqbi5rul8ze72t627ffb
ensbLs0KinWc3tCoerqttQS3BcpFHk9Q9R+aoe5euwrW8s7VoACZPR4ToTtPHq55jfaB/7LTvWlX
gMQ0igRq5CIDs74WPAJv1qkVSxccQTC26euiq0FC4FU6RmgtDUu4NqsRugyiQawWkwSODu58Z7Su
8WmcpqLYSxm4wF+KBZBC4fShaNyTWReg6z238M/1HHy5WiztooWkt1+9ld/kKbMCalob6Y2VZuU7
oIrhmqAkGf/8SX1RKj56UtvEgyBrwmFF0f/pk1rXoeror49A3lc/nKbKCB0AWjXWwr4/4YZWdBdI
DmsHg1agMKQTrjLdiQytYzM3zPPGmOdboXTnANQDMsFIR0Yv9TcwsdJDPc7V7pkvzIY9frUw9DBB
omYMOO0dtdyr1FNdaVYiJnaDhln95GSag3f5kIDJtFH9djYmljXrWdzkq0DCBc3bqhymZ0a/xymZ
JQaXlIkESq3bRPRoiYnKoa5yUhGvQlg7ij8LtO/oPfd+tl9z9H42/jKvgD3MnHJ7HN9l/qLoe78q
CxEjRrlVk8Mc+5ATmLvaYzQKaz4JmIfvNgGAEBeq5AyRKjNyWnT1jCppn3v6P4Y5i+EJhEK8PiwG
LEdfB7ZE45ktsg+A2fsLs626U0gxpoqy7RSSZKq+0a0ErktTg48qzPVsoaQ5l+XQvPRMcbAmf232
Bb89C9XUJJdKDv1z8hnbmn36zKAvo4KGrAnVqHcsvzwLQGJDoo8xzAIzroL8cjWaM0FVfyb9l2IV
5h+P5ZfS98ufNWyeDPf+ncd5BNr/OYdf3g/4YeW9fJLDkcH+K4nrLxDb3fI3plD0aram9l9jFkRr
4Zh5JFBaNhtC5FsSt19sEYqui47iIMvurxxO/xmVIXcTCdtkRalYf6G788Ws4OnC2UYrXzRAqLVR
/Hu62apRgtJqsybOmh6oZOB5yUkBNkaGLtnsrp4yG+x56e1nZa1xlkr11l1H+7F2s+S+07wT2orY
T5ldEaBMMZs92GHtQGexhSM3a7e2QHthLYbgLi9Q5/ZUUR2kqYJ4LrvmQy/H/2bvPJbj1rI1/Spn
2D2AAt5MAaSht6IoTRCkJMJ7jzfq5+gX629T0lFmUkVeVk/ujToRNTglMokEsPfay/xGvi3RV/ne
VsZVGFq16c6aPPjou9UnyaBGF3QbgmOAYJFnlo2luerc6ue24ElZOVwEQIO28s3Me+OeXKW5nAct
al2O4ZuwUlvgtl1uYKoWa91NIhW4iRtV9kSPBWx/PSs0QUmw5TtFrbVvSwI5wR0dI7mi+9K7oVZ1
QOYnXS89Fdwd+GMDxEvWDUa51oYWBF6pzKtAC5d70wygANtZeVbW8vAlyGvLdZoRkD9i8ta6ny2a
FylQnaPSSdVvWTmEmzp11iDULqtgVD4CDKu+aUTvO00qAbsCbZW3lop74LRUeDJnFXivYUrqI4ra
TIbGsOjHsN2gF81TP7oRPJo3CoWX4Z68UqxapnDCkFT8fCcOAyRU9CJEQtYwW8cH9isfybP0k9P5
TyA5wAUgGfdaILkEm9CVf13HX8vdauD5U7/KAearjCsMZlkgA/YjifWBmbyQ/iWU/KwUfkUS+wO/
CtgNAJ9skCLuIAOsD2j/AIw2AJjgW4eG6ztCyXOpvBtKwILRb+aMpBtto+N1cFAW8RAi4tTmECtN
aQU1evT1FnYdmF30OJFSz/yagfPxrFo3ttwD8k+LVaUlEQn1IiMzacZbK6ZxHHU2eVki2admFj3O
oJSPo6h2vLaoT5i8TChXDM5FSI1zXGdz98aBf3iUcoSi8c3Sx+wEDeJDLbKx0pU4UOKc+hhzZGnu
Wz8P4ksjl1sPeVRw6Ikyujvv+vLHQ3qt/GfmRSAnx2AQQBp/qI4ArwwSwFyEq6CSU19zsifcZr84
cv5elcTDCx3kvr0zLbEdZOFK17MvTQIo3M6d29dv5jBuiGtwN7KQOsZ1XT+IG12vxQWT+3AFuNh2
m7Gl99k11Ruv6YVvFZeh6MQKUWbtogJ8cCtmVCEAUOXozNq949NSPylz51MQG9ivNvdD039sMOm1
UjQnkkW5yu3p8vX7PEwMn78AuipMbwGRvlBKMstBcaoEFoiTlqcZTJYz0qzaTQdIqjQ/38LGvmhV
PV+PcSxjbCaXOHrvx2PoARpSZ4J43dezxyDkMaIbi96DvbhBZl0UDqVAY+hXsJmeBrO+ef12wYQc
JJl8AayPDYazGpIHtBH2v4BWTJK+6EG8ip3qGMbfeSYt6ko3k6ewr5YrIOJXUJ6KTT5UmttY2SOE
7Sesnk4rtUvcKK9aP52Rey3lJVrD1NMve90+r2NA6lZ+akvm+ZKkTzLnexHbwL9n8PHzKMFT6KFH
KCmJQA5Q9zJVaEEz9/o2ZPT7G1k0/QPtatFSzS2W+MZQ6i9pYN62tn5VNsaVLXNl3aKQ1caM8jx5
tCqrdeuloQbkamMHbVR8DdsxaZIW1u2IvKJbTcqV3oePARJFdGzlz/acOO4gfmSkqnEjB1O3wq+9
cbPIbrZmO6nARbhU1haVp0Ma8xG2X670prR9nDRatxry0zhRr5LWBrwt7kxN9LMZdtGJXouYF0vY
MUgjesJWnZ7FaXuPXgN3BQNnOYOY5I3TaPsS8h8rtMbPa23MIRmYnyWrLT51zhj4MDUdr0RcyJVy
eEZGOmjcUets1KBMXOAqj2ZmnZM0nRtJV27TtlzOsrR31rNh35qBObnE8OXMrvTBs6II9TktjBG5
gcDMyXOuGIVIwRzyLgkBssXSrqo0f0xn7U6NVdV3rPY+yKNslVt8BSUu5o/ivQZWcZp0lu1i1B1d
9E6wgrCgeH1ltxRuuewPlS6t9KjRXL1dyHnEQ35+jJOOAnFiIyURMTP5aCHfiCoBD2GGS7AulMLZ
zJHseHZsnWPb42yMZp43CKTayL7Ej3oBp1hLu2oNHsB2Q5i4q1ZCQWJstWVblsZVmZkG0xqWAmg1
42TkMUQIjqwbaPGrZHHmsyCkzq4lLfWNFIWLIOf/BgVHXF1nT/ZY3auRdfT83anUi41cWEdFvjBY
mlBZGdQnRmy36LhVa7BEJeRebnKooydzDhmghqOKmPYMn1xhutjHQ7eyk7nepkN2lZuYH9vlpK5i
je+dOvGydoL2HoKH7BuJmfqx4kxuhjCBr0BacJ0oDtdaUswbsklWTdHdLwYLQDLiJynUsfmem/tu
stIVqA6Y0lJWeWTRBUiAiePViStQUsqVo0BRZX6jelJS8+mgOBWbRh74wyO6R15Q8c9iu8PebhjM
MJcZ8HFgxhnwp3vq8jlPn4yBTZYt+SOiAefRqJypwXhRy85t3qOvlcIbP6sZDAujP2cTB2rr9qN+
tQSMdup2slFBNM+LAqGPIostWkjOuTJrVyi6tK5qho+aw4OZS4VrBM29oZanulTdSxJParbiT1Yr
9b488sKUhdtUnUi6TfDHO4usaHb1lBGXMYgtai1fBxxivMm2b+VlQbopl27BZU5QZO1bLQTK2maP
RciWRQvoto0UaSWCb9dZqV+3zX2Sq1dNXLFpoejA3mXhywEEcDTbgZ5KsO3U0YAqCGNd0wkZi9VM
x1XcTcdTju9gbkoaFFi5cxVLj85hXS2Bh0JOApucV2O0fEkZR4IzmREoUvo2W7TKHo3O5A5y2IXM
acO1VNfQzoYy/5ov0VGq27HnVOz4NmnuGytCba6/b/Lmnn60UPTGQcsyG4KyxTqxI753aUdPWYzA
zPM+lSrrNs9AFPUJ4mchPBOvKZtyi8AGuwJ6ow+3QfXsQbqd5pTFJTnHTppVaxt3iGtE6LK7wQrg
s8hBMm8yJ/guI6ngq5MmrSSdTwWyepWlueZyZAYPLe6jriHSvsARobGelFPNgo4I59JQNlo7Yu5n
WOOF0vEul7CfLm2NIAgjMl0xaNOORKXijg1LG0hUO7u8FGkbxiD6skZ6mKcwutTsXEU/uSy3vUrA
T43y3qT6Y9vQjDrVkXJa48KrXitLzLhzkObmZLBmIq2WSvj+RpIM+yUy+KTSS9tc5ysj/zBvQkgd
q2YeiPS5dtVEFJnL1A8eo7/UZAietJ+aLIouUqnIVkZjPMBmSH1dyVt/dFogh5Em31NlGifoBlUQ
kuXqsyLZ08YugvlMymj6IBsRPbahlF7HsvSg1DCuAC+I95fIKELC+pRW6qioq2Gs9W8M4xFXUbTB
S0M2y5BROiIjna0mOLY+0jn22qoH+Z5a/HGaOJ5FcEK3cTrWOLDptSWcVM3987FI3no1jw3drTap
vFYW52IaNCcQF2Ef2gY+8KzDwmIbVAQMDa6Qr+ZGc6IrneS17XjBID3+UhZE8OcYkcbmudxWxY1U
JI9hVgXAgpFk6Eo1XhPixZmS3eIOmbmJacGOJR5PQES8tIyf+kq9rLT+rCmtr3qUfS6s9CSFJOwu
C2dpO8FOL4ucqnqQVQjUbDiVELfuY4rvUs5At0O/d7U0n0+mWk5P58miUAnsxi9lK3DZdEdqOtwk
7ZCv1Uzu/W4ypks8TxKvHVtQzBVhnYzy3i7Ebapyy0XZj1laL1/62AE6Hj3GKGC5aRM/CZ6Fp9Ri
04oE4zldgLd7P5vpIxaSFWdWSxvVHt5ynTkkX5AXPzeNwBRSFQLtP8jTckq9YlqiVWYTq0xLuh25
EkEzeRrjRmU6jpC4Kmux93qG+IwE2q0AaalTASKGJfwPKQMPEsRpLtoeGR94F9ZwEcWW33XRsaYP
V0GKrEWl0NEP0ctz5SbzyUfOzE66U6z6PsEXxUoLZHx1zvNF10jZkKGTmxqyYr1OmuUmHNPERXFG
8aK2PQo6+SvzHwkOpvQJWNSNUTUntWJX63oy6BaFH5W2/5ao2VYJLVAFLOshC5BPAUwR5fExskCk
adkwnRtSlx7nM3u5CAjcmmUejSJ3H9Hid8WaMxL9XCuIOokmFJIyImTbpRezXZmZ20CW9BizkTXS
c/XisV280Z5zN6/SyRP+pqteUt8AML4oUJ8HFzQTqbEZWx+KmpeVVZltbEu+qZKEQOUhSVPMo8UK
n5KK6MnB+vT6i31WYz94sfgfMCKnAcGSOhyZqL1WdHWQSX4hnhQvR8eOgdRWixzEC9vlc29bR3XC
qZJn+mYI7HORTqoLAT1nOubBZiWBZ5rjiZxJHkmBxFtuSAZmLX3EMyT1c2IIYiAwAga/hc56VKrZ
U10191pFptMv1DWJdoWHrQNbD1RFHGMqLo59NYqz1dAxwdNJHUW6KS1kDjlJeCuzOxHKSVdtRgyI
Brkja6Noec7phgYA1qLat3bLFpE4n9K0kbbKyNtuC+O8WvhNCqn7KVHa2xJPJDzTRzEVCwXyJ+AY
/3EyUnOFIwfDOMvSapoiSH5O2zgwpisCK9oesH85FRxnlkRiR5eemwZyk9KpV660uL5HLqJbkTwH
xyGq61+eX9+7Wmy3Zc7/DlGVe036/xozZ/O9FEyW9vBPiW/zN5vnvwcVh4JkZ52/mL/fPEBx+esk
7rofKPLz70Pc7jff+Pyv5pv6wRADFjryVIHCNud3G1/9APxWEYp0QrobGMnvNj5QTAXtAFiKKJqD
DaOH8BulydScHzLTFm0z+V1sCfVFM4Krw9EVaoQGgPdDX7+kimcltkPZR5k3OTNLPb3WCg2/ZLQ2
1MsE5QnMBcvo2ChjJVxpRjm0btIGCFdiTVO01ALdRCIxKl9LQJlreVLSu3ie8QIXKnjnKs5HrG91
qYltRi6doEj5xQ6H6REhTrPyC4wEPVhszXcoI72/81r+0B17QTmFO8v8Uygs46zAcEvc/E4n2jFL
2tDjtPghKkYPCDEoT5NiSqcJ2IjYdSSGvMARlSMJv4Qbh46WgmDIEt8v9XCkg/Pvfhx079pQ/wnD
LwC/O2/qX2yg0/5r/LC3bcSnfm0bpl+WmMQ+uzuL1vTvbQO6BToa6BaVTQWVgn7xr561/oEGE4ax
srDDAcDHZvu1bbQPFpwlSEEy0F82lf2envVLUAnmN6xIQFfsUov+6/7KamajCypUEfx41tYAGWNn
1eLEuZbZKg65xFd0veob8HbdaaYgjsF0qsXYeS5PmIcUSCkZOqoEnTVfFQt4TdfI9eUBPZLotBvH
4nQx5SRDQKiuUa4Iov5CnZpTLXf0y1RSnQdwlvFlOAfLtQQJxAttI6rP2jkCjmpT3rktOqsLTNZZ
XufSMBerzqiHOwwS6LPJPcVVFuTbqfvJCH3X8v6vHQb/c+e6DF5fW9q3Qk71mVvkPTCSaf86ajOY
RvvHg/gTP9e5pXzA4YjVKhrSCIkL0MnPKS8gfpaXyRkAYgLSulhjP9e5qnyAkqQzA4bey+kg+Jw/
1zk/YkkCM6IvJfhvUJDeMZs5rAgMAFOoqIMLIpQK7t7+ModPIwVRR5tAHdPubs6Boyr0OH0zE0j5
Ln4a8Ki505SSjf73MPwPkdvg7+7mjc/XZYfLMG10wQffv+4yW8WI+hheQrqMtFurNdcJRa4Xy0X/
brY09whjUEhUiId9aOXIo+yHYcC3KLNDGEo5rTBE9d4CjIpvfHhHDMHJbsnCoZkLGNbOUdS2upWb
inBHsq181bX5COdHSbd0MAp0wKb8VCoDcGmbph3f7bHtwONlhgce1qH9f0j2MVAiWOyMa08oQays
CGKitJwhVhOv1SZWVk3FpPrdL5BAy5FLSclpcAgW1TDWRQ0HVPsY1LEXFLLG403Q46+N6A1bgT88
WRh6iDogLkEktg/GG44TVc0oSfSH2iq+VAH3+85SxEeBQZUvtfMXI5VPbKQLtllnvjlcEUOpg/fK
DhTTbnRrEP3lnNp9r6bUplzboB0wlDb+5daykWe6nAAgbAz3lMbX1MVC3GLu13GyUE13g+Qr9ggE
Kb0nJeFDcvyWV+4f9o/JrAW2GutaWP3sf6tFMaKWVjitcT1z1ma9ZNihMvwIUXZcv/6mn/GTB0+A
MbCYLZNq0fISMWRnZSt1MsaZHkfrIXTKk3IIjMeotLMvIDGMj7SLBt8xR6+Sk+KoT08lQOkeAobJ
Kkb2c70MHQMgJVAW9/Wv9SKxJYQ4NMQUWIEQ4skF9r8WY9cq7FoBVpw0stUms3Icama79GG3KSUn
ZWbfUtwp59qwaCi3jXPkIYQ2Y7yojcejOkqfenPiU1guRH4LgN4Li6ICytXjBFVoVuB3eeij/6Of
xqH0mKeT5kVRRP0vIb+xTczRuGHUQ1L5+q0dkvdEWoReBck6GRAQnxfaIlYZmSS90qqh/l0bw9Kf
oEyY01QqZRD6QRnJT1NQoq6FbNjka3onCBzzoLqQM/Bpb6g0zyAokd9WQ+V8yvPWnP06DCNEy7T5
LSTcM85wf4VweOEZxP4kxpKG7b8KnKCMuZyMgI59UPpdk/S1VxYFql6wK07Q/VWu2yxSSoJv0Z8t
QN4uE7Uf8aCdAzT80NAG/6lrHapXE2wud0zbztPHjH/oVAeK9qSiSgoPIbzB82O8jGs5umoo1WNX
KicLmeHUuKTjkl3HmeGFWbEOUc3sUGnu9E0dteoxI2PjOjYDe/KUdqLpp0DtGIGrfkxRkfmYAGr8
2uldv1b6JnkjVL6MIA6dLw5qmPP0wPSDvaoNxmCEmh4ACIqHj1k1y5vChvb5+qL581VsMGGgNmwA
kvvvoFqiJJAcOVg5oU3/WJ2/l5Vpv3ErL9MFbsXiXgTmEYqACEs7oQCKVLzUxhigKWd2TJoW675R
tdwNw4JMGYFsF4Js481NoR69fnt/uLIwfAGZS2GgMOHZv3LSdg6KEK2zGgwtSRFcTr1oTFEkbdrC
Da2PMFSiO8kurDfu+JAUzF4UMYblTQaBONQh6LSJzFiKEs1ZaaWM5Lk22cGdNjTtA6qUOI4hOy/5
uSJLMK/GnMybwe62ZH5jeH2iVi2zIqs6jVJ5/kZVfVqPNPdVINmdi9pucxuoiXQyRJZ2K/Q8c5QX
i+haSov8q5lJ+oVWOcnl1KfB5vWn+fJI/RE4YQnQfGBx7j/NqdLquapkZxVVzrDWR9u5YWx/3aYd
AR6rrDVMgXM6/NHGwffj33qkbDiTbrBwCz94l+miowkvN86qTKt+0zV65AUS/q0Fw6VNktbDRYZg
lFvNjK2lpOSEVYx0vWSydgnZaV7VhX2XWkGJGF2w+Lq6gHaWLTD9pW6u0MirvbwZVb+Sq+8hXCa3
z5sHeC3BeSe4Sq8/yRdoE9YHu4FYreHcI2MJt/8ow2lShmiwrFUdqtb1QjhxA92JT6K8Uzpm+bTV
6aA6R3EX6H5m1M7RlDflZdC04d2/8VUwgVCpgamrETva/ypTARYxTkv2SINeXyX3zcPQoxtsan17
ZC+KdGFF4KlqHQVo5pNCw9c6VbSmu37ji4iItn8e0PIk2Alfc3Aph8vL4W0yeo74InVzCnviCMKW
fISte3xKhobRF10vD4nT07mV9K1WgUJQkjLzq1g13lhsf1jpGiucxUYbTPCV959JhIR9LpHYrRDW
1z5CH7DPTHbqSasUNcDt0ILIoTw4iASdgJWo37BT+ENQ1ngjREtqOBBwBzlKWaPWntRcfXKC4Cxo
HXut5XrzYw3+U5b/ZEUJ9SRS751F+KLjxPjuIW6+73WbxCd+dZtQ8xCcAcKAQDXChfm7CjftDzja
iYarDmUYr0lW0K9uk/qB36R5+rvU/lWFKxDwsY21qJipvZhovQts/aLbRJGPjIbAFcLlp64/XCez
mpC55gpeCp3yKTKRm546fQKvzIgrQZ/VrsH1LJ7TZPUdWZh80+h6cNTGpn1iODUavPJyH4w6k/46
tXtPVtqA5oWMxnMfLWOOcwPeEKOhResWwWa42Eu/Wgq5+6qrqfmx78Mqc0ewHp/TrLDPcK4zv0tx
mGQuBKf6aJpUVPum1DbPRnTf1zOKNxCz82jNgwHZNpZj8NlqleVm5x1e/ogYu+jHw0NfPBaOBxJ9
BDhplIvNvZNuNFlIoROoWDsMdbCKLa30s2KoVgasSH8Ki/KoZdiyypGU/3FA/rOldraU6Jb/3bN5
saPWzffia/TXpo8f9hV0xMd+bitD+QD7hU0lsI6Mk3dmH4b+gT4IvQ7iP9aLu4pkxgcLUCaaoeLF
CrYCBf2v5hbNMviH2NwwI35u8L6nufWs7bN7ELGdLSg1CE9xERKOQ+5b3SlqWhd0Z+sQkt1RDyyx
82bdrpDjRXYYljQ8X6jRmTFlTHbr8bPWRHq/Gbu09G185BfAWvMY+90iRGCqUs4n4P8h7gA4sepr
6MkpVX/X0fExlnEL/q7WV20z2+irpCY7rcJy6SGalSh1uyYKcTiTynhN7zms0afvpN4L1CqSXU1Z
FgW7iUU6KsemfXLsNr8bqjwu3SSoOmO7WJj/eAMMdzwl8j6QNzqnZ7Wh2FpSVPejYLrpGX4cj+3Q
Th4Pv/mM9l3UeUpim1cIkmtXSKwN+Tafy+RbiobVdYpzxmdHCQcMwXCUvQ/VTigGTECsz2nQTdtR
xnrOTaJ6/p6rJZ26Ag+tr32pRvegkexrQ8tyJkmltajgZISfZ0xNFXhla+gfYQsjoKynUmK7zijl
3xQ1MPM7OexM+67NFhS8Akk3o5WtDNrtUOB84IXI1aBOvxh94QY5DDwPOZG4d9HHxmbDhiYdX8o5
qkdIf6c5PPxc63mL0YCHp530Un2WtlEOKKdJl2bTFw2oUicK62N6Z/U3lVQ4JkXXknrdWLONjUaS
4VIGbkWdVxU+ROc56kIgtJK27Y+ReSRP7xEQzY9RsB7JpJYeMmkHMsvYBI6RXhTV0PI6VSzRYeMX
uIIsGJl9i4CgNad9GkrBEerUQDtkyX4o1FH/ZkZFS55vmfOdnkjhpww5M+7GLnKQTDBnexfOFiLx
DAN6K/SqEblpcjlZPdOtWv8eFnWRX6R1qys4fqEvJLtDPiUfu1ZrdWApBU5tUq6REqs9z9YtzDg9
UyIom24Ml1Bbt1nVm9d4PzSVK0umfET3NFT8YrKmxDcjE50VtC7C6LYpEzsZ3FiZR1COFfvMG4y+
um8KOUdFogkntM4jOwDmN8Wgh2IghDn4LB81925ym9y0r8ooLiUoMUuWXynoi6Ki75SjdIRCwfjU
dIETH2dtEkUPXTN3wjYl0KyTvJVRQsgh4QQ+9H/wbktWmMEaNXMJDbV2wP4pXybkto0uQ/ac7k0H
/NYqgg58YM2MHpegMNksYRnfy4UZfa8LCwnqAjcS1GIgQ5Ruoz0jZCOt3E5GWFx1S6NPaw3lbFZT
ynr3YyEV7VNS6Paqmgpb8+NkHCLgbY7+hGoNYhlK0uEk6yS22p6aQ1Q8WEoLNX5EeukmHTVdciOt
UUH84vuDBm3v6PVZH5XdtFLzKlB8CSkOKLIl0lmcvWWFCLoZrhW1kuPtJBX5ZkqAr/hRJg9XjIqC
+yoKGwkN+c4+h3QQND6Rr7vNmjzKfTLy9DYMnTR1B3WyPqFM7VzDU1Iv4eY0Z4m2aF4Wmn3p83Wi
3qebU9Z+k+eoD9dRX/Zs2tr8QoSMPzldOz3Q07HtIxsVmcyjGcB8V5vg+HpBGhQXoy0N0cocVfZm
WCTj5Qx1lqao0ge6UMxBU0ZuGHB4i2Q4AUt0tBUfv5J+Ap5WWNsQ13hgF2jwTMdZ0E+Dj5KeMPQZ
7C5boRFizf8kyS8kRmHgvnakexR8Xx/2aUTiE7+TZEHnQguUWgm0wI4cnukIoTz+WeN4hpcopKh2
kmSRcToWPxNlFjXQr5EsUyzOf6a15AcyPOV3CYw+d9p3q0rGumCMULFRGNmIYns/G5zxUwWgDYsV
MJL0jRF+dJ42WA+cDFUjA59BEAjJnmKNQBSC2ov8ebHV5ITD0HKAH9bYOYTYj9AgVpxVjHfXVSyZ
KMIoTBdcfWxxLNGrtrkJlQE7RMQwgHompbVVIqfNtgWSSE/DIMdHS0EHHKfaEhh8Hq+GhIbVGcYp
JykgU+Dg8fLZ1mvYSoYzttZKbhffsiNtq2PPZngEPo1Ue+iz3Me4q4m8eWgY3HRB/wYaTHRR9h+X
Bh+bAob2AvTSQ1J2LxqCMn4mvtRnx3hcjt44mHcyeGQB4a5+UMD/SZh3EmbVYm3/64z55uHxYb8A
5dd/7S0hHAmTF9oueS0QSjbQL7IvP0LHTUyYnlnAO3qTivUBBVY2FxLjqPlBr/m9t/gR+jTsLfSl
qEDfR9ETQIy9xcIgGV19BpdiEA0w46AARdnAtJbAVmHwO9JmTq2tVqOcavfjk7pgHTvemhU+W/Bk
vrZYFzlIZhxhQwwAMrd97F9OqcvUMxKmdSZp+pnRfX5+kv8sr73lRRv2leUlQGmrvu0QvO7b/YXG
B38tNBXCJ7rjYi4rKjLRavi90CisEElhYCg62QDL/g7i1geDf1QFoJ1FRYtkd6HBH2WdkeDRQbGZ
s70Db/BiagfMQACrFNYbRQ5Dxf0gnscYoSWFQqejDixvtmA0TA/hFHbbwgEa32LkHh/PWhN/ykYR
LiXzRjVCH9V4EGyY6nj1qN8DVE/WwWIBEw/zTZO1l8oou11fSr5tlTdqoMkbLRmvynHxuiT5d9TK
/xNQXoAmXl2QzzBJ9wGZ8f/7f7Lv+by7Jp8/+3tNorojwFnQZ4Vq886aBCJpgcKjTfS8WoWa16/E
AuqyGLoLYqEImCIu/kos4CeLlSiG3zQRhD7CO9ak0Ew4CH6kO/x9ADq43TFT31+TLUKBltQzMcDF
EyXGBBsqYU/Nf30kCm7kUN3gifDdSYJbM84zPKpiRrOAfK0elR9Mrm6DU7uxnbU+O3AnVMsvHO2o
mNGmTPrurmNQ7aV5eeZgEGNJ4L+R0S+8YQh6P1nADjSKNGysyarRt5ua1YzH2om8pMdpIH17fxj9
T1i5Gk3bV7tbPyC+P0Q6/vpf6+ah+Pr9f++u359/4fcKJr9lyakoePwIgjtRlVG8yLRAaSEEo7K4
f61gus4Agy0s2pGJgTZLwP21gu0PHOrwoNkUzFPJqN+zgtkJBwtYnNoqok20wMSsY38BYx+HeiSx
359x5tti2qV7kbbIK62Ipx9l1L/Uo1PFZthNK8kU2MICmwzK0kIkYP9amoGx6JQ4mo9T4ri1Wjw0
W/hbaaTjkDh5IahhtxjCxGtMFCKqjiJvytY2hAiGdJq+6Z5ihAe3XbogIqkjriTHka83xamVysZ6
Jx5dvuwfPzPKD74s8zCqGQPWuYAp7X9Z1cbKZODl+W1p3WEWhq89vsenth2dlc7oThWogrqyP5oZ
U1yr3srIxW6SCZZX3tqya0hQpao+Vdxasx/TuL61mtjyaNt5uVXL7mRgKaXaSc0+lvwUQu4a+79u
E0bWMWz+yYV4CLML/zU/ASmNE24RVqvQRvpzhGsDS49eoKImx9hVnTRm4mtx/I2WyrVWO9MmMKRb
rKWOjaA0Vv/EgT95buivBgEP/sf33U0vfv3XjjcFQJ9U6sfB8zOFImf6QB0LyF8z8Xh51uz5udkl
knV+QpBAkFmUqiK9+rnb8dBFa4OUh2MGCIg4zt6z3cV2/r2qOauwXzBIpEB+WWRQhwYIGkTSRMKK
70SJjLagLVqa2VWHiXjwUS3yUvkYYXr3+PpWOphz08uXwYlCZaBzT57Iubu/lWLaZHkQZvax5V6E
7vWn0/Obq7csq3hCezd2eI1DpN886JVppPZx6t5/uQ3d08B9oyh+dr3afXaHlxCF0M5Iaaa/iTUy
l2hXV/dnt5eJf7l4nxEZeSNOilTp1XsR97pzoVpvshkxY/v4BH1S/zbyuZncL7w3Xov4vq/czyEO
M1AjRWZ0ziMLRrqVGwt9ogIVBVN9FvP1Ao3WoL11rBulBJ2Ck51Emx1gOyzUBdrxcZo7tLh7//Xv
9cabPDwlUJT/+ZiX9cWF423OG9f5/7yEevCAZxkL74w7z90vkXfbueeYur/xePcPVpgHqBWjiwnM
lQNcdg6VjqowWKbcsbpNaenjSkqDyDdjTWOcJFmXrz8xsbZ3XuTzpdB3QdmWdg2Ys4OjqpICFcvY
uttIxPvb0LCPi2VKtqMUpsejM3Zul3LivH7Ng0Cik15rpB7CaYIxKxyY/UeYznqywNbP8bdU2vUi
I2toDH3j56paHOeqFf+Yqv7L5EE7fJ7iggK0yi5EW5c6dP+CAbIBaqOqXDBHG1FtwOvoRWN6pZGi
q1uNNUS7Oth02Emvoq62TgyjqbYt9Z6H1SuymWk3PgBcwi62U3BMDiqO1iyOUYHuY2hA0hQk15KZ
26gD5s6ZFYTCsyUuMTGt7E01IaJA5w9RBkfJTySgRitqac3HQ7teG2prU5DKtLVTTeG/8gzMb/5m
TnLwnjn3od7aKqgYJv20TfcfQdkhaZL3DnIMjP3WTpZl67Ich/Xrb3a/pBGQYJDSYAoQfiKpMp8B
BzvRZ5YMLUjlpV7PJtz20QiGdSP1zRtXefE6nwerpIMqtk8Qbw5ywaWRkDuBNLDucOa9g2IqHWfA
A296CKPb12/oD5dS4E8IPh04AHrU+48NT93citJAx2zSwqmeK3+c865f2YveX7//UiKTF7ZnHP/G
wa4oc1rEMYyz9aKExsqqx8VXYOGsIzV6C13+4jXRn+X8ViDOgk4CVrl/V4laLBVeoeYakImxWuxq
9LsM2vrrN3QYWihOMANh77EUSE8Os+Cg7eO2w9xgCyFBfSoqZcG5AET3UxY4hLUFD4Mbpx2c7I0I
fXA26eBqhO8YItrY1+BKdnB3shrJuE8PwQbN8FJ3zSFDZsJIx3RdyHH8qTOsBptcXa/dTGnVt86H
w+BGdCMVY/AggD3QKQ9WTJ6rUTXotO6VVK5DtCFKxdhOFAKjZzWpfK0OTvgWcvvwSQNEpwIDbwaa
B8jDodIZOv9N3hWSuRnqMt4SdcP7ykSKp0Wg8GSxl3IlvBne2BqHiwgpLUBIyKFCV6PD/OwktLPX
0SFdcuyKym1eoDobMd48qxm8vqHxergBn68CTIoKF04ON7m/VJEoC2c2YLlFRSM/QaO/dKmaunUK
Le6NU/cPN6Qy0CbBBu1roXy2f6lwMJQZiZVyazbO4o+WIrnWsgyr13fFH25IdJcIxQBNwKwfXCUp
68liWI/ecKGWJEntksXr0NHxf6hr4tAbLJaXl+NMh0GBTC+EVRPA2F4+2NtlMCFSLTAVeoZgpBad
2FqOQkY/Zuev39nL5wdtGOV6gXuEIHsYVZZe6srIMOetHATNuRFkzUaunOmNVPpPV3Fo3lHQiJax
fJB/SQB4Qitv5y00RGndISCxleri8d23QnOE48LBzIhiR2zynbXddiw2R8LGtSqVBVWXci7cJI76
p9cv8yJW8LRk8iBHpCfUdgdrobSnqdaVbNxKrMkLq6+DUxWRibNqZnDfztP89fXrHaTHrAIQULwd
2Ggw76ga929LMbIq7KFMbM1CD6/MtJPgZaCY9P84O7NduW1gXb/QEaB5uFVPWr3s5dmxfSPYTqKJ
Gqn56c8n7w0ct1qnBecigZEAZpMqksWqf0jzvD7WHvz/tkLFxk1D+6k1knLn023EIuV/ClrcC7wf
1/hcBKw0J9b7IZAWlcywStDTGWIVvZLa7j89nupGmDiEPFuMI5Fu1fodNKk5vSFtCBD4wDJ7Ep5+
8CJMqXcuua05gSmjT7G0y+6gXmEljRSY/hSMk1l8Z0UdGbiFTLRLyWDl0+NZrZ/DaGpiecaHoyJI
bdpenx4y6VrwiEIJ+mgw3HMs7Np9qypR+bmIFOVlnotcfk0x+Pg4hK77vmhKwz3VsQqIqOyEl+6c
zr+EIH9/PjBlCFpg3WBNI/67FsHHeiM10wFp2Ih16H09weznojiITp31OTabY91O2DkkOknvkeNd
1c5ZbPeAU2ApOJcMRkJxFpaDXE6uzHCTY8Atn7Uomd7qIyadx8frd7cB+LlYUfHqAJPNFlhtuNF2
0g6U0hSg9ub8jeC+imy23iHC0uhorelRevZyV77unME56eo07JzGdxf1Mj4e30QMXw81nNsN6LRd
ZZl5PQWTUYc+arrmQRv65GLkSGGFvZm8Kpj7TtDchSiDUrkBMkw/jWrxatJzN7ejXihTkCCO/y3z
etEdIoT2wMdoBQIxj5d4c7TFO4z0D/7k2p+vGrKx6W1rCrCN6Z+c1JHodcnaOeixru6E39ZyugbP
AJIDixthNTO2fTjQC5lgYCql3/Hk4pieki7wymQ4lY4+nkbHicydPb8ySeQhtawotwP3N1oBd4r9
sYZYpAOfK5jLtkG3ET+ti94a4VsjcQfzkKpFIKYeRIiT/aVGQ/XGHO1TVBjZwVgkBcXYJ681ni1g
5gQGWjuJ2d2twq8jDYSsZKFJQJZ2G2QKXSUMoFM1mMzWOoD7mz6KLlIGX2nb5tnAlOv940++9Rmw
8HCsRV51qVvcDhg6aeKqQ64GlrAFLafCQ0hPlp8qs45OXUP1vRxsZYfjsDkoByHFTVju5Bu3g6rC
6BUr1uegFgNKWkVqNicE9OoPetLE75Ewi2M/rUp4MY8nuxHfFC8QlF1yfBofq67dWEO4s9tEDZLB
q0zcmzypnETYu3/bfNy/Hg+2MUngTSQ6sNXJFxcgxu95iAJ/Q2SOMwUwuRSiqBUCzTC7exliWZz4
HR1aa53800RuucfIGBevo0UPY3V32r1RCqOx50ClLlrRJzTr+gBe1IlOj6d3d0n/GojTeFlIlyv0
dnpuHBuGoKIc5CniZjyoskCM6p6Z/dYoWNPAv+AtSga8SuZUOv6j1pZaANqy7I9WOCBXqeGhle+E
xrrKu5wLCF5TTsPrBqbbeucVtvCUMFO0oG5UdTzNzdTVx8ozo/lgRMvyadSBP8o2Mt3jMGMw7leN
LqODEiOJeGgHoTq+WllZEiRuYv0vX+f/WwbbWgcy9AW2Q6bFlrld7dALiyrJKy1IhVt5xzLNLHm2
zRiRqsefdWuL/D7Q6rPyVhXhZDCQVYx4qM1Frah+NdbivdbUxh4j++65zxG3yPAgJMGzjfLW7bSQ
MunQOi44fRTFOUSxofyFYaL+JMcx/5Bb0nmDxlxz9HJYajsffCOdQIMJLSBoZyCs1jJkUzhkOM9x
FkyIln603LlVYcJ443vuBTNCmd9TX4HFnq6QZysQd6L6X1fxP/mmPO8W5KTGv/X1QwUjkK5GJFgN
8OUTpV+oUg5XcDyV9+rxN90IHiKb9ydvcQQe13XiYhJzVmStE9BFhVAoqvEopzb/86uLF8oCBWMP
LV2f228pjW5oMYBzApqQNrX7fBg9tKuT/CcHUQzfYA7NL48nthGsdMoXeyq+Iw201ZB6VsZVHQsn
KJUBx8GI1rIxTeqVJ2C48/7ZuJhBRy14piVnhsZ1OzsyI1cTrWZShm7bb3kWFW8NSIsIGdR5Vfio
SDbdTu637gctRxIoWAJ0QcAsnKbbMa2yqSZNi8wgRysL785p8fSM6zx722hx/TwPRfU+qqPuX7MF
mg7TINHelb2wy+PjZUY/iZFWTwVe05QbyRPo4q8fuxTh0U6YUzvo285byGVkI2fIqvU7BFlM+0VT
G6O4uFbVppek85oGSV7d+tlGcNfOetbaKTuo6K2TjRj35zSK6/IouUHKJySsJzgVooldcLFG+7ko
kqZDkC/Uk2O0iL8eVOghH0pdE39pClalajzK+gtKGY0ReJk2vsltPI0OroRVdIR+k9uXOKrC6qyI
1DAOk66Yw3Oc1a17mM3GHA5ePzmoWcOd+7tp+vZfEtC6fBXrliIPYtCzz7US5woB3ELRTYQs31td
bzpInCnq7FdSOv2p1FvzZ++5w4T+TAgkoS40lmSYFO9L5+XOiJLjmDXHzOoVF78T9LQPSg9U55Bn
RviG/lBfvk/Bh4RHx+i92VeowVnoLdf4jJg8AjU/xycMeYTCHL9pCMa2b9Kka173g2Vkvh1bzbe0
IkE/CGpd32VYqqgd5skw4dllTZ/bvuo+Vm2BDThC79pHI0mVfybg9T9d2Zr1BYjD8M72BLq72Zii
2zuHujcdw4yXHWn4aCGOrNlNdOwnPUSRWFVg7wH0fNvKStN8rYjCn7BWRgfAc1i9tGrYOwFz6j+V
XWeFb+wu4vaw7FSt8T5o8peu0LCSzqlnjYfGGJTmhMhh/m2AbG6gyeuKT+Ngoa0Y1kP3t6mivRNA
MVz0IDRUkg9WqFo/3UgbmE9dFcXClVaLgzOPsCeiMqMlYpudnvhhxw86yzxy63NS8Cp9p85D2fl5
UWs69eRRdgdXGGr4pOTphLCurg46pIs+k4coj/Ugw25GvYy6V8JJ0nNpHKN6wM1s7DPjZ2lFlodm
rzY4h8xp+vzqAtf4jsPL+JMUcn6anMxFGl3TYQRZet0Y58Ydwx+Rq5Y/UKvItTMOFEI9OKGqFKdy
cpUvUDpsxOylaN5VpBFkEZ3KzyDOopOrtqAUwZQMkggZ6bMNYszNU8Ql+e//wRQHgzxktbk+5fJX
T1Q/EVhOKrGTFWzc03g2I4kE8I4KxtrHIjUqr1ZCaQZA0ZvYb1RRZ6cMdcovcHoG+BxWUwSNYkTk
tH0b7j39t44fBGuAgQKgABe4SqVzA9nwQa30oOWYfGnoWBxzgQDL42NuOU7XhxxnHPPjeUgbZ1mE
3wqH49S1RmnkeqBLpS+x2JkEN7+rdvkMvQzthUNnCOdH7Eyy/Pfx0Fu3C9fzQg6mkcsteju02ZXR
kirowSRSWDNFYk0Xaajze6tyncso7a+Px7ufKvimRRLMXV6bOLHdjodMXaFo8QBFMMxbpDF6BZKb
Vw9V96xkmAD4irTm8RyjMLFXY7gPJdxcqIEBHcd45q6fS9NJS2plTJ+qKUrRc2gd40eEBF16qNXB
xam3dIru1IE7Hnw9jr29t+dGGY7CLa265dHC22z9cGmn2DYnO82f7MSOo6C33bg+YEpQ1hglkWef
Wp50mt8o6BwH9AEq5dybDYolqVTbT6aKSM3O7rpPYxa1QBdCzKL6Qhjcfo1MSWpjFEn2VDeSPvQi
9/o8Sc269k3ifn/85e8jjbHYyx5tNji4a1nlKrLqAhGu7Al6WneKEX+AS6l3r2Nz8M7oR8c7c7uP
NN4svwRDwAORN622bt8nyMdjjRy4SZpdQAS5mD3O+WsjnbRLIsHJTaohd3byxoIuBUJgksxxcfy9
XVBDHRdwpeEFnNzihYscVjzmxqeoU9Wd+d0fTQuLmfSTtskibrYq2DRRbDutJb2gtCr9rJhddm3T
aa9rvvHVIECza34B7gm/2wlp4cxjoeoA5aipwhUSKh9kPPSnZFAHdqkW71QRfomB3Z6FZPL00+gN
slWoxt8OiEWIMYy82qgN41JI6cvl+KOeYdTP41Ab7zDYHlC3bjOJj4gWhuEljTUM1obGeZsoJsru
7jDSWkzDBn3+yZERrhJGLl6nullYPrJGc3eRldW+S9W2D6EOT+bXNpy8T3NEKnR+HPQb8QAQgNce
rTuIBOtudjLppJaoc+Ibqo/wg7Wwjk+GRwD5U4Tb+J+HH7BwIA5ItYFcX7+EFOl6iOhnYVDVnTuh
81bkChDtuvloirzck5PZiEAARxxE6E4gd7eui+M81yhOrIVBm0vSy6i3v3Z23uxgjbZHMbkq0FVw
uKtuA8JrGEGIKQxKW8EUT8mMtPukjugu7Qy0cT9g+QWBCaQwJei7RpNj9rVtViHs9cSZj6TL+HGG
eLs0ssstvwnt4VS5Y/wqmeZ8ryiwFShLOWDRX0aEZsFj/p4CoKBtKL3Uw0BV2uQjGVGrf8lSo/ik
K41ZffzzqKQ0yCOPNyyAsVXxI5JuNHhjrwRKg/p8X6de6qPuqj71mpfs7ICNA4TAp74LsIIs4w52
M85FZmpIhqMtD1u7b9sjHIXhDIn6x8T22DkVN059mhWLYsOST92dipbatqOXa0pAazx+o6t1c7Rn
W7ySaIX4EOCVp0bL7Z3IWT7O6sxiUHYtVuQG8bP6eG0ftyigWEqgV7mt+rCZ4/CQ1Zq0Tp2NocPR
hrjs+TiKDd8VPXQvupST+celbaw2wVQAmoH7RxX2NoKyYrRzy8bTg8JlrgVxGQIM6yNrGKCK95N6
nL0IVpwbTs2Hx+G0tUMXubj/qSaBnbkdma0Y953MlQBbAfs5B16OrN2g78xva5RFaZD+F+kqJdPb
UZCPmK3GLfmy2RQ7/kAfDpfnzpPOzkBbEYutOAkarW8aFKvp2HDmMemKmY5DNSnFTv7gJf3f+GpE
hybK98C3WzufbbGA/tnkd3lK6yWpqJBrBxGDKIJplJL2U4uDaNr/h81BD33pvQJLI1RWIeJa9aTq
nQiDLmuBh3WIULyD1W+CZMy7HESqWTG9tPa8Pz8EOE+xVyf3RRv17hAoCf12Zo5d2LYBZVlMsbXZ
/iR66jMUW4vT44jcWFPWkvsWJXvU09d5rYUEg1gek4HQcHrQQy09TjGqCHKScqeauxGWi74xwjIg
7ClyrvY+rfzC0ETtBVVqJS9CL+JrZ/fp5c8nRApGYQ7oIrG/Cv4IaMBQkskHUSbGZ1em7Smqtegf
L7KK4+OhfqmFr04z7gZUjBbFUswPVzPSRdVgHpF6QYpv+pNJfeWM5U66PL4xp1ZDUxwFVjAINHSg
9GTf+xVyUX81uFhfcNdwd+qfG9fyoizKgbbs/rtnm6CwkTfjcv/LKqNR6JbVpeya/hpRRzskCo5A
WHOR8XGh1TtrsRVHaOWxKZf9ctcqToCPOV3O2PRamvTVYI/AodzCBJVrI2a6J/68Odzi1smHJmtc
f+XESKquQK0YQQ2veort0XCPhMTwdqgmK9oJ3I1jDpUxnuD8e/FVXX7Mb0WHIZy9we35zLMDlBo3
eMUn4zEQ0WonXwrV2xlvo6hMZkpnEJAy1G0qjLcD2ko/iMJqvQA5nXaGmKgb+aHTY3M+TaHaKGe7
DKP0mTK/zC55JPvyhKVXUlMPHSexs6F+PbbXUU6rG5dPoopLZbWj0sGUZuqaIZrXAxQ0jyJMfW3K
vIzf4BFGuTUWqYsM6qz041ERWfbc5+n4jz3Z3Ze4csvWrzthR747JqnGvaDl+UVtO4xhKasPfhcO
qIA93plbX2zJLn6V5pfO5O0CorMfjZhOhoGXNs0/lWckX9UsK7+ClxPTsUh7S9+J//u9x1OMTvny
qOBJuz4KHPa5FWu5CyhgHuqLKXvta2jh7QXH2RDtCY3rJjsCyjE/zFJ6+k7I3J+taG4uIgQLR3yp
fdxOuLNk5s1h5pJXGRjRjJGdOudsBOC3cz9tD2QCdgRmw2GzGigG+du1kesEyA67FyUWqEMjabcz
nfvtzXS4JQCsUWwh5m6ng3lPY2elZJQsFmdt7s1j3hTxGVziuBPemxPiCQT5CTgiwMfboeIJ/xNw
yk4gQkA0HvyAoNL77vA4IDcnRBpB4ZCqDlnZ7SiAbNVZTrYTxE5THKWn1YemV40nR2n+PEti7XhK
U4yE1XoHgNWNyErGaqDUz1FxcAt1kcCKUUTBO/G/zAqXWPpNUF5h0N3OCpEIlNVBJAZzPP6lARYC
iD3Ii5tVw87Vdr+hF4QV7F9yZrqx65Q9sUAZzqh6A+wq26dEK9yzmmfDYfQKHa6T8b9Myv9v33dj
PEDEgDmBAQInW9dWQgRGUdxmPxWlrV5LNUQCRszyVBgSjzd72Dvyt8Yj22RT4UziAh9drWRWxCQO
LceHk6pvO1rd73i31fIVamnWTxUvV33nJbYRkXAgAG8C2FtYSqtvFw1oqXVK5Qax0k1+Ug6lTwff
OU7VVO2cjVtD8eFIDkg1kXteTc5pyxb8mOEGiMi519hqkRXruCsKE5fZx/tsYzdTNWQjLynQkgLe
rmPm1YbdcukERk+Vtl04zGODXt/jUba+1m+j/Lq/f0sIDBTCqnaSbsDWAHzp6RM9v6n/OLlJG4y5
bZ/+w3jA87F752gn6bmd1UD6NtHN5VuVc+GbRem9m2zkzqOxLM6mmap/XmNB8J2CqYcKA/+sw19x
e4caX+kGTh9GJ0d63dkGkEeXa9xjkyxf5Da7oAgM93Vpo1MF9lbnb2elkoSgYC0bTBzbisZUZhKR
WY7+4TwYKh6kdJ9rmAookzf634+XdiOHZ3zgCVRBANfRb7ld27acs9iwWdvBSc0KG80o+8er5848
ZonriEOu27J8O9VoUl3cRndqEiBDfshtXV4rSmR0m4c4zXfieCOd4CwA4QnPBUzVOucqmintmtFw
qDtZU+WDF9Bep03ofO+6Wg4H2s6e9F2j7/7VaosW8ONF2dpFdLkgulBig0m4ird8gUbXHgmv3Sj4
JAscP6ERK0+PR9k6FgguA9wY1Ej+gtuVjyPHHBOFtoOT1dNL0xXpKe0nfIDH6ufjkTYS6oWczU31
i7HEe+F2qJYtNVPgcQMgD/2boQCscdDoc+ACXAj7q4nZaYmQYjQ8qSqPbU/DYRms+V4TaWNdoUgi
DkFPjwfFXZZmJAYEm8lDFCfOXrqs6n1cnv4Ymm8zWS4TulXYt/MivJ1sY5uZPjSaF4RFmqDjSHUE
FPaEAt9Olras2mrrLsB0KBZ0GZZy0+1AuNEvuIooDCAZlCE26Ar6vY1oss9ChHZyxW+2fm1orbpX
vN84fxHWAjhpw+O873xMDZ33ohTEp8i0Vy2rfR2dOHptRk17KCbXvvyH+FnwhkD7WFX6zrczdVBG
FVqmUSUxjf5r5obVa1vGuBcb9A7iIRxPVkKOCt3Vu8gszc+D1u4Fz9akaR8QP8gDmPq6fDKa7TzL
hC5W11jZ1zEtkVe3nTz1/KpAMOrEf5iznYtnY4uSgi/KUy5b/g6VRtljQLCUiw7FDUSo5xg33dKr
cGjddRvZGoqxKN0sxzBZ8u0SG9bUFZ2F+U4MkOGTSDzzH8nhbPlxbiGq+/iDbhyvYFX/32DLRv3t
AlfVAUXViVeM3cWqeVDIwr92s5BPI/Cxwo/nSHsL2MN1/BKE8Bg8Hn3rGOC5sTT2cQ7DeeN2dJ3e
o4k1qBso+lC+JGY2vIIpoO+kzFsLyhtqOWj0pSiz/P/f55iRT1TdxPE6Wc3JNJLoME62eYrrKtxZ
zq0JUSmlhQxQ9J41Y8bRPKuCrCvs0vopC+fk6Ba4avz5sgHBXF7XSyP3DhTQpnDsiswOYpHHlxnp
peOc1NXp8SgblJvFvY1jRYcBRzNmFYgUsMdqtnM7KNGchWunyfeToSD83JvU9MzMPlThFF8qfUyO
sgpVX4Hq9grwGE1Ls1Pwbh8033Hq5iVPo9IP59Ta+bLrisySS1NxXwAaS2+Khuntp8XlRodz5ClP
lDjqT4mTG+2RN5rxSmvTufeLvOv7YyI6MfihBQTRl7HdXgurjt6nejq+14tR/QB+rI19olvp/LLU
U/ck5rT4oeFjUe+cn6v4+J/f6wBr1XnZ4MS36qJRv07H1jaUJwct5Xcqwlzfcj1TdxriaxmCX8Mw
xFI699AmXTvykLkpMN288Ml1laQ6oMs9eMexpfyCn0xKxzDrRxfVw5BS6GFCOpxWW6jYbaBrrfs9
TzwjfmfA8+qPuC9aX6y4IvGMOWeNAGxuM/km8FnnBF6hjJ77DKDcwYqtJn6nwQG1DnDD7HQxNm+t
C/6OIBVDrL+/F6PZTwfZW6o4Ta0oEPLIssUIHD5ifY4pYpZHYh5oOkyc+V9Xc+vpXRaGun54HNlb
X4GkHt0kABcUx1ZRo1gpKU89hU84NcVPWlWDmw7rao+Wvjp3fn0FqthQlBaaKufbbXDSmgU12BXh
U20qxc8ORuzrShMjRPGkh+3weE5bgy2YdHDFbFaeELeDaT0gKXUQ4ZNI++xc2rMOpE/kryyxSyxe
3Rm/5kWzFP45AsdMbDXUHDpdaKDHjmH1aB4GuyxPeSbcE5Wd/pXkMXpRCkh4NZCMfx5Pcsmjfsuz
fo3MYwBSDHuYd61+O8k+zsdccQfvqfYqJMSrKbOCJE/G46ACi1LcuD/pNprqRm7NJ4To91iRW4GD
hwXZFjcWR84qcAZt5vXUSe/JKsIY00Mc1bLMzs+PZ7m1vrwG1IVBAgx4zTOAszr3Fl5XT6bT4DgV
lmN/EVYsvqYi4apUhu/NAJYW/bL2PwSRR67MeY9eoLE2oVJKL55TNw+frGE2LlWDzOTYoylCHavY
OQk34pUW2LIzAFohTbgs9W+XsjR7dSiWeA3dJntV6GrxXNSdc26q3vzz7U6oLq848lWU3VZDTeEI
6ioR0dUdavm5NnAHwouk36EIbny15Y5EEQKzbNqIq12BUzNCcKYTXY3ezf6N9H64QEyMkxPyy963
WcshiBlWEV/yrAp3ImYjLhmbTj7ldlCn1mqGTqa4bos4wrUqO+uiGp0xHFUzyfaKSsscVvuPmxYs
IikOHJi1K6PXAizFrS+6zlU0nkIkIOa8P2EuNAZ6VOxVyzZWFCUdSmU0BhY1vtWKTsaUmHocJVcS
YYDZwvHOpHH2KQehj3ClXj/pLmzWdkC/8vEOXPLO1TypdIKNWDQuyH5W58yIx5Qbqw3i/XaPVqbW
WxcIcdlHczKMZzE3/+aNHu5ACH6d0HeD0qgF+cLRgqjN7Y6YcjtXHUeIqx3aVXjKdVNxffwoIuk7
g9uNp1aWeXpuk7Q0gnDUZH/NG4ioR3CQ2CzUqMf6U6G7PyXVGcuH41vgJKO683uhe53lww2QLQL0
hKkvTSW6aMpoG36DwxvqQ5mlvhlj2tJXSLVtdZVxE7Z+6bSuDmkg1/9286n5aite8tRXXaP7Vekl
L3VaRl/sORy+hJE6/JtEFGj9qHZ5EeJZoP/0FF18LXgeRydbdmr8YlmT/NZmlvkeQYX5xSFg4W3N
qj1hUjLXH//Dd2Tfg9MlS0Zt9XZJa6zRUZ/Q42sbp5n+LZ+1FqqC7mGYAui+si/DBP/tMKYL9v3x
0BtXFSxABrYpXdG6XG3JWSqJl055fE2dTrQX0WdRDe0D5PT7MpPNawJ++KHomfUm7nEQe1WPIdyx
x79hXdJb7kuuSmKK/iEV0zVIPNEM0Q1oLl6nNGuzdwLRpPgs8A+JcNrkWPI7JELmgxJq0Q8w+ePb
0Rp7GnWU9OKDVjv9h7lHim/nPF4XoX79LPSUFvkOoDLmojr++9lvj0MYyZajsiyk7E8MhAVIX1eY
mo59YeJhn2uJddG0vmpRp6gtuKjS5jnqClPbeUJsfSdoodSiFokikHS3v8XsikivhjG66l7qHEtZ
jKe0msIXhNe0U4gJuu8pRXFMxhF+TOGGPx9/omWq600PUd6knsEr9O4BE049bjheHl0LE0V9V5ms
VyFJ9cfHo2xctug58sxHUJigXOdNEz4nrh21jAKi7lJIFYgxo5yHet47OreHWpQj4UrzPl0lvaDG
pRN6GVdEpnunthvNd0aqDZSyw/r0X2ZFhYRpebTeVtkYCiNkMTihXNN8aI8J9gnHvJhnv+u7vTrb
ZsiCI4VPR5kPq5FVyDaDiIuyb5Unwbv7GRhLcVJCw/poKIV8GdE8esLZG/aXM6vndtRSfzJC8fnx
fDe381J40yBo6zQBVxOuwz5PYo1EptMm52uXpQk5cN1Ub6QqUnme5rLDUyUzIaS3GLjYrycQQPOx
jIzha0nZ2sMcZl/qYuuyJIJpWIBiB369/uL0JxxOkejKOdT/QJMKF+FCROonJ2zls+gqoNf6AF7k
8Wr8Kg6ttg5VCUg+5OOUtNfiflguo/7A+/YatnWdH2vXa3+UppV/x9FK/VroXf2+nxxRvNfTvkzB
qEBVgm9kp9PLLCjnH7y2dd6Plpt+oiNcI3vtzMp3x+AIwl2j0z5SfptiPynquvdVWGCUx9hk0Mft
eKKqoFTNuS9N/XVlelys8FEQoIi71PmQJo6wrgZ4ankY4ibFIXuO5TeZF4V4zm1D/A1queflL5zq
ZNJ38VDanevuIDw4JD7IlfR9OtX130pKOxLfGqPMfDcKY+ug5Xi1nrKiDCUn41R+l65WalTsp9rx
ndTI3/I0VMov0rXK5yH0pPEhmsfslJtyls+1HNOfcFCtf5IoHv7e+SD3R9nN91htkSqa3CkziM7B
yr7rfeKcpoYmUWFmc/DHI4EdhaIBI3ohm64ijlIelyd5ELgZCW8PhZqgGHpUyRFxfft4qOVHr4KM
ThgZBO94uiXrZ0ohawT3gVdf+xJv8HbGh9oumz3O6sahSd+Ht9CCVnBArN1eQg7ebfZkjOnVrsPu
LzPMkpfCC5NzMQzZTpq5ZhQtl69LkgljAhFI/rRavJCue1xbUXodFK/+Lgd1/jaZZvZZlZH+oYPU
92Zoqvy7VvcJTUA1Hhq/H4yuOg2mG357vLobRwf3LisLiAaI7vplFlte1fU1+QkF9+bFbWfb12k2
nhfO/8mi1Y+/vLB3Pulyo68/qUs5ZtFSWuRIVwvQeEIp6lKLrzVu6KeunXIMbePuJeromSi6G336
D5Okwo48OkDru5euWlp41DLLa5ok1JgGt0jx4Ckc/iiS8GtOTM2+SRVqTzFqK3bpfJH4/erUrL80
Z6EHrIHVpeUF+cAo0PrK59h9/3h+v3rg6wXlvcLDhXI0elGra2lKPa119Cm+NnEYGb43Zv1HNODK
IMMSOPGdKhJvocnoP+siHJ9kX4nYt6GNFachx8u4bdVUO9dzX+986K1dRfFzAQ8S7GTjt7sq0rM+
b7qY7F/XspdBcYYLWlXeK2TS91CYG0vtkYTwWCQPWapTt0OJuLeLEnb/VY979ZvT6Ma5nZVxp667
sV0w16GIQZceasS6oAi6ofZmRD6utc6FMxrzMenCw6RiABJmqLF3TpkcH3/cjTVEA5VrlpYfJfb1
UUt3CJeS1iNztIQ4mnakXmxtgNOt5/HOqb6xL4Ee0MhEypIR159Lb2CLqWJIrtUk8QxP3e5lhgg+
HQRZf3suFHzkdnKIJTJXkcujEJoQ6RSBu94hVQlRKEL79Koaonldk3l/kI47PeedVK8xMnzPli1d
5ZDOqdKd/nxl+ZALrJWtA7zqNmR6faZnqdqUESsjv5hO8rWvlfKtXtf/PB5oKzaBFkAWgL2DQPsq
NqdMV2W/bM/S1tM3wCy+q02/B0vbGmRB2SG2x1h3oRmW7mDMFCKumkyL51GGMoavaTbq5fFktrYA
l4EHORN1ursgUSytSGJYsdeu7T/UlKEvWBA4Z7MVCcIMg1odkmak9v141K1dwFuVdhiEJIZfnXB2
EXsDRFBOEsUM3zYViqcuJhGgj6dm737eikka25TyFrmZu+ZEKmJDRnYlkMcOx/Csd7JO3zT52P3b
mFbyQeBWOfjOiLTP0aDeiACCGbdvqyiXH1R7jr+maR+avpOE1XcZh8ZPNYq6D4VoZY+sgFVhZuxV
zl4yfv/5AVhyuYGRAW6JPsxtMLOFTDnlk7hWhisRAAy1Uw02YKdwsDXK0jdDZgFCyN3SYNVIsutE
VMiGIsGSwoGoWGd7fc/7j00YL4AjPjUGu3eHQhePcdvW4goARpwJeHFpGq16yhp7OD6Oq60JUeOn
ykgOxDG0iqu6cVNdDkN6dRTHOlZCVifg5PWfaQGS8YFZpwLEdqEJftcNzKe2yyNsoq5qG+vw1Nt6
bg+hHTlvQhxKeRRWo9acoDAhnL8zP+PugKUjRVqw9IkAPK7fhjaPqdiJkvyqD7qxJCJSdw+9DqLr
WI0ScYZUm02MSpIiKoHLYgMHm18d1e+V0LtPhZir/jiknVkcuU1tmk29zH8iaqOZvgLuukYLI+mj
V6jwxagcqor3D2XI8Y2lKindaSTy3phenLyvNXtRPdG9JsdMIjdGbOA0DAqBY7r2yYk6A62KONKn
C821ApUUgSz+W0TFXXFoRmk2h0bT8vbgohoxUEjNzeRQVqr5eTZKc/J7rMt1Py0nHoAmYIlnt7D4
z4/Xciss8b7BwImcVcMe43aLpbobUhPQuR4LdGuEOVcnvcQptnQyb6cmdn/I8tUWwN2CMUA8cnU1
LV39QcEM9TrWtMQz1uiHmTUC9Za++dDUtXZwRznu7IX7659BedYtqmY8o9dHSN+1mlFnpMn6rGuB
nCqgdiXKMs2oK8eyHPd4OveFP9AIPOjgBmKdA7Prdj0b2SA4YxXpVXNLSxwTDH5+po0dwvEvFUxm
BTfQ2Zm8YjhpPNl+6lHt7ZHr7s966u866Y5GNZQcZLXQdRpnigx78o8qLcJDH07RR2rR4llOQ/7K
btX6ydSbDhE5fv/O3tyKJ56btDlYdjCjq7Onmai560iCXgshPJQke8f3wsH0rVnsFXy3jjmI5dSH
qEFTE18tdabUPHFy4ilU5+Y0umhSl+gcnB5vkI0AIlNdSt0WFSFQRbcfVEzGzL61s6uu5IdSwK0J
qb/7aj1OB2AXO7n4WppzOVUXs5ul8kX9UV/nBFEqMsUqu/Qa6Z2OX/QU2QH6vM5HFyHMEBDaxBax
ItlZJyhTE8bOdaa8wigYOnGSiEOhdDUK4IOCP3EYJ95zqkb5jpbaL02x2wQX3BP9Mxg5sA9QSLhd
kzHixFNG/FHVCFmLywz8BSQMHQHtGLWDm7zShBGpp7qrujdRCLLuAIQKElWCKfhH9Duzfz2rzOdn
W03KJ8R58b22RGN+c2GgOuhjTV56VPvEHVlwtSqfMF5Olavn9KI/gAiPq0Poztl4ykNbZleF3ETu
hPFGbGGAhdQzqEsKo+uzyqaSkUwdn0ErPPHRzE0408CX967QBYK7XkjaqzjywfAwYTjdLuQMzW7R
oVWe/i9n57Urt5G26ysiwBxO2ZFrLS0lK54Qlq1hJos5XP3/lDawoWYTTcgzGA9gGa6uYoUvvMFz
IRY+JVWeaH5l0x/z3UwpG7TOLVzw+qS2tPcWrtrKwchoX/itNeWqrzflUPhCmcfwkDpq+TGMFnP0
21YjbZt6taOk25r9EXadW/nYjgMq8HqVOzeNyrw5RNPsviEf0TN/toW6HHo1S/7JgFnRilzsH0W/
GB+sah4NX+sm1K7VNk7SE/pVrn2MesVqj23uJtVJ62sMhseB9i5VFmf6XCEWYx6GEQmrqrLGzi8S
Tf1eiyT8iYc3Ymk2/heguAz7r2TMjR9I1bpodpee8J7DcnFCX1D4DM9ztgzfwEWiRcYljvplHiFr
fip6y/JenIjqoF+NKGkdPWC/n4iwlOy8mFoczFmu/uuGpYNsrNl0P4p6mDm/yuxGp6kYhtyH7pUA
+jbr6bPWzK13dsPEtYgLZmMv3d2ojpHFYGTLLCiy372ysx27i3AbL2jaSUfgIM6P6L1Gh0gtprey
TvjqgZCmY9aVbwql648dPZSD4/T6zm326+5f7zjQTjKhAsd1l3NQjTPg9cxuUCSFYZ68aIjFsU5b
4HSLN9WcLD1OoucMZGp6KTqigwNZKoqeLcJtlt+Bw/MuwLTC+WwYY/q1xdGt9LOoQ9HEojTvvtA2
mfufqtYk3UEvbMreBdvlkwqHLr+27hKPpzZqhvwwKYNafRC9O4hz1WXjjyJ38tR3yMurN667eG9s
FGvMYxPbzbvUUtKvrkAy109zMyv4x6aWX94V83xQWgdRNEU32m9JtajZuXDUTjtOqIDVPjLexfgB
HD4HZkZyoHwa5r56GtEiLw6cOHU65t6svVWNpXV9x2Of7VwmG4EPyYWE9nDMCQxWMdZQa0q6TJUX
IALhXWq9qD2/I8c6jhp7QMna+hgT6e6MurXpGBbTF4tXi1dydbmE1ZJGTaO4QaygmZjaoDdGCeqE
2ks3q0fSxi3a8NAhPHdQdTE+O9rYXIx23kPKbsQjPM+kI9KABlmx1UPtxHOR0vrgh4STcRzrbHlV
9Kk70YuyXrteRWTLKZyzZe0VgjeCEfgAEjQr2W2AFm+vVwfcgGdgRhAUqleewzZVD0gKmGd1iIyd
CsJGuZKHip6hhLEDlFsXXqaSVquZj4AjUYZ8b1JPKA8p2oiZ3xoLPWC7yJb3KSDX3McDkU5mYkx9
8lc/Kst3Q2+EgfRW6BiQjpJQLYPHQczGc8YrBv+NeJBM+q5YM0UjDeHYC1ylyU9ZUixPxjQWO6Ns
7XPZOeN+Iz64w3nxB0Uxo4QQpGmq0NwCOPvXnHmNfD1672nqM8f1UytO9iJBbSPqRsKNoFNKh6t3
CDqrdUenq2MliMK8nU5GE7VEt4WH5MLMH5l+M3cCySVrmH9M0Dd/chd1H9g3NFfLbNYwk42NzjvZ
WmjVV6LNTD+Gjhi+zADNaOY5KE65U0P/PiUn/fD442z/epnNEm7/4hffblPKyaOmR5USiIWbChwp
PW0rzVtAAlphvsxGZLy19TA64+ahPk9hpDc+eTE2z6Zivo6plx9Q61PeesaknBe3Vz9Gc4tLRREp
Xw2znS5xrmQ733ojLDZoc9A3RuWWosbqcuk9BOS9GMgx90gepAuI8VGYxc90mrK/kkLRdhZp4yhj
ZeKSXFE9uS83ol0aGWHHeLqR5f9AdzfqQzX0zbuIR/8PKb4yCAfRx/Xzi3vDoLcfpAtj8vjYVoJ5
6lOkOor4GGEBcV2sZU+Wa+NkopzG1SgRWiBtV/lSlY1epQjmRSN5OmiL3h+r2TKOj7fY1teSGGd2
tA0vap0qMUPCqbgkR8iBnoh6yU8mJaJLRCB0jCt9D2O39bV47aiCq2g63NdTlx4J0RQYJmTN/mgR
WZ2UAWvFqK3+vIjKze5iMEw3BlrqGoxkhogM5ZGcWjJ3L95oqh/HzM0CLx/+0Iji17aAW4a6kLTc
BT54uy20bqTN2mdKYAoMEHrFmwKqlu33QkMF6PEH21zA34ZaPZkTGJR4ilKOl15GZ6QYKK15dvIp
ChPt9OdD8SzAVJZYVrANt7NywACO0NDCIDVVHHx7XOTxQEjhmjtcIo/H2nghKItAUZYJNf0zeY//
Bs9F5EtPwZR4QZH10ak1l/Q1Lob06FjL97qPf5qtNu48zBsr+fuQ7uosj+ViodOweIFmJ2j8lrY+
fawGckmC03YPQrA1P0tWXeDOEXesQ65aQmzUuQoD4drlq+KG+XNWt+Zzabfp2RqjkUdwcXbqalsz
tNmNsupCXW0NaOVvLl3bh26gVGr2ZMc9tddq0c8Ibu1RhDbuEcS4gZFKXil04tW2RB020dqOkLIa
lO64CDM6jkYXHjQzSQ6k6n9IzJYnjjjYooQHfty8w2L13gyRvay9IEPS+Jx04/Lv2FrfzK7TnxLk
sXby8Y2VJDuj0kMblHBVeqH/vj0TLcHTpJFYkzjOX3gcqkORdOWlJyXfOQmbQ/Gtfr2fPGirbTlV
SVYUsA2euHzHFwO23CtVH/td78I1enzoNgBeaMtQ/YTPyRHnnrydlmXnkbHYIW8MmEEUlArlIKbS
PE7gMi6K5swkIsvoN24sXhtDdJ8L/AgOuiaU5yii4v3452zN/BfTU15v950oo2b8ytMhVzmQ++ey
AOXtqcopolK70/XaOI4u4CEEk3j2eP5WQcrQDOHoDJMSdHk1v4i2iq5aoqjnZkGqqWmtd5NSpTvg
E3kEVgk2qADeIdr11E+dFetabVFl1pdZCdK2jE7eXGbv6UU0OyW4zUX8bZTVzIRaVPbg9kqAbFlC
Pq7TqEi9OvHrZAC89PiLbWWS4PNRoqQ5Rgy23kB9mC+wYykxYqjo/L0YwgpGZBRQmochQCjqGe9q
1XWfu3DyPmt1ZjqHZDGAktVhen78WzaXV1JYUQ9x73NpoyF5Tw1CMzGr+VNnO/mTF3l7Psyby+ug
D61KV5e7jFVRMTtJCxE9Iag/Pbl5jZarFXevHo4OO6dzc0K0oGSYBJhk/fzioginswZE604xEEzd
w3tpKD4+XrXNg4DKgexLUJhfPxGdkXqNGwKNDhsj8mdnxmvIzsyjkvb1YciT9tBn8d+Px9xaw18X
t2STctRXlyngJG1y0E54MueopTao4xazsJpZmO8Z12wORUlL537j/9bJSMX1macRmwIxRZiHc1Yc
8lYtglCJ2p39J+/K9fEG1IGOEQSSe2A3HbSmUmtytU5b8kvfu2rgjH12HluU/Yp+TL+RgFmfumj6
DyVpwIn4TlBDdCSb4/YWHyfkuEZozUEYC+9SmUV2dJJ+3mlAbG1HEiwpBiRht+snMItibbRcjjrA
YztAVlcNMl3f49prWxuSxBFtZUiXkvV3Oxmn12i3eiYOBI21RH6pxzUo2m6YNd/GEKtBOnQxftIg
o5HaLNokjk07D82lyBdL1q2mQfh0AjrviFwYcFq5N2K/ypfiX6wymvZEeVPfawVtbTPKaLLMQyWF
EPb2R+s4Ak5oailBOajz0+I2+T/IIxkn25m0/3BgHaD7dPFcUFLrypU2q82oipyCRlW4Rwmj8hNb
7S/YWQznLMPOs6iqPTfErY+CKieOuDIAQib6dn4gG724UYGbKeE4HCqYG74Zl8Mps5T3tjtDV4CS
tfO2bK2ph5aiTXpKkW5dmfJ0eDR6qkVPDiYvH7OqSQ6mUTb/zM7y7fF9tHFysXOm6M0oZKXrnY0Y
rCbaFJibUupRRDvBxEwuibRXDQxp6SdWVHy0O1MsF6Cle4nPxrEiN+WCpxL5S1PxdmmdtKvHTGVw
awJ862uNCmYzLeY9a/rNcaiBUQmTOJN15cKsQjuuWyt6GtDwGP3BGp3zOOfhjz9fS/YJjzDNP6SU
V3d7XAh9XsyBImZu1U80m/sTXdHEp98bPjXIN+FVCk0wwVtlZ79sTZDSIvGslO+/K83oNLvsNqTM
2vTF8IGGVg3dpNl7lLciHvJhTJyQC3M4g6sJouxSO3MNZTWOUxtaS1K3CGAa3lT4ipgXypgYDzkn
1EGK0IeaMk5Ub+ORZsli9M7BaEpD7ASzWzMHAocYPVQbycC/3UKY7UZWilxGUJjq/NpSfYARMO1F
55szJ8EjWZBgUOZ/O4yVj7MqIKsEsCO060Rl+sktp+oY2biZ4tyqgwctolfQN5Pvxf0QqJ1XH3ts
K3YqjJu/hKMKuhkRBt7c1S8ZrR63oEVzg1yZMx7XGAgDvHArqY+lPTv2tYlE/11V1Hr2Q6xP7ZPQ
Sqs5G0ANXD9T7DHd+UmrCxLQLzgSsCQg3LHuYP/frk04SA2xGD90L9V7cCRF7mvHk1rG6omHwd3Z
6r9ywN9ijbvh5I74rVqCyXaRgLOzr2IYtL/DzjT+RcNlKM49LDv7UDRmdk1FXP2Fg6TJZzKcgY5e
uNR7fiGrS/rXD6GIB6JUcsmQy7r9IbBRaA/bg31VxrT76sVaQkO/jt5mEI9Pj2+W1S7/NRR5Prc0
DAy00VZLjCRIbJfu7OD3rRiHtFWXYxRjhvV4FHl81yvLS0A+w6ekJbUaBX+9MXGBVF3jeHaCuHX1
Iz2DCf3LqnxXm0O8c3Y3Ng71eF5yzDV549YmbUAMRCe80EbvbemfwyH2iGoK5ZUVmA6TZZUYm7XV
zlJufDUJi0HRAPAsz/rqwtAzL4xchUGNLg/9rBR06EfFuuq9leykoxvrSe5CVYg58sDp650aL0OX
1TFfLRHeAehechxEFV1it80OuDvvlTQ2p/bbePLPfzsZudov6ZCmzjWyKTw1ia6/OlU7IR1Xp9fH
W2VzKHAgYGwQiEBb7HYoMTl5jxGbfS1EWtCcy9u3Y62Mnyo7PD4eaWsReXKkbTv1CloQtyPxHrU1
jj9RMFbJ4IfJWFOjcLvnZXRT4B3WHqdS/vLVIaApKwHPpPTSZ/x2vIEujbEYXRQYDQTxoAuH8lNa
alp1yCpj/O7ak5efkAp1CZZSQ3/usmHvQt047TCIXTYE4R93izw3v33HLp5UhJncKOhFq50sgSog
4VO9c9pXkZ+8U7i6ZEEPrDViaqvdgmBJktcINKA+1YkXQ8TDG9tdnDdOY9svUdhV3pEV6iLfgZLw
4fFH/QV4W6+y7O0BWNV5zZxVJNEh9AhWqoyD2Km8GokoDPmQCS9c86VvR7zntLpCOHYSpMqQzgBX
P1kUAHR/UApRHfWwNy8NINXlbA95s/i1C/X7MlJ4yWisCAAEiyYt7JzRrM2vj3/81sJZIAhZO/m/
tbAoTRyDWo+HjA/6vrHv6IpzDqG+vMuTpXvyVDAfbtaqJ2cu3NPjobeOHY8AJW34TYy82hmhU4W5
C+boqhbqePR6GMVhYU3HrJrG4PFQW+cA5itHTqdQSNvvdhM6HDoVhm8SlH2cgc/ACgQBlkbk3Xc7
NPTv7mBo3ybFxJokiU33JdOQxvuzyvOvLeqC/5JCf6iAryXQjdzrGjPpYyoYU3ICDRaeZif6p53j
ZeeW2XiKELeCCoDkhrSeXp36NEsj1ZwTHFdgydk+YB/8c5NeaZZDXIAf8Afb68ZTUo99unMONy44
KEYo61E3IWtYXzj6SBPPGFrlaiBs3L8pBjcFvwhVvT1W/NmHFr5cvfMybewjqrGU2dG9Aw2/FsGc
4kQXXpopUDnVT3ndlZ/UvPgEsGnY+YJb68pqEgC6NHLvNmzuEK5qehVe87yZwIcqBTJ3mHw/1ZSg
ITviOVGeJqeibPN4+27NkNosBUQ+JzCz1fadVcAVHcCTa5V3sXvMhFKCDLS11PCdqVl2mk0bVwJK
NHw9g2dDYi5Wh6VXcp4SfAiaSejRxescaOHuPLjdtUqtprpUXPc/YyePPpZU3+adLbQ5PMVfiLNU
v+9UlTNliDmubngl1FI+aV6B0WvktHPut4QZ00tPHbu6mm5aNUG9jIPy+fFib9wVqB5TeDYA0nCG
VtOHPow4XJPGQVoMzvAvXakOBhT7bzgu+ogjpnCdtMQXM+tppWIJKXzNa8Uf9tfldSF9IOGr2tQC
oQjefgUckuo5E/jcKFMbPedunyJi0UNVcnbBvmtE8v8bSyp9EDCzs9c6h1Xp5tmiOMq1qW0leuMJ
oL1n0ra49IfZMIPKqYSR+D0gvPwc22rRfkF5Ip3AlEW5c66Bt6QXByNtah+K0j+PijK/Tj3C3ztb
c+sg8GW42oDR3GcpVjEK1WsiBZu9EWGanu7ad2UYGhMaY1OZO9nZ1mXGJkRgg8uUj7E6dkUW6lmY
IXEXlzaJkVVXlm+68WIEkSGivxPOz3x+vPk2oiVeRCpXEmUGdnP1JhLjdJMeqUlgzlpxboVTnZfR
3oOI6vKXryIWAhX4GdDhVDb7ao9n7pJMFe2OIG66uPi3jjIteW4tbU78Rgd27SeGHnlPc+eV06VH
m0IJqp5sHXhVPacBCNM8/VKbZoxcRWM0I4DeoX+Nx8TuDp0xCOswA4ibcfi0+/lJTx3RfEiQcbR/
KkRhnT8WYiKqwRuz2tkh65KC3Mu/Dg1CCFSP7o7vaGpThvNZEihebkhIwOJM6EtCbvLrefaiN32q
iuagh16kHvqlZYULy2x1sK5K/iq8DBzyn39TCZZjDB4/apO3J9nWlFYdDTsJNCcUQVLb4hDn+Dw9
HmXjaBDXQAWj4I7I+TrfrWvdHRrbTYLCsSBsEQ6/y7pFXJyk1L49HmprkxK4QdpEIYj/rM7FUqRN
QsU+CSiyTpcJR46D5rZ7JPSN11b+uznm+KgSIa72aK7WmYqcbRJ0PYZ/itMgtDE2uExUAiNhYerd
m0iLxeW/zI1FlLVP/U4iGM1Do6w7DqAeaci9ebOppMeqdvOdNdx45ZBdI2YBhgBseN0TDEe3rewo
TwPaMaREzBH12oT+ofCLDLb7xQvdRLwiBz18Mos6/XOnPPId2Yy00XOQdcDbTRnVi5jMLJIXTUNa
RiP/UBe1eC0bNbyWXfeHHO1fxxLxBTr0trRVWitqj3EbCWrNcQApPD0v+MVdIaIZx2SO5y/qlO4R
tDfubgSLpHaRSj0GfZnb+XVUaXCnrCNgSHAj8zi1/DFNyksokumq1uV/eJlAYOPz7lI4lYTW2/Ec
Y4xyeKtRQAsLo5AuF+eZq/yMr/iea+nGSWcoXkBquNQp745fMqVjXGdR0NqJhzqNrT/XqtACMSZN
8Pg0bA6Fji9bVTqUrIOQZUq1vNLJDocRG/IlbfPnsI7cJ4U26E5XcuO409qlJkj7hB25zgaXSitG
5JfiYJmtuXwe2tBofEFCaBwBM0LCnOM0Db9aRbfEXx7Pct2qlJsT7AxWDTIXJfZdxVqaldW6hW1B
AJ4+qy9gEXH4phlb/dvGnf6cTQSe536BNQ4WSp3zQ+dB+Ds7dhLnMMT6Hn6CIcwvQ4sq57Hue+el
t/kbJ9tKk9cIjm28E6RufRjZNoQ7zY+nAni73TIUUrE7GbzriCLLIcLR+UoVCLZWDvJnZ3VkEXEV
LFBdAfoulVPRp1xtbcXEJwO1f++Kv53+mjS1SSBcjacBQPOhqOMYNQ4Q2XWYJMe6idVD3SV7aI2N
61LGwwDEkKukvLO6rlrQ302qNlKQXwz/g9Q5PLXTZB4hiZmH2UzGD65V/AzTetjZGxtvHQEF9QnM
xEj51n4DS2xVSTLhBJANYXcNZ8N+50yjt7fG+tYaIxBGrU0a2KzrV9MsemOitYk5j5mVvmiRCzjO
SdfHZ70wmm/4o6RfOjSVv1jdwD9gpjESNFNcVdVZWeLMvjjd4sU70ejGJSohxdJxBnQHlMXbXZZr
OWQwsDfXtmmyN4kTLf+zvWi5VCP9eLTuxNfHW23jKwNdYaFZAIP29GpXx6MTAXITGIk09F08+3+O
lryNG/tNHdlfGs34uyqRk3485sa949AJk+xoOlB32W6LymHZZBPOdJFRfWvDYj4AxdVP0eRQpl3E
v2pmmzt33cbp5eiSWHBwmey64GwbBUoUUYULp5d+o9KEVmFRYkLQLHtCjvILrc4uoSDXGmwVSTdd
PYN2Y9mVlZk4HiTmkByUTu96v7VTMfk1NBkXJmJnDccq1uofUbPAFfKKRnn3eIm3pkvtzQIEQM/6
7rKqmlwZElSzr8ANdWhdmWq/to4V4hhrd3W1c5Y2R+MdQe6BmvNdIGy10zKYJsWSMelzLEqq6HNj
xekhMf5UJ0i+G1Ke6f8PJS+P32rbQ6IMEUzD8JqgXXKpe+WbIdLxPGvZ+B9OIgUdmqQaaBrsdm5H
KkYSjDTsMVMtwDoKPVZfFhSKzu5cIS6A0MDlP3wyYm72pvQ/W7+IwjAopuV1eDXUDG2CChhDf9Lb
rvhpQGDYs+7aOoPkRmRsNEbue2dJqdZq29mYgNoW0MZuSor01QM0nB31eRYUWFJdi30LW7Y/1Oz4
9QkJw1GE4ZKX7cjbhYVPY4/xrHD8kbo8YbLkvpZVoR6QZ/hD1clfQ1HBo60Mt4DjuDqLypTYsxtj
iFtX0XIGR8axNyP1qvXuXgV46wywNamQoDUgISm3s+rQkhITRJtrVo35u0LVQMWK2TkMi6j3oKNb
VwyBE21B2W69i7RHxyuzRaUxKMzeeVcr0RL0oam+x7PRKKCFje0b0qw2wHF8/DbSmtnLr7deDUy2
INXDUyeIW70akZkpC1pTJIZxGKqBXodlf14om/xU8yj8Xx2LoT1GUJC/EC3ke0ZPW0sN6hJUIoV9
fsF6A9HDo+3gOVenmIu3XWFPZ+G2tk9xx/ry54eS8iP+Lphfo1Qof8pv140DqTixaPheq34Iz02K
jBdae9mT2ur/wbwPRQ3q9wzEN13Hl4Y+k1spDNV67vICg304dLgfHeIaregha/Y27MYmYvFoQUnY
+H1zBNhL2SeL617TTnQtQgPW8qnG3qqhElVF32Yr4/VqSt36hySiepr1Nvn5eHE3Aj1ACTzJ3LIS
vrU6MnPUNWiy4CijC8s5NG2XH4fC2cM+bOwW2aiU54TXlYDy9hMa7tSBhsPHr59cYFu1GWMvqU+X
tMn2lJV+haart5+wHTUofCVR77mLpgq3R0HQ864DnP/hao1JZpR+R2/jB+z00fuiiTx0j3nf583P
SOmsl2Uyk1dNhIb4vJiCFpE5CGd8HZEwnc5jV8/5Z2UcnCbIutnRDspQRcUbqFHFRyTsutJPm2Z5
tYe2Vw7z2GTLyyA0XFJoXzQnBcHo/rJAz/7XS8UQH5KwRexOH2egRdrYlodx7uIkqHItQoN8NrT5
2OA9Hz8hfYDWeO591Zxxnt5b5eS1B0SBTO1aJm3+UVuQvfJbDduZo9561f9as89xvxMtItBpgUPA
dbaT7m+lqvXw2EQ9W8mt2/iDnbkomgtQ0mWQd0M90GcwRYIZlNeIg9qnHc40SOeh41IIa/Fd4Zqv
qYck9pcKpI56erwDN6JtTJ9JtjkFbMD18Z6bYUl7eeaoaikHxJ1EoKCALMW3lmDQyz0c2NZelGAz
mjxAXe/OeEIIGlpoc7IzVOc9ijnFUydw5BlUb+dsbY3EHYjGBswilyz/dtd3g5LU9RJHQWyZWXV2
kM6ODloWue1ZT9Jyz5pqI5zg5SO+piADJ2Ed9M41YAdyZ+XaAww68zxGf1nz1PppFtuIMpjmkcrx
uJNHbM6RfytKjlR/7hrptd3ULUZVdCGHsQ34eOGr7lX22z4P90DKW5elFB+ixYqgOr2Q2+Vsncmc
x7ahLwFgZaAjhMLQxbWaxPYbBdFgMHxzZaJFpZpP+tA70yGNHaO+Pt6uWxMGdyRbrghf3L37YawU
sz1RLRTxGH1CkrA8mEvjfi4UfQ8X/+sRXV9l7FKJ65VN5fUTXySNY3RpR4OKQHD+2Htl9Z1+qCN8
kScmyvT5Ms7nXg+RSV4SJX2JOhpoftpn9tfMMdzXIhdeFxi5pZRHZ5kAkqsWiCa8aRUzfZ9Etlce
0AB2El+J++ZTjVi3exjbTlV9q8uQBSrpjfwNdiP9TKhaKmeUfbSnwnNQJEWXtXxuoG3+IUdZBozg
WWAhYB8Kw2K9jydqcgpQUeXqqcWnLDO8i5jxXUDOwtj5lhuPH5x6cPRUEyXSfPUsdUOqe5BsOTFZ
l59CUXD3VuhoPd4xW2hHSs3I4NCY4TZY9ygqIaBJFSafMTGnl7pCPM22qtAfPI0lTkvT/CFgO50m
O/s6DjigRL328/Fv2Lhk+QlUkfB00bn1Vs+81lPILD2FY1oZyVUxMwy+qkQsJ4BC2lnLymgHNLBx
TLj2KPDz2JtU0OSf/xa0tehKjXk7K9cM30O/DFFFMT0FQpfC2/t4bptfUWo1UcSUdbLVvVAvk5Fa
vaFcrcgprwli49fRa6wdoOPWKFLnRibX+n1RCFVzPRZjqFyxpMCUq8ExUe9QiH88l829IkFyUEgo
qRPA3K5bhT67O80U8NWwcQIPzb5rORnm28Gm8m150/I/etaq7ZuDZ79I26b4CALMfv/4Z2w8JR5s
HPjn3OjUMFbbZfLGosuVhLJ+NsXXGfvxA4oE6YnQdKF6M/UX2obpznfcGlRilSQBnedkXXWv6UwV
ZjTS5Y4j+xSpSvhkaG35Jkci4TpEZf0Bifpup8Kw8ahAKWCDchHAEV1Hpk1bJ/Y0VQDB4kR81uLY
gK6Jfn2IgtVxUprieUpd8xBPvJxa+V+sOSXexASODnDormqjJrMuIqvmXNLkfFN2ojxqnvgZulQa
pRv7zhLfb2LqGlIqGOI41Jt1PTnVOk3oehte48XR/0KTJZY+6PPO2b/LTMlKLaBYqMpZsrggf8Vv
Zx+Lwa7u6GpcPdG675sBw4Xe09tjn/fOa42vE+7MAlAi+KU/TjQYGhlYslLqixKvdDt00XthiodK
f0VHs1f9Bc7I9zZcltl3Sivco2zcn1auAkoa0GgM2rW0JW6HixDWX3BfH6+gMdg0dV8pOcp26RK9
HZypto+aoBCKv5/IZr8m8dD9XIe4D+fSStMdQNjGspMge/QsOT0ESquUPE07W43ScmDupbf4GcD9
4hSxGl/Sune/umrdm+eoNRAOm2OLZOLxnbExPBVl+cAQHvGarq7hfomNYaTDfyVsMQ5VR2HJR6C+
xbQwweauBNUp8KR60vviy5+PLHlrZJa85XfNClRuK4oszcgDEKLw4Ir8WS3NGo5XUY4XbYnc56ap
+yPQ6jB4PPQvFtdNiOZwnADhQVxBAu7OviV0kaOE0DteUdcdnrKmM7PjXIb6UR/i5TJprfIi0t74
5s39QNcoac+paoR+bbeL7GE2fius+J8+LL2di+3uNuWHyeeQv4Acgox/uzVhji5unOrDFR0m+7Nb
2p5fisW5wEFY/moQuPnUI+r06fFy3IUZFN+kmjXcIhIfHuTbQQXgmshq9f4qcqGqJ2PKEUZz4uSt
1IKBv5IY5p5p5N2VJut9MMJkx0ZyO9e7fsw4gJEYrl5J3mvpyXxSKYOfHk9scxSwQ6qs5vNerJ7l
rm3MMgzb4do0vfVDWJl4S3nB+A+jkKNJiVGcFqie3S5fbeZu2eBCd21G17q0w1SdaUDudQq25kLD
HsFspNtokazm0s6WKeZhHK5mh1i8aOb4ODpxfnm8YveIJD4MsByQdbwFxPKrYURNpcIOC4YZHffS
61XUHMvQ1t6lUW0lRwE43vMpgFio1lfVu7roK/dY07KKD7PI3b2n725rwt4ARwJbm4CGjoK8vn57
lBCejIWj1cs1VvpMx9yBqovf5WqFt4JX6QqN72n+9/Ea3K20HJPymsM5BPNyV48WVTy0AMCuCuHp
u97s2lc0IsedXbM5M1zUYcJI4dJ1sOZWiWUNibkQwkTLoTK9/pqiq/mB9q1+0ZLYS3aC1Lubnn44
R42+GkEaUdPqlEdTBz5es+brkpvpyQPO9uKUTfpxMmLhT1rkXHStqq9Rl0R/2kGUI9NL4L+8MdSS
bz+indAMAgWiYupZi7NZGMl7OPjq1fYUHIkffzz577q52eVYvGd8PQmKXSeHroGJdyeUBbWgyjw1
oTe/dI0dfxwbE2bk47HuAwkGwwIMnhHBLxHM6rae6BA6HSa+1zFX6i8GqhfPxKNuci7GZvDwJmyR
T+1aq/tnjDzz1R286S3+hV67E0Pc71jZoJVdU8nEp2Vzu8Bu1IkhSgny9Vov30HW6M4gwXZlyLaG
kWRDqI/8FebK7TBD0VVW6rBl2WBhigHi3LoHT4umvdx7b6DV65BpeqHUubFctUIxn9NmqKX17h+j
rmhu/TadX7jT3+4WjH+JD9N5ueJC3/oQy5f3wkz/CfVlONaaPu1EWndPuxwOo0TJ+ZF243LSvw3X
LDlVRUddrvZsL6eqsNogMc3pMqZL7cPgN4KxoCj8eIturuRvg65WsixnzYIYvVxda9IQRp6Lp6ge
9Z39d3/oYLBT8OJ/3Gc0zW+nlulk11gxL9dQn+Z3sT7Xp85Jq2sE1WFnqPsJEbBjoAIVE3EzEKS3
QylKGnetORjXUsniIx5w6sHs2z3q2/2E5CjySFNxRi5kdWPJiiWYw9q4dimOy/qcj4fRmMTHBI3+
nVj0/h0AsCJluDwiiPtUFv3GHCMs1bjO+IP6bpippxnh11NXFMlxBI375fGOuN+GBj0jAm/JmQAY
q98uYMfuzu0+NikI5MNlLNT6O8oNyxGj0Cg5pbmH3QBQVnWnELO1orJP8MuPi7d1tUUqKMJOXETm
FSBnfASpNxxyjWZ5pRjqzp7fWlFqMRJOwbJSWrqdYUkmV6tlal7rPKuDuOuzT1FtLy9Lqs8/vZmS
7c47IA/R7ZsD1oygideAlwf/xNsBLenjKWLYn6OeNH/nSebUTwu6oqVviKLSCW9bxbrkTeEcsCBC
rsPUq38ef9WN5ZX9XKIkwgki3dVLFOpjm4ukdK5LqCl+7zniYGbYk7huOl0eD7VxAqlug/hnyhuN
3XmO6VJFhX1dKiO+QIqzjwtrc3o8ysZHhBrDoQCgSi19XR6EAmoVA9co0Urt0JqzivMorP4IcVRc
xlyKfz8ecDUtOrE8bC6eLnR0uVjWR94BBVDSYcoDKivuixWiHtGZ8V5+tzEKFGheFhAkAIzXWyVv
esObW6lQCnD6VYuS5rhU7h7Jc3XG5VwQaiF0peFCF+tuLmadZQLoZ2BqZe+jb6+d+iX/4QzaInzc
nYmEIpAQOyu4Oga/RgUQQ1JHDZk+7qqK03edBsuiyYPRSsq/UppYT0NopKk/luhE+BVC1lTo+gTU
OLJIxrvMpZ/2X34DrGj2puQwrEtlimHiTm5OeTDMqvvBQiDj7RTiHlRHYXqwk6V5o+AH6NtzWnzN
zUZ8eryJthaeXId2Hsk0+ab889/eeJHT+h0wTgxoM2uHBqH6b6Fj1//H2Xntxq1ka/iJCDCHW5Ld
UsuyZTnbN4QjQwXm+PTno6+2Wn3U8MwM9gDjgatJVq1a4Q8x+Rni44atX0MOI+r986oYsoNnAQBF
1+Kcs7HNmLfgjFmfNshmj/lg2jetv/SfenMJX1eN+F2Cwfjy8poXNjL7i4l9wJDreffGqvFa2rpJ
n6K6dR4QoMKkBl+z25dXubClgB/sel30akDcn3XqJtoSC/IR+oSxYvgtxPxbHGaUa5pbMpsuTxV+
7HU8VYhtxLiZe90Bkf6uvNJXPwuu+8YGx0Zrn0yfMdb5aGsesGSyPFmf9mbCl8ydfq569WKjHO0P
Lz/vpbf6F3RIhkggP78lC6vZtqFU9anNsuEYydw7bs4irkTwi89DjPt7VdBaPruvir4sOrfb9Kmv
KD0ZQXZxjdY3lYrxj3Cnv68Oky9aChB9sA85OxC9h72lLlp1CoLF/jQ7EkboaHB2X/vGsmfAdj35
p7wqqialEeldU2K7cCBpzdDJAFGyq8ecxaTZZMoFnKI5oQBspP04rScZNuNhRq8sHZVNxrMM12Qe
L3xFAApYatFFBwJ5jrKacYvXGjfe05ybztHJxhq3yHm7cuovfEVYMcxA9jk++LmzR3OayaDWz/QJ
r2Q3FmXT3DSOvWG/YUyHl7fleVdo/4ysRUMEvT7aXOcYYCHp3ZsGp71vi265cbqs7eOyxYdXzlgM
HBuA5/e5301rOjX2Iu5tGHvGoVuDdsZ0J9IyffkXXXrF/l6fgVyhLXS+hRdV5ONmrTz8tOifrT0P
kOGxXLpSs11chvsThBWNN0YjT+P5uPSiJd+pT6Ltu8d8FsEJtyzjysOcdWb+vl3+ehCJ+xzkGdm+
LaXdLVGrT94UCSSBaWb6qaNG/EIHDIwRLCwWI64mo7qp7VBdE1y+8JARHgEB/XAoSGzYpw8ZYVeS
G/3WnRh9OB9w+5nvrGi0r7zKS3sIUXES8l18gjbp2TJMGmbqEtWdcsM1P0ZGlz00nRncGJ3VJ43A
SqYZCiOZpm04ysGKElss7QfPUOJKCXnh4DCjhTDNzHK3NjqLSeUydvZQ5N0JFIh+M/me/kybCFt6
J5+uRNpLrxbMCdUqSAL+s/+U/+QDVVNuuKT77WlkpnWYNOQ59tA/jmB3sBLJ+K4DBelkt3x4ugp0
58ygUhYnM9BILEt2Gk8zRxNnlOvTPNKK79/mdjbnVwLDs+djZTKdHZsACfgZWF5qUqGqhRhIvzJ/
5wzwvqGnjldospdWATzEBUIzlrzy7INlER5moSUqOGTBGGOXBzRhba+d9ecblIfZJVFgv2Ii+GyD
KpmXZKhZecqnljOOIdBUxl6noubNJNScfbSLYTPv5tnuneOEHxRgduVp48AEYBNhjCBHZZ9ejnPn
ci1/v+0+Ft0JuRQo57ld1ujeDoq+OulmdRbuLZP0cXVzxWx0YcMdTJWtp6artyAuwir66ZD9ZjH8
MLN6heHWPsga8HkzO4uSafGd/qu1Qk46bpkqPvRdg7KykQtsRV/+4c8OGS8TFQgw6BBGSTHOvpmL
THYxVY44oQKzvKp8XZ6WWmaPnVTRv7UW/r4iAEcMUHdHm2fxy4gYEqtoEyfYSOIW8y87XmoR3Jab
/PjvD0V83unuwJ2e8W1zVQNhw2OSg6b8eHC64SSxkEFYQRpXTtZfNbn/NBX+PhV0V8q4vRFF1Hx6
qKeuF3lkVuJErmn/ql3mZFDXnOijAaNrjeUg1beWb/CtqkyxW6pXZRhb+Wh+heSGMF3bja7DbFsY
42uvmbzHQQ6ecQhkGdTJYof6h5llrhVP/eJ8qsMp22JbKtCmc+6s157m0m4A5Eg9D7roeey3W5D8
DNyrUzBj8wOGuIpbs0Pql8HKlY13KVhQwqOJCeGbs3x2ZefLXGhwy9XJLS33dhvX8h7oVn58eSdc
WoUrm22HWBUe62erAMgdIhkE1cmvojCtCmSP6nL1039fhZPP3QzQZbfkeLoHetTZaOaP5clTq5di
3esc4R32//7GiOBgP3aw687aebpKCV+lqFfe2Czs/O0SDn3q+aP69yDOKrtgNyx5SP9nz7Iif6id
MWcVE7VneEji6GazcyXLuLDRmIPQAUOjdncRPQs7nYHvWkX34wQxfg3wPBV9HWdLGOrYb8bwmvr3
s8yNKm1nk+zEVnKo8/tdKBzRUSKvTsBD1ttxCjUkEgkrL5qi7fNiFf2hNCvnuymra5XVvsPO4gPy
UBgM/Q17z9TS+iLw94ZKdaoxNEqR0W4NmE/W5twuoVm/xq5j/qSBuv3Bgi741Zrer5f35qX1aTHx
b5PiGCHGp7vGzzyhdReJ06RVvR7J+sIO9rDEVsuPhMhfV3bbPfbA78YDEavTKc7Zor6SYO3f8/wt
RPzLJq9Equ78epRYzDhZO4hTYU7qxll6AjGyqOG7war0+0JUpX3XupgvvfzwF7aZQ6uW8oNMkl12
ts0MfMDriJ7kyZ89B1v6ULdeXNL9BnsLjeHfLziKSALN3lKibj/P75wANIan9aluZ9OO8RLu3rVh
m/9anNW/ltJdeKNPFrOfflfhZq3ndRkV+yjUKyOs8tQbejPuq49GZX6pM6++EkvPWr37TYc8AKMW
bOEIqeeHaMRGo40aV5zw3BRTLGQ1f+i1AuqEmaoZ7kpKann98gd85kGxL8pwH++AHQAEaPLpY9Y9
cp5TU4iTCtvtMWoR/S7KZb1F685BW1bPx0m2Il0q37rFJWjCobLtDuSP3Y9+1dfoL5deOhcjuPRw
z5rcsz4Xu6dc8IwmsfAqHticxrslCpv7MS+qNKNuAi4u6vXfA/8eKEmradkG5E9P3wE6TkL7Ri1O
2aC2xwGPzKQ1jfDHy6/60udlEgOFcBdIQS7+6SpI9CzzMJDIbEVoHLWR9UcUCdr3HeiDd6Icr7GI
L51NzgjHkvPCUT/7sv5Aet5HBu8S02x0zpb64OVjeGP4Sv0PYWB/b7swPZfO+f1sLv5iNKESJ7+z
sZtslx+Na23JGnnWlXvN5SWdxTkgvbCx8A6h53oeAqq+NAwJaP+E86y+NwNjvsvorV1pt164znZF
UbLonVWG08TTTxWZXT8GM4WWW6ltetBZn+PbGpVbi1WurrqTX+aOnUbZ0gZ3uqiLPy9vlXNtrz0U
oNtBJEAQidzqvGrY3D4I+o1UXmjMxWOQ4+ZtbqA1cDK2TsxfHKsM5Gfd1lokIU11LNWNVeWMaqKg
/riWFfacVVN1fbJ5lasPetPCP2Liak3/fnb4pRHkAO6A5/wncMbaKTrOTt9T1QhZqlc0N64cnQtf
nSE3mxiSAwnNeWScMpfuL+jqU8n4/obCRsTetjZX+iEXDuheW7KJwa/TKz376igI6WmXBT15cxe8
s7K1fOi9pfy+NqH82JKryyvv7tKCu1YS/YK/E8uz+ywA0Whgs5VjEFW36VCipTks+fo6NLavDsPv
w8u76m9qeXZ4yNSZjYJ03Sv8s9SzycLOnuupOA2qrR8dHwfWGCpf4aXMvPV7a84mDF4z04cryMTz
dh63ifa+O693/rrZ3tEZRVileh+5fa8q5ShwAVWxpv6gJic2V5FjW1rpxU3GxbbAEltOkR/8qHQE
Xe3QoQ8Dx8eItaosI6m7XCCgu0vwHCXGOccIO8furs1CZ4i7RVZOqqqgY2oN/jI4dhbmTP8euGiI
k1Bw/1Ffnr+R2tZuCI0VDZnVXQ9zKGa0BxwnzYZ+vbLUpY/NVJVcnGO9N6iexhTJH2FTB78tXKL1
lGlbfxiGWn6Du2gmpTDs/2V30ctECATNKC72s+2cwatwFWbQt7M1BmleO29yy6XedPvpbtuMa9KH
l84oA096/QQv2tFnm2tTwhwB7xi3mWn2ael4edrUm74SmS9cauCkkaLaJ9TPp9MmOuR5G/nGrWUP
JtSu1nrVq65/hyCIeP/ycbn0QP9dav+g/+lZQhBDnTlERql35JC4hlA3QY0Y1f+wCkwDmgJAJhBR
erqK729LMe2MmVx2XSzoi98wxauurHLhQmNoCOhwd8+k8DzLBWRZLNJydX7CyXbAWdUyDtDByyO0
WvtO+V1xk4fSTHNJzHv5+S5t++gvKs+Fs4E26NPnG83BhnfECRtxfU56jvxNPUkrjgSPO0/KS15e
b9/VZzGO1mUEr2GHlj3THIqghVGHBkiWuavxiG9heBS0/45rbrUJGioS4izev//Dovj57VMh/uu8
RzUwbJWVFxa4b9nZQczblIxd4Z2QpAnSqfaG24ie6pVFLxwF5J3w3EAPDo7qM6ue3m8zw+jRuwm1
9aYR/kCxG4yfjClyji8/38Wl4FGBzuWa54g//Yh4HPpTKLl/dVmGx9HPZKwMzCbCdvr1P6xEjQeE
nAvYOyc0VTpSnmpQZAu9th0Tq8RAgQFbrb6qMZuvYY/Pgat7ngXBhwSPs8cd/Ew/YMmLZhBFceqH
cbx3Q1zqA1cqXMXC3H/fz6j5HTy1bSpxs9795tZOe99uSl0bz/4/P2QffnFYGC2eBeu8aYO2lqiR
l1brpAVebTdNVo3H2W7qQzFFBjVgi7dSadVhgmoWUSkbu8PLL//CWd2jA3cU7LnnxuSwevTsLeix
92JESq0KfinH7pF0Eh6NFf9fvVT3l0/tSY+SngWT1bNiT9aza2cYVt4ae38vrbHdhp44FD8G8NHX
hCkvRHN2E3Muusg0rM+nbku9tU1WN8ZtqeY5gZnX3a3CNE8vv8FLB2UHL+7qrOCCzy/BVbX+6EnI
v0tT9lPqgde6XQW0rngaSufry4td/FzUQejv7GJn5+OuYjb9urZhHBbQt7xEDzVfLrOYglS1lc4b
dcGVkHNpRSgICG7R6MJj6CyHadxg4W6Bww4TAZ380FUjMIYqx3/b8Nch9aQKzCsB/dKHo0fBCH8H
hT6DoLaNQaEmx/xUlRXHULkRJAH/2iqXrg3SMvIKOg/P+9gZ3CJGe6TinTZGgBi+U7Y3HYS1Iyrz
w6uBKYSMN6fwrlzMFzbMPmpGXxPGH2SnszcaYVGnCm2yLb3KuiuKujwIZw7iDNjAlY9nXfh6u98f
SF6GoJRq+5//J6FB9Xtbowr35anIlXljq2xoU6VltiUYVXbGp2z2Wv/oKFuVt9r3jDbJdA8yxt4y
oDFmZYbvzRBDuGMunPpWYPT0Uaq+8o+Vl3nmlcTh0pv57689i4idsVZy6BXaIgBHUnedEK+bBzsO
qGGvbLELHx8MBbMl1NotrrmzpWRfMb9jRk3/Z5s+mMtWJ7VmdOwYfftQj42b9sMwXvny+5c9S1R2
khQZJNhqqv2z4g/p5a6tsXY9BTqqHofZWmPfsAoMHx07CX1ppGhguF/5PGY6jZF6/OfgASpnF2ag
17hH4qebYaoLf5irvDj5tnZ0mneSwWnoDcq+yReMOeLVDMZrNdCFNJTyABAUiS5VyXkdrxAkA4iJ
m0Jk2OUra6z7o7fbrm2GtNhEtFgt0UxABYt/pN7sFz1xCwwdR4wu/fnjLnlTCRsM5sloMv+hDsyG
gV9hJXbVBVc+7KVjBukGZakdjMdY5OmbDfBBWza1z0KqbE/pW8e6Ub6wb/yGzmVuttuVk3LprcKl
oCrapRGeaS5Xo6ocEILVqcin/PPciwbAVVsdOs9ag7uyH6M6JmRGR6p3Q11Z/G/H7WwfB3tdgUgg
KQPf9unjeqOVMdVuebNjUY0QRw23TSU8juLOQfSkO+RVPTHvnPIidQZKXqYghWnHnRPqB6Po5495
h+9wLHK71w9QTjsvaXIruwuccRCPWVYOj5ikdq/R5DXtpGnCZjt2oVfrKyfiwkUD3RQaExHSf95+
X7qidauW7kjbVMuDtzZWHo9YUB1fPniXlomYmVCf0Hl/1mWC9iRQIJQFZpXGeh+OiCppN7gmAnoh
eiIdi2QGWxAt5fN80u+9bfRnX50aD9ZL6sBAQRfbaEDIubSFv738TPaFLRiiwQXAh+EpCKqza2zC
5KkR+7Akc/owP2Z9s0wxCC37fanceUz8otF5zDYd7JvVXpsqRp8zgmHdL6v8pmyv2o48RynTtVrH
Xw6ab1viLnYnb4M64C9YlIEC/RiFWX9Tb/nyOEPNmB9cs8jn94Pv5yJxNX4eydhmuXGHom3LjTWN
8pWbj/oRZtPWXvmQF14xTD5EdIDe0WQ5D2YIoagxGB1FtqzVlmTtNN84uVs0p7Hin1fuqHOq9h7B
Qqp/ohclAvf3WcDepB4m7A55xeVkhQk6V9JKRmV2KsZlNx+Twh7Ut6F0RXNvQh03b5rcqObYzwMa
TOBK+zA2ps4a6c876DLOm2ra9OV9cOmVwIgD109OjxDG2W/UpqW2ZQJvr6uQ728249FY1j72pPxH
rcu/rwPSKLBPeGQgvs+WGtwaK3g84U8IpVpHxNCGn5nKdDLam/7z70+FejRcj326ypzjaYTL9+l2
gwQMjop1eFyF46cDOieJL/SHl1e6dIy4nwDI0Z5FUtd5utKciVFsGJWf6MZ8k6oMDxHqk7GJaMqj
G+3erxXqmrPVVF9fXvhCUPrr/oNKE6raz5KRbPByU3m8zboemoOzrsHrFfDXv89vd1UYujJgYFAN
OYsSsnel7rue7YFd2+0mjOZQLPh9GaN1Tdl9v3XObiWWoh/JzQRE6TylKwczU5ZZ8UBhXtwVatZJ
51ORYcxscQEZRQLFv/748lu8sP0jEBDsEOAIz/HO2bAboExQZ8q16wFD9dmrysKwrQ7KKyCSCxtl
5xlioESO8VxnZyjtqCMai9O8GNN2imzkeu8KgmmTtM4Cu2Or6mV5MwE19d/neWhn18LRhSxnn8YQ
lLlgnsMehrVTZl6bEHhMt/yJ37wz3KK2U32wfClbrFd99QGxLjq1SP9V/jtjbSDadGS8fjx6bvlg
D9KvbyYUGV6B8QoDsvs8d2OZQa89vPxdLmwGih4Gk9yIMIPPm0pl4E5jJZimNaRkN8pe/Lg2xXZb
e86WSEV+n5XLdIXsffETAdKkmqS/xJTh6VkOm3o2s2ASpzGQzlcrquXHtdYzdblb3FT9IO4V75fr
zfROLz/upWYSGQanmOuYivl8abpHq8YMUpxsLLjruFRQsWOYKluVSKTY25SbRkoERepGJ9MkLAeb
u9CBoj21xruXf8ylMwEFYIeOkxwyqHz6GgbtUDsHnkR90m/DmPre/lLmbrtbt5jDcuVLX4hjsGQg
ydCL3dOf/df8p8SlylZF3XABAf0LoDn0CDGiL5f++zOR79KN2Olrz3SIcvIVGocjq0greARE68SF
uepDzr145YEuHTOSURra0LD3lujTB8J9ULTG4MNg8zJx0ysVlImzFMHnRcyFw7xg1B//9eFg4YIj
Ak9FMkdm83RFRIEh7UeVOtkS8fY4dHE3RHqxGby43jb/ymoXmhJkwkw/aSz7hLNzYop2aQMaGXEk
nEJUxce6QktaK098EnCAm5Or+rBNBgiCzWNUz0UeZ1kEfHztPGO98bmIV/rD+ZQd9OxXxcFv3Vkf
Wm0PWYwNRev+8wdBsRhppj3rgNx2Xt3ZPbomGpnPE3Ty7lBGi3eHnEpzy5ESD0M0bFfW83jdTy8y
gOVMJ8HoQB16ZuYBnq6h71JXpwzp4IS0o0uqEFsH7UzB7ctf3trv3/O1yD5okNKMguZxdj+jHIZf
mjXIE0Fl7VNMpBFk93dZ6hgVCfNDTdn+NZN9W99sQVeOyQpdA4PtLqhyuNJtI+J2UIX/ClT6cieX
PPoFiKkbEYJdTHgM+TznKVRXf06nauY2vvL77ee/n4HIX31NYKIMU59u3WBDAzdoAVCVgdW9zWi3
/Zgz8jqonvbmJ13mub8pHCNYUCoiAonArd4rIdR672uJRnIBn6a8kvQ8P8HI1LC/AcbQeHumVc77
HHGa269qq24+WKXhx84cRYdJTdbHZlw+v/wSLiy3d+4JuORYzzXnS8OcZzmVEuYc9UiBavmbsdoA
NEU+TR13q66xZp5frhxdsmIAAeEFrEzlEuIN4YH9KYfy3VyAyV5Mc4W874ZYg67jLXLn1ZX853mc
B9OMIDu2RCSszNSffmnYADUcNjGdGmG2hy3s5a4zHVy5SPcj9nxLMTKlqCXLgT93PvnyVZmZk5DR
qc87pzj6sFjyN3oNvENkrUYRq9mYrWQuluCrNcx1fyi8pQ9SZBOmNVahMf3ChEXbOy3N/zIsXv7Q
ZLJQb7y2x0uts9TU3sMqGfpk1staM2buihxIj533N9maIXbW5sMyve1nLf243PAZTxaRSdyHR1N1
KN4H0ffOlMYXt/XUW8Utm9PGs7MvYZ4XW+xL0qoU2KHxZ0PZbE31NtVvLJUP39d1keo+2pblp2dN
UwU1wpt04gh4HQmPUsgYxT00AwGM9Z/2I1zEC21R79gOXrEmWxSs4i1KZfKDqZX4ElR2/cVatqq7
KWzZfypC+toHq9y2LZbdPOMGNGZC/EYipqhPI70hIw4jWcxx4+Hp+n7O9ICBCNxI4d7Ms8/oJDLG
tfmelw49wnVtvXeGWYc/yjlqvUNJHj7f2DizCWQUxNDdC4NR6b2CLpWno7dI8WpUxmq+AjTuOD8m
GZVGjLjSvP0kognUtlppA1e3Np0lZbTK18r2DW68rmust1Jn7XvlGVk+wRZZIvPXtrSRvjXsdnZe
V07NbBYr4MW0Cc2BoWV3wlMbYOovOyxGPwGHpRfyXcf7xWRB+68o4NcbsW5tn4y7V87tQsdpupXh
JH8VmT1+YWBMpqKAM3wcTSS4bxfJ/yEGZTnrtBpWe4lRWAwwDgJz3+CFV8xtAoAo/xPqxnET+I7V
Fo9ayW/1ms+Qu1U+M7Row/AdwsaWBBGmis+tlzUtFLNOfh1QdJWJHfbk5CuXXQTGDeDeAfMR1cag
eawtVpsEqiM7HYG5gjH/K8uRX0ssC7AHcPx8zVNwapFMafcun7K1sN6QxgxfAREN+lA0vegOk8zn
Lu7wuhtjH7l/mYQRUr9J5239H864l07AKx7XPtJlXK6Df2/oMQRqFzB4VLUlrIRKRCRV1vhjMkVF
+Wj0HbK/HnrKYxy47fhKVKGsMdusu095K+SrynP0jaFV82N1fBXd2GK1mrTHN0MmESLEj+VQ+1Vs
aHtaEra/qLBJRNEl7jYv+G1NTvZlwynvrq6WcjnAqsEbTJvSkelgcs/cF21rQy4RjXtX0K+uY7OZ
+1djWa0gd4M8e7Q2s/wScYVKZNXL/H0tsuqD6bXbt8Ko+i3xysJak8rO8p84IRVGXNqTLBMByzKP
DWzI1jQTgQ5vG2tYPjl267yNGumMcVnn4tMiNu9jlLvjnGzt6r8ZFcjStCjD+WftGqsdj1NN/7IL
w7qAwTU6UP/7pkLAO1ClmRb1tI5xVG+Twf8+RocqHLsMp4m6ekCgNbd4sjJoq3Tsa69NnbUv15/Q
9jjKfVR6RVoz/5O3xtC694qR2cOWFVGqYKijZILp5BoDO3S3BI3iqU5rhnsqVmj3JUr28zvD8bs+
XYfZfnBzR/IPT3eparZQJcs2e0WiolF/KUUn/2Cb60Ab1o3F113zYGAXav22XXG1T7y1HD8Xuezz
pF1ytcX4n3BApm4ZUIb2dPtDeJhexRnBTKU9DrXZcSh8/5NvVvOf3g/lJ0ePYjkM/jR4SdT7xVuv
Mfz8Bjw5RKBVt2OeFrLzRiBaNAJTEv7IIsvJsz6ec8O+cXuh8qNTM0SKp7zvXi/CNgWRTs0fM9um
+aVd8ua4DirnZ2mWeXFYOwSjjkKsIa0dpi9fnU1XRRrSKsOuFRG4j71RZGOiSt/7TH+vGw6VkXd1
DC9z+2Mw591pbEu4xZtlrJ8x3tZdEuWGuu1ciupkboWF2AS6rCL12TNRbBmNfgvHrfoCwAIM2NQP
0xJHkTl8y/OsxTxJ1+Z3/CKGzxKsBRIGvS2+SW/120OOrJ8fR/OA7mNQslZSleXOsYBt5sVVVjZ/
5hIIUdp5fqUO07QEQdKGpnywoQM8WrASlmRYimLAdK1wPsHkpgdplmPYfMwG0x9ApE36+7YDTDiO
ltEdtlxjnWgHOA26lhrMFKe3oUvCoFg+NbB0SE2xrPVwe9JYVAu0NdFDwcXAirfORjiTpi0av77e
tuAQGnMABicwgC+AU0VE1XWb9VSbmZfd9HWzM/4Ct+Sl2Asd/8QTwjYS3diWOlSzYX+iPVC3iL3O
APTGunZ+9SqKXsM+gm4YrHBc4lbVo8bbUq6PzjI1954o+iB28w5wE1ekeFjtbv3o1mL7WMuWvYpQ
mP8nzMjjDvVGOk3sEPbdUgk0X2WXh+3RXbCti6NmHFZglciBxkalXHnvtJN7KvOx+J7XhAXcEYtC
JGs1tR971ynEsZoguUy0+es7pHi2lvGP25+Wpre+Yz5YYY/R8DeMqL2XhPnRzA+6C+Y/zbQ5SGpD
7KGbrHrCoNnX0WtIDlmeruMa3Fi27tvEyTxfJ2h+Dr89nUkv3hqzKI7VOgSKU5ZHfyBxd1jIEk2M
eKu5LRMFDLDAzLXECpQZtPozlv60kVsUNb3oWrprbAErGBIr73IZW7OOHoq8QDTFXL0lWSXmVrHr
tNWXSY7F77qx5ynNAhWudLUN/zF3zJrz7xmuZuIkPRIMVE0BKHGxipbvHLuj7h+20B77ZCVlfpcZ
0OGOPbH/NPpLFqWLykiOG24im17hOobAqUuUb6Hqcev6ftZ9tt3a3gDh5OJDt26RPOgaAGyMm1T4
0KA3MKXBkrEna3tY+lsBW+23ow39VhgaQx1PuWpO8jBsRDJX0bSkq9ijFlOM9XHJ69K/reyqfI1U
FfYVPXZ94Dm8bnorcJBYb9Yakv+RKGG+DXGEX0gKrPVQj6qJ3lDCV4/YW1D7dm4bqFR7K1C31djh
Etw3KxF5y2VzMEtTDnGTm1w7OLYVAYI40izvDSNv6njoatkkM2QL7sdpaTiiRPvfehuqt8ilUf1b
boFnLK4km327DXr5FVljftP72os4L8PyofbX+lWxOsMH01Rcg0juM3/Qbd9mcW0TYRP8JNQcK9fk
8jeEQCYlDMAd+N3sf5VhxQkzt865yyoVDjwBrc846wjKiSXnBv88o5jqOLdr/zW1XLnEAQK2TepW
zmgeNlHbdrIULXGxcxbPSwHpACOSqDPYHJEofAAEhDNHkBWZiI15zTTbrzDue0QpVNy0/cQfllP0
UEvmdtwzAa7C2RzN8800MDNkfiZJvCpcA343tjeWMPNJYoFTKoxKZW+zV7J1FL/wv10ypJIL671S
Tf7R8MboS9CbXPK5JKaPFTZPN3NRZN2xwyUTaSLftjo61I1R42Kz+AYbXhuMUHxdf5kic2ro3Inx
Ft/XQt/KpXQ+qG6UDvWHVTpx09lgGqOxs/TRbA0XQLcHRiNlqoH4oTnr7MENd0vlwmVSDBbJQ+qS
Ckti1rnaxXwsGNUMaJAZyEAv0MvG2PA98WO09dbdarcw3illIlLUA1T/aO0AkcTrEFCLKx/4eAw6
wr7VyliY36EAi/XYMo/vo7JpzUQM4fStN638vsBLZk1E58j2ljrZqhIoFdwkBsWOID1U7pvOzTSz
wbCw7ubVsOYbBeyuj2U4jx+QSfH41aYnMfpaffObaKrqbvazWSQ6QKw0Gdpm+dwC2hviwur9GSNg
Z1mSYuymIUYGJmtwHJ9FcbBGEvEk0lQ2KVvV0gmjpO5nIdwJtaKoDKqYW8YwX1sGQJBXFAeBjG1k
0yilJlu9a8uy7mOkf+yf0M49UpBII1YdtI06zJVmk7kYtcwxgh/t2xxIYx2jPJD9cEZr+LQ1qlvS
heRD8572SqBTi+rSaRUDjfNwEV2cMbQEfdO25fu+2qIHCAvc/5u/dvOxJ01y46qN8p9D62TfGXta
KvHC1pwSP3MblkVG+E3NHOlX53pk2IXpv1MIBnaxNjrxJm9MBrCr9pbvGAqhDB9Z8KATt276OV3J
vH64ntV93hXGjONMPvLF2KzxD6p9SsAhHcM9SKt1iAXZy3clJx7P7teJ7jI8gDcZ85j5aBuy/EmJ
tvyRjSx6BgKSLeqqphNUE1M7x1XhEoSzxeMHz7OFaIukxlA9LabMGV6DaPDcROhG/sQ8qvvp5hG3
hnQReIvbot/KdKgM94s7Upsl7hLMXyhoCWQELHCSIeH5XuTKLZPVKqciJc1r9vejkBQZNrl+8xa/
bWLse6gtPXtzvkEUJfMxymlYUuFFsoO/NNVfyqycf3mjAspRKUqnGHCK8UDG7lG+jq3MbqZWWXM8
jsPCZ5ZeWx4wmu8hL4CzHLgVl/WrKhGhi4egM42EC766yzBDIdp0Yv1hzHn5qraXvnrUFlCg2lD+
pwKiuDg28xpBRqibyHmFAHrZpGGv8psw6waRknc2AFisdWpu1IQ8Q7x0q5OTZ2e1BnZij1TOyrU5
1mqRiZn5e8NY5VzjOLN0vzHNDUU8r1tJDUjvTx72S/vbZrjL8H8cnclypDoWhp+ICOZhC2SmZ7tc
drnKG6KGaxCTBBIIePr+sje96O64N50J0jn/mMdIg7qSM7p62qZAfMWxCdsy0k7/uvquGMvrQ30v
6VJhcJ9idyrwFfhUOrQJQJs2qOcs0+P3dI+XudDWbm6BJMTh+nO65V9XHXjSMueQUc6Su92MbTZ5
OaPV/F6ne7oVSUsCRe7Ms/O759L4U22x/OyC+iB1uc8Wzv5IRmzEMVOXF25eyvGnnKxoe6U/9j6J
BLU625ycuff3760rxW9kMtM38peGzzk+vOSyrd5kioww+DrX8a64MYZxkUVzDAnH/4AcOB/YcFiO
uyb8vSyzeQoE/95c0Ajyb1Pd0LN1H7YiR6ANuGq4q6PCnTb70vO/vfbCyZxLPHj7r2oYstdqNW1W
Vg7CK96EaeZmDgHw8/9bhPIGWcPt2lZHUzj9EiAHS4/IL60dxXvH7HvJhjT7tEccco5nYxtx3hFT
nytVZf+R+TN1OcPgPJ+yuQr7M7kIaVsEacOBuld2+GBq9B4s+elLHqrIo4098bQ+S3dKf29Vu3+G
1jd3kXfNqKO6df/Hcc2zkpqIf2E2LCOnJIrBOveAAP6ZPUqfl+SYjoLwWPGH+SgL8z11xjtMGSYB
pVhQHIAHTNVtow5wJD25h720mW2B7N2W2yM+5iRjoQ2GS8tmvt3MdIw5mOIjxzs1uteP6Fb2vRAm
FZKLaQKCGp2aX7+dlrnPtT/2XGfBbtN7R1n3fWnm5RnLN8PQEQ7NA0Mz69re9PWISkKvFFKvPoCd
OJyAuRClX583ivz90xD59TeX3pCb0fflqz20diizoHYmr7x0k6WtmkTlR7rakYCINBVF0+y8HQuW
CuCy1d9Padj0f47Vyz5dx8wtvXuZByE7HdmSr+nu17lKAcmLZVHBW+Cu8rM12UbJ6ZxaC/islXvL
3rhYJlY7i4J2O9crGoDlOo9SYlfrULFvxOvUPLlO1k8FE13jnDEmwnbgg4xe2yb2xrL3F7J0AwCu
PQ+9mMCTNtnkv7hfqemr1+Tgrs9S/aNrt+rVbkFVlZAM/n+av+apy3z8hInXp982YTY+49Be3ch+
8lkhyRryrmUpy3UFqJ2Hc1b/NsQ51sUgJ8UNUzfpdFJs7f/5gU2b0igpuVbMGhx5pAJsoRJh8VMV
DNypEwCNPntXh92dOab12enboUEPaLIXFc8LB7TjHgAbyRyY0gFtHU9HJB0eBhhvL3eHw7+Ti4xD
PnAV/yTLBTdb2q/DNyf0mkfqQbYYRG+TH8m+6LBwY7G92dav+b7qPb5zZukkd8iPUw9iaak3Qm7r
JL6jx3z7UmSzUfuAfu5LhTuwTB26xFkPyFGYV0y//FORXeZ8N53/wGS2L5fhavXLMwHGU2yj2p5n
xtjPMYsXcmog498z6uIaFnLdSvIgl/ST3rr+baVbgatiIyYVHWTKLtYdcn3JMtk2bNrS907hcAwx
lqrE/Q4h6My3o2G3zrPKj5/6qAruCBrO/Dxd6+Vzq6PhDxOc/xUMO1xAQ48w5XQqIMhHVUnXMLEd
3nypRuHe4yFVM8LqSm5lamv1WwTLnkKhZbUmxCGL9ckc9fxjBWvzGd7rTp2YBYAWk+UQBEYPzfTV
u5Or4YCq4e861xyfPZhtWtpUOrx5xza86M5rvlDosGP707K+HZ7envewsb94PoLXmBK6Pw0oZ5dv
GnUo0ZjV9DmQF/FY17L2L0e31r93Jsa0mNsdHjBLWMbyo/PlR23X8dfRee7PdfTU95msoJ/OoOf4
YtEPPuPXT34LUVeKWMS9a8sJBG4sD8fbLujSUBUyZPr/HajAf2lCjH724zZsBVFHLK5Mqv6/YQfn
L0mSinnmFl6SJQ06gvNcr3uLw4r4vM6vEJWE3P9unhHNnOX70GdzEbnbtl2yGYSFsUWaHxDX/rc2
yeT3JWrkvTeJpLsxg+s2ZUc2SFhYLpMtN03g0oLi05OY7zas3ypn2mt4OL/9sFnjcGxulgoHKefo
v9FJduBUKJ+fh1hI3Gx6oUKg7c5VJzgfe6diuyWoHhLzw6v9ZuJQq4PkMhIhneY8l0ie+euIGtgX
94GDiONNVLKCeVXe+oWUkFPF3Rv6IyGXpHPm+7qyfTzmb7tKNvYFw5ZzG6jNRvku4RFzlXVbmjN6
rJ8TroExx/aSgsW1zLJ5Dysw5pMSIcUmhhMmHxBgCyiThQcrqP3+Pw3AAJ7tuYgxZx2M5xBtoVeE
htL1cm9m7LjYRDgaJ6dnJT4UqSp5BFC4lxL0tEZK0vcvSzdRWd3YIZbcuTLLirqd5jvrE+/GR2zX
thwoMH/spyGLC8qa3B/VNsdfGvri+1ivzBim4/lcUPrO4ISRDDmetJPR19ePH74hrDzfRCLe1yVY
g3eKXMLXCSmZGs+pgvT+gLPW/y2T73DG63ShGfWiueuiC30A6rHzs4V9ZhrmB0+g57ghgG8dTvsq
q8+Fs+OWyXAbzq1CQ1H0sZH/QlG15KZXfTrnRKgDPVN1l7E6y3V5n7RtQFk5s5vLmpjlMTMGLzgt
8OtXM9nrxsaC+C3aO/WyCy8ZSTqYA8vw3w6PVnn+S7durjhNGLREnkq9f7VDHNzLJtnfIuV1HwNP
aUTS8WRf9i2Yf8t2in+MEO0gaCJm3RyDdnnvkVvLh4TenJmNqLeslZPP8LwOXgsktK4RuwQHqZie
FOjq7N30Mg3WDhAm2qMAaN/dpXFRMyX+EAMWzLo+wQqMCVNOuzO5uwiDu1MzexU7lxeIO0X/H//1
SI1a7qSb55Yz5+t763TBSwpyyriBFOc/Sxrox9Jp5+fMZ/HykQz/HV5Ie9gT2db/JSYIoVdYkYMC
xUF7Z8C0VNlodcUBOWWeCJbtJS4s306ntuLjwGps8R3WiDE8uw0GoX+9h1s5DyG/Dalz1cokkzFQ
ksjFRs/hgAzNkOFWxaJ6irbQ3Yp1H7Lvo5226cYnqne/rAMpr1dwwVU3vmWJO0X+sK2nPhjrj9FB
Jwt8MQPpUKPYxIVL7GtbNntzmHs3rtvqtAVHkpXjGKcmF1oltpRIMVLGEjO+4tjYW4j5fUKKnVi+
iC6b7XeACKmLNuvd9F/j9hGsYNrM7p1evCPKE27PptAqYDwzadV3vEyM6ReIIcoQ9MLiMMVqGspp
GKYd/BTrxinwRpcFUNQuaVzZjsDjTF3s5r3QhrMi3eSO+/D3KgX8H6NrqqMKg8E9xUO7/ViTxWSl
DRKDgzmGyspDxBfHMz/f5BcmhnErzZqqey7t4ec62+Ama/vpb8cN1tysKHO7c2r3oT3H05Q9D6se
upKXBQih9ZOpYc2Iu+wkPdyiuVgiBkQBwK7O1+vRu62tkMljy6Lwt+pDyuumNfglTbPLsu29ccw3
0llkkfV4VUidO7yvaAyZbHLgMBNfvET55mWPxHL8BPTY9OMBBB6fQsaYJq96W/+Hi6/eLx7U3XA/
UHnESrA0yfBDkkHqn72JKIwSUDCcbpEWt/V5TeZGPoW7qra8tkcy3lrg9JlNNKQpnPeCIRg0Wux3
QxBq7yfHFhtNpnAhiFzYeYnzXnAHP21uL6IXJyP4JMidbN/MCfNo/8ZUVcW37jbI+Vn6V4FYl0a7
Xw6uPP5JART4e7maNy+GB83wyrsQd41wvVPAkdeeRI3fr1gNlemcuuPgnae0XthNeX6gUj1LiJsg
Otjw/5RVeEcaVWzus+vQ/U5vSLr9bXtn0bzBHD55x/rI96WF3p7IXl042qTbzmT19kHwmGxbLO7Y
doeuwB7RAqRb25AcWnHjx39lHKnsApQ/1EWfaviRJqqz9QQ3kf1o9sxBCzgd/t9gD/X22lexXk7S
dl1GR/LKiKonmNxi8KTwL1btk30kYNbxLk4rIPUc2lTkmXNu+toCZ3bpha6IbTBwoef+8Ow/Vbfg
IF21b5bhJfO+Vv7h6wMQ3NSdA0BM8540nEGX/RhZHvl+vGfp4j4rFA4FJlxieILCI17EPPjOKG4W
tVKwR1zP8uDRqjj/42JJbQHzNHovTjWlQdGkKnNeQgY4RVjDsaxPWWVTKEref/vNk8tsH8Gqk/Cn
RyBIctKbDmFa5O7bu3ZPrXnkHfBMwZapyOk0vBBlKHHJ5+uqI/evB889l6kAmr8NbN+rW2Bd0gXQ
33OJGPwImnOLy+JmjoxqyigWVl/8BTlRjnNl99964CGdD511AXdcoPRi2uU2Po6J5i7o2WN1aecR
gfpGds2Q9yRB9zlCCffe9dYW0EkE8174KswMqxEBqXcZwNu/Q+1wzGjTtTmxuFbBuZ4qkgBrzov1
YcwmniMo7mMrDaOP/N5ezRPcVYJYnG3ZFqeUVEp3fMylarMTmoB4Kypp1k+/O9awyDBGHzkPnIlv
6j5pzVl3R8wWkdFXf/LHdTTFHNJdW2oaCvdTRcKcXzYmnPaPLh18F7IyXOK3SCsvucvgVlkSyTUs
Amfkg9N8Z97naatwuFBTLYsVk+lWaLqdj1L060r5rdmN2e6uud57uR2haE+4anz+rPjAT9M4s5VP
mR2jV/7hXJCSP+6HNlZ75WGWjHgLeP1/bFL6iRCker+B5Gs+wup6HdEsnroPbrO59qwyy2QRWeZN
GDuHMa+J60HdtbXhXuwa54hLFCAH7LdJArUXwKhTcEeHUfg9ZL1FfdcaAu5ywMpuZG2oluOH3N1p
yCleTCvohRHmV2ZLVZ3d1Q3VO0SE5odZ26G+B8hABaCFMWDM8Fvxqd8ahIjozjRUdt176w9g+KY+
H1tF2ihOiXgqFd0/6Lyj1GxP45I4jxHyivQWOCFWuaNc4d1HYB/vy1pFgKUNgjA4VO1wgs3ZCDQX
diENSQnKw6LfA6LxtT8oEDpvqJqzSep4yFvBNnmnjohMYFoBvVeQWVaMoZ/J1jPZCJI6zJX+bEJP
HqW0h6iKIT6UpipPhqJsR/Q7v9QwMPkG0FNtngT92N/MUmj3OevwUJ6HdUjdR5e8O07wFcgAThOe
hKkHa0AQnRghCPXpKxubCw/jQQ37rLH2NG0PyOuh/HWeggr5+bfomsjx0ZmmaSCDV9jak2or9t4Q
5XX0XcXCXctlJWD4X2uqdIIs4Bztmc/BbwBnXR70yWUJu4QzkOXT4XutKB2Er8HJRDYzN2Md6uWc
oQ9svi/zNjNO4Iobz5tDkrjq113eWNqY3wbyqO9nKq7n0hfmgFVE51EGjReND0nQSnXLLTegNNwE
EIkwGqJwFsFKe30ghp/gXVVciCmtGmphouVrOEwsCAjol/BW1TOhTCtWkH9KefrZQn79xNu+/R83
cSECjNmDM1Cx41MzBDzwRnFbuudWh8lU+qp1KrKEGIk3QpAhvVAXBOdxJDrwjewaJOsJXYT/tYve
jruRQ9CeHCtSVCAceeTgK2gby+vmv6K/kNIthg74+z/Z27694DjthmKGx05Kf0zi9TyF0PTYyjZn
mWSeHG1H/bfrrqt6rIkVX4krBqJ5QPMq1nPcyunTzGijwKgWAbKYuSPxGUR7VpyINXXs2j8w6Pfr
MX+wTQzr8xxlzQOu4rm+NPO+BmcJSAxKsHbwtjo7vBGZzRhUFNh1Hc3j1qSoe+IZUFBPbpjkEa60
Id+cwD4KOPvsIiyHSeFpKMMiGjZ/p1xrZptbHC2W89hN6mIQW9VFQFFV8+BDmg1lteAYvkkJyEKF
u4/dXlK1vKhC+rt3lKaO5FLAMXBjc82LAF47XJxij5L6caNuiCD10aYge1nXPBkknCiJmiXiDxPe
cYqFZ4LLno3zr3ac66cV1zJaGMHn9ggEHs4He9SPppnip53PPRZZlS5s37WQH3br/d+EIHSvYdSr
z7ryBpQX6xEeL1flTfroBSugK9olTYgNoLeizi+VR25JkP0UXaSaPDBpr4FAHKrpah1nx+XYnPE/
T/Bin/utMuOZHsQouvAymvTkN8nan0mOQCRl5L6ri+/E3XaJURToQos6ic4YgnT1ti4sy+UchtcL
YTTuB/8wb34wDKzebzpns+gipeP5pWzs0ZxVGuvsvLeUmbwu1Srewzbk1RVyrn51aaZBMLYw+ITu
QcfVEhv23ewAhqetttHnXGMhyScWPLhihhZeeQ6mHxrMrSmqZp6+LLW/Qynghp5ABDtkNbFJXogG
mBE3pNHanmHXN94kv6nc3A2kQG8kF3ckLLCOQcYHd3xv5Ja9t3usvlANh/1juLsC8fKA88FfZT8U
iWzA2CJXKDxtE5/su4km2dwg3aLbcFtBrt+W5EpaMGkv32I77X88tDgDYZMpO2vqyOkfBF0rHihF
5MKv4liH98FutP5p0Usm54pervAyN5wvd74DxHupDx0s5aSDFc2MbwcsqBWLTQuktN0uIjHfiebl
EXWcWH0OeNn+WJTX35yMJOdirAmZ4Y2kTfqm3YgLKJtppWVEHZUbXtVZAa2laGLHS6XW9fUw68A+
PStCYQwMfVb66Q53VDu9Aa5rBF0BSrHeIuawu75ByLTY0lkn9wWLEWiZbKaZXFH23eY8sA7+J9d0
g5zaE8jouebR+9uN21zngb8dPijmuk23iP74EhgkVK6pCBnOQWO8pow3E/5iv0AyAIi2Dz8WaSw3
+LJyJ1FEC6ud4w2R5CMrXzenBRC2fexkK340tuu7cpKZ5566ZJnlz2SqxpgfLYBFCWjJNTeuZ0JL
stDg/jGVRbiDGD86kFTZ9Y82zkGawiQWc4NSiMqEJIpoU08tbTxl4nfRs8s8bP/19BCH+RJAzxXW
1TiI+9FpJAqvORbnJmzJls3I3COdL1Dqh/VJuj7PdqZBlzOpC078Zw9vwgo3wut4PM96GozFjyqO
n17TVuOFhF+yz5DtheZU8aAC+6K0f2/72k0ep7iq0SrUxqtPW2PA0N3Mie92Z1GARU0y9XA483VC
JRQzKqiCQzBSYzwHXK3dCkUSBMx4O/ZUwpTrmNZbifataZCZKGCsVdWG9lyVgg56MnF+7OPAJsXX
9ct1Uop1F4WNDGYf+rfc1gaaCK2liwiCE5qiz5pfuTyWPplvBOT670ML4LME7Hhljqs7Bg3RTG/r
KrL1dms2779YN3F1msG/v7WHRmTEVdngrFBJfKUnh+WELTvGUrI1YQmfGL1NyGniE5aG6j+yCNHm
XEN0Xo7YH9pLVg1ucsfxuXYl43bgc0WoiY04Olw0ROzzzblmbEwvET/8l8v3NTHfmkRceoTK/W89
k5SfM3LASeciGf0baIH6Dme8s9xiKs26qw7mUEU8bOz3PhDk9Cpj0PTcH1NAPt2m3nbPudnaIspU
ekqv3rHcwCh4NxHBrcOFxajB7Vd3TX+HcrnbEGVGGmN6AtJ25gkfu0cPgenAGwjKccKwX92N8z4/
Noaf/3zEi/sd8mx9zdIg+/RHH9a70dyOLvi0y8ODUNH9EnPmdLmB2GxKiCAvOHfZBrkBCt+jCNsA
wpdJzK+JDV1b0pqzYelcRpXmBuGcRbisrX8Cde8g/Tzhox8Hoxf3HZ0mM3Y5z9QQ+eBaP5MxkM6D
CBgEymyCBi5CtyOuzm985/iGZgPkzUxVFpe2d6PHHg1Y87pLso1aeqwHvRSoUsRjbzZvfA4OO0Py
6b3JLoEjxDVJX3uvLj5Mwvkc4W/fpkzWmIddZf7bpGnt/QYGLJ8ZSfZrpkFaMQ+PrnQvUK+MI2Fs
Jv8FZEqak8MmrThd0/ZDatuFeVD50fx2gP8yTnU12DBD+OZ8eNPkrA9778HOHZhLoifgr3490yYQ
he+O7I+gRNa1AR3HIkivW4rFu4FoqSk1g63IO9sah69JZS8tCxrwNcSoe4OgOfsVoP5uz2YJeW6y
rN+QMgbB/ndZs507sJugnmuUNDxUlam/HDVn6yvScYjXEFp1fgmbdEdFClhkX45gWT8R1HYzklaU
e/m0HvFwCQ1iqFNtMkeT6rxrXcgtWV+OpfVXBtlK/jIMQjX+E+n82pXDsNhHPq6mLBhW+5biAzF/
Y0BhpOShNZhj5KG27wfFIe6LATBCMuEvYTjdCLtyQdUo4r75yR6G4CBR9jF6vft7yubkR4BSf7nu
edOvoe7b7LtftYjH/WNoswfrqrp/2Y7gililIp0uPrJbNL4Bt1WhfMjeb4cAWXqY52nKHjyVwC+E
Zu2+R/hM4yfHLH57YQKq/JPfQaTQVJStDjiXU81stnEttoc2Ao862SVe/2ZctWuhG6U4qrV0R4pg
J1b9yvM02D/5b88tmsQhj4VakF+MbMIvOwCSLMn6GqucSWOgu1Ud/Zoji51Jx6SSDux+u6YZsHet
TC3qoPd4Zhi7NtQdlSmSeZdAYdJfgqLmeye6apmsZLqIU1W4HLjXERbfYCl3uG+AfTSUdxWvYFbs
Agyz6KYhlcwvahoLYpD5hGmm3Pnr2NrAb6766GU/zZkf+YUHLP5LdLa3OR7QwD8tSZOEj3qW/I6h
Jrz5kVwLJNQq85V+68Foj/NOR8n1acwA5XBmtH1xxHrszyFSlR0pJttNS5IHmijuay7BNY5+egqg
qWDS9YZL52g139u1E2/erAZdrLrdnXLZUOnCyAZolkPw6+eDBg7nTNn5EJxGVdfqznpT29yHqVqZ
VIMVjSZfDfPnKOz+NBKaQMTX1EvSVbdWtiydetSM3tl+hx+k7X/ieE5uSAxdXqegQT60TUr9tlHS
f8FFpm+00wCJL36F/J4C1EffjbrnHufzix2lmU8bTAUKz2X3X3sGYThv6O7XcOUSgtMkAonZyM6m
qHof+bO76PVsRx1kD8CUXlIuaaM/eRsmrlIgAKhxz9LqIJlCfw3pumKW2GfkcHsdpV/1lvn1qRW6
2wqEcVrdZM0UfA0O8tZT3COqYJGkc4/o3KlVMXx0t/1ZsAB8bJo74sppx/ocHlPnPns753wBjeHP
t4FYquPSIVn/hUoKE4S/D+mbR/Px/KwQ6Rkgq8Sz4CxpJZ+XdOeQ1ulKjN26pdHvRnRtcgHqgC2T
tRZ3QbJnmBpIsO9vuNQN0tOkdk9JlMzDCU0r4jmNB/P+YLLcUdoRMHg3eJn3TRotb6pRImjyp4o/
ahe2YpCRbniXJgOnbDBL/WsdHN89J03L+c7eziHLh2RJ6kQfT789LpT3rYn1XDTE4wQnN2qC9GYQ
DPgn3FChYsoZI7Khqlom+F4UyrI2tsPfrU+Xj313puXOSVx725l6DV9Tc6R7CLEsjn+usth6wtGH
CrBkif2aUedH9wcHV4nAvB1x5aopOx9LxP4Fdrs1w9lzNk9gYbDLS+M44z8SP9iHd9edP6XoW3lG
qoVeuV1XoH05Khkxn4/uB9VpunnDh2Pf2VDw1G3pnpX7wb2JaiJwcdfM3MM7o/ofqg7tVjpy4SCj
IBt5lhukyJ8HVsynFs3lO6EC0G3h1Ex/E7RqJk+7TN0ngaRFO60WwBx9dOIe6IPnh8TbTRdp40ef
FIe3P3aRiiTXECZNPu/IPPBei2PNw74R6LCu5OFDSvfMdvIqzVyZGA+lOKZrpBw2cHwQFL2T/mVI
0ngLj6GGt0An8TdZcDvfJqs98FG7RzyfEx+heFG5WzBdAsa06srrZ6JYITJOk9MwfZFgL/8KXsTm
zozY1gATfb8vHRtwwC6ODGcuZkbah2GA0kDJP6EtQVGIgH70WQhOvU4dfVJZvT2RnGTjPwffJDkr
TIzuvUrCAZdUu/jruRHZEpxiG+zdTZ9s4cT3FXFG9EdvcPyszSZK1hry6/ONQVLTeQIXAkiv5CfZ
W5i++CkCUcKNXgVHys3+uArlVY5yvBdPh6v76eTEKdouJpIw5MsNR87mcVqr5TxjltE3qQPoDpV7
oJqdjQfGrNG+6pJGEZmhuNmR+ArGb4x7NTViJxK9faQtjXnqEqsek8ToukwaUycPcbB7f4KN7GKY
1dWGF4Clbb9okVn1u9OJ9guxopG/u6rFVEktBhgIEF+6lrFT4/JitEjTG+3Ztn08Jk/+ZTneXznP
OnHBSSMeHR0v6mK3WkT3iMSzN+KpxN/RLDshZ6icQ2TB40z9lxxFw0pJhHc+JCtXM6qqUbCVIDst
MBtgR4K+rQGZJGvimcQ06vwmEXA1I8SLDkq1VxO+YKzyxLnyTftADPNhTppRt3vSbBjncQnI3cqc
aea0pALxixKfsL1DeLj+zMJKPIVsGluJHNH8V8du8lMF2K6e0szO8uaYXfMt6beg++WCQBzvR73a
4SY1e214RnGRlGMyrRkjQpfo27ZOuFs4/Lz3zSP1tujDnlOOYZ9jlxtwIVeUrUmTRuuN4cWxS+iU
eBXGVwBs8SWd1fmrkPGx1y2wiUgHl+G3M4xMiIlHd8ENnFEsTlHTd4xP7dacaFa9Ul5pIBAoMc0+
zCAKYzm5yHTxtgddeOq8xIlA7Y/kz7g1kHfeilOI6WXqjnIbcZme+kSgJ1yJYQtuYgcFyaVdDv9X
sqCoKj2E2f3FjZPqT2z5qPNSLSQewcc94xpBarVsyGKuaThoecww7uY2Avs+d/G+TSgeeJYGDHHj
/NG0q+ND81wTCOcgsttlAvucOBSG9Dce4uAb8gr/D6f6Gl+1VF19Bmycmu9e4y4KbT93tPnWdFbC
4KAyrU7tsO2W6ycS3Y3n1z5zdryzXCJzH2XpAI//lFMTLpdgZ9WC06rl8Nj4lKjg7avk8uI2kdLl
Ou3rQ7d2I3pTxJGsTgFM4CPGC+kiixUH5P8QKJolQyOW7cbxgLdzEFbvxld97KLz2nD3YNrQbUkg
0HgfteMUPtM50czn2LnCMHrNxAsfaPxEZ8z3kx/wZMxru9cAKdC0rL4H1QbpsRyrQeZLpD2uGCt3
fdcmMhtOmYtCrcNvhxafsPL0whnnrjdOg4AVcUSmOR0By98QqO/Mz9Hk14/1vIzmyWbHseCDTA7U
Cy52CKgLg+dFL1jtL2D6VfLKhxrBb7HuVIWt3OC9khC7hfIE627SNFmFGG/kMM4aJIO7u2A7X5EP
PFS+EyXnEdPDfdfx0H9LXJKTbtjTEeizYyGiiyfPqX723baAh47SfkUIEY5b1q55uzjQvMEdcnkG
zXjsgjNS954HqRXd4yI9izoVjfwb7inUXzynsn9l+Mz+Inns8A0n9TIVWLp8NlYCQpu3eGrq3+iM
kv2siPKM2CTo5sOxFSb+eRr+v3aSlBfw3oG5//Wtmm2OnrZ9BCOaxR1ND8NKHlenvza/AeUGDEL3
PxEayAM0jfzagsH9OLvRoo47yatcl30oxIuohxaHRsKr/IPbecQLgDKgfmxQS6d3CMtFUC4ddlTE
ktC4ZbWb6X7og7YqQPDSj4nQqe6Cd5BJZhm6Vt0ms9c1d54vJO2aFENg0IFiIj2T6nOw2Qreu5j7
UKsPKzveMt9vCbUkLo0ahGh0jTmBdqf9M0Jd0vbjbcedsvuqfqY6TnLrrv12ggQIq9PQWiBu5QTp
O73qEkXKtNvqkZcMicV1mfvu1qG33PRHyuRSJSlHRBxhVIox+6al9jRXfxYoGT8sW4LtIAEG4PD1
bPJou/j4KeYIvZz+H2lntiMnErbpG/qRIAgCOM2d2l0ul5cT5KXNvu9c/Tx4pBkXlcqUZ9QH3ZLV
jgQi4tvehaa8u81Mn6mbm+jUNCLup6eMdXgrMBUiDnBJJZIIO4+2OvABa2/ivDHsMxNe4D43JB2K
IqCvt+lqkFZbFQiZHIHjJM5BRE4mj6PGsBRNrrw+6k4EvLZqJjM6SeVH8tBHobngx6z4sW0HvwDj
lqjycc7qKP/A+S2U5xvaMHoQKWgXp7J7DG2YtNuiDHsAo7xEcnHkq4ReGt09CkGjc+OWdf4QTBDa
PXdCdQT4SzJTQ0STA/rFj3/PMF1rj/Em5RMtKTfSnzLNcsoNEmuJZLfFc7rL2tAqdjVj1B9Nxih/
bzdaUW8rmx4SKdYcfGjgBYzfq9ZkRhaRsSV7H3CIOpY9065T2dc2mSP2CL9NQiQcDxt/pp2uRJwf
+072w1NrFImC3JdOr/aAjj9LqMyBsGDWt04xBvpRb8G9bro5YDyB5AMXex7AV6QPVRF5sgQozGZM
lMEP9WPmHjTnUuDKuqZ+uaEd1NtAjGG0deqpMvYZktbe6HJ9bkFbInNqzULVxK+xbj41fTAr5lS4
KxUkTaTWddBNn5rEdz4EjHgMUgcg/Ttdtnh6GwCTwDsXIbTnHPlmWB2p1Qwby7er74xCGNu7uWtS
w8oQqCEvJ6JnQV6YnACTG8lemPZMq0Z1MmIKBql4j3xOYB+Mmua/NwGloWmVAz8lBUv0hmYg8Lpd
ZQ+Rto2Thtjmo/wovXEGUH6yxsz5xcwBMhbtoDjYm2M1mvu5yKZPnGLGiZAxp41jTIVxNHO0aBFU
6OVLBf6wuCvcYWpvgsrqXzngi0Nf3wX7zC2KX2ZrTr+B60YwyCptAhPmkDyrDsQnQcOB/1TG9Nt1
t2iZeEOqc4/a2Mz1dgx8f97Xpkn9xHZ/KsBI/WaI7u7AAC5cJDrT9Zd56ueYH6fIhQfKDaglfVA9
MqSqSA9HMC8emfvgkJfXtbMp/Jlbz3SReNhCvcmLPSYeFviXittoN4bIwm9IaqfPvWu1H83KaL6O
mT2dUmSKopuKPvWtjVLaQmIdIN+kGKmA47XR/6en5cd3FRi4LyKsnZzUsjBKYNhc3Gx5uxr3aFr5
dDSxW7FPzqA5yW4yQ6hB7oDyRugAdjiWAP2QdNAqB0SCE+RPGIVVX5G7DZ+jKdG+Gl3OYCeziSZ3
aGOl5p5GZW9tAb47d3Y8QiTBcUcChNIx9TMTG4BE5ovhtAxBGe0BuqevDsLuvpFj+UPH/njYd6NE
iABBBTjjtlME6jji3+HSEQRy9NxOyqXAI/ZsKJbc1wYsXgRvxu8UMkO+9WKBZo4Z0Yjxxc7m6rOS
CbZTplGE31tuvXGf0n/+UWkgvjaAjIPxiCq9/p0tgXIoZYpOXWQP4yMCE3JRzJstiY9InST7xu2a
5gmflxpQtTkbP1U151QjzOHyXWGjpr0LZrv8GKH+Y+6rsgueIiSkfhHMbbXTunQSFNKGCbI2T9Mf
OZO6EQh6ZVPXzIMEZWcmjLTqvgBONJsk83MJZxVsrJNYJ1tQnG1DcPc0jwQazBtVo0+xFUbIREOO
gYtGRYScUcuApjsmQdH7hPlBfcGJfYDfYmbWY2AH1EJG7Jpfet8W4tgV9vghjtIgvVUAV34ru4++
NFrJWc44W39apHO3Q/Eus7dII4WvdlHE/amKZvgadmC7J801xfAAPwyfr94dO/CUIjKnG0eBOiV5
7OmGFAkeppukHdXXaRiBCYyd2/rHhLH0rQFpLzqUuKfopEbN0jaGECmPszZPd13VDp0noOC5O5VQ
tMI4HFz7lilpk3EIK36F1hU0ouFpxgkzUDQldpbRxuVDHvhIXLB79U8Jt0V+BLKF15NmJlPznKgu
fkqaaf5pwHbwRgNW5TInx5C+7YsqwDV+smbISQ4Na9dXrtjKkizAy1UldaAoGppzMgqT4GihzcBQ
3pJFsBsl+eWRjnxofBubcXgpZK81B0iN6n5ug6w+KiQhvkYdlQXt1TJ7BtCZD5vB4sWxDVAq2BIx
UdsYfDU/F2lnTRsaCRPo3VpDhy0wFGiWTpsoeaj2p+AU0KPcC31kwh9HmSFJXPrqVyscioQWaEG7
aQc1Sqqd2f+QdZmpHUwIBD/1NDWVJwdh/tfNpZXRWlH6kz8nGZD7wum+LBbSgEUg/pMqyNy1bmaA
lli9oxrymKNdBZSZYVJ3M5W9NR8gm+dPDg1wogYKpN8HCPQ0zR2r+e6qLNS8jvbaxwp+QryBEh09
tKCIY2ZApXwyaIWzyyaTWYCYisi/h38YwfNMavexMdJ0PMLLxIRXLBMZEDTVR81oaUzpuXDDvdWm
FcdHq9vu0R2CMdhPQ4qVWIPye3HieiLjcjMDQ1+2Y4p10OgkKfvJRkskysGOhAHTMW6i1jGPpZAW
+J0/HaJsYYbS2yBMbSf43bdWMfbsuAwUE4lTyCQGDZcOaKDBzOpHUofuY0x4Qx2GQPJNQe+qb6LQ
D8ReG236DzQkBnNvozES7aDe2s/Cnw0g72YZZthV1PZTG1bc8k1HkqdlFexYJHHA7dG4YCC3YZ4Q
mLs58Uv6a6K0DzpzKTBOeWha247ZC/1HXS+eSdJI5IZCN6C6NVxTx9kyp8fU4A7d9BNjtMGKoyWF
ruk3z72K6YwVUbiNRnDAm97HTOnWLPW0WegopJI/qGlsG0UQSzzynokllqXjGAaffvog0eP67BdV
g/hCaILDnyNukAOqXW19o1PBPAeDnUDDt8oIiBCEqn5TxMDR72k70AgLika++k7iP7XB7N/rTGr8
W1mo2d6iuaENe9cdjGwzT4aabstAop82tnr2G/fB8qsWdv7rBHh09hIUuX4z/IgwNMuBQGzoKvao
glchvTHDd7M75KG5dE3Zhz/QMwrtI6JymCVOUzopyh9kETzNLqtHP6wMOvCKwmtv1Yz6+AxhDo/J
Ur55sjVA9PDx1Qyasa5qZhCFY+xknlXbBLNB68RYjFEF6JjY38nZdgCvgXTGeyNJu/wZzkP3NMVd
/8HMioZrGkB7Axo/HD/XcqlP4I/0N2gxABtzkswebrnjfP0juxEihZrMvAeyZlnGPvBplkAEBb+2
oTBdhPf1drj1nRGspKVZqGUyvMu2ygkMPdgkWCz9VzFhXyBrMI03NO37r53hgACnTqmfw7YEso8a
zm0BSsra+xMjOHSbAvhovhlEv4KqM8YdkHGkXxbNDLGZgXz4B4u+S4tggOl+tnwRviLVXnxMxoiD
E8m8PU2q0HXGMKG8haATiE3MpkH6n3wn3luJiarEFOnusXBj846pbJvjxk2b+zHvUjA5NKqtl9Z1
+mZTdmbNQQD+49NOCIiYkvSxeZj9qHI3AWJV1rYx8oXFHZDX7LXAiL+oJq7mQ8WgpXvip47PNcEJ
YX6tcumgKsts9zN0A/CUxC7F67KYcGZybl6RfGL6k6ZO+bNxe7veGIFyCBVpB3MDEAeYEVm3IAGD
xRxhG5t+Fh1rfQTpgygO1h10g8zmQcxu9EKrX1kPbMQUzVChOn9vVBYxjeY/o/OgA21N09Kqgr2e
DCjC8L/21R75Y3QLYntGCg8+IyL/vFs4V7SPaLwi7WDHu7of2vjQIGkbUmCF/YMQvb6ICDjh/Tyb
mvMx8OX0ki2HkfZETJVbFq560UGAIG9glcltUDupicKO23zpGXqOxwyO/UNGQMBOLccWNmDsVBAa
uuFbizT0fygmyDupZRJpI9vxnW0gAVHfwGTTUXAui9FDnci6qWssFzcQW0BFzGRW7FfqfOubQUP0
swFCk7QJzBENTeib9kclUrPc93WvULohIG8bSEYeQhR9deTPwmTTDCPkm1SoUt+ZMIuygyO76Vtq
D3S25z50g52gAs6+0ZR19lB8l5aOWZM3U95p5glAYXfTmz19JM2pLPIS23K/Mz0TKSR8I1ziA+rQ
8CXSwXxBiU3/ODYi/amxT7422VjchzKYFtqIzw1q+VP+E6K+vjCUDdplLiJ2/4WZhpkd8xc1bibi
163LTp9uU5mlT1oSJ9Z2BhccbywbqMEXlDEC2G74EMNOQ56Zvv1MpUicYdi8a8dyeB7jeG6fC8Z1
8Kbcun3N6EkCDcUH9gsIi8E5Ah8zK1BAOTclppC2takqCs/ToBda843BuJ5vxRBV5R19jeKmIL+a
jzWwGLEP9UCD0gCEC5GebAw/kIeIb0bgk33mM7ARMNstGLhZj6sWOR2cHzYVc6WCtrJZxsd5dicY
ZXlK8lwq3WXPhbkkTeYCHA8ZJRy3QNEY5SMw1+QBMk0d3w1lagEF0jNAV0lg5qCFYxnsLXrJJSlk
v8xBK1QYP6CCBnXdMiIn90DJKHMLLsv/jgJXED+VnVXHB6wwRL6vhTsAynRE9YCBc1VtjEjnV0O0
EeJGOMC/QWk76TE1sjS8oUFakLdhT9SDymom/UvrlNovqvGctzsU9odJZRLo5RTXaoNsZBd9rIB+
HcxgnLp9KkYq/ln0DQBY0y8OoOriJwOlI6SiiqKcH6KqMrGdhWqDARzo2yB7+B+QgUpro3bwlNOH
N8hzlvZ9LyLf3cz2NBq7/xG+WUtAsZk3+z1OWUaWlzmSOzJP9wOqwOMBFLpe8FfNgBKKuJxOZT3l
9j7tiFhTx4eDOJEMV9Q9zwiJKhIc5DVRd6VGWf78L2lchp8Tg56y8xCM1reGVZjgQsDvCurMa+LQ
i9DmSkgUkRB6rAopSv5ZCYnGi1oojJ7O65BJ2PmIHu0jJZyHCXGYLR0i+5vmz9QTLnkgM22wZwXZ
OETA2LyivnlOKNI2sY5nLGRjy7SSBNXY0rTL9M5r7Lk9dOhhIpMd9cfLoptnNDCVjTicI8zF1cFc
yVFqAW3ciTLE6/z6Ix8w+GyCMF9mi5pH/4AiqkohZF9e1Dj7lhHAN8AzYx609jTJoUAOPk1Hb+h7
4wkYg3OUwtC2koHMgawL5SLwNfusUfOuHJJqg7mpuy2H4pop77mthWzX//khiybpX1sLtaXarhUv
uc8y1PeAWTmOEd1CF+2vWLSe/ZzANTCEWoTd3ym8qlGltqw7TzE/PpqOaT0oZOOuaFafXcWWNm/L
NAG2rT5nDz6lM0CIegJ3VrpT0joVQ23tL3+/s5vmr1VWythmGyhQWGPnlZCiPRwqgr3DdOgzSlz5
TVwDpCTn66+chzOfCssfHRNTQ7fxFV49GgbyLo1G2Xk2eoh7q5zahy4ZfMTboP1dfr4zbxEsKKga
BVwJtfqVAHqH2BJ4kLjzMKoT8Gdb5RyASjI8/9d1BLtBN3G/MZCiXV82Yc51DoiF3Rc35kMxC6Ci
8xhc2RPvdXVZhTTSlDYcyXeKs4g1ggu32Hk+cosHp6jEJ98dtfFmjmLh0Qf0xRVr9uX7v71E8aPC
UpK7y0ZAfr3XBVYnNnpEjUeK0L2GFmWGFqfJfsxVgKTyovWfqAL1N1+IK8K3f4w6VmvbmCa4Cs1x
/Fbt5dv+faKZukAEi2av7TVleAlAX6SXpOZSAJe5KLzeBnfo1R352ImpgKooUwzrputgJxwS3a2o
q3w4xczo0W2xUnvKtlAifOuUQ6cFRJChA8qk1XGDm8y2mMKXwLs3KZT8bI8dFAjZDM0TkILpLF/s
ejbLK9fn++2JyjWBQYKYkXjXrNwHDTctoigSkxc6iXpBKAocwxzqHy5vzvfnbVll2S/c0Jgjrc5b
nWiJZKYxMapCZiDUhhZyYSi8oZyb4+Wlzj6Qq1zHlUgoIsv09pvpUFVnJ7BZCr/sfSLpzC7QwSun
+twDYXKBg5yppKLR/nYVBKTcunYlJoOAibZTYyF9MFPUwVm45jZ45gDQ2dTprVL12Ezl3i4FtjmH
t+iMXkCBVGzSbEAfqhsWSSMEDEV4h8xq+H1wO2C3ItWm8MrFsvz9q0PgsLwhbSirzAVWFxjd1Djr
ZDV6tEs0WogZ89piAKZHx+G2qvR4p8zimgn5mffr0AG0cCrjmsG5+e1Dl34ZxXZbT16sRVh6qCHd
23U37E1kb/79U7LU4pMgcfDASPLtUoGKEZFP2JuxHL9IMXawu5j1KlNmV1Y6+yb/Wmm1adpKQ0Km
yyavJQl9BrulHnK3mKDGiN6rUDlhJuuow+XzcHZRl2miiZGOTsbx9vHgw1FAOxA6GsAbPzgxwc+s
pHhxcmHcZ0Ynvk9MXn9cXvTc55PEPMlLlY6+1guHthYw1EkGL4DjclNlcKw0CeOBFnV95aWeW8pR
QoLFcw2BIuHb50N7mhJ1KEdvkIiCD7KCfBT1/3Xj4F6JRGfeJOAJ3WLsQSzAg+rtStUki7w31ODF
Td8+oSJqHibMQz4x2q3uHD8AvhjpPy+/yLNrYhUE54wYCDLz7ZrRREfRWMajPbDgjKlvk96mSMzv
ohHhJDQCdOR/JtDk8nR54feB3jQM4gF+tLpaDD7eLgwWLk/QRaoIelYIfZphe4oHxq8i64r/TERK
givf8f29zYJSt4izGH2otWlWzcEbQtFUaNlrDTUjWnJZEjVXvuH5VUhpSZ4Fd/dqtxhNjrrj2FZe
VozAR1xg+x/cWIkrD/N+U/IweNE6hFbx/rMZtE5l77e1Vw/omYHeaeajop847ELUi39f/lRnFlNL
9MaVC0lfy1l9KqZbk11FYeshuKPdttgPHsLRzx4mvbxmuLRs8bexwESCk2xIGYupwtqZyx0si4GC
33hl2VTtL/SaqaJEN6UPCBSCmu4ZPvY3kHz8JxyMUipdg1B/+XHPfEJEkDh+xHbM4NZlCQqQs5/Q
UvUsP+zu9LYD7gLf6PXyKudeKtmKSzWHf5C1jnpONBfYSxWdF2YiPPhz9h3mbra3JWjjyyudOWnL
2cbs26Z4FevnYbgwhMZo156KZ/3YjU4Q08NGDJqZc98dkVxt/91ympoQI1+dEojQt44JZYGZgok0
gafX2vhENEBVSM3urYCYe7j8dH8SyNWWIYATdzjSC351ueH+yqFh+oXgYBBFknA/s5vFsK5mYg49
ZwOrQt40Vl38BzV2+I4ZgdhzD+ovApnvK/fZme/JhhECCxKTvG0dkUA2j6ISC24BTO8L2rWMKZ2o
0U5TBrz+8jOf+aKuieAw1xmuSITBt49s21mquijqvAh01602lNYnv+oyCH8NjSJkIPGI2f3rkhIA
OVenBKCCkdDqDgCpk+dpFDceFhMoOVhqz+y12enInm/zAcb65eXen0GWw4QRcxWdMaK9ymTmgXZX
2Dq1Fxph5yF4URw1nvXKKu+/GauQ9i6GZTq9utV7TMEVS3/way9q3fkBuR3nmAYu4OpF6uXyA62X
4kvptqJXR+RRuGat4oJWSZT7O40Bet1XN01hNiBV7eIQWNG/Jix/luKwmw6ag+47y0YGMKDI6lT3
cBLJTyQtXyAODgsrK7jy/tZfab3Ssk//OnoGAg5J0hYYVITlcBg6X+2khnzH5Ve3jgnLKlBodMp0
g6prXZ/08WQQKTrDM8hGUFy11KtpurZHzm7v+9aI96hCuvd4pjT7EY3DK4ftzEPi1GVytg3yFEqx
tw+ZYJWMdxGSkQLQxU2uOd0pWsgGlx9yfaR5SNIhG8ALREeHRs7bVRDzUjLiZvHyxIKbnsFDjZDx
xEcmAtWNHcw/Ovss6/3vHEWwJ6HhvF2vmzWyIV/TPQaDer/N5iT+Utc2enSXn+vMvufNkQc5oGT0
d5GgB+0zabkSsFfwcIU1Hc9oLLU0cuHYoG9wZbkzHwvkKS+QdpgLHWwVDKyiAjcO/4Cy2YKEVMXx
HR/X9i4/lLm8nb9jDm+Pi56yQ+g2Rnjri0O0KqaYBYXHiW/c16jIQxocsmheqlIDA+bg7hbRUwnC
Qy6bCfeLSgjC7YxKJvjVXmy1IDIQPHE6OzoErl6f2NtGs60dF4RzNYcTLghcq9DSmed9KOq81XYI
6qinGawOrZtUM+VBDUnkfkWYeUINpRQ9+Gv4BIKhGEYnN6OvJ90WBZk83OLSo4MdB/E5XYm/5z6w
g1OboTPzsGlYvN1IYyDQnUG11At1J/Zm+IabWEsLmgmQzS6/9jNnhLYprx0r9zOtpDhGyAI9+RnZ
rLD/bONg40FHG3ad7Mr/xqm/4ra8xJjVRzYZHZgclKU/si4YnHro8llnOWz60BWag+w3RpPOpwCn
ii3it+IRbQ+cnzP8Si4/6J/k793SFqUKFQtt0HW0zdIgbqoKuBW93cC6LXMZfQEP4T73mmMtXqsO
mnZhFzzOnVZ9EVlXHcD1q5fKL8TnASWEx56W4f7yrzrzpf/0f0Go81Leteuz0TCCKJHYoELQPgV1
29yg+1F8AkEXX3kB55ditMX0VS19vbebypUzUgaa4ku3OpqRRQ1ax4ry+0IDYPL/8FRLl17QBOJ+
XwXmrBcVvupES4RM4C4hkt3uUi0Mn2Gct0+X1zqzgc2lflK0uCVG06vHqiZSkLhxZg98wJy8BuR2
n0bABPddiijQTyEm7UrwOrsiTMal82Tyr9WKoZZFgZHks2cMpQ3HHklJUG84vXQBfdg0uOZMvW4n
cDESJ02LKQFZ27v6rem10q6SdvKSMBC7UcB67EuQVMAzMpCiwU/dNdU/Zt5/1mRPchGT8TB+XG2W
EBxnFlhcwLldPAMOgc8JBPhYDGn0/7nUEn7+Snjagvl10DuTNwsnjvY55gMfsgRs0EZLdTFd2Zpn
X6aFtaytTDwN1zkBUsHKCYGBeG4zGLcDAv/HTqbp7wU8fwrmsnxFF7e8skfPHT0Bi0syw2astA5t
CyivHDq6lRako4cRgcFjW9YRckhwuC8fh3MXLG17h8Wko+z1KY+bGp537o7Q9AVDiqCoTtAUDeiS
CcpfA9kPtli4lALAvdKlubbycmz+/o6In8balPOQIBO3VWaDfnInREXH3D3J0eh+9WEDpqBWRX5l
aePc2ssMl8OGta2zDiuVVfYM4BO+al/XBZG89XsQjVPU75AJjp0tViPhuMspi4atAmLsTfBaYyT4
ffcGHS3H2OgQAMKtk8sAiWvY0airTaPvbGqrajArmsUAL3pA92d/+YOd2xt0gUh+mEvId5l4Fma+
MSF35lWpkx4GV7N3SAekZI+6c2Xvn7u4SCh0QR7HvbWul/QeiWc5zLPX19V0CIqwOWGXU+z0YJrv
wrCYjpcf7dxZQyqQMSBJvkWr9+2OAA5sBgHir17v+q44yM7s7sG2+MFTbxbC8TJ/UZUwkqZ9vrzw
n3nROtaDGIF+QKgnU16trALinI7AhVdooyjRlojk99rFBcZr7cqpjxIchHPAqSuJ9kOdhKgbVNBf
wFmO1pcB2YT8EdZJIpCWj6Az+YUcnF05RUjFO8gLJIcG7rd+Kqo+/pShhLZo5fhlB4EjrIMbMPjz
p7jqdTBKk6WAkIJek9/aADr2Fk5S+3Nu5xm9CAeI0A72TPUyDbENotmpRlD5HYp3t6jmmPgGXX4x
Z3YA3Vo0wlyiCVn26lof47xRcHZHUvlukTErjVS7jZNw+AbcNk4PTddF1eHf1zRsWmT0+Wn5r/Ou
Ek+JsG81OvAF3PpdVeYT246bYQ/g1Tcgq/Y0Pf5f1mQCLS3XpKW7SkDqgO7wWLPmJG2fj2AAaG65
Gw6WNo4fe929suGWGLXabwAuCJW6SfuducbbnY5Aodn7iNB7QYZ3w8ZvsbHZWgh3XwPOnDlSkt60
RYmkFHnB6gO6KMRCPMtGT6L2EKIwoRsa2j4ZbqVotSbI/IfzfBc3U/z98hs9c01JicQy+TP/Yij8
9gnnIW6UbjHbE8iMYw+hosndY9lj9vteWOLK+PLcPmWPGpY0kLuhH/d2NZmNaNZCpPKqdu7QNmoR
ApWRJsad3c7olSgEzK/cw2dCCCMMiy1K8UqTZ7VlnCIMWjOsZhBJqGret8lCD1ZhooA8Zt+Vpt3b
uW2O29xp/Ssxe9kd693DuHRJ/w0LT+DV0qih5XpDeepxp1QnLv90n7UA9GpHxh6OsvKksK3a5XWs
zZuyr+orb/vct1UuxTVGBSa9u9XupQWckZwb3Apt/sHBSsjD8ODHjAvL8fImMs6tZKMhvvR+XPKv
5c//yhESA1WtPKj4rqRJ4jGMLZqqEA+0fIdKDxORjTtn5b1pd3CD8XzJv1VNlZ8AaTmvepaboBBh
Nv7gFFTqJgK30npIK9NHuvw7zxxnwhWuIVKQRdEee/szwai0tpuNsydDuJuia1ECb2AhX1llOayr
7w5fBnY9fUW63OusRRMGDoLIQnoGUT89+n3WlbfAroObDn8giMr9UJvwaoz41saIE7WnIJ+/0sct
cCcdE6gtAOjzo25HgP5tCMW/Gh1kN0rKwsTkZBZ2u0VRDDU/9HqgmFBiYvXlZxN0j9h1Y/uH0hpE
bZGE1sUt9WE6nZymwnRZSTsZEDLNbFSCy3biI0VJiQB/y2V9109T/GOUYflBRkHwW5Qqa3f+YASw
d30M2LaYlWJUg1J+fWOiShfsMk1NOQ45g7gx9SbLv15+k+/ghJQriu69sVSCzCLXRWCKYCxiCYFF
Gd1F4idZQTn81yH28xl+ddg86bKR1LxRr4bbqhtRDM35MOGWRtr02wYknl0JQGc2Oh19jhL9OZLS
9TTBMRC4TCtDemYB6n0TWMYnqnz5hPfg+PHyw5+5K6kJmXc51KM8+nKx/XWmdLfOh6K08NbUuFuQ
cmsrpHRiG4/hoIU3+syYIfz3goY2Cj1IYDQsub4sgzkSEdL/JmoQmVIn0gY3OgwCD5ovkzTsa9O2
5bytDooDKshCQG+p9NcpRNhMDBdnw/QyEw63CWvhWCssAFBezz4D3x4OmV5+uPxaz8QD9hPNYyWZ
ZRhrsBClo923eSiZatvgTxE6EliLO9nwVFcu2XPV06YK5uQWCnRwDfB85gLCkB6wI9AdrmR39U2H
bIZzj98iqFQUuqE6IZ+FpPq/X3MEcpCBTEohkqyRckOEd0oy5cpLOmvAm9LGZjs0rvndnzkKzoII
WiCbjPDXXfG4tVxfkpB5I/L3OxctL6zWWm1vFkwOL3+zd3NL7gFqQAupKtc1eHvLe/3rLIDDh7mL
RbNX9zbscpVZd9Jpo32kWfPJnuyJTnHWfpFdb+5CzYl3M74nV97qmfO4IE74cjRu+SWr36DgIKAp
FdueBe3ocxpbLaLmhn8onMH6jE94cG0wfO6pARXLpa8nAMc6yy/666mdJlUlZB+1ZLs5hvYWdJk5
h6LpWuWOWRK+fRP2OMkwosIaRAPmjLN95cI7+9QOWT4pIj9mfVySSZ/GMNVtpDldeUhg5W5xy0Gv
CkjBrjDt+FrJf+aIuDpNa8Gdv+C3VxhIiO+piv3O9uA8xQ4CIW6CUq3Md62DtYldysX22omeAT4g
HOXoDbb29PsnK643PS3fHfrzzjFCg+b18iY898Poe0p8pAQqMfoqeTAKJOgHXbM4u458tklxN1bX
B1ee/8yVyJv+v6usbggLgSTM0CPsLhKkXgl73/ClF5/HQX7vEQC+aYbWvJKm/hn0rK5hAg0Taya7
EGnc1c5Gmp6U3SHKlnXWaZvS1rr6UORjiR0KjsCbFhsXeDopogGPOXoWcJVKBIbuRYym8F2it/1X
xFqnEy43fv81SjWJ34PIEeCZUEpBJASkFhKL0HWDbT0MybOvBtyMEtGrLf3RhS2vpeMrMxwNB8Qg
aCzc+azG3kUgVo5h0qLBZmL9C+MQGX8sY+rY8Hc4k1j+s+OP4JIKc+krBkDxg10zoO2AyK4lr41w
zx5Ik1YffFQIDroUbw+kjTgWOtKNohVWTO4hjknejnVl6+HJSPB83TS1dLWNMUX2yVDdhACDAP0K
ISv01fHydjxz/S6jHXYjFBLA2Ktz4kadsbi+KG9m0rCPVYA9Wiww93Iz/codcCZkshSd8QVqvkwM
3z52YiXQjBxB1Aqi8FcCxwnd4hJ/wqCe7iG+jacOHYIbRvrWtVSav3m9MxdUA+0zLgWGr6uVM6Q/
42lWXjMj/pZbot/KMbo2Kzv3KpmBUiWSZWH7tdr/yC9OSeTYljfMI2aJgZFxs8XmZ4RqP/37R+Nm
g9LgAJcig3z7PLhl4BFjZkRmF7/nJImK70BuzfuoBU5xealzFwm9Ygyll2SVQeDbpbQchcGyZH9k
o23eBJZWvagsE3cRRfedGJFbt1V9Jbc69yJdqiv6MxwOrsC3awYxomsxbqSebQadvddIwrJtZPXl
Hn2V+EpxcH4x6gLQ2CStYnUYZe1WGfY9lhfhZs7NUCz65UZ8QuJJXjkA75eibNVJGCHkkR6bq204
RZGVyJ5L2RXpfFvVE3LVvjV/LOfwWi93eUVvd/xSIZuYUtDQJdVYLYXeQ8KlKizPgmcPO5ognyF6
eLi8OdT7I20s1xgY3QV49q555/ahH4ouNr0hsCr3ODK1EB+srhjCW4yf8xRbPre7XfbVrxybCtSL
CauIhTXJCxaG+osrwRVu6yyukK0yYsHYHLk2G9lXvNTwWmhao97Ffuu8jraCe26EIv89w2342Jfg
8w9+oSQdytH3f6oULuNGs8LgE0yxIrtzUENzNnFH73EDyUIztk7vq59pl1jmMUIk8KdtobWASrZm
/YdTr/mzxrjvEV9V50eLum6xpYTtJ3jposT4sLKbY+iWnf0C14wWVzLPVf/cjGmc3yY4NHyYc2tI
Dn5fzr9wUKyzk18g3r+bBiBByGlW4mWAHQ8GqQLluwXZlRsHenI4v8g0H8xNgEzAzzTxw35fTHGL
UggJ831SagoTvaxq9Rt8GNEENPRM33T2IqeeKrNTV8L4mWKZwTsh3F4KRjocqwMRtbqOa0JiemTB
ODQic+UGP/QqJBpiUG3I+740B3AUSYyhZajcFD1OYQ9PhCzj8+yUbn0lY/qTEq82M8AZykiDzWzY
63Kyb/sBtUidwUQWfnRwY0bmI0aQDD3rsb53Jrvd4++M9EXM6KrQpLsLZRgjOWSazJg0xIPoKr9c
3vrG8hrWP4pGOcwsagkGsKs7eM4KZCXTQngynboE2RBHy++iHD0OdpsbfLZnMCynMY9QZGkQPo+3
mavP2g3cnDa9ycpsjA8yyvCovPLDlht5/cMYKpPoA/KmVbn6YYy/wJlOBXJVYVH0qJL5ZbxPp6Fy
7ydX777PmptMm75JnGKLnKOOHwCDLLxWJD5iryJrR/2kofVk7kyccktkIdr2O+P56bGMjP7X5V97
5p4S4HqcBVVN9rGuhizMPbFErU2G5Zn+McGxdNxOJkKOV96K+/6l0IAHWQz0l9XUKoz1HUQsJ9RN
Tx9y92vaBxg4AOJ8NElV0bbBriZD4nlAgGhsUkSPKqwUjCvAgPehlOgC6h/xEdqHYAX5jX/VYRrc
b2SCKu5k/uMjn9RBLTYTyI2gGB8gbTu5pxRY5JVS4NwrJhAw1QEcb4B/frtsVKLi1LQzza+5F1jw
ZvENhYO4ckjPxDYhTeAAGGyZzLFXL9hPYfL/L87OYzdupF3DV0SAOWxJdktsWbLkbG8IhzFzLsar
Pw+9OLDYRBP+ZxZjzMLVVazwhTfASdEDugDYxKOa4vzsnTp60UFIp+d/3jUkGoSSFKThnm2vKKL6
YSoRxQ6qujCCGUOQl0Wk0UHde2fhSB4tarz0XgE7bKbUjHaZoqCrBYSV0SWUkbiBzNU83Z7L+rds
jivIDdB6qkOpl4zg9ecpF2GF2tiMQZmEofPbGVUz8+EV6KhfdhzAx5Ke9cGYOztRh8sA0Zjg4Lof
Xi7mZFsV9C+l0bpvo7yiU5AbcS1kdvwa7cA3c4WT3+2JautMNjPFqMCg+AH/hILdekb/2v+dhm11
MmlDMGRYmjwWagNWDml+eifAmdpnlgcnK6xGxSogG9HjRvHLOEVGF9erSDzcnLGOcQ5JiiJV/AhF
xejtBLv445gs9LlWoMajlTclvgVZXCsf4oiQxwWMv3ouZ1y43zXMVbKvNU/Vd0nESnWfcWF0ALnU
xDqPeYZQbEF0Hb3L7aEw3bg6JmfurT17Clwm5R+ZL/96FazY0Sy9ESJIU21+H2LoglEIwoLAWYR6
nqhfY42iNOO726u/s83W1hxoffpz8G7X8/vX4sdlg4CbDn5dgUT1nEeon6MLZHlQXu0XLitxcOGu
t8r2Y1OjpBdJgruSRF+PRwmsJ4AGSI6tqvEylkr3E+Gu2EM1AeHRViw/Ado0HupP5cE+2zm25Jbc
QQapAyu92WZGrXZ12NID7fUOGTRExu6MyJjubq+nsrOgjMApWm8HNMM2EXaz2OnY1CYctaRHskQY
odzdm6miBmY9mhEbtsoWF7MiSfJzZIiWB6NjT7zvMSHNXByVQ/GrjTAIOHPRDYibqa0K7qeSxo8q
dtT6we/d2XbclvTVVu7SNaEIexG8i9uUJh5yD7SHzfp5znPE9wehZb2btGEeVJPIHf/2Ou2NyxUN
ngDIs6puQSV1qiEcg8h/IFVWfZ/3InnR2wpP4CFT3vJMdgiytsmn24PufJs/tXEqfys9ctvfH4YJ
RfWVP6jZS41Cooy7kz3Yp6mvPoV4TAW3h9vZcfj80ZzlfZXpSm+OdFtmsj5gXRl0XY/0hzU42DDo
dX4Ez9gLzenBrtEmJAOHi+L1oVqMhnYgJpaBARZ68cdIS76XVJhWad9yxhY5bvVAQb93AKqRJe9l
9NbVu0FvDIzPVX3+fnveO9/WIqTR+EwEb4APX/+cKSwl9GTlLkiw2MTOO0+sl5p9fCd6tXrIkBlT
T0oeV/9eaFkjRY6Ftn7bq37PkmVyQksCRuGAEHgY4p6YZ1F3PxAWnG5PcSduRHqZ+ge5LYWWbeox
OzO5alJ3QbXEimdEpuI2rex4cpqI86TV4Z0SyuKccJbOMWZ6H24Pv1MqVNhUdJO4S6lRbAEd6QK2
PVFrESCdsYS+avVIEpXYFDwniFXDUrcQwgKpxG4/aUmuU2VNleizHKP8e3Cj70R4FjEkESx8QdAI
m3t1IstG6hHmzpT1s2+C0TFdXZr61u+Gqj3qse8cYW5wGAycK6Bo22eSfBfolujgdo0ViD0R9/ek
Wb3r4KHjI5FfHqS9e7OzuCApZvC1iZRf7+UYZ7Zac1IRINQMabtpNbyEpnKOvuLJ0alvb3/XndeR
pizpGQ8VW2s7Gg39GhXFVsAm64XXSwqi/IZSBX2qSGdrQiF4UizjpUEN6uA+NlQm8vphptyyhs1M
c+3Rbj4j8JY0rHIIRDD8Mo7qQKiO0UNfLC5lDJkWGNSRpyW3x/dOGmOkWOn2/Bnxb2n0wfCFVNlt
OzRP0bLYNkrQtYxllB2OCOiNosPkYWmmxJ3xUFB81KDq9tSNOeJ1XQRY5s7OqmlVUV9QBI20UPld
OHjPoOkYzZZrhbX1Xqk7KXcXtMyewl4xfmeWIsVnY6JrEGjUTD5UUYgS8NCWPUCPrn/vjAhQnB2I
GsgACkPS+Hgz5pSDNToDqn9mBpgXMzLfgJWIuk4cjr+rGIG7ANKesDx8X4zSb9GaDD3FTHCKc40C
0WUvamLTONhm1x+eowyWk3KZQk62RbiY6QzRDym2AO3sWn+/CjE4v7HX6uM79NFBk8RFC9ck5b4N
XUI29Qj6tv8DiIsoW8jKFcSviWIs3SyJ99jURfpu6cDWoFLcNY8R0dwdPaP0CXBH93aGUfrl9q6/
PtPES2vLg/iDS23bk0s6em1Lpi1oLvMmyBY6ozJGcu6IiMp5HgmLbo93faYJOAgCWWrSHdRmXp/p
PLPiBrcfeAZ6V54SFMxPRiv/J4Z+9G6PdP0Svh5pPXR/RdeTqpYJrhVyIDBCP4nJ6TFgGhDB5008
qzEWQMY0N3e3B70OOxiUU2wrxPOUojYRqEhn+Ogx01NDiqhjotmXYcrag+CGFvH1jUEU/admTf/2
6uIvi3kU1E/Wrnlajp+0Abnbb05TZdr32oJU8SDrsTrewTbDTF0kLfriITrXyMTnaCye9E51moBQ
JaMkBXgtdWtzFouPGa+K5W9VLIarKaJu3BxjsFVAr67Th9TJKYpHZlb36O+ArfW5aPom6Go9H56J
LRYV/X97+FXrIczYOGkE2tNxuEjI/yvYYzbZZA1+E3fcrUqnCJS/8xCP4Qg3uwEWzaz1z1JsEYUC
6o6nD0CCpI9mkqKNGeVRHz0Yg42pHCbz0e/QtDLL12vUav2mT+g86mbcucuI8qC3YH6d3lH3r5/o
aCf5aa0uLci2JOZbnV5JjOyIKH9WBIln3QiVFxvw+3PLj39QRwfn0iiOZNwqMQnr/GWhFIEed5o2
byA0GxSe0Xz/pAjFzrwYD7KJ6Qn1aRTKkn7pFuzpXCrjgkp7SCzA81i09Tc77e32h8griqJIfjnx
g4Fy4Py0yFL6ScxzHPpN043VGclT525QS038xBQneY9waJHdmSbq0Pc2xl3Vs1xxZH6W1ARa5ivV
EbaMZgeSSyzqe7T80fLqxj7NT/VU99Vz2kBN8+TJsJPvakd59NLZLU+LxMJonlK0KqqGRjk49wj/
h0nA4UU9ZMFuAxZ5LRCfz1plvmARa9teGUPBe5sLYFngoktMJGw8P8KvZp2aFyFUfLwojlPe1yj3
fpGMthsoiSvZ9CFfatXxbdgv2tswSfX6BOuhyDwL/Wb70xgBIHyzNKAIP5locFffoyyTFFe1WnGv
teivUe6XrcnVU1RC30gijEZ3mnqiq4WWtf7QLome3kdF1ZJPdSDJXUSBJQUn7NlM8Nxemu6MYCKv
Xm639ADk1NDqz0OXWOPnzpA61c0bVf0eNVrcPVRJifdH1MUIGk3cv/L9jFvohJvIGs45QqveGobJ
NQn50pLPWFLICDqaCPROBSBfnw9Rtr6gEp8gQGsqenoSLT7poPGW/CJXeB97S22o37DWC1HVxUAP
tGwu5hdstPDWsyNMqRxkmzX+aE6PVZHNDdKaZdx7GQCLH2HYmtSGsiKtH0rbmX45nZXwRo01n51C
1YQlemwZUmAJqApujkdrgssoMc4pxxfCdMkgsOPjaVZzrxtsoWCobWs/WgMcxInODx1+/EPRXCpi
0RV+pLZy4peTlBT3StErBXC1ELn+pHbSTxXmxQ8mfm40xe0wf5ENYRonOwWrfoHXM8yX2lGS7mwt
VhhwB2fjWzKJ5BGvEbm6y0dTtB623RwsK55pLk7xXERvZEWM2n2ey+P7HOWln5DfcdXVcwRIvcUw
+9gfxyHCPKeWUlQfzbbPvLBDJPQOv4HlcW7t5oFVY9HpYNPKamhBFe5sy6VyWlIHk0fAKGb/aZJF
a/2C7tFjQdv12H3xLoSYVbcqb+9slKtpHpAQaFw8Wb9K3D2Un5MqD5+mRJTPSq4qHw1oMtFdEudJ
ME5dofhzhbUZuMWmbe/4K7RgsMm83Ko1aNkgFHQUvO70Y6hVrh3MNb92rsqvdlYbSZondhCKJGqI
5mL7rBeq/l1HQO59ps/at9ow8se21trHJInscxep5uharRF/i4ZyCk84gqJRj82AcpCT7sQYSAYh
MADpX71u9UtmotpTL0FVD8PGY9vX58lxpodSbucHeSiNf3/5EQDk4FH9BiOtrr/nr5dfRBjaiZq1
SMkLX1p8NCaXVyy/D9nLsVsmpvNhrsL+0z+//eBHFRJSg1riVVsejyEkcrPZChxEKXyS1OFNSN/u
fHuU6+yXJaR4B+6dOpeybR30gJOFEypWIOWak7skhSF20umoPZX4zH9qm7h80I16eIOn4PhuaZfm
5+0fsBPBIXBlUvBQ4YZo2xI8Gn6pKlpWF/MY4XcaOMQ6AiI74Y51f3uovY2jgUEkNF7z2y3oQIaS
Kk+9ylwpjrkhht2kZDwKyMw7TwoUqKNE7DqqWgvwJsVDBAiuojc17TpsCzQrUNT4ux6ZzWXJHfNd
Hi7ywcx24kSHo0orF3QK1ak1Jfhri9IiVzOuE7B3UUxylI/KkzGM87vb63cdAiMXQf8Cr05oVSjD
vB4lnE21GZTJDoxOkh/SNJLwGY0tFlHU93QEKm9U2T23B73eH9DFV4z8SoxYqRmvBzUXjM+zgYKe
imsSgoyYOtBANgClD8rpfxmKni07hB7e9ixg2tGE8thS5ppxq0cLUnNj3ZjvijSMD47d9Qej5ARU
iZ4oZ/sKeIupVxIT2NlBEwOwXwHpj0S9zUEN4nrDMwqtAORpAOtRZXm9dksOuCYddSvgJg/lE6DN
KHe1yLCwg5IwXEfMErXuf19EBwQ+1VKq0bwir8eU047TgIUbgqbqGlNxChSPh1jyTNGMB7n29e0F
bNlEXxR5IGQjty3JrutigYuOEfSrZYGLHEwU348YtAN9HYEz+9Ok2fiLE9nhrgsK0KfjN7UH5/xP
QWVTcPmDkOG9ZJ/Sbns958KyKsS8bDMYGzuSPKycjCf6tIbu0ZtwPkBISH9DCTRwZwQ5XrsraaP1
unYsTZw+gCq6tBOs+owGrFTdmeEwKv5QR2l2HuwekwcMnVvbjxyzbp/HQqg9CcUcle8jCQrH47ws
yLPAL1zNt6io4naAKs7oAU+wg2FpZ1pAaab9BMzSqwe39/U+ps6B2hZXjgODZQu7a6phmdHBsgLR
lOl9jJvnwyKX/cECX39mlEeg11FXgbR4tb6Okwy1I3GRVug/v+vnNvuKLWdVu5oqFA07TSu+lAWe
CK7aNtUdPnHN59u7+o+c1+tPrIFP4TKnA05BYQu5kLskbUNU/QJttErVB3dilu/HrG77B7ukROoB
rXYKLydF+jBgZ9phGyVjDw1zPxFfYzRlR19IWFLdQ2jDL0xGv7V5aNLR0k6zNGJSpOAneUSLvv48
fBMaz9Qh1z7w9nzkiyXVbBqdooWynJJUKXASw0Dj9uLsXNHrbkb0iboXx379FX+9PiOOn06bOEZQ
ro7LIqNJ4NYJO3xpcvVIt2g9S5sPoaHRx61J2XilFbweLMV/RUQyxAiJnNjrnWn+MiyjlWK2Es/P
OkFq4/WxJb9JNHEoa7GznhozpDEjUy1hSV8PrslDpGUmOPvGomwXzWbmidk4ehx2yMtgO5FMgy+L
4APo9tfDoInSWW3T2wFqteIRPh7TmzFMf+lUCU068pJZorAmC7UhS+dQwH7JyAqyUtJGiP5ypGBu
by7fIXEBbKPyGnFKqlSpXAQWRIGPzlJiH0JNPz/ZWdpeagG028M0NXls6KUDRM769qs5EHHgLRXb
/eBbvP7yCTKe89NWBGpbeONqT05Blk/6p0qVh34PTtzaUqJ0i2mE8893zSqFvxY0AaBTEtveskMR
8j9TO7D7Lj9hXq3da8Bw/v39QvyRHggPC9VTdRPkVI4cmtFEdpHAy/cmYWU4DZT4KjXz0eu1t5tg
NCEqJv/R99gULwc15xXF1ZL4sJN9auCGHxOsH1T39k7n36NsJkRBL210PWPZ1GQBtVMX52gKhw8p
hkIHQ+0EiEShyGqsMGwij80XCsckr7MotoNeVkasl2cMJrm7cbmkNvTGaWjWQ5W3DiLEnSgHBhPH
cYW42+qWxBQuAvsxheKlHmNCY+TLeJZHvCJpKEynFiel59vX3d5no61jYSPG/rqCBRZyOw36OFpB
xlo+Lbhre4DP7IPQZm8t1xYcNyuhG/v49R3g5CCGkgFBNiqQztcKg28Hy07qKnieXepulAIMpIYj
XfGdzQLFTl+pdgSlVw+GTYkvb4kkgnzC6iOppSjA5A2vOCe2D6Ltnc/G7U0jjiQX+tk2m+B2B6dX
yg5qU3FJzpkZ6k9Jk6Ynujz5I5TK4gCct9NpBSSHBDC4fV4Omr6vl3TC3CHChzAMqP5Gj+hrWb8A
SmqfqU85Hybwj36ZCS7EJXP8TC3Mlyatwukg8r+OZQD/IMmN0ocJaGL7fhHMVijCVdGlMimt4/me
jg9LOk/olKBR8CkmoHLwrIqz2HPUMiJIV8o6ObjkdtZ+Vb/BR4roDbXLzUpYcQGVGhB2IBR5mV1H
looZFKg0/y6XkCs1NuPq4Pbeebcp2ajofgEoQPZrs591AwHReHIkPHSWJJjAbzxXeOV5QzK390nc
TG7pxIs7kFHc/fN5hde+ojKhv2hXn32MCqN2FoqXhiWs59HER80pnfzgvP653DaBCUJtCCaRra5R
4ubRTiGSRovTSDgeTLKC0zqKVIOC26ebjWAMXODc8n+yZGXPKbxoTK2cOXkrYzb6XVUWY/lQxFka
uibBYUzWZCzTU5UUVeECMUdatlYaU/EcaRA4s0RSopyFUKwQv6ZUxj+ojxwKnZjLL6cBMuubDm4l
eiV9rowQnHL8wWJztjFTn5MxezPk9BncAdy6cV9HkfIBJoMz3iugq+ltRIP2rhu78DM6Pck70Za5
6mdYc3cnWimxuJvhwb4s6F9hsDSuDuCC3B2k+tzo2M5mq8PwkOjTezODv+9lSPBN2Kb3ylscJ0zs
yowifzeUcWH6uKaWHwaiNRwe7ZpIQ4QSjlVGAqzUa6eiBY7ZCKvzi8GpC09gQ2e6IlJwmzPoD73j
mRlA9yO50rtxPzX0cqqpfDGqGMcmvBgwD7fLfFKfyxTJISDjGoapaWbPl5Jk9HdhCPV3HwHwrmfW
+DRGffENUcrMcSfK2Z0n07j+AddY+9AWSfGDlmb4tW+j9qed471wSft0+Qi3ClM8m6m2SG/09huo
tBC5UkvKz9iFkfOF1IewxURUKofaltr6x0KyzPjg7d25udfoGwAWjeeVBv76cpt7u9OUvpfgmyef
50k16Q60in3S9TI5eAD3hkJHGpEM4nCipE1E0WBwzM8gUJHLcnpBfqV6LnHZuiT4ux48Ejtv7Qpp
VCn+QA64emtp8KUhJnJ2IOiY3GeYfD7NKYZZt2+InevQXtkQxoryI5PdrJ2JsRTG9ZYd4FgifeED
Ng9x4sgJTBXNJmWq7Grwbw+5NzFwKCB/QFXJBC+bz5V2UUqDjwR9RnZDsobhMVfhrt4eZe9LEfux
bpQH16rW61HseFSaBLx4MHbK4mdDMfl6P/4ETpYdbL/d+XDDwllfObna+uz9lQPqppSbZsx8LOyo
7/GfxOC0Do/64fvz+f9R9M18JIigZV4CRKPYmXsZ6hd3NI4ST8CBvb+9dHsT4r2i7L+K3SBz8HpC
+NvbGWZ+1LEUXOo7yl2/OslKf/zzKLy/qx3eSk67qp/gf2znUhs7QdQNxUnrq/msVFX576cIDqHM
owSmjpBys2wp8g8FJncOrgCJrZChjaFzj6v0KA4Wbef7kDFRZFolS1c5iteLJuQlLIqupWdR9/2H
bEwBCqga6ml00ZvoIIjZG0xnp4GvAtN1xUdQw4HyiyCxgYwR+rDsQeF2w+TiKnbkCbcTvDhAgfFH
o0Vhkem+nldklkQuKr2YnPKH5OHvSX88zOxUc+dKqgWAgMH+Uca44Snk3S+3N8nO9YRCMp+OFIfQ
aXtXxBoKVsVC3R3z6sKVZglH0DGudVi29fwBXZPo4DPuTRc0IjRcWkL8u9n7S06tNQWcESAIkf0E
94vh7dCFi0+7L3+ScjCYMDLkp25o0ce7Pdm9rwpNggYpQlNU/Ldjo06W9Gt2Bbx3uQhzMAh1jNZ6
BP6hqwf3484hh96l4XVCRoCm1mawjgskXKzKApUXmadWc4onu1Dzg1Gup4QqBV0TGhhrjXS7nIPW
Y67YdWHgAHe4B9nQuX0XV28n69D/Y4ezhqIx+mMGLB2HwvhmRgBMFbrUcRiUDYUenyx9jv21bJRQ
xtDsj6QU7ehhHGuOfieKbvKqAtdzV6/1EltcXSc+PFlTZx7BbK/31PrDKBLDxYCzthUBkVEYMrsy
WeOTJYrO1D2zHwiM6mcciJUamb1O6J46R23i5hW2qKfb22p3+BVIRWeCy3Z7hia7wnBDVsIg6Xuj
8DDMngfkjUB/ulLUVQ/DKGufwUXmyUmMKJv9c4Shy4R5FEbQ7Oa62lwgVYspJl4bIcLgsH50yXH8
Uq6HUxk62rsiyo5adTu5Lg8KebWNegz57jbdatumobNahYGs4Z8+6AJGKWoH5t3c43XaK0I+GUqK
C0htj8/4F2MvqY/1u9uLvrfxSbhAkFAwta76TzgtDF3ntFIQT6Pmzc4EeTYX5UktLePgjF2f5PUB
pWTKnbFS2TcLbGWdGVVjJQXqhEWFnpJPW2qh/Q+7iB41Omk8PKtU+et3wFpEX5elva5qOp9lJcfG
UZTpacqQkuqxTvHzbNT8xELE8fZSrn/z6+yS9xuXiFVME8TUtsgV9xDzwkUPA3R/Ta8xNf0x6pvS
s2WpfCvRgTh6XXfUsnWY3+tZZczrbi/ObzpGX8IJFuAha95WZOo3FMKi5p0xLGZxLou+/GwJoX3s
hlLPPQtHe8srQzup8Keu2t8D1L0Xreqo7txejL1bDjwkoOpV1wIk93ra/4o2jcxecrmtgWTkRlac
hzHL3stmqiLWijrf53GWlfoMfbz8JktOpLtI45cvWmKprT/2Vrp4jVQr2cEWvK7sAEElHOHUGWud
afOjumxVQ2ktK0gT+d3cF28qZMjvEqczLnOk5CfCg194bC9+lDf5l9srcl0tZB34hxwGwYgrP0Cz
VGPNLKgWRor52JeZn8WtBxApf8qrGNgbapv3t0fcOdugg/C95dm06YZorz9BFA2ZpDWNEzhhDADc
kYdTnCvyr1qZ/x3dQGWXoJLnDFVjXpDXQ/X1DN+LzmmQWIXqaVLb+1C+xMHn250QTJO104ju1jbw
yBKNIJUSTABMDzNTEj8yDKiG75dRI9n499UzoLnz19ApJCx/PSU0qFQ9nEihIxNQIdjT0kcSx8Dn
OTzKAddtt7k5AGNzYfHu0cDctk3kCta6LfVOUBhGn9yLAQqZG05YY7iYTk2VJ5sJSHR1sKP3MpaP
R4d15+ZifMIscgL+swX4UPuwCbG4R2RbWnwbYsBp0UTjV9aQe5DWjvS9d14CgOBM2KJhC51lc0fD
P1WVeU3m+84YH0mGdFT1k6Oe596sKLZA0iIg54HbvDfzINEHIDEJotkxk4sRKdX7ItG4huXaCvsT
YkP/jnXnFrZp5iJJsIOsGLGU7NSILM4atf9UuWvf1MUSPlKJy4+onXtnAX1ZFGEovGBoslnDWSp6
Z2SPBlMtj8i7onfcUpP0ZMSND6qzO0PRHUS1m/b+qgu6GUpeQMBos6kFsQWK/rSMdD4omRnS7zru
suJ0+9ztvRyUZqFZrRcX6hqb4bJGWcYF5aIAZGfzeyw0xMDAHcuZm+bkyHfzUlXTO60dF9T2oxaB
mMGBPe1nmdpShe1gs54muZbzg/d9Z9faAGMoQbGXqNZs7jgEUJqsiKDw57rUfl7k6PNklNK727Pf
GcRZ0zrSN8SprjplchxqCn7NZqDUauQpVAoDaQbdf3uU66OxFrRA44Bj533ehp5d2Ci9vgIXe7uq
XySzd2Y8uxIT8MuSfk/mSD+4TK9vOAZcNVQppBhoX2zOYobSpdUp6O3B4wtfhKkX5ylx6vcV0CB3
mePhC1yj0nNSozso+u9OdX3wqeEBzd5e450SCi2VBwuQ+zTfgRqraSZppqdCuKUTqf27KgLq7QZN
Tt4NGuFXt07mmHT4G2C54TDdVVOo3LfDaP3z047cz1qMUhEkJgbc7MVeRWiTGpEVQF6G5yVr0Zuy
XX446lD9+/qhWkqhaN31dNw3z6Bu9UOmjiAyUc1Wn9TeARYtOnRnW0k5L3JiHFQpr8MkOo0QadDN
o2OM4u7rZ7e1hjQ2YV4BIUD8PDWT9jShNOENUjhdpFSfPYR7/tW1XAc3tLKyTV4jnuFtxw9ghqMu
XU1PtXVMP6mwB2FD1adVAf7j7aN3fcBBLQJfWDtsDnnKpgoL2Kdn/Cm8n8wkfhm6sQ3sWhmPbLWu
7+x1GJ5YFNdYxC0reNYEGpdw++4rW5dqT1KUyoeSiAevrGZHLYDdwah7AaFdT/hWIxmJZJ2rsQjv
Z9nM77q+xo/JbML7WGmOkN5/+p6vYiVkK2nrE5NQLDeu6GsKZmd2YbbxRZptcJkx8hzWSe4zZJDa
WRc/56IeJ79Ced105TZHi6g3RPm9XJy0PEWWUaLgP03N59Koiv/GkqLTuV/6uaLSkFc/YsaFK9aM
TejpRm/lXro04J0nzZast1rEN1PdKMKv1s2XVLcQOkr63KvKCoXdQkUdzV/6LAp9HtP5s9aEzX/j
nKXgCQF29ShIAejgZp/RNl4ZrR53vYVdYjaz2creEoNXj2Hz1pAWSlzFEsV4VS5a8XkpR0SylrYc
fi9p1N6DKzIUPy4dBaf2sc8hfMhL9m5abGgw/7hh1wVfTXTozFJp3OZMMBCLMsQB6RJOXeTT6imD
UgXgcHuUqy0EyJYTyBkk4wIsurlm5FhCokBMUtCBCfuoy7Xm54vSP8Uhb/rtoa5O4J+h/qhFMNIV
XNmOkYEwDNAZVtslJ21o1YelLI5ABLuj8A5QT1rLAtuYfsn73kTfg2LamDt3qEhKpxL+2sFcrl43
5FqQL1l1PiFaXFW968Vp08E2woDmonoKLZF7iqQmX0KnTy96OyVH3gY734kqN7q5K/CNB33z8NAK
68wFj+ILxt5I1naydReCxXPjeDjKiq6HWjuKK/qBnBI32jWm+LuCYFpFOxtZGGRzkp9brdLfaOmk
nEsceQ/ioeuPxVCwcZkULK6r8m+xVCExZBIGLfKfJ0M06UmamqPqw/XHWjNkyuYIVZO//sEU/jWh
aS5DrWuAH5iZantxU0f3A0ZGJ7VqQ/xk0p+39/ne+gGlYOmQG+G63Bwpp0gEFPOVgGVOuie3priv
ywGg0JDlB+pWV4/2mvvzYK/fiuLGdrNXg9QQgkQSsWoS3nVal0ouWOf6zdAthgYbPQYDnBnx8un2
FHfHJfsBoMcs6QK+3iIVPTMBD0oCnqdZd20vtRfbmqOHMLVBOCDof5m4T063B72WUGK2xEO8dxCc
kGzdjBrX9UCpJ+ZGrKVSPyU1b6yX4HIKBBQaq0VsqfWXHuqm5qZa3P7sWxtEpoVZhjtoaQilUc50
yTer1prvxdjiXtPbRbsKHrRzf7LjfHyZF0eafKPNptFVkn5KXRAXaCcZ2lTQEEBY+Cx45b5AsshQ
4h3M9qss4H0+d84wACY2CTzTukVcaCh0+chTfJ3i61eYLGglJNGPh2+1jectKa6Tpq7DYJLiit7h
hFpVM9fOubFStXYLdIWD2MmcH5NRJwfp6N5hxZ6aKIB0zLwqpOXw1J1SaejVqGpy6htN3BVJmPi3
v/LeYcV+y6FkjewHPYnN1ioMC6bJGAZSk+b3htzKp5nPcxfWBkiWSssOHsDrdgC76u8BN7uqrQHH
xxAFg85CP79NusJb+zBvo6nO1j85rj6Df8tBcLtqSDgH/TP+XyYN/I5bCvjklZwSBNK6mUtaErZZ
N28nyWnPyRJh2tlohhuh+nEQ7F9fUSa3IfB31pjMUNkGw02XDrHG8yWXAzxBeiC+baoFnjV5dvBS
Xl8Vr4ZSNw9Xlc74H6Rrdd62yh9LsYyew6PpzR1Euq5xdNa4OAJDrL//9TFhUmuFnmLQilTYfNMm
q1pNzfimU6qynqEDikouppOdhPnKku6qlyzKyHulDpxhbv4zvQ3lWW7/Vbtmdcu6yms6A/EPtY8v
mlbEb+NpKd/YfVMvQVoa+pFDzt7HXHt3JFGrXN92sh25jCpBWL5kUZQ/acjGApoJp+e8EunBe703
FOULCrNUiWB9bJLESY9mPW3z5DKZTu2L1AZLJhz11GU0OW7fA3tD6atSNow6YpFt/iu3ZS1HYsEw
jBDuYVak/FenDcK3Zm36cHuo6yuH4gjZLwDFNb/ZNkCh/UvzKpN3ieUe129eC0Mbo/MqRu4D5VhO
t4e7FrJidyB+Qm8GzCXqFevv+Sseabt0TqKR0igZsf0BLZcQb7Uw8yCeKaeh72dX7kztTON99sEz
Zm9q0IrelCnagRLi9WtCMZ++CGrJgK0Awbz+IWY+ApMe+CHhKNJnpzIcTzNbsF1oyHv6NBtu0sDk
bsrBOMBtXBcbWYO/h14fm7/WQCqz3Bj6Obs0i4y/E13/Whgn2ciyx8UmFXNrZAYGF6x5M7gYN2uX
nt5xfenzUD53PMyC1Wu0o4tj5zUAcUS/lByXI3yFsZj60lwFnZILagaAnrGEuxPSkpxTbFo9B9ma
B23oUl8AauGjtfFdWo3y/7D11yQbIDSlimvoha6ASmCPXDJhWF5YtvJX4IvCMwGxHnyHva2/4iJX
6BN6KttAbpCjJilUk7ujXj47RVTKno2Rki91iBGVdXd0geyuLwEMwSrdBag8m+dAi/WhIXCML2Ha
54jDKDUF0LnQ3FUZEMX4UEelhnurUpX4rdEknQfSrD1IrfdmTSRDF4Su4Kom93rz0Y60yy4akwt+
K/Y3uRXm22HOyrOwou5BJ4I74g7sDsj6wsOgMQtw7vWAlpKmYe5wbyrocl+MQs7fzVJaPFijFL/k
tAAOQrW9R5dEZzWWJMGi4/N6vCruM62Gz3Qp+io6W+MImLycwCOXfTojnz2Efpvq2rvbF9vuLOFj
cK5xN74qIcYRkX+KvcGlxTnz61THwi2lOH0ajdDBngtditvj7b3yCDBwdQFuwLFxc4eoDa71orTj
i9WYgKzHXNwpxfB1NkPkfkN0V6okzjzkLlq3zOdftwff28mrnhOIA+ql1DE3oxtDRQPTga2ACBiG
qDGOB9NZUUabN0SYy7kAHXlRW9U60w8eH6Goa+/KAVJ4cPuHrONsYh0kLaHegYFYa/ybb202Bt4y
Ux9dUClw3Nw24/eI+cgHYfLuKGSZFkk0h2ab1NqssJ3bdXSZk0b7hTjjx6ac9M+3p/InVNnORWPv
cBmtAcZ232qjaTT9ioSSSwlhJMVRaFMkSyIee7mGrjdTIbjIdmx94eTmGdh5amOU9KSsc/NeKzJX
QgSpRYCNzejCDsGTFLlfAO5Z3BjC70s0o9ypQvDm6FFf38qrn47WK5foHr4zJ852kkIhFTf1xvGk
McZqcoo7bHT6RJfvU2KcitBTFV+iQh4M37In+UEJs/p7JPrwjVnlduETCyAPentVd44lPS3o9IhZ
YI25DTdGsOp5aUjgf6RoPE+N0M7xPIa/VHTwXiYkmA9u172tQuRiAWviIrgq6rNVLGmgln9Rm2W4
GP/H2XksWa0sa/iJFCFvppKWabWh8ew9UQD7UPLeP/39xJ3QWopWNBMmENRSmayszN+ooV64vTof
2az9zk62M84dSSkAYDW3ySYZtUF7RtqSiSDPksx2R1WLvmMRo3/G3K9mJ+RhpmBzFInvam8p06M0
a/lV74tm8JaaitCTNpepdVKRCBq9vDCmfyLLXNDYsFXJvloG6kWuLQ3zt0bLrR/If3XyRZk48T76
qjXkhSXPP5Z2CG/E7YbZ7q5jHhcOYkslsF40ZvlRCxiD8TxOutFckeWbF3fWy/IeNWIHQ4FBST8W
c6Waj3KU9BWO8L1oLqpajf9a/Cfpry6Sidet1gjr1FakSCe1V2vx8fUNsrdg5L8YMlFxvkVcWOqS
lsvcRUEnz1og1475NKLPcX19lJ07CbADAZNoRXFsG6cGJ8bW2K4jLKVL+b6pxvreLOI2QBQvfwKL
9NkpQ+Xb62PuPCJ4FhFKVj9YMB7rl/+RZXZD1ap5ydafE2gzU67nd3WfRn6ISd9BANg7Zex1NDR5
eVKn2oRhLv0kqxcJJHJd/qwce2BN0/kjmA7nXSicon/7qQZIRc1gvQBBtG6euHNoC4rnuXRXhdqs
QmgZ5v5cZxIFKyFpzeQ1kiYnn1+fz52PXDU715SJByfo4JfzCRkrq+d+CO+6WELbaVR/WBEuGeZc
RZccZ+6DSLKzfODKmUvUZwmsW+RibcVtQnIY3vUNxmHuJNbozb9GPaKMteRgBXeOAergVG65J3/n
hi8/TuhaJeSa/oRS1p07yWCfJ4LKwUW6M4WrU+NKIqVLTVX65SiaXlqiMlXprpEXjRVTqU58NEcn
0h9mB3/6U9WUwvRfX7ediUQKEkAgGhyr38xmc8ILQpdGzaS7etRr3x4W6ZxW6GOlPHYPZnFnKCAa
6BUhmYL6+ZYwlOGuHGmJkgVOPZRni+frapmCqWqdHQYudWfJ1jSXxwuurSTXm0OQIKoqqYuWBVYe
O8VpCJXM8XA3NwbXMIbGRDWtWX42vRX/i2w+Xhe6gkikm6MV/L80TepHIm61+Foj68WpSlXQQhMk
7bM+28oXuSex9nC9QUzPKfuQctzYtT+UQZX/0xCLAxdTJuNHG9DkEQl177tIslDyMinp3JRa9amn
QjBJaVDFTkNPE4/ZEMTIQUTeG+V3bWX1cAGBtrlAdW4iYxK8wQ19ya7VaC+eox1KPe2Nsqre/E5Q
ST/We+GPGAy+EzEfbcD1Ja+6B3RIR68tuyMM/dEom50AhUYRI5qL+Mvntq9NZnRWTUQZ3nyOVpge
+AiUJxwAQy+/JWUU3DmbLEB9WvJGjXqROSblWZeX7iBOrD/4ZXYDvYogASae4hR4updDOWAg2xZJ
gEAJRYxq36A0p9DM7Q8DXGjha6NhnQtVvmpWGr25ykeWvxKS18olqJpNiHLIC1ED09NgKfQC/F4s
ozGJtmAk9Ucuq3tfuSL3cNim8H0DiMLPIkeFWGQB7uJdfonapO3P6MjZwssKhCB/qtYAQ1TPtTDo
phkZvdcXdHd8qN70VMkkb7xk4yYd0ZlglrvKQM1tGcUT9VPZtVsjuubRlDzltSOfxzRvD0a+jZNM
MshP+Js8GshhX65vh/903P0eeZGVxYMKbP9AedkQro3j1sG+vT0dvJB5H4IjYsibPKgYqwxhkJ7T
wUMaKvEcPSDB1V9en8zbDM8iD+clCnwO/a7fL+Y/TnqiFSN93gLZTay/CnhYk5H7cum0JRLXNbG1
jrrw0aTwctQ02impMjT9fiD5lO1Y0Jez2cii6FstzYNSL+bPIdKkj2jtmjL2ikrxM+qM4X2HKos/
pUZ/n2qSSL20yMrMNW3Ao3+xtCtsAx2Btbp0Q4kz5BIV0DCjtll9qqPcuouMSPXlNI4+vX3GV3HC
tc5DHrgFbWn1rHa9GeWBHsfZHUpQ8vsZxSXXyar2U+P0xdmy5uag6bxT+YAbBexhbQSATdvGh3ao
qd3mIg+KoazOsykkv1SM6Xmk0uz3lvrfXPfOJW2QB84ytKepeRz1gvc2NCvNTqNusr5bXq53LI1h
jIRTGjQUyC99bWMF79jOwbHZ/VJQCXCQYT7fdpwxeBCKHBppMDlN9h4+y4DSiDo5iZspVYSD3TzO
D2UnopNtokjgFpU5fl4Aqh9RTm6zxhXftbKVwQIh9bWJFqE6dnoPmjkAOoOxSqVZ4w/I+BoAp3ES
p0JJ/+Yw0z0jKOPssbaxXs5w0wPR6skLgrGNAUnZXK73Y0vTH6vkEEVcHDaG1GvUoXmzXymd3z9H
3nwr3Brga22SBSjxLU/6WJsBHLXmoPK9t4O4yPk2mT4dOisvv2+iQCryOmRpWySZAzSnkAcOY9E7
/utndHfpAJ0YuF+iC7AVFInkkdeGwxUX6mp9NrT/dCP+AZ5T9QqnrQ5ehTsheFXTZMuSPhISNllD
38mTsFItCdJRVZNP9EnSr2o8mOq71LTCiwH56A793en65m9Ee2rVSgXXBaNts2SdPut0qY04yFrM
T9xh4XWAxTUlsFhN23u16Ifn10e8rf0CwgeIC4sBFvoNlcGy7aGKG2rNZjFSXXfxEFPrB1vqJCx1
0ST4sMjqoJ3rIs6iX23H7XPOR9Hpn17/GTuL65Cb2TZVUS7Y7eIOLSruDB0H9mL3j0lYl36los2h
haV4iKz+CIa50zfju23yT4qkK8NoE/gGAiKtkYEBtR4sZBRWPjIx+gOyZd2lscwa0fe0wdNcbT3U
vRsPxhNmNEL5h7RuOFj2vd223rugq1bw1vbWjZ2k13UKOwG+YlQ0s16X0PpvnflL3dixP/R6C91d
Ef3BBbt+5CY3BvZE4Q8g3Kqas5kEMU5jmOZ0rQRuGL6+FJnf2KgEngwzHh6GznnWEuvNgoFkw9CS
/r9vdNuQBigEgmFwaJXJoXUykYV7cpbSPLhy1rBz82n4V6L+RO598yZD5Cx3eCjFQWJIsZdXojkv
yhz6cw416fW9uzcU9kjrLlrxmNuSfgGgpbSWIgmcZUwgTnbNMrgpkseZmw8QBV4fbe+k4COIZh8F
fmBj69//kRzi7zjB7JaSIEdo2NNi0C0dAIIrkkc/FnBVb4+6vM8ojwFGojqwzVFEspR63KhJoLZ5
fUeb2/axmW3veCKmpyQ02oPcd28yKcKt5Whe7DeIuCLv7F6VGG8Y2yiIxnA5IX7j+EgAqn+xRciu
cfMkzlMd2MxkpkxIHE5KEkg5SUm14PiXTq3ytdPC+mAW17j9cjeuxuFrbd0ivt1ws1tEwZykmtIg
dFLyS16eJ7X7C0t4jWF0yH7cIDs1o1zhuc46MkzjZB5sovSyPmdOlSPsS5Rp9nPtDPXFWuLElZRJ
9029aQ5uztsLZf0NFrIOvOwhrWxiypR0Uy/PZJSGgdFGRBS/ToM0PySstzdWzmS4xPPSjSUhTtOc
WAen8TamMT5yHKtuHu/QbXlc7oTZRapNPqK2DYa6ZnOf2m1zEvT3vB7kj4u38vwe0cX44GTuLjIH
kxLaqme/BfV0Sos1np0z+zgQINgfl5e20I/44bcH5HdhnG7pCjS54QMhyVDENXZiwRRJoVfyr7yx
USxftI30F1OJBBPQbCINaFH1ZahhGyuS01UMFXbldbSsDpmMqULBfXG8eZ6wkaji8Wx0LRJUr0e5
W2o4WxncGY1hgh3slc3Yba13qFW2SVAPhfV+KvXkZ44zG7YvdCKGC6XJ2LhkkRQ/0nmr6qvTWfGJ
i6D3zamNP7UL7hFJ27y9pMPPou0C4IjU+gbnIbRhQADVIC9Ea30GuZWEH5ZFmlpfahpAw6/Pwt6O
QvwK+DgyekilbCZhElVmwQpMgnC2gXaMs7A/1XbXDgdndu/M0AOGRUTmtUqFvVzo2KLxvsRlwqu/
b4ZzUlbpZ3tQl+GuL+3pvuxy3vamqWXCRbclPHhB/Dan3UZHZZXVZKHJyrbJn6UPWdU5OAoveJ6k
H1bz6I5mnViEr6hNL3/Np2owsEFQ4pFZSEZ19jWQbJoLDZc3ZGzrVeRJJmaZrhSDDPQno7Xba7Ys
7bduUitMdvpquLbzHJrnKp+n+CrLgxbC3NMRs3990fYOKIeFGIyIMCSfzWQaVhzmZZEmQSOreZCn
0+R3tpFd0UY52h8772oEkCgJw6XDk/kGn6mGjlK3w5AEEWCqd+WAZYSrxSjszZWMGHMdT4+2Af0Z
95/8f6gXg8hTGvUvdikkERivUNvpM20+OEEDWcBHAVAguu5pWgbJs/LcOrit984COSp6ANCTwQBs
iqloBeHjYwNbyNN6QGexka5N3NlHBYK91WMMRHRYvFuB/mWwh1IxZ7qrjWL6kRybXgtn/+xkwjoQ
C73N5ChAgIxbRWvQ7dmGV4L2aM7WSJazVN2j0qkKzFxKltOgDD5COrP/+sbc3S1gJemaUeeiirOZ
wj6dljbSYl6Xiyb/0CV9Hk6dVQz6faZYhYLi+Gjgn+XYTYZ8ZVpaz3Ff2O/ktFveLMFEeMdEaC1z
khDdvDyo2QrJRhExiLRM8m29CYMocaxzkmvWwWfvrSh6Jkggr+fkRjBMB0XSzohBBiVYwcFXsBpV
Hsdqtr1QGej7vj7Je4u6MugBABDQbkAiUR6R6EgpT6rOKDy47fm9SMAeOHGo/wSEeQTv3V1U8CEw
jXhVaTeVCrUq8TfRmEkzHNUMY5M5u9c6Xa+ucwsgwRtLqgehVYlPSLQl9QlXY3FNp0o7qs/szDMA
srX4vyp6kX+9vERaZgV3YIN33bhMXq4gcesCt0quQzHWB1fG7lgEV94HtGJvlCjVrGepsVgKgDer
V9NJmpNjjaqXKpBQXl/QnbhDq5d6E6PQQt9WgsTY6FG28FllucgXpOeqcyiHR3yUvTuQXAd2PtUY
rsLfy/zHs07D6EtXIFAEpsDRyZ3TbPqpJEL5F2CTjdNDUUYubA61uO/LoeIy1Oh4fzcXTg3+WFr1
uXNmuT/ptVReS1woZR9jrTHF1UyZM/uk6OPQegkv78ZNYztdATy2ddLnKnMOroO9tYFQQyWHivKq
c/5yH0AtpcNc0nOVTC31jNpWkCQV6TU1syNFpp3DBtqG0Mm1AwZ1+9bIh1gbVBTBgzKfiaBS39le
Ax3pn7iXprOmh7NycLx3Pw66IkhJCp60Yl9+XIRN2jLnZN9Q2+fHHi/uSy2J7o6WnnPwnNhJyuDA
Azol/137h5uHVDWXywCtjy6QLeJnqXCSu6VJzfLC5OuPUOasgL5mfa56eIYHa7i36XnEwM4HZUTu
v078H7txEgnQjZyxY9z6TjNgzFNn4FX8+tHam0yI8kh6soJUhDaTWWoD4gZrN82pc9jOwJqMQB2l
5Je56MlBXWFvq6yQG+B7FNlukADoDieJ2nZZkORmcorVqLqfJPGhQnDALyx7fKstDh0rYBRr6g4p
4MaiBkH1sRqB0wVFmet+y23zRfSV6kr6kF5yzThqYO1NJSVjcjBYyDTWN5vFiFOrwZgiC5a8U1AW
H0OfLVn4hSa9vWXEp1EOooqHfMsNBob3yiyTL5DuhUN4r1RDfUpEftRQ3v0gHLRomqwCONuDBry6
73WbMlc3C8ubqM0+lZUD913Sm8+vb8Pb6isfBBVHQ7lohZxuAlY6lKCjqiwN7KZbzhJxkR5YZL8D
Optf8P9J7zJMmw6af3snbBV4I18mTt4gdHE/rusaw0jAnaTKaPsM3GXVf69/2d6mh5RCXZJMa1XB
3xxjHE8bFcpsoIHiHYsKG2anns/oEta+pBQH83g02mYP6nXRci3A2x7K2Hiosvx7Uqfpc8fRQ9Vm
PpJb3NshgNnI1SnzODgEvfw4R53hVRQiDeYBnkEP5MCTMGPEfoIT8BfziITn6lPPkd6+wx0bcF4y
sRl1SXLOsaZmV7XFGiZGhg37h2k4CIx7m4N9v8rbAIq/edZp6uJYhU3hxUmV7EwqXwWhlMbX179q
bwLJnRxAgb+vmc2+r/S2zJ2+TAPTHpyTAQ33hISouIpebU5vH4oOAy9U2i0kiZu1sikZY5pJOBSJ
Gp/LMI40X5qW6TSCgjwSYNrbhxYQPRo7VMluiq2lWCz01ImFUiRDUlSi0YutpgjkhX6dVbZHCJS9
+AHqBmQqpEEAdOvv+eOyBHUC86TgGpudvPjc5F3rYk0dY23Ryp/lYllOaiwdwVZ3BiVJ5IbhJczq
bbMs9mGOkBqlISagDcoMA1I368zOm81OeKaUm7PXN+2319dxd1RipLN2VW5L5pKlwjG1lgRnnsHy
Y17QFxSIrHPWRNa91SvFGcGZI5nsnX0KuAeqJJDqtVa/3aeDswxV0jDo3KZPfbFEHxIlTv1cnfQD
sNjuUHDjV50Q3hbbpVStSHdwkU+CyYoQVglN/PJECnLyrjR52hw8LXY2KvFkxX7AiuQy2LyYJlXU
mRaFvMfTzPoX98vwMvR1ezHiUWpdeq3jwaWzt3w0IXiirVztG9gxk7gUwzDRzJESyYtjnO1VPRJX
LVKHcwE83tPl/qiisp7tTXVvfQ6sbd3fCdFm+dQaZycT16egLpTq2VKmJ56x5hnN+BrTvjq+YDM3
Xaaw/YucaB2T5wFaZLd1KaXAXxfgCYU45HcTr1N0tGXyERbTYJrhX6zlClqn7E/cvilPzSopQ5nJ
caCZZdR5dQLNwKu0KqIYVkKperYLLvqDe2nnnuAC5F5HCw20wjbrQ9AtXzNe6HBrr8V0iuzRxtjL
ff3Q742CZwwPLDI+YvhmAROzhhbVUfOucTnx03ktN1bDkYD8DvSM87aarkH84WG1/ZhEZGNlWCuE
UCGJQE/YMb85dSU9NxzDBJMPxsTKsC4qV4EJ5KNiZET+gpGHj/JPd1Bh2P85Kzh1JU1Tmt4cTsgJ
ZQ6CkfRCA+shhjL3imLIH5SlML9WSll9K5SudxMsmq8ZfTe/T+vuUUzlkVL6/i+hsooAHT/khjIW
OVPGyVV4UGep0XjzpMcPRiLFbGkzcwJ8nLunRmn081wa87uxiuTHqJljGwvx7u08199SamwH+s+3
OqlOFJkLPhacqTT6maE5w6stafFMddTLmEhHaj17W4+si8hP2L/FCYusBYJimKSUSrJ8MKw6fRcB
VTg4uztRHz0gtDg0VBxuUZ2Ib5izmDURAD7DiF6zf86Yfp5JlauD+2UnFsL4J0hwjFbe9vq9f6YK
Q2hPViFDxm/K6rselcl0l9tt9iTDXqjcNkJfi8pONJ56ezKly+sHeW90Cr8G8m3I3AIWfjm6WOyq
zShXBBK1VxrAwG2Sui3PSjNF17TWzUtj5sj5EMgOQsjeDFOGXCW4cCm+Kff2GADNc5ZT6pbT+YRx
je1jSpteqFSVp9c/cqf/DHgAeARUfELi9lJFyYUo3I4iSJe2CzAwbK4IruVe3orpk2UphVuU+nyx
olFbUHlT3s4S5AG+XgLcOATm7WsybJNxGtYlnof0BENlOS/dAs+ma2OflT2Y2J0bnYjJz4R6QJl3
iwaxrKUUkdKgxZ84qDFJxvBg44TrNXIz+yl921M0yuLT61O8wxhcGZBIDYIe4Fm5LVa2ZN6lyLgR
5HJJptMiLLrCJoLd+WmpSzySBtBiYzBpaanAGx7ND1hnRFDwERgfvMmqlK8IstUnyJbjL3mMstpX
0wyjgKbOpYe0CkUGz1qtY7dRKI9dhmUS72Nl6vRTqnbVfVimi4wtZSKSc9e05Te9KZX5wlsqzVya
8N132kV1dKbZ1XyZtCXWWXR7ivw5c2L7WhjmHPu5IjAVgh7Y+33bOdlPyuM87tByQD2463VxnepS
KF9VtZs/4ePUHiEldo4jutZQU2jvMpnbrmta5goExzgKjAwXm3wKxXno08HPpCr5X1LRkJnDIoKM
Ex+pXe/sGugIKwyL7j7+Susv+yMMRaFSN8VIk0utojJolAr25hT176l6oI8xiMbL2vQIO79zMMnf
fxsgkfHe2BHVmawtvQM7Mu9FdXJQV8fyqyu+1qqWodKTVZdJFIPXWuDPhqns/znYtLdpKNUCZ9WJ
/t172tznSEEnKbRQErQFW5M2tuKznC3NgRLIzoWFGtBqwEEeQ9dpE+CrfJptnNjWFtuAdKNlz4Nf
ZsV0UF7cH4Z2xFqOgHG6TcnaheshAr1ojEj/ufks8u9FVB5JJ+48UPgaAjYB7XeG+XKfiFWnhp0f
B1XkGI+VXaM132qq2yKY4JfjctTP3v0skln0YyDtsElejqeNYxfi1xgHRSdVQWJ32ccpG456Lfuj
OPRBHe5i/ng5ihmjgCW46qn3KWaMxa5seCLFbu3taQWWS8A6ue/IwrdVIyuBxg4SCfGiET9hd1BK
3lulhROINkqA3N++vxmJahFo7BX3/fKrolJRk7wGM5dhlOY2FYhs3BCPhAb3YhYsG1jApGWgUjaj
mF3fVzUIpEAXmvTEcbL8BHG3h8VOW7e1JssnohSeoiDU+vr37aQQ9K256EB1GQASNzFrkbDnk1Ng
o8pCA3Mu5VXaVOrfwxr89jcjrahgOBm31kRjZGtTk+dxIMxq+Kc0ipovi9tPE0Dpg0XbO2CwLqkD
k6s4N95ciTNodtwtfBTmMX7ROEGnZplnFsuXLuq+vv5du4OxZtSD122/zRUg3NuSlupRMPaie3SM
OHLzXrbP1Zyqp4m5OOiV7Zyz9bPQd6eET5F7s1fiRVezUSuRqMlxMiGRmO8WuKRv3xeMQj5L7gYT
bLsv4i4bp1mZoqDHe/jd1Bqab9INfOjb8QjFubP5kZCn4wxAhHO9nUBTjjoUb+jR0mhx9CCR0yzx
zaVvECmWHMMtKXFeGjbpF6dezIOQv7P/SbXQpqRXsZImN/dXoZVKZClZFExj1qR+OObKxzAZk8qX
I3U+v75V9t6c4AlAptDlpKi51bCXMoGGe20WQYaG4UmZtdBP5SnDc7KTzoOlhtdYcT7h2aG7klE4
kJKVCIfK9OAo7mxZiJv8irXAQatw/fs/EpUhi2v0c4c8yNRS3BUo4WAuL8KzkTskaUNylKPsrPBK
IlwD3Iox2n62KpeSjpthEYzaJDdIi8TRN3mSMGK3lHAmc4nNd20axf4MIfG/1+d857gA8gM6AlZl
dUTYHJfaHrnMQz0P2hyIHwscGs9CtrojDaWd5A9wGnkfwP8d/2U1XzpDgqUZZOMg3GQcoMZyH5+K
FpBfHTWy1zZtfv2Lj6PiCOYHodObh69IKvTQGqUI9FBu73O9ye+aMakPntd7n8abBBYsZTjwPuvy
/rFdwKHqFQ7DRUBnyPjZDot6DRUr/cepSg02jUDKye/H9Aizvrdya0sZkRYD8PGWVAZMBfhiGBVU
xdP+lDYWnge1Oh7AxXYCAJ0eaAZ0hJBw2NbHQgrfUI+yMpC1qsQakB7HP03SloOHRsyhavbOSaAg
zcmjNq2gwr7djR0ZGpL1nITQdPqrbY3tI92W4VvrKBFOMhrQSa9PpF4BfzlPpXF5fcPsAYD5ARCh
aF0iY7R9o+ihkrJrbLo4ywQ5ZcHvAdOtJmy+t5GTZF5RG9VyHQgbkWulIv9Pa8r8yxK104+6U+2E
2jI2vq4E1zo8uLV3VoIbmyOECROP/e3FprbAyxEg5acJtFRlYc9nS8v0K5LdR8bSOwGQFIQO+O+o
dEMIk4Dwm9TAMnK5uvKNpRweut7pXdEu1YlU8CgI7U47kZYgBPRjZS2+PEKSgflW1IH86J2we2oT
03gm96/tc2Zls32OJ1lavFbCjQxUw5KYgZaZzUfUVpPOs3opke+WPNWuYPCRs3x9S+xNO6+dtRwI
LQ2Llc1Pq6KxVCZ2RJkY+U8Jlw8vk5D4CEdDfzNznzLZmv3R2lkzi81lK6l2NpFvoE+gxb+MUHce
7KYfzhrFh89v/yh6W9BQKEHeOoxOMIbCWDWyIJ3T0p/lOOZ1hcBcjhXowXtkDypIp3wFm6J6fJtC
J9JgzFFc50GXhcm/I4Yb77sxW0IctZ30Thkd/WJSgcE8MMnR3rFL4zR2lG/efHzwoyWNQZGBq+4G
q5IoheQkpZYHtaaMugezsE99sG4rqG1WmyOZ0Ntt41CsJ4NYn3sr2e/ltinTfrDlCHS5tYbNMp2z
L7NpfkfoVXvzJcdIdCjJRyHC3mgyDtzqRYhbQqAKaouGHC53dZkd4W9uLzlGQYcJVUtcg28CI2Xy
URvsmMYE+ruf2SfylSQOD1XwdpYrR2Z/GmQ05g9W7TYSAQfDuILAB67vpmaUcmcndTIhSriY2UeU
gFUYzWX7ZM56LS6DFivq+fWjcXutMiKPWWry8AJu4MpW2fBAM/Q4GGNh+NQGcl+qLOXgotmbTnYF
LIsVB3GTdmFiP2Qt7fqgrTNxbfDwPM15bz/Fva2deQp0H1c5z7cfRdr2COX+fvjxxyZTwUGsNZSF
12ycFKqbhhy9xekjj0Lh/LFB2fbXSLf0Tumb7IwIoXArOOPFwZLuTTBRDvTT2s0hKXx5MipbH5kT
mjlU0vNLGDnhPcnLURnktu63GnPCIdI57+ZN2AbfMStOBCyokqS5x8FId64Sl/cnoaLld1a7QZbh
v0fZBwC4ce/RSW2e376TQBhSaVXZScSdlx+KbJ/ocjWCOxAO4k7T8MMbEcs9qP3tnRCOJphN6lf4
CWwujZ5J7rtMpapqi8Wb86l/ThsVPXQhfiQZYJfXP2ovrhHMcdoCLkyA21yHBSoumGdCH5AVgpvU
aJobGxE29siOHWyUvTOCC7ayIuTW59hmowy5qrH9LKDdUVb5vWMAMUeLFIaJZUarynInrksx919e
/8IdkjZVEci7K0eZa3/75u1nqRrlkge3MOop9HDkVL1pCuUHAeT1l4ENeOfBmVcuBva2jstbUQ9P
9bLY72rE6mjvFML++fpv2jsz6+KuDFyy4u2LNEcB0W7mIQraMdZ+pMIunvUhsg4mfGdtuaapdwGx
BEK9fQtK2Bi2UUNrwDa6MLBGZFgcdZgfzUY+ksz/3RB7ic9gYZHAIwDSrrrBc/IWRnLKIbAnaZw1
Hql0/VDnI7bqi1a3YDRSYQhPWMh6nROu0E9yXubiRyPKCPaI2n4dzKp/J3dd3vidWQ/axbbY8pTo
usV0l6jUFRcJR40ezAQq9mx3jnEqkrpqL1IvV6eqtfWMckIdf+s0Z5w9Da/XwVOmBfSWo8Sl5S3g
dTV3UqR2OIj+O8u5SnZRL0WJ6lYoFdFpcj0JBMVUOp+UPjMfM4TZD56le6tJTxLhCirbNJg3J1Vo
mdqlnRYHkIs639BUegLqUt8bwygf3Jk7MQhwLpiQdSlvX01qlFZzvWJe9FFW0JRfxndjp0aP1rKo
3wt5OrLp2h1v7XWyT3eEvAarQDLf4o6WMkQSceD7hg5ndh2oXr5Dwdc+uDf3lgtdDt6FvKVuWRJS
5QyoY0To1DVyT39OmU4w1LuDUfbWi+9ZPdXw3bspctdiUdoS5mUwzVlyr/Rm5ZeSqnhQw6qDR/0a
OTeHb5UMJwFYpcO5oV7eTCV6jLiQAHCIGmP+maI16aGWp12nPuu9SrKTB0sLo+cuaUb/9UC285Go
JvKeWrvylPPVlyMrnUJzUUOczKEMZJzR9Uyf4jxp/skSqfv39bF2dgkgJeoIML6Y0q3KkNloM9LK
K51AnuMzNg5l5/U6PeMibaUGQ2VdPXjA7WwUlXuYaaViQhNm83Up5oLFFFd5sERS6ZlDoV1Wz5nT
69+1N4fQCShPrJXnG4ciUzLgJC5xHjStToVbRHEQo6fhAUo7kurYG4ocChg3+QW18s1GQfeqdyQ5
yQN0uJbvgzyL0KMhZ36L4ej99/pn7Vz3CMIAusFlGv7CNl0aCM56Ysg8tNUxe1SmcW68MG/Vj3Go
xoU74ZeHWmqZHcTi/WEpomFxjfPkNkz2Kzu5msHRNvZU9G5PWKncIcqMUzTpkuE1qJYFszw64/X1
792bW7owoD5XZ/cbXMzMKfl/GtE49bgnJor4VGiacPNJVj+8fai16EpdfWUjbjMpKTXUKc0troKu
MFCcQWDetSo9O+WjBtzh9cH2ggv3DShcsDe3qhNjp2hzbuLHIY+G+bXNJgV9W6217sysMe6SpdKu
Cuyhx6RI9CNS8N6cUmKGnsWk4pOsvQwvOshZ3AzJKgwb2ktZY8ks13F9jmNbHJz1vejy51BrLPij
6pv1YyaqSaFrbOfJuUjs9jxye/xatBjPoToK395qBQGN9eXv4t9Krng5oCa1dRUXuBD0yvgr1ofw
IWvjI7AW9wz/zeZuWC86tgulodXD9OUwCKHEtBkATYVVZOifcp43S+nClpfg5faqfM6WuLXcMFTT
zkNMx+i9CAV/nssQS7BeKYrcs5Remi9mbZuVNwtDfo/LjfbVanNhuTBrcCZWRT4ZvqxnrfmMUW/z
K4WilLi23TifRGoUxdUxkZu4aHatiFMbFWXrSgh0B5miSJ3v5Gkoe1Exjb9MubBxYClt+ZtiFo7q
Y1hdvR+GMfyQDubSnsZcLSrfVCcE3J1EDA/S5LTduXYS7ZtdSNPg62kvaq/ItCX3M9o0jt8a9dC7
pVxLUiCFy/I0qRo+p9XYg3UfJSD3Htan6U+j5WH5IaTSRswIzVS5qFXTQn+cF+q0A5Jz3hyXaeZ1
oWRN7mx0tOQXYIuTyVOtaJ8gHOFCWWd2VpFdlNOPHMFBFK6pLYFMKcT0ZRJT+pkoZS3vWseiL+WC
9c+M/xCbnJCCaJXonzap4/Eur3Tnkg9wRu4kdWzFiWxeSTwtle3sFMpZap7kXOi4SOhC1YhrsSZ5
pZbETwt4gczH66n9H9FjMu/VbIrVk5CkBlzUmBTD52TmkeMvtp4Xz0tZtx+rpDYfkdcTubuY49Q8
z2YVVW7WmMs320idn6O5zGdnwsPK7WOEfq6SYjbWpZDrHIXDcRie+rRQ08exHYfRhX8qbJ935Uh6
nxup8Jd8gDua4ta9XGW88YQrZG69EzL9VuYrc683XjWaOBtW1KbaayoPSu6KrKp1v+mc+L6Yx7Z3
YYM639AgG22vmwrjc+0YbeFagHXsR1Uax8ColDFDWRjOrydz0UzXISrnGtkHO9dj7E3aXHE7B+YU
RJ9q7PwMfFR9p6SRifcWl0Xt2oPo/qt1ZP7cMJPMGrs6Os5eW8+5fF91i/Gll8IIAJiRFF7WF4gq
mik9ancG5SaeBx6TrZvbZi19KaZGNT0BvTqQ8OT+qCWI3D8XcpUtLjlbMrApnXm4w6Ky+TzMrdG5
etVpX6sab+MzQqtm+auXBjX3VMw0jgpIO3cl70Lqf3TyyDu2L+MqnQSMP4gYRp9rzwBxw09O7dg/
c97mH+tW+a+ZqiPX+5uQvhIwkIDigiTZuVFKb1N7tGoYBNjpzLHXrli7KpaS0ywZP16/uG5KRlT4
UWvmSYo2JmNtkp2Jsr5sjFYemK2a/WNPTv5eaJ0J5shJum8V+pz/x9l57caNdO36iggwh1OS3a1u
SZZz0Alhz3iYcyry6v+H3sCGRRIi9I3PBrCrSVatWuENlz5tS07eJL6C102q0+s/YPOojJyoo2g/
kq4ySlxFeJGIds7GGt3o2ik/iEhMODQGI2Vbk57/l6XQzgDazZWyHiYlQ1GEjgwRMBjha+ZFOENP
qIyzKgVHNlXLr15fKGRzjA5RsNlyFOJoBuxoF8x767H+d3Hr+kfpmZS9/YEWbVxuyEUzaN1VDGO0
3QDzUz1pA8e2mUXieLadGD8X+dj57TkOkpAgA0hy6Kiu72K9q7TJKSigUpj6D06sjZeBAbG4mJog
ba2dWFz1oVBOpayIo1O4t010mrjM2ZgGbTp+RQ34jhYRp7DFOjLv9EZ2Vda9FlLXvV0NFxANuAB0
eYGubeA0hRnLXTTTR1UVOP+pSoiyO3FpMSM5eKd/kKcvNsoCXeSq5I3iW7upa1RTMkskWRloJ1ky
+kvD9H5qnPbXrBf2bzPSua/k3E5VN2+a4jHFztp+xAJak/wukuzsHIgs/iEHhczIdqSwfX2HbRKj
5edht4aYB7PRzQ7DsnPSsSvNb5grF16hatwj7TziuFw5P4fQ0k62LTIvCIojAtUm1WRlKgXQ5ZSV
jNBWLd5SiaMxrPucMiQQJ0kr8lNWVcPFSK35QY2N6ai/stlhy4JUfAt9l6phHQmRHsaCO2LBQkJf
vpxkwbGqPkJJyQ6aVH8Czfqjw6KlMGEQSUtweet/pdG43kwgdC0mkeocDK46hiC2hToaoa9rXcO9
GNR26ZKxLKzKuqiRtJ2S5llNk/KDjInTZ9WI9cmfJxjxd0OPWLZbxEYb3WlObX3J29YcMYKo0mfg
AtmPTA3ALk2CxzsNaqnMp7HW5n8KISH2WQ0B4AYEV5UM67ymUb+y5/vOTdpZDB+aiE7dyWohlTJl
g2HvkvaYNNVA6f2ow9AQLuWAFXs4jCaOy1U4dG5Y4v7yjrCVfmqQgQpcZbLHb69vzE2A5WvBG6Rn
jQIe/MhVxl4UkSmiAln7mGc9mXPQfTFiKX0rrm5ZhS4Y40wYOJtAIFsJ7ldylt/krFOJc7H02OT1
karlFgLGMsyniF8UIdvpUJwkmZmBKb3NVhBfsiwYT+Q7si/ipOf7K4EXZar+FMVdjMucMT9HjaU9
jcyt/dff6ibXWX4IY0AyP0iEsKBebkxzDGQ6Wcz941SfTpgREeylltm0rAk/tSX2JMHx4DjsxRiW
4yjo+I9uqHWcNGdegCf0QMLid2jkwzWRQttyqS+tc6CX+jP8sOQxQJT7iHC3d+jR81mQ3eAPyIBf
PjBbq+KQVcXN7KfxvpGzAbxZgDXa4BzJ/+4uhcgxLVVW20BZEqmi3FugS4hR2zQ4pRCmCmIBIp3t
g0Rn5zPaMgNWi4k/Of0aWUIVEWoTej23qXXKy6Sn1a1KLfOkMGrwqjoq72UrKA4W3Xk+Gkqow4Cb
ZIK0TkYarTbJzOf8htR296zhSHmJm77r3VidrSNknbJzPdAvQyqIdviO6SWNMyqIgU3TUDa6zWAo
V7NpcrdsM8QJ40l2gesnpybt7f9GRoV+FYO5S025vUsg0VykYjaudMG6Ra1ydoNaPlIz2smsGffS
DUKoSQZruLrAFuUgRQjuk9iwgE8h8JgTLBGpO2PtUH7GDKj9PoMfPosUjSjUNrLp7vXTvPuOljEp
R3aZOK1iZG0Dd2kotW+zmpr3cm+8x6ACZc4xhymFw8lBLrO3HHMdmsGMLbfShpVZFzMTp/xW2Yr0
xS5bhAeMHOXRashOszV14mDBLcqGNiT0FswmwShth5btUBVOlndgVgOzegeOKDzlXRWhu2SkyQ+8
icZzVneV5WmFM30OumS4wnUqD3KkvY1Pyx1JPqqorT+oKqSsyXVANrnZxvc57Cd0e4fa7aQ8PojP
u68Y5yzqNHIxwGMvw1WeyXNtp2N+szOzO1lh7FzQS8nunCq07ru5sX68voP2Ho3evg4wDkQKz/hy
PTUS1TiaPXzYMGqfWcmYPZSX9S/GMDT6wefcezi2D4eOiRN6q6sD02M2HWJhlaK1hLt2qqTzRanV
+lIiTOL1loj+h4ejysYRk5Ymu3Z5+L+ysEwpUiuYcUqoOCmXOSg+Do4QpxhL1K9vf41/r7Q8+V8r
gSpRwpl06NYxZPaBhaX0vei74R971DDd+2LUE1gjLYRIY33m1RYXGEehJJzaqnRLcHyPWdvhKgX7
7cv/8FQLZpRuKPy2dbIwwXvFjBd0VCIX3S22OOx+aRPfRmzYpINSd9lpq5R5gWxrTA3+6J2tXmFK
q0ymS5Tc+ijsvdHWpvuosueDVGTv7S3CmqTmxk7hN7ZmrHfAYdGpnrUvyRylJ9EZ87ma26MWz94D
UeBQblBZLbPBl3tiyBz6STWDujbMUCWinXwDvHOEYNvJrdgIJK9cA0y710MQDLjNRNS4jUHYRBdV
biNXt6f2agxmdIps2rNxPbQXEsKjULX3KsnQoXCAA9zyyXMzA1XApYYsVxLD15CnO7pQqZeJtDy/
vhF3XyU3HCgRBrYb6kJrCkymIjO7kV7Ddp46NDUH6wjcuHvbkE3B+KImZj64uk7R145Eay0lR+D0
p6RNZhqlcvRp0ubkTHKZJS76SN1JS2c6dWPfYlhslQfclC1qmDtvYaVAX+Di22SsQY+eJ8VPhpd4
p4anRA1MQS890c9DghQBoBI7hxUsQbR3y8Jp+ktZ5igapymOrVTbee4CJeiv5NxHTa+9zUbM4ZfR
M9mCtZshTIpAZQhQAJe+H82aIYZpSe/zuPw1BkL+6SDW9jwwcji4OfY2AKGB4oE6bUvvVQPblDSn
ym5CHsxHqxvjb0iVHElT7WXV3PKAd+CrYeSx+v6YUahFWuX5zYqt8J+8F+F3R+omVxGQ3IEQCdcR
6ZG7+94x4pEWTZ4FELoOsp2OhY7dIedk5Ib8mCtTXrmBY3W6CyRL/fX6Qdr7gIsCHM4gNv3uteei
2bT2LOcsxo+BUqvFY3VBLyIgP24i/YImUPRO1PLo051uD0rtJYCvAvyCVaa+hOROx0d5GQ+jKgsR
5SQeMlDSP9aK9G8qMuc/rLgiauB+aA5GmTt75sV6q6/ZRIE6OMsIvMuUIXMLtZt+ObOa+K+/0t1l
4ELDIyGl2eTghH/ojZGWwt8vpUephq/MEPcgk9kLTQgwIDREeanoG610vqbM3BIbsyFSh+EOoSFa
Sdi1m74ZZ6biS6YZK65R9KbqRk3XFC4uO3Hm5/iNvXkcjWAV8q0AfCk/OSirm1q20obgR85Yl/mz
ZqS4CNu96YE6Ld9+W2NtggUCMRlXkPXoQA70Rks6hCb7Pi+/dqVN16ooYQdmk/k/ZAbLR0TQchlU
bAC8A8N9rc9oxNnoTHyqrNR4ipIq8C0xWAdl2147aGkKEmpoSnDyV6kBNiCFZLaoqhmt3sM9mdT+
vzytyl+NXFcPIlGCs5K1NSR+PNROUCiHq6oVveLiZacd7N+d+MOOwq0X5BkqFI7z8lhObVPZkkKS
rJpR+K1vJsUzxrK5ZVk4nV4/Kq8vBVDq5VIlNsfD7ACTiqYg9sq+r31Eq/J3kkbh/PpSO6Ec3gBK
hvRhnAV/83KpVsMMuF0S8ihVwCxZ8BNElMRXR3TppUYZ/W6KjrAT20gAcgm4IPuVAo4b/OWaQo3r
LikaWukiwIEtCI3P1I3ykSbwNo6yDJuRBtCSl69LNi0KLWN26CUOgz2d4jDWHttRKvxAKsyHuG2P
hAT21lMXnyHeJ2rx6/GomtalNiu0feKoUty2UoJHdYzSd6o2mOCXMM55/dPtvUYYnwA1GMouPeCX
r7EwhdO1NTzVNhisT72kpO86WakPVtnuRUyiMJ5gJKmR0azLqFinljcRRbiNpP7/oJkbnNM+Eo+a
nB4IxW3vXFaiAF3Y21Q36zog1ZlnTRHwOSgl1T+zg2uSZ3WycbEDwVAA3dKrYTB7jW0MIw+Owd67
ZM2F+kHFg7fny3cJjgO2sQaorsRW6doKoTzEojpCku7tkL9WUVdfTA+iKJ/Ugh1pdPL7UJ3ScxVN
09lU+h8SwOfL6xtkbzn8FRfzAjLCDQIy6UnMYckjdTxVnVeMkpW4GFiE97HZt5eWv3OgX7b3BZmL
kvEqwM02E2yz1ZRghJV4a5RauGZkAbFBQwGpPxF8ksBu05Qckh8YuztHceyP5d/LrImeE7go9s9S
9G/qO/D8PQVVfhuTqQMbYpFBuR1u4Io3MB/5XNWpQhSVQaJoQX9LRS89gNrHyAozyG/kc+ZPJFbT
xrVFnuQIVQXDwf7eMgsg5TJM5cSSUi4WBC83ma2mxsiwAYIfWJCPYVqm57EZgs9oGA0PeEbPd0C8
MLHOsBSpc1t20WzWvHBo7cestKKDg/1nT6/fGIAefhFFMdF49XMMGTRU3A2wbSH0F25v5kHjJamm
38Z8tBu3j4wi9jE/zKezNJZV6dsCBVA3VrTM9oA16blrB41pe4B5cZ4OlS6K3ydJ01peNyT4kVn5
DPYqjmw6/KJrVPngEZZTuX4C7mRyEEICsNHlAPzVTYpqOypjx8xvDrXfSaeJdO5RGIITajePaoC6
j5MhFDdVY4EGa3OkZbtzvgwMNtHnXwCym4oEE14Hv3S1uNlDIz2N8tCdFSMzLk05OR49oSO5x53k
lsOsob5IYUInfR0hOVxSEYYYvNSJI18nfPq82tC+6cIpa8+Y5hmbpKoEgQBZe3hX10b+FR6UeOtb
B6HLKVtEelDA2NyrZWHiE88084qT7Pe60fP30N/NZexq3DVVkz9pcwMKTJ6zBY9lXF8PapuEhfnU
QhGGkrtoxK+HKzyYiVWIMK+OBBekBDf2xOxoeGT0IM65isUpzdMj8vWf6PFipyGYvQBouaAsqIjG
qiYTtjPbiZw4V0dHdvBBU01IKu2Y6um9bgjnK3LTNiJPWR+7ZmPX74e+kk0X1/ok8lNkvZ7o5cnS
XeBMTA7nIA0/FWzed7KJLuqst/M92YN6VH9s9ic/GlECxJbp7CK6tYTrv44HjWohslKyr0MdfUsw
mLvoVpieW6j+Xtfq9UHWurMcebEJ4RTw+5bTgylgGyyGqVfUGsXHwGpbjwkx/t9TKP2y6+bzWzcC
ZFTACTTVFuHO9UawrVAedPxfr6VWaAy00qB/0Ab1u5QF+vsc0co7kKDdwZW6yYZw5MB3Fs9XOrc6
PcuXr1TkVT1QGzlXwEbT1dZr29Mn1AXHEXHD159vk5KwFG06WHYMEwEarYLb0JciDFrBljPR8fNt
1OXCOx0MyL+vr7P9bFAVoAktZBBe6FoRbjA4TfSqrGs9Zraf6Jl0tXrgPcEcx+euqpWDbbIJ2uhT
8dkQVGKmTDt1tSs7dbTrXG3tq9GHzQcnLbu7GkDFXWhU5U0RzuBKVlm+swVa55OWH7XPt/EDmQ6K
HbTo6GtvwC21njny3CnWNdfk4Alph+wHY8ueVY3CeEbYkEvZserQf/0tbzcOyyLHxWVBgrRJ1vum
QzUejsU1sqT5koIv9pAXdc5oiScHG2fng0LQJAmjecToY71xwjxEdVAbJI69/AWAtnodY9k6Y8dd
+EMlsq+vP9nOcov5B3I9wMU5+as0ArXCvFx00a+J2Yy5C92r/THaafxOlDlC/OP0ZjwU6AiYc3xE
xvrLRPflGZxaCHR0ApyrPRb2J6muZDdB8/E7sHOmO0rz3+vPt7NhFsHJpfQnrLFvXi7X4/dHrao4
12Cp6Ea4tu+mtFeeNMmq3cZR+ussa/359UU3mfTyjAgVMOlZ2NrrVBEaCvCUuXGuXa474SXE6axy
nXyBfcygjNIrIo7Ss5EVys8yb7ojp+Jt7GF54BmLqtsShlbfFC3WfjRNQnnDQ58nW0vvAh7yoGu1
twr/OvKs3OMcxmVn/XU/2Ymm9UFnO9e6qfVvNRqitzIO39x3NNgsDHwMQC1w+9ft1DxsRehIkGet
uKANL7Xqqa/So2x653y/WGX1xuxG10P6/IiqTU57qp0K3HCgyS5dh6Nrfee1gRNmT3In8HXWATss
2fZ6iKKu1c21r/STetV6OzgIWLur8GmAeqv0v9fcLxFVziiR0TOfzeerIlKw8uH8Zt9CPg7TKos5
DsQKLoSXW0AJFSWvG8QetaT4OndBdskbJfZqyxwPslYqUP6tlzkcefqCyUD7jri4hgyoeT2qIsYy
uR1t68kq6/D7gH7FkzLLUeL2WorEUFzEunDHMkdkDVyImn0tBgNKfTD0JkjIKALXq4/xHYIeOC7o
NCWfIilL/kvVEA4IRxq478IkSx9jE/UwP0p6+R+5jMzehaqhfrQ6C5BoQVsPZ8lk0B8jO88mN9fp
P7spKS0mzhL+Hhao29hzunhQz5nS1epnkvJcdg00eIYT8uMWiWaWy4lf1rgEehi/MuuarNJ8b85p
IVPzSFZ2kkadm83pFftf3U7lCvZCyH2TNkJ/b089tVEbzs7sRmM9T+9Ico17o21QjByELf8shZP8
F0Wa9QGKbxj4o4TevGvifPJbb7LiY5YhOXcpiP5PaCQFpT+aFvhLuZdSzRtwffmWSEX53A597nij
YeS2nw1VMOKAaUWfUxtmjd9BvztpgT32d0EvzMd6kER3K/u4yXypDbTvSQcHg1a9tmB2olQ6jb0m
QtdEh1E6p0pcP+RibGNvTKX0OUawKr4rkP0SrtUqjXPGFzsqPNuRavCjMWIP8F8EcmO9atRP+Jsp
tR+ITq08Pctr/Tq3iDqh55R8K9GFr3FgjKC4SPHc167Rdrbpmmk0SD6MMqv3kpL/XFsyqidEi6XU
rwPIwr5J2ibzkUyJDkTHBfxuasBAMSuatHsrt0TzKKn51H5oQ03+XZSzonlpjeqCO9T1XL9XgzS9
JGaJu0ZIz0pywbo0/1R858Eb5zRIvLot4Izotig/zJYYLddInLq5k1S1/g8lgiy6NizJp1Ah07hG
bCfOezOpVPlpGExaMxQm7QOxFgkFkHAVaCwrs35ijhKlkKSGPPkYwCstD7QqtiFlmfIvJEQi8lYR
I7DBROmIKF+52I0fQxh0X7lVhrcGLniHgK7wViJ13iJ1qmiWGILjloYzUPouQUDq2YoN5yCL3TzL
sgqxi0yOEQ/g/peBKx9SKbAkM70NhF6QMk1/A82T3b2eBmxWITzSWmDWDhCIqecq1THjWpGh48W3
qQvHe0Vrg5NhFs1BSb13d9lcxFSJpKYbXs/EvSXwdUEXph9jHz7UzOS+T/wmGI9MhvaWomNAq2YR
eWNA/vK1YWqI8micoQY/S/gnUasBK4nTC3Vje8By31mKpBT6N72tncmGrLblaCS1dA2STvOSusnP
VW2GD1o3OEdYo+Vrr64WeEq4BXAb43W6vlo6w8RHDhA4nhh6fzInOT0ZpZH9lPIwexjxQWwOcvyd
jcHlT46G4Pwyk1olpRlUYbUciuA6W63wcxwq/JrAdNSx3F1mmQotCv5b8a4OdHWGXSwZGrmnn9W9
4zkN7u024iCuOar6P8bQpHfmlGt+bobl/VBPvzicmR/OZnE3VmrvdU05HByLnZScvjUKdVQbgBDW
iSMzJSxs5tC+tmaFdUHoRCD7a/nUWXb5rE+mcSGDPcLW7OwnFgUTvtjmbpmxASF8zgBiX3u6zH6A
dsh5mENgAb1kHQTK7Xaiib0MQkhiFvHy5bP8lRhPs42soFGpVyUMs96NQhHEXxsZ6vRYRG38sxyD
I02I7dOxnZjKMytg3Epv7+WSYQEXV7SDco3FaPsNupmnQAXvnhT1UYAG0L4+LixCMcWf5SE3+JEK
OefJrpkpJfpg1ycco82zKoeB6XURog3uJCrrv7TAjP2cZl1iu7KeW/ZZK4Mq8VDzt76ojPNCn+Zf
HPhiDOGUghUS3LOlVbqppra1H/XYmONEW6pPMfR6ga9ySYaHPLCenqV2NN47DYbDl6yYuucMyPZv
JUnzr4YzherFoTvvXOUQN4EHjZCleznDaC5UR6j/ml1jtGccNMbvFuKA012FKpB1CugE/igw/4nh
LWftfO60LDvPyjgwDWxKw7ourPHqrDjJZPvmgBjIvdS3pCohYju6b+hZ7HiyNPYIVeACE5yiUgAV
VsgOn3NIwyUuGXmduCrkAcOPbalT3UZ3mk9tC+GZVMMGzoC4n6V4ZdDTXEAWXrNQ/x6ayCWtKgNX
csxJdfUsTJUfIi/NEhB8m0FUSbXklxE3ceCRBaT/hEzD9HMRO853qbLhsDhhkd23ihM0l4ZMp/Qy
3Wyjcw/f/leaK0F27g3RfVTSqk/wPYhL4RaQ0jK31HrtYZzncb7XKicKH51UsgcvAM/13Rhjkzw2
spCfzp10vo/kacx8GzmXzhvkBu9yvQ/Kfzv8aLHzK5EI9JU4SCV42lr1YDtZOngIzEy6m4hQ+z1n
ef6cdp12j7dKOZ7ULBSta1lJWN8laSvfYbopd27v5GBAxkL6VzWRPrSVxnieRke6Swc1+9U3bf29
KXBngPvwEe2csg9i/S4LNOfTlGpTcmpD8tPTEg1hLpt5UrjRnAy/+ej1Y6L1s/IekX/TPNnq0Gcf
cL/CxHSA/dj4tSpNn4dYwDbKs2G4SMkUayc9yDt0GarYeULmSarhn48xMxRz7k65rSbRtei1oPRI
earnLIMU7epxY3Tn1pnl9M4yA/13KSqn9qkaJVBtEZmPn/UzDFaRGsG5lsOq8NRO72O/aPuQLSBL
opncURHtxwAa/+L9XWr1gxxSOLhd0RqWP8qBlrrYDUI6F7PU3ZlDNjt3jCYQbhQYwD7VUqRzGszx
41wGzmNb6vKnKWK2eVeFXRa7+WBmX5jBZRNfUw+bU93ZdnhpLa19htYCsauCzjj8DNV5VPzcqRUq
j3Qy6ksUQwzI47ZJ3bmry8iLFLsafbsa8jsRK1XjE4TVj50SGfM7RxLtj6Y0nV8WfgTSPW7wcncf
RSHlhRTG5f0YmZF9CrtkBO4jtExxIUN0T02qZXAZoZFLl0lCUQt+ceB8wXRNjJ+Qk+JVqgk7nPNJ
kH8qSSG6T4iBxu2HWS3a0OszatsbX0UFUj933wKUyoyLXszV56ps6tl/PRvcXHvknAuaiFEd8JtN
NmjnKHXDMGPgX8eegO6IGGuvn7K4gZs/t+ZpKN/Mn1mWJJqANF5kutbkMqtkNgiGAZh9Po7nLsYm
o2qbyKc/0Vyt2Yr9QU+mg1J9k3Usi4IuXAQ7Geytk8SiKv+IUkMKFG3wtVdT/QPF3ZEG2ebG+7PK
Ys8LVIP23urGGxQtxto4hDIh6txjGKp4UPDrj71eHgl+LVnti/Twz1I0WBfNLxSeVvc55Q59cGSU
b1wrQ+yOfYXZSZMCXURkIXA7fIHANpXZOdXi8Pv/sGn+jKyYi9P9WK1dxrTx2h4IFeZZltdWnUV/
XRenzOoQVRBxKnlcBPLz66vuvFywi0woGZfQb1kDt/I8Qm9jXFQwqth+yDDJdmtLSp4RQD1q6O8t
xYyED4gdER9z1XmD+tsVYnm586yn3jChtK1oeeH3WFK8tWFJGxgVVPQPyDm3IyfNDlpdZJhcqIXy
FJP53jcILxwk3Zvkj+QIOM9y6BykPrc1H5jkYhFuQ28NolYoJ8PJNpjFxHWhuw6l/EEtsX2BNJjl
RfqASTrd2FUtMcoRTvMdDP0wYUd0kqzdI7w6eyFM54MXuPNsS63MyyO13aopW0MgwYjF3y4P6/yu
Tov01GRdd6lLufIQJzmc2256fkvznMBFBU2xCVz5ZVoLusIwu3hMb3oXZ5Nfo+0o4VStZR9yKZmb
36qSkhtFmjoylk2j6X0hcH0aoklR3GlKkL4x2Fx3vbW4NL9+RLZRjhAOWYuzuQgjr4NCoEf5EOlY
CUuZ3WJkpQQf2qDvP/4vq4CQ5wMzeFvr+ThaQzsktWl69mrlS+hsvyNjGf59fZXtFuJgLLitRSqM
0dMqyBgdRDduD0Qe2ijANTEIXTS9o89dL5oD2P/eUvgjEkhp6SPbtVoqSPErSKFO3IJOTR4nkRkf
gnwehdulYowPjsb2Gy02qfR4mDADQF0DTGDBak44onSqmqnsjVoUnzWlOaKm7DwS98+iesZNhO7w
qikymelc0sVPcNSVntO2yH0h5eoVDdLxYDdsV8KZdEFEMn5FaWHd1B/62uirAsU43Sjnh6Ce/s2s
CcP2WHuzUfay42D4Lvc346v1dF5PxrlFojRFqh0S8VDQoYXLJrlqVB3BYjYD5WUpHoZmHIjkDR6l
A9MlIwfN7Vqizxj2jfXDgXF6zlDZ/FaWpvmFRx6uVRxCvpWAoR1U61siyvIDACzSq2OgjYXvyyAz
DJZRlhU30NRZtbjkRWw6rlbLTnWyqqAIXI05nfWhwW3xt91VSup3DtMGrD0DJAqy1EbTpotMyw0V
yXgzr5sfx2wFvA4BYGuCgdiVo7UGjUo9TJRbNZv6hYa8dCkx+DyIaHv5Ke0RlaEsImxs6JfvAWWn
ibSOD4HzLtzeXMnemYWZuuMIBMSNAqYAZTsfQTL2Pj+AUZAny7x0wy7ucAtAbh3ZfHzSjRMyC0Ty
sTYvGvX4pWMq9wXN69lLx+iiREe2TdsLjZQOhxFaZMCMN0Hc0kY8/yrynFoyyi94pkluiJSlG+Ra
mrq458gHXc29dwyaGW4X8BP6f8vb+Ks1hG+hHEgd/AZhGMHXIQolD8ecwE27MX/sq2Re+h7VQUK+
DRs85f9flITu5aKQ8wmRSUyKhVT5xUAf/H6sFyZ5faiMvhNxgTwAj1wCLxzi1R4CA1z3Nsze2yBU
miH0dp/kID26RJZ/ZZ2QL14ai1jnoqO5fNa/3qIW9fCkAx6IAZn6EaPb/NwORuGhnaUrbily85JE
43dJaY/mBju7FZ0icDbckkBkNwVVDZKynqbwVqfq8CtE+WpmvUZhrq+C13XRDHPqD1VhWf9oUyE3
90iYJkfA4J2XrMJMoTe+mM9uxC2UQauhThchHuDmBG4zCs+6VB7xHndWgYqyAIsIQMomr+zmUpDp
0utPUCi4d0YRGZ6VVPbR7txdhzYiukHO4hWw2jIgMkRnom0HWzpWsNPNwqcMRuDBGdjZMgAeMSWi
x28uM5mXW0axU1Mdc0m6qn1eeMxoHWy9lZmeUa2+s6tE9SI05d+HIMfenvFQHZp/GDdAMdaXtmpE
8hAjbnyLwwCpOkMKTiiz234fztFBdNl5lbRkOeyIj+DsuoadhNowqgRvLHMRLnjfjJbyE3JccrDK
Tgyji8FPZKk/5OyXr3KO67iX+iC8lTZ+kielDtXfRmo6qP2IrLHPEFYqcS1Dap2D2monkP0/NhZz
LiBSa+xZVgxNaaugNLqRbpkTpY0fT3Pli0KKrm9OicmDbYILurLgh1YhZlTaOAPHhox8FWN3Sv1Q
gFEM4zP+Rur/8FhcCMtQDdjXpp+eDilS54EVomYY9jirZJF5N8FBZawcF+ORQefeS2ToQjkFBhnS
+7KJ/gqeY2M4jRS38S2tudwt9Jn8sQ4M346lo0HP3n5cilKwehYZ67pHY6tKZ2fqTC1cBOEj7cXp
Imnjf69/qS2sGgd4gMxkLIBqGB6tHqh0GmM0ydpuVEfVKdHS5gOKUVivN6N2EklX+8x6cSFNJPMU
xKOBMuf0ZiAMv2ERRkDPDfkdovPLlxrFVp/IAZn5KOf1NdNq5aKNqKnXYTsd7Ja9l8rpXrT4FC6A
zc6UYkdOCsRU0yzq7myRTBeR2vEBq3T3rcJDBj3GLAv1ltUT0VBkAgqD4CZXiupHpWqdyzmfXQsa
vNfLfeaPCIp5JSI0bjP1+Yc60N9MXlreKmwQwPbItm2gkPE0DVkoVzFU2rI8xzRAAFyWowvoJTt4
q3ungjqe2AkfHuD16rxHuGBXfdvg5y5C7ML6yXIbIZrnqT1EOOwuBcsbyBy11SZ7qS0t0g045jdI
98lJRRXN10QMDzrW3gxbRV0FkCWHg+YB3JRV/2QRF9OcTMnh2PfNJ4Az1leESRBLcMzIPChOlze0
SsoWOAXLMUNHR2N1w0qcbksvkHSRsm44y7Lcu/NCwVabRLrIRWX/ev3c77xG1mO5Pxi0zbGXpT4J
VRnNnL6a8wjxYbV70CjH3gPXCg52x86Vh3jMstQCHN8QdAe9GuEsLJRHxuSJb5Dr+SgkOAXCCWnO
/9DT5ILArfXp9WfcyVrgp3AjgIeBuLruf8lGqVWIx5K5q+V8atQqJr7J2ZM2tDIat0nLYKqXn4os
H9+etdDIRLwVwsrSqVmdB5HnEqfEQAKhG4VvhFHk442YnUR+6A+8F2rYo9ggLuKMVA+rUNOaE0pe
Ga7iTHj12rViU5wqVRHnpDBN2PuaWp97s7RuqgTwyi9F3Zv3taP13978tpfUkJYjDdXtdVVJRhxm
qoS9QdA3j5GUth69N2a9afA7VXHzlXGu8YWAZfb6wjshnYVNiDGL7vlmK+NMr02VSdUU5arzCFVc
f+yqJD69vsrOgaH5TURH44mrw142+V8XfxFmNXcU3VuVwcxnRe7HsxpOi5bGocjp7gP9tdQqFuAV
OliC8eOtE5XpO8qc+ZbcH3WOdk7H4kysU5Et+sJ/OIV/PRAI16hql2I6Hcf8J7Td8IsKfedSkXNc
9aSIExiERsHc1uyLL6+/zJ1o92Lt1flQtWloZErbm57mxQlZLovxE81Toofixrzbgy2y5dIvfH3a
MzRnltR+jVgr66SdWglRKYCfYQSIIMyuSZfa32he4QI49shZuS2QH1+egpAndzLtwQjL+RHVwPwI
BLK3lxbJAlrzaBAjlPJyLyX6zNfHku/G1Y9Wv8VU9dEEy1C5ujb2n9/+rqG4w3HXDEBDf+LHX9+Z
RqDQHGAN6ApVzwUztnOUIKwMyTH2M0W8GSnEm0apZLlXCPWb+aWDghHo1IlueOxUt0jXWy+xdMmP
QtM46D3u7WAqUrJGCmxrY6+tRnUwRhpuuloDugK4aBB9GKUSzfSoB/IyWiEjjCY2A+GDNErfvofJ
PpamK2Fhm/OAR5iEgZzgTY5nE6hO/VuekLox1Kr/kFhJdrCFd/YMgizYuXCHEoPWV4oyavaUgTy+
Dc3QvUc1Sv+vDsf6RzVI/VFE3V1rYZbSUDa3EDPbYBrUmwjpdJYhHorANK4KULRrb0CvfH137i0F
14OE3GAAsLkpi0Bm9qAQVqNuiN7N0jifzTAfPidSrV5eX2onrJLjErnhsdAxX6dzaTGachkwp8mE
kbwXAIPvAHz8D9+JtJQ3p8Kc2vlOAUPn2paXmVMd/ZjarvY6ADuPQ99qBw+k7hwABnxct5QzUGLW
R1tCQi4JUHm4jfZsSYCXK6s54YmuO2cBxCb2tCZPeg+uGTgrtbDMX0GhI/CbNJr83M0YM1OalBN4
TUNJP7e54K9E3WhijiIN/8fZee3IjWNh+IkEKIdbqWK3YzuubwR7PFbOVOLT7ydfuVRCCZ5ZYLCA
d80ixXDCHzp0fPOI/y6s2YLOORIIO0XhImrVox2Gf/2cDoEXe0pywG2IDR9VhfEvftZjelKtEAOC
RLggdx5/xY0NQ2Nlif0hQS1tt9u7EzRX700FRAZkVJsjjK756CE4+TbuxnePR9paXQwjgQOipEEi
tfz5Hxen4mZh1yJnjv6KjrIxeMyzO9nZGY+GCo+2ogiMPprw4sMC7/HIG88jMGE+Kn39hQO5mmPv
iDYs9ApPsSEtjinr4TdZNp5TEQm/KNVhZ6YbJwOEK+12kxfpHnNCr3vGtAkMdG+b0bGqQvkVZL23
E45vfbnffPGlgL8Bi9DjWIJhTJ5CCT8vHfTxRRkRJkN4dy/y3xqK5jf+RSBIyfPXn446oRVFKgWF
1q4OTRK1JzgiuZ9B1t/5Vkvct0rc6CouKHh4Vjzmy9r+uUtmSPeqHuLOYqbKeLaF0XzVFUSsAq8K
k1MxpcV7aKZ19B/OwYIlQA+MAO6ut92MmiOj1GXcGGAgfKnpf0U4velDp3l5vBs3F5NXB1gSEcRd
HYG+LIBYy0qeHCVKUZqLzAC1UTOYtWovyN7a+MsWpJZNxeLukRPj7/bHnKD9MxeBDVf2ex7mamB5
0fzKaSigPJ7ab1Ok9ddD25/ACD4122V10vASs8F2ogDkjLH1laaD/qUBOfteBdX6xaqL+OOUN5jz
JE4bDyixh/qvCuzEBxdijRqovaPMAfEOHp3O0JRXtAj62Xc7/PJGDFDFqU+d4ftgdW5N27OZoDlN
VlMcWr2ynk1ZmntGehsdFmoHTAQ9I/61Lk/yVgwmijHpU9m7A41upfhZk/f+qJy0HQJTmi71n1af
DpIO0SdjdDu58yht3SXIAC1lp4U5uj4PneVOTts4MPulVX0xbJBlVRZNO1iarVMH6oneNl9uUYC+
PXWQhMRgLcgOpZ1LgIpJd56S4pPnTc0FsHAbeNglXx5vlq1zQNF1wYnTwbpLtCWZZxeagC8GR/kB
5Uh7XWdpfNFz0e8UTLaOgbvwiQnBKD6t8wMZUaAg4AIdI1Xlm6uY2nejy7MIXTNZvRq7ck9rbOup
84Dj/AYcwhBcLWfs4ddhW4tjd9zWbzkSc+AleE3Vimv6aj2Kz0anzMc8Z+8+XtT7D2lQzIJoCeR/
AxTVGRBVqoqbWnhjfsSBeQQ07U5HF2vZYOrxs2wKK97ZPffTZVDyeOiQKLndAfRkQwSTpnh2KqEo
L7pi/hjtzAxyGekYHeXW2y6srIOO9eVOXWgDLcHInMxFrJqexfp0uLNltMmIpYhZ1dlXGq655Y+J
lLAQsRU4QkmG75y2GeIDwlNG7h3L+xx2XfWmwdNJ9ztCWD3ohjzeu3rvBXroe0FHWJgQxgYkC/1z
XScpJJ+xUuczWI4SHBMy6uHB0obyXwzGKgt2gZK+7WZR/igiSUBkCt34XwZoVPp0Dot855G7v0z4
TejbQPYlq6SidnvMtWqqlLwnmFaLXlyMAXlTu4WT+HgP3h9sygqgt5An2BJndMqU1ndFuOWFhfU0
KJkbB3WeKLrfm16x5yqztflI4UDkUYxYVLdu59RrReL2Cld0FifKc5Fbqu+p+XQkmVTPhWrMpz6q
zGcTeZ+dUGVzniRT4JMRLr0zz4F2AvOxB2oFJgU6wAByum14xhQNzaXHS7o1yUVPG8oj6L67ektj
dGkBk5JYL4qLawwBJAnK0FPMg5srJW5wc+h+bsKufk4lkq072+b+/qT1QriCqt+Cx1nHz1Ea2anJ
F3xqjLkL5jzJ3juRE/uyGtOzqWfxzpvnbN1idFWpbiOOsijz3H5TIE9z0lSLR/VgpK8TXYwVHOC6
FBAtWuTfsWUsWj4uzIpAVi7k1JyO5Xcn8zr36Lj9VF2haMztC+JuMEak4cKejcdkfDMYUrhfhmRU
xJGaWVq8lo5ecSv2oGwO5HeWcmntbArPOA8nmd+Fs+YdYhP7u9PUeJ1xLAYwrki5hmXnU6roDUgF
Q/N6tIdU4BUV2qh+6Vr4XGQDVIPKlfYXutFu5KtxUy50mcp8HdZ9rAbgYocaUr+oXnInQVV0nBSj
OqK/VCTHVsKP8J28pWYW8S7iaGHmwwJCMtAZG2j8KUw6qSDdAKLHcqufjQndJnv4YYG61Q+jNTl0
ONsh55An7uwEZSexktUt0cJz65RyPEi1E7AypiGz/Vpag37Iu9B2T3qfxJqf12oxcX5js35SUtzg
Tz1i+M2FOM74VJS12r8uoHvUh2Ya1HcqHf7E70N7iA9SjJrx8vgIbGxC0gLUO5cyAHti2TN/JAZT
jUeKXvOmZlia+QW9lmBuRvNNyu/+aUfO8PHxeBt7EBMEaylxejpyDCtwVKFVUihNkj7lVa8rgem9
KlC0zP1QjYyfQ6l2L8Xg1jsv6daVskiTLoJudKrXG79HwILnGUzBnEbGgdoV1ovEwOdmFGInUtgc
avFm4dJE12l9qAUd+SaxczAFnixO3NJtgKhM+NxhkP54JTe+HOIxJCEIMywvw/Iq/fHlLBj6skgG
mrcoWRh+39rpC5mWfRaTK35YjbqH4l/+wtssBLURysEUMinl3EWWwpEDwKgGpnPhlJavhFGDbaXC
fbFzLW/NDO45hfCFxHkniqXavU2vBPNwqaZtMNJzPvRaI3zKjgMZzLynlrb1zei/wWWhyE1ssboX
p9BELN3FKshQZX3GM6o5VNnQvfQ0cI+PP9rmUCh+kTrii0Fp6PajRbymg1rG6ZOt9sNzhAb6k1Yb
3XGebfM/7ESyAJIcAzKstnaMKGeglHk6sYplaR6VLjP9JorbY2xCWfj7WS2VLvqv9lJiWM1K2PZk
xDVq0XMxoTWojFN6QSstDEkyUXN/PNjGDQLnFok9akC/VbdulzAxtRlVjcXZz3CzwJCe2/vAlnsf
GYr6LFDJfkMdYw/8cZ+y0jOEiWQAniVrXd9bdV4hq6oSDxWTmfygLdUcM1NrXL+1JvzD6V6E9GNs
qFbQXD37U6T03m7we0/KBZPF/x2VZLoW6FPeTt1RW94d3s8nWGYOJamyUd4o3ojUah03+SvEZtzi
JYKw3CLuDzo/wMan/lSoakF8kSBKs/MpNg4qqPjFJGop8NLEvv09k1bog51UqIRPFWp/KEz6bVrp
vhW32dEW4R4fY6NBtthCQCtnk1F7UVcL4PEygcMjZIr1VPfF7E2Xppeun9axc8isJrvYTlWfzEhG
x0zKlGJzHz5JF0PUx5tw4y7EuZ7iJ2D9hQi3+iHaYKlJ4fJspnneX5zQSt57hRmeHo+yOV/KyDSP
aJujprg6WC3tTpSfMUhJ3QVv4RbeCeNqE4d3ZGC6wS2vjlfD3ycPCloL/ZSoA8hjUmA/P/4lG/cW
ACzKanRA+Cnr+aLXV1UOWg1P0zxFB+QMuUysTAa4iO9VuzYnDWSF5aULsvR8b3dV0SVhUkCzezLD
xhh8tepcC6ar3v4kRqzfwqBMP1VJb12seH41ooxPqlfq1y7u9mT+N66apU3ItLmrAa6v97duE5zI
mllbnQK3Ns6HZ7pb/Tu7T/ozyXj7marDtHdzbwyLgAHcMp4jOJ3r8lgkBBU6KqpXrZwwJKykG2uB
gYrpqYWuVAYw2ZEP6moX+cbHn3ljZPhzdAuX2hh/1wqlUTtRZw8i866mJZyTXpfl1Rud6ayYUHRT
tH4wlyn3dLk2zhKQ2cV2ZWGG3FUDDfRGnLhk0AQfhxMYmfxoD9Q4Hk9tYwfj9kVLhuoEtcc1ywqA
ukufEOXoFOjqQWnS6NCaxqmDQv33dwMufZShuYsojq3DiUjKGKgiF2IN6sKfjFZ/J6JU3xllA1GD
JDCzWcCIDLTO0LFgtQSmKmi8YlY2BqNolJdUczsipjFKFF/2tW2+VkHOL4youkF4Nu6q6FVDYSf9
+7CGT8cN5SEWwaZd7Ru0ZUMnVEX0FJIsnipUCz6NmWP5sSP3pAU35r2wjkEl8wAsgcCS1P8R9xL1
5mDeQHnbJeaqpRfKmXdO0350eiGbINW8RhzrWoYfkkUbIijTbnjridb4+XhDbf8QokUeJNgld31N
txnioeeGfkKjIcRMqkoCXG+NxKdQFsJg7LRTF9dzoCf6fCiSSff10LT/ffwr7rc1q4FSx2/GJmpH
y+H6czWayqoxvlauvVqj78zvQSjKtREdtoqdE7Q5YTYaNwQvMFtOvx2rrgozHiJLuWaLUVlgRE1q
+Ell4Aqbg564ICugi3MVq0rqO+FgxafCitonNJDhNT6e9sYjAdiR+VIYhfiHJurtb2E4LxOWFdE7
62Jg21Vtf0jReXtTRPXwT6oYCQ5O0nyZ83a+9hUy10fMQU3DL2WMRtfjX3MfHN7+mPXCaCrJs4Qx
opdq+RJbDopeozY7r5q0HoN81lwEh6CQeW70rkYX7O+vAkIhgK2cQPQTETe6XYymq41+QPnuCUVv
FBhMIvzfyOgfmDcQ+uVZ7b2Zhyo8oeW3CNwp3hNroZQ7t8D9Rb5AzYmGoBU6i9fa7c9ITTZjZPfR
U2Y54lJY9qwEMk+6fmec+7CTv5s0fsEt0lpZf/tKOF6sjBpsEnOCzOWk4DKtqj9Jy459RNGU948/
79YZW/xEKC17Jq/yqmYRo5QmTW/iditq5dBN9XRu5dD7SI14O7yLraEWXh7gGaZHfn+7hKU7RKU7
cqeklpL4EU29Q+RKBPpKxDl2ovfNscBkghRc/Ft+izH+cXU4qVUWZZlFTyKNO8jAgCKtTp3Alll7
7bbNoRZ6gEtGShNldUuVGQCCKbbRu83V+D1iMuanwh6HN5h9eV8ff6ytTbjgoZ0Fr2NTjr9dwS5U
cF+3U9hb5jAezTpUTk6WFzuRubs1zMKOAUpKMEFN5HYYo4isKhzn8Ool/ZScnMRUxesZUnr0Tlha
/yVps1wLCkfSfR7qRnxPYO6kZxT1yiyIK6+yAh6IOQHD56Ufi3nq0lM0UCv2GzGrP6eWp9Ovw6nq
EAdqkwzfF5Gb55bIQh4GOVO57GI7+pWYaVv7vEW40MRGMqVB1ebOcBCdAsdROlYSBzrFll8lRHtS
A8ua3mFPNIU+FaJ8etuEFdtZRQ9TBKOnl+SMaes4l8hVGzMY4tgueVJz44TmRtEgbdfb7WEQ0+Qd
yfmzAS8GsESvVV26n1Itm4pX2PgKhKpRxDzOZorNYodH1iV3ygJ8iFPH6UVmtvHNzjED8MOyj8Jj
Ng2FPDv5qHRHTVQodtZqnbuvCPfnSxSh1ekv2i9vDKUCEz2PSv+5dfMivMZG2/4kvfXio6LW2Wu9
EQ0qS2OBcA50SNEfBRhydJ/CBHXIFkmDyu/ULvpAwoT+RBzhOet3OlZvfllqM+JRXUvdLFHM6ju1
/yTdeSg2zgFooKVpqmoWFdBV7BImtIN19G+uqTnmz7zruPnmEZAPSbU53jnf990NcuHFGIanGtkN
b/kxf5zvsG0rIyrb5Mmzo+RIP2Hy0QuXh0Kq4ojCwKEscrQEnXhv4PssAuQMFYillmZBoFy9A71e
9UbruPGTqWbZ5xTnhS+jNqbosOuuuOIqzFss6sjeme/GK4wbm0WRZtFjh6pzO1/XiMO+yUyqvHHV
vXVZlAuq829H05XPqWf+Q1tTObfTQCG+6pudi3ujZ0o5j/IyxCBgBeiC3I7uWVIzC9EnT8iIlh76
WkN9xpeJulQv4CB2rTlUT6hD6p2PIEnxDZxR/643PJJJ5Fozf9Ja45zE/Xh5fB9ubDkqFUujyeX9
ugNQO0VUyKRVQU1VuGjydJI/pv10mGiK7ezure+OqyGXLlkAz8pqwyXIr+kybWOUiBIbSqnsg9wr
/lWNqPLT3vOO9Iz3OvNb0+MKNjUYKQu8afVgxulc5KMLURHmvn7iAtGuIaJkr1JF2xP83hoKOVGS
SLLzRTPh9gtnAvgZARbbWqPdatH7OQytNmCJXc7nxx9tI8IhH6aTvMiXLtYvt0OFo+cCTjF5xNI5
NPwq96JXY18NgrZ7Ks4J1DB15/RsDEk7culHLr6UFIxvh4xwacFxz41wGavjIx4D1kf6T9HJixFF
y6xJ2TkwG5tlafLSvICQdV/aqlJjpIKBRHbi6TzR/fShbPPqG7hsO5Bck741zvN/uJkAJ7OyC1kK
munqZsqBgzv25JE7Jk0ftINuv1XmkuR56vIA3WURTHX91+aNfEXNplaNhhVK8fZqUBsJQ3ewiekm
q0IoMaIk6QQhB8L5D59wiUaIUclJgcHdfkIt6iqU3qRyNTCl9mloxIGRVu5h0ZE7V0muHB/v0o0Y
iKI4lJ4FSUwdeDVemIVF6ohJubZZW39z3LIP3Mza2yjL33LbdlqYyFTe6aZRFVsfOyUZZOpkrnLN
u1I/j3NfBpUs3aCrWuvvjx0dQvg5NpuSlH51wudp9vrcYyhTj6rXowLhozC8r2nauEe8PfdUnbaO
3B/DrQmlKRhmm/4wuXvsJX4cW9p5NkpxsOJcP4JO2yvXb60kYDQeR4viv7PWGRNG3M1OOHnX2ZSj
jzBd9YRuqRn0gyJ2sLpbQy3sY8jOiw7+ujg119A4NIQvr92cLXOp6otZT6xiD5v88S783chabRB2
yAJAo797X4fpWs5W5sR4wpV6ebGRGu8BFaTj1aV5/3pSQ+K6MWu97IiNdfqzNft29EdKzwCV+pkT
aRqzKy+iNFDzzkme7Q9q4knxEd1eUxxNfGTUAGn6sDkUlVStd5im6We3zKwvqSmqMbDA5jzHeWl/
cCppfUENldjdtmVuvKEo54QnnvnqZ50bBaKagyteh+RC0Q+XwHP24X3g7JVMAMuCSdfi5OCAYVf9
UQldz69NIPI+Mv/C/dHJQahHWKzRtwSzktnPrVE1r25bqmMQJurwNdPTsT8jhGN9ph7HI0WGgkq+
ESNeZypalPmD081gD2Yn/VVQOqdz9PhjbMSclCH4z5K/8pAs++KPmFPadmonNYrOsZ7Zz/mYhYdZ
Q2l9aRCRfJA0K4BE/s2h+O6c3Y0dR9EV5hAEe6Rm1tdEpxFAqTjx4odhVaeR/8UhjzvqPbM1vTye
5FYhbIEREOKipMl4y9v2xyxFrQhwZoZyVTDvu8zktlDElGwmvmYHKvms+DxeY9DGtvnWLI3vaN80
7x//iPv5YuYCPp32hElTZl34K3BC7K0SSGIhai+wgfEGYevIj4bI5M5TfX/PL+I9S5MPcWXIUqtr
sSjM0olsWtUjjaEL0a1yybOm//V4QlujuIgzuQyxUWWxJBieuiR8x9RRe1XNo3lFxVbfw3xp97cu
ckso8wA+sReA7CrQEVODFhE4K9B6bv9eA+LyPRsmaQfIyOVDAMSaEjrKGOIt2az4hLuAPM8JtNhE
avZ3yKvJP+nYeoCV1fjjjI3AZWQ7f3q8GL/RG7eXGmVWWk6o8BHc3tU3KdfkuluO8RMC1t1TRa1m
9tU+Ln4NihtdSCsQGtShBr6ay2gg7y3kx0Jm47FOFedgDY56GpzefjvEtrw+/mkbG49uDdIctGvo
cVir3RD3MpnwhUFI3e2GMw6D7cUKsbcpbS0//P1QsAaA/OrkywiV3Z4zV3Fpg+XIqgilVw9q3uO5
UDbhMTeyXRm5je0HHB0mBs8IWM51g78kLAARRzwaQfr+PlBCLfyKMmN2Do1+/G6jv1gHPclr5DdW
2L8F/jIMPmgf8d2mrCFeiQjpi8nsBhNIGNWewyQ9/UcNxAv3ZReyjI8Mq5xOcaQKSntK1WR+Mxjd
R9wbky9uW4yxb9Dmvcz6lOaHNAq1pfRSTd88CzDuQbX6/l29YLEPhi0RVe8UDVXUopjQKdMiq7Yg
T6nGd0EPhvJvXlmtP/CG/JrGKnZ9gbC+TUNiTptAxzskpBpdJR+aWHp7+J2NHbJAKsmwqUbTElr+
/I/rUaHjlXUxuiqFmwyBPsnyqAPbfj8Z1R50Z9lsq2OyNOFxRaDjgDXIajP2Xm4ZoUf6J8v0m9Yb
8VkqlgjcwmgPutup7zzYEAfc6FU/KcW8sz/vcxj4gBQcaPchxkMD83aiGogDt88pDLdGph6K1hMH
aMhNEHkexsLwQoA1NnvSPFtTNojwF/dWhA/XhyIanSJTkAd/mtTUPbb0X67C7hYsXT+GL2UYzoBS
wiI8x3VFXaHpWyDCj8/l1h26kJaWOJl+AzXQ24kjlTPOXqiHqF6LjH3n5cWVNlDo/ZpxbtD+8Sg0
9f5A4+MqQE0mF8ydeBQlbXTl2Jam/m7MUvezLkvrlzlWI3KKzkDxXo7KHnJha7loRgDdpza0UZdp
TFBcThteC1u6DcgJ8GSIVCfEgDXFK9sXSaI7cHfk1F5qO4rVT1rSme7Okm1cL2Cp2anAZcBVq6uQ
oUxUMqOsJTwxvDkYdTt/Z5ai/mtKBgkS2xHGwMJUXWdkIsucDr125TrXiToeLMWLX6YIRdCgmqtW
P6GvXX98vBc2nlM2vwM5CTLNfVUkyokxs06EVyPD9fPQKrV97oph9o7gdLwPLs39T49H3LhegKuy
/xf0DbSo1ebrtBDoeReF15YLsSGoPgqDesGUZ8VO7ex3PXZ1vRDLoyiGjOnSbFo9QFbWhFkyC+U6
Trby2oy93PFJRqUaJPU0/WDDSYwDwCKBQK7LYr5mqZb8GKndlAelrNvvaPQbjQ/bzvs3tNGP9k3F
1l5b2Wi9wx9kGv1Oa1ItkJo6IXxZKGp3ageltJ5mvaZq5nRU0P/VOvRcAj0aJ2KAsI483Aym9qUf
E7xM9XkKgb1lev3JSjqKqiRJcYGZCqnkcRiaAQhC2IsftFuQStInxfw4aJLmUlt75TuFTunVo55F
wiIU03shKlGfMS/TtIM5mHb1mut7Eu/pVIGydvu0kIdQy8F9D2Yj35uE3Ergll4GDbcolfaSZCU6
9m7ZaPFB0VsTezVcFc8edNT8PaE/gB69mtGKaF1vsgI8AhwRJL2u9rhf1/3bRhVtQfXUoXka5+qn
Hi7Jhx5Zp9ZXYmV4neRNHSE6w5UcyAl0Y1V47gfDIKECuD04bwywYJ9dratcgDOITh+SymnMU0zX
FJy7TCd5KKWcGr9oB5pdmFtGbSBYl8GXEY5MflOGsXtwY9vlPirCvD9gR5P2B9gQao4gi/QgmExV
Du9EjxTVd7K6/B9MCXyZkFRNPz/e7PdPDJ6fUNxdmG7Ip65z9qEVlkvvz7qqFJOPQtGTrznqzCe1
GFCUnKzphD3BXty1keAsTqPsevI4OMXrNyYWJDOW1drXGXUxVJLMxkTnyqxmi54kAH/fNtro37w1
8DqjOunySfS4nfNnCEtZt7ME9+f99scsV+sf4QQyRHwcxYHdnxXRocSO8FjZjX6c1F1HvY3VBuMM
XZu6Fi3mNdHSsQsO1qibV42bMwDerz71VhUXuFdK7yQ5KK+FgbrY42+8MUFwpQQxXDJLw2S5Yv+Y
IMw8kfTFYFwHrs1zaKvNAWkDuBnjntL8xkgk5kAF+IdZruVfE2GjUp5iIdOD3T40wkpfhBqrz01v
xV8fT+ruXfitqgdQx1pgbLwPq0mNSlIPeuRda115kSzrkzZ2H70uQUNQGtHeo7A1nE5jjQeBGd61
fbXSrIAlpVic4lFzlLEwA4IJLfDS0AjMQu7Zb96t5NJZWzIT4k4QkWuRV5xCYitUJRi90Ck+hYMI
wVcpWJzWpVT25CfuYphlMAp2SCLwGt0VWjEIjKwcWcGrlSVJeCnBEVlBXurFsdHtrg/k3OC3N+DO
EXFLxvnbrpfljljc1gIT7/1mQVo8vKvvKXXaEdiaOleXtvXraDad/DyANm2I7fPyueYK3Yksfmv7
3Ly+TJtwxkBjn4zzLiUzub0LgD3eNc5cu7s0WpfLg0EPDWIwNIUBUBWeIaWWWHDgvL40DpoYwp9d
OepX4fSQl2M3iz7VSTyCb6i7rINan4u9mtddaMfPpABDWxeELLX+1fFVXMnzo2AE2wBj/Kij2vyv
Mxh/rUC+jIL0IVQxoJ9E3bfnydNhq+Gzgd9r2Uzf6mK2wVjN9PgjFJI+PT67WzNaaGJA+ig/3B2m
yvDGUNLPuKJ2Mh2JifvnpE70w+NRto4QQicefJtFZmh9hIjuioJkhV2djlmQ4YVzpr5a+6FHTfXx
UFsHiKQeXAi0FV7SVRxnjx2OiwDYr51WqpHvWIPxtebdft/3RfglB5UQY3cUtYSu4QSCz6ZtMu9k
AFsHCKAeymMLjZ9J335ADVMrjLJm9zqDD1zsQCkbQAbrhpRCbqmoV8xI9+a98SEppXFqSQnMRfH7
dswZUXNCc92+ktK4h7IsmouB6P/18er+hlyuDioZFnEKlxMX4rqtZraaq6QqZm8RBKu6O1SyG9sj
8UX6oUBQQBxTEln3oHVNJ7COspHwxHMrb9+hYAqERiZW1QQ4oCjWtxZjpHd9iBGKD0Q8igJVk2J+
4yGLE78Jnbj6KipLKM+yRxgrmD0n+jmYZkGMrZTyhNyu1wWqhT2YGSqYbPX4V2B21WlGfq3HKvws
Sif96fZZ9gEXbMM9oOwzuxfdxCcoGNtm+KY6MxiTyRzHf0ZhVnvo9o1NvwggA/1YBB2oGdx+EXUc
XCcbMS5z3LY9a2rUncrBUE6VyMrT489yF8xQD6E1xyuPqiEP42qoMp/j1lYw4Z6JtQPAIJ7fmXF6
gBQiz5ZekDIhI3Z8POh94XIZlYolvU768XcoDEq4WW0hm3hFokc5kZeXpAP0bz5UmqY9JYSSUVDS
03s9DY31VnZZ8VqhoPFW2Fl6tQcPDokwdfubhxxvvJPPbRwHi1VHrwYaP79udQ3wcFkyrakF6Ipd
/RMqlnw/R1PzX9addAKOik5CvA6eU6NzRNK43lWp0KhLEQiqgjCPzfaVA6Ghv6ZKV/3TpBmC4o/X
fuOWIxRZHggSgoU8fbu3Wj1v6zYdwivAZFo9nvAOcvLCYLbT8jimlfokptw7Ci2aXjDq/WsULF+e
8gPBJRvcvNtv+PLOGcr6HsGl1V9r4SWBkubFJW/7GjUrLX/VekV/7PpRP9W5pe90KbZmDyCPfoxH
SAYh8nb2s2anudYkRICu235e5BzeWkalsvQOan1aVx4aLe98EsgxmBx1Fx29cb9jCclztojC8AuW
k/9HFM98Zzcs8/BqLuxd5PK68l3q5ql2EL3U301SV0oyxLb5N5VjzMbLnP81Vmw+g+gYNUSTpTFd
BI3Mb2FoEqSUZhK9m2BH1zvbZOsK8uCcL7z+36JAtz90bjMMrgdC1zJpm2+TnjqABdKZPHw0onHn
kd84cmDdILfTdVxy2NWRc6JpUtqINEAH1UqnVFi/7Ent//d452+sPfkTAAFguhRr1mtfxlquKkrF
A5RJ+4LylvYpnoU4qaGpqIFo/pr+BbGXftiC6EBx9y76zwzR1mMbe9cxK8Nzh5B4enSKvi12MsN7
uQsGAmNq6IC3aE38tun8Y1NJHSmOMCVwKTWBa0auzbZLDaI3vuGppVQfvHAefnS6iTguD4H4rueJ
iYOLZ1J7dsqkfkqdOhn+fgPd/Cj9dgPh6+ngdNm4mGW28wmt+PC9jmHwsVFDuRO43VcilgUArcBL
BhqK4OJ2rMYonbaqVfc6mWF/HmNwTwnkXN+pvPpScNsEEC0MnyOT4Ew6UaTqyzzb2cQbJ4aLzaTK
v1RFeNhuf0SdNjJT6o4In+f2tWkr8NHaKnxCtXfPzW9rqIVtRocSHeK7ML/sZTtbBTurMkX0qxND
f8SqXHx27Orj4zOzcTLZuGD1FwI5N/YqPNAsKmkJ2LlrZ3XmsQij6kV2sbOjJbNxMhljAUSCXb4v
D0uXxqXVEvUiRSU/q7FILyN+Te8SljoKMq+3fzye1sYzsFCQFp4/TyEl6dtvJdJCOJFauteqA6bs
O2OTfMsnJ52+xloB5MqsvPi7bPP+Zcqh6AYDGqp7B2Rr1y6kWBx9EAJAl2/1IxBtdrqmHJ0ryp/j
N3pz4bnFnLjz3cEoUz8kBYh9yHylpCHRts9gBOTT7GJ1snN+7vAYJBpLaYn3eOlSra/fWYZoX/Wq
dfViyp9R7xq+Zo3ZMdVQOS7qXLyfe6kEFlJCO8/x7/d2lRTAluDMLvomKASuDo2D5Y4zRo19dZ3a
kUdz6sxTg0eq6+uDbgyvELmsW99ADOJSeUb4MRZO+DH1HPlm7rJw7whvBMN41SyIZC6Rhdx4uy1C
Uqw4z0Prqhdth9ER38cfIT4cbGRRTlrd1ke3aOX3x5tx44whkeigJAgw+J4gzYUOSL4p7GvR298a
2ZTPcBHincrMxpWBojSYZzjRWA6te6CklTkEb6YmEizuC3Vq0A2f+/kHfnV2c3w8o83BAGnQfQHg
jdHKah3TaHHYnqlHp0V1LZFueVoMYg9eN5p/H61TgQanSUt76fesPlmrFnaY25N1pYoDOqOoxWlW
rWznhGzuU4JW2OQ8i4gUrqLmSS2MMZxT6yrNqcmOrloWKP8UefoSNloqgkZq6as+qdIswBEyftPX
QJv8chpxRC7VAkXmv19h6N6L3yjd87uWtudUXZfPGTtVr+LngcJS5Y/w7rKDOrhmv/O0be1Q2CvA
KwC83ZcWqVWak3Q7+6rQ3gsEvaQAH+B8JyXa2jWQbgHcQizmKV19ShOXoaGsGIU2PmQ9wxqDzGzm
E+ib/j8sHwR13rMFF4XU5e0GRcqwtuqSoeADZH7ujdPVSyfvEEattjPU1tqxNblBf4Om11FnnLSK
rCGIXlVHKZ4GxgPpOO1Ztm08JuitLMU/+gM4NK5LBh6lEhc+OEcuKbyfAivtMAilEKMv7RmpYw1o
6k9iJBuNo0LmmHVXZXYwzJGi1uOtef+Y80sWcN8iI0u0vVrbLqJj7iaadXUAUb0esmwAWSnsaMAk
2ile6bPQ9/KHrSEX+NNyEpb60mrn2CBWk4gQ8arDVLvAW1oUYaBcnSIswJ4mo9+r5t5vVcoDwNL5
qL9tGVZPN0X0oTDcxLlCIBgOadFGJ+pJ1rFsQRQ+Xs7NoShIIBy3FI/X3WVjUg0QkpZ9zRW7gDWt
4tmGZOmp6VJ1hyK6LNPtY8ys6PkQTTvEsGshCSIwGs0Yql2NunWOajgNp1kM37VkMo9Z6lASjd0Q
6awGg4Y53QfdLXS4u/HJ/xZ+v22D5r49lWpqKDHwH+c64UwEBiJqP+CYpT2rQ4gXcKONZ2m0Ve9n
OC8lvlHG4xtka/awClsLzl1HNQzIyn2aOECVSy0zcq5qpxUnHXJFYBpzftF0+vWPv+1GHWwBF/J1
eVsWjuryW/7M3CoQxnC+7SugawRUEQDT/8nTeCZpcZWPOQiGs2IV3oe2nezrNJXY3ffQNF/JXB2f
W9dozn0ypC9On02/Hv808/+cnVdv3Eq6rv/KYN1zNnM42DMXJLulVnaU7RtClm1mskhWMf3689Az
e8/qlqA+62CwBjBkq8hihS+8wTNffg2WNwIyyAkiPHy6j+3C59XBfB6SMg3GJ8IvYb+bnMrQIkuz
vG5vry4KZh6iZeYNrB4JUnrRliXcFNaM/Zxh4CnCxumQ68pL0IDuOyG0ZhA3Tmk75QMR/5Dvuppf
H4793Obh6JXdL7BsfvtzaVyZ7jsDBOuN1JvCvOkCursfnZyMIFQYu/tXZjumwIUWvV2/ZlUwNJE7
2OjGaU6wYKfjWmnxBOinm+LRWpR1oXlWbVxK35BWFIjEtSP0vVXyy8NmqwZxMCPGFtHJTovbYZx6
JEqhp8/xiGY815HdqqfKzYpyDyIfDFdWI0wXpRr6IlHjq1rGxLf0JAbkdZf7rDBHCvdaMFTh0Bfd
lVryKQlzOAlziIw/AnbIIZkPft7SQemHDvGZslyMOjKtfCD2BB7tgzSax++9045ulJuZymK9U/zL
Pk+yB6TzOnVV5p2RXKZJp5s7XOzAbQ9pMA2fS2XVpht7FMe9p3XqjXTf2IOX7IQFsHs3+/mCNQQY
2rV6BJ7hi5u5yI3meiqcpd33FSnB96mtZz0C3u6OUTObdrvLG4VAVIvsZ/9Or4RWoTO6Lt/6zmns
GKZH9UGiQq99x7e7vUvb0tJjWPWNMx2GdTCEDJWb6vZtteBVE3W2Nd9s3CjQFKN0vnvKdJIHwx2o
dqNw1z06bjeWMfLCgMcMmYHCgllt6iFKaaj+ojuijxheJeZnaP3ZT8NSARGXOc83dQdZ88IVLJ/3
EHDrJ1ocXhdSrS+zEHkY48uSmNpwD1lrNsLewKX7hj6PdeeM7jqhFmUXPxTypeJzllbVckG9ebpB
N6qtH1auhGyXp45ZhMVYLkMoHXe+wiRnTPbT2o6fkYIxg3gxtem9kTjOta6X2udg4X9oFi8Ld3Du
1ZFasuRrS1rnhHqflGM8yWVFESEwGi8IVe5lawTNpH2q6eWmkW0L66GnyDFeu8jvIWi48I6hVStr
iYTVYb2Vcb588qZGPsnBV2Yc1AWdCx28jrouk762Lkott9RlPqrmJ1QrMcUNZuHf60CVXVgGTm+F
gnR0v0o3f8qRDflWe/jYhq5eIaGValPwKR8y3aDvVRoqTEc1v9OERixYFCIfwsChOReqzs2NvQ2w
M9gjc4jni0YaHs9JQo81Gz2DHC+vm4PEo3y5LK1aJDyknd8WOL7+kJNvdLFhiPmTShc3i3Ho8R9c
9OOaMXb72fLezUZS25GVJ8rZ012HrtDbIpNkZ8rQH60BYb1DVblpe93DiEi0qHelt8QWtGmAfZkD
0qoRGx6xtz3y62nIggRJjMkh8lOWpb33bFF719Tb5Kda0ud78peywtBzUEl2a/SF4X6ei6W8JFgF
Tp+32QBSt6vmSV7PZWol956Z5/1t4QivjVCYDK7plMtil2rBcisCff4+Fis1MIgDmA4URme/E1kp
9YcVmaaAoxBtGE7Syn42aIGUEXzVYL6y/MEeL2hEDjczhQA3rHDSSsMW3RdUJIFyy4e8mEFSJmOH
I+IKSSRMLGMEedYXzeOEVyOEB1utE/RyanMPSgzVnYaue3I5JqIcd4qKUsqiqxcH+be8fS/axgB3
vDBjnbN2H4aubKfPRqaSapdyvNyvShYedBdN/+YKv7tHUFfayFsOugG3u5WwWilLLSHq1qsX+lJ6
Dx7CaDZ8H5TJbgyBysY7GHzyy9pr7A8r9fvb3mVt7zPuA8CifelHugtPJ0INvFsi18J9K26QNVwe
sb8ql31qAWe7blcjxwcmnfP2MdMGaVzYMNQ/ZGppvD3f1g/uuOwXFeF2Nt6LpE3nCEzgNN2KxQOK
hiqMJ2Mr79cSqQgUAMMqX4Y6tDs9qyKvrcZuX5Wmm+5FQzjNFWeoameZCOITkBjt3qlxN4vydAT9
NZam86zsWRpho8wKAXiyuJBCHot3wTYs9JaqfT+DfPluaCr/6Xm99VDVaMdAZ2yKH/nQTz/00nOL
WIzp4IUTzAI9ntRif6BSXoBMNVYdkgzr75ELeajjQLXL18Dokg+jOw/X7dwsv2bfnekaV4v6NJJ3
c040s5Qh7ofd42SuFaa5lbb2+6o2mk+eNYivIjHyD9SSMwxvykrsUL40MMTIR/+bU1IzxuC2ycu4
Qbrnl+vTF7hK9GxsD4Zq2iyexky/b32t7A7oO+d3q/InNypBlCehHPGZixCUyj4hvC08khJWdVTo
Xi0OEvhnEdP3dpcb2brOYwYkKMEcQnl6iIj3/Gvy6digpIVxlA+Z8LZHANkOnd5BZbhynfTGrhpR
hrBaMnTaF9nHyThwnjmlt1IKlnLgkwEPfFfTb6HLKdN5jbSmyJ9Xkaz2jqQCLyFb2sO3MW0N8TjP
fv2Z3uKkQUVqEeVpnIyTFmclzTuoRWQHH6eJlnPDCr5N4yKebVxs7B1HUa1/Xca5c/ZJnxh4NWSL
bu9kJ5o706v7rxbqe1zykylvldabX6gnyDVyrEHNoTWSv4Stye+7EO2Su3E3zMBeQlmtwr/y4Epb
cMOGsQ/LvsqRhUD2DVFzt23eTWs6O5S+60pFyaAnB0JJ74tLsldGlNiSj36DkG3kL93QPxBCmtwv
VS5g7QZF0MaLpq3PjTfqTtgqTFbiHogCuaPnLtbVLE2/iOHqL8Zu1qpZvzBHp78cDOk5sdYWY3ZT
md76vh/bzr7AQ5I1Duxp/txX4CkjJU1PRZkflBVfpCPhLnuguUCRHMzyiBfEHUZu63LpoB5Kzp8m
6yeZZrxlAK72fd3mkxHZ7oR24rxYtZbByU1W90cjh65/fDvsfVkKBWuy1ceQ+dz0WU+S13FkN9hZ
aRxqr7YPpVaoKZZ6CZjRWkiBwlRP0usBSeibQnlGdyYBeyX1QCYKgSyiTBBqp0k8bHG94kYzDkEV
bEFamj/ABq5D4RbntEleGQrwIrVeFNLphp3mehzIdaVJzmKEq6c4JY6KvCQZLhcp/rLiDy+EID5F
HdugunyawbaWnrbZ1DmHZrCcXYK2+j6d6vTd21/ulRrAJqhG4dakSvWis9vKWumqnZwDGGJtDSHC
iM8zZ9IHK5n6vYt08PPbA742gwBbSd8gikOoPslWR7tv66kKAGQSV+6MUZo3U+Oh5FWV53RFX1mV
m6A7fA6sC3CxOqmnziNEQWwHbY6e1uh2K5rSu0QsSXMpE224QI3Px+dITg13ozCyc04cL6d2a09s
K5LKANoNJ29al0PepG0LIFSm9t7T8+TarMDW2sGox4jpLWdquqS/r+SemCBTDUQJBdDcyTasCfPX
0TdNJAYz7UkgcJjg3cBThO7aW1XU90ovI9mM4xi5ta+vYTkMw02XWDq4rAYXwN2SQrvFxQRzaJ67
8J/MAQ+ksKDHUYR2qo9d3OvcqVwVVosVUacHT4vVr+izbRJVceWVKYa2tikf7XTU5sep6cwyEnbj
fBn10uag0vISYPMqXISbE4I2HVXxAgf2GkbN2ktB3DQiKkMyIHJtV5qBTK74Lcl6LeztpCeyN/o4
E3RmSkRwJ/8+AXeyvB86z8932lgL/2LuquyhF/pif+sNa7YwsjLRSSegNNJIUPBDESbjgkvjSgRa
HeoQ1JILN+0nkqPEGN4HwdBu+tKbW9ZdURtqvgRqYSLwkTczbZau1txI12WiYju3ENT0C10zLigj
z2U8aqnj7vNgNpqYIKhRCLW4XXvZzR4hd2qahbgbXQMhD9gMXfHJQ2dOC300VvNreMud2HnCFogO
YROONZcF/eOTTQp/v85g7KPClZaKhCrWNUotFORDdwDfQM1n0R/m2h+rW+DczofVCYo2ygJYq7sx
S416ZwRpi903wu+AymkO2JdibNeneV6NzwnKPlzFtRDpjWZ4QxPS3+Luseu2Rlclr/P+Ahxf96CC
DbqFIkkdECeZ8/YXUWLcmVjhwPGk2J2FS6KtPl3AVGg7Ofa5jDwko6hVKKcYokYEwzvN8mtuBu4x
uddkxxxEZbtYHxvhVioN68CdZChLVXV3dZJ3/a9i7ZtHV89d0gfHXvzr3PDTG2REsY0klypVBHIn
uer6EpvXoNF8FCj1qh1u6skcnMtFc0lcoGrXn4Om6lxoHKbDPgAE8DhOyr0SYjaDi2ExCsjVdbpc
ycrp21DkTjJeTHVhrLF0/eqLymH9IUQ42llYzaX1QTki+EqaU3yYg868TmlEapHKnLq6ET4o2bBv
Gy24hCGvbit7gW45latXXCKXPyTRUNIo2MuqIHCoASO3MZ6bSoRsVR29pc7078oMTSNAyQ1aYkOX
NiJyx7p9sm3c8tiCVfBsp3U2sW9WYe8ItnT6kWkKPQVdAmONTIgwDqqJ7fhe6Y1d3ugVEg3wGJfk
0a7rtUaF38+/ECN6VeRWzvoxoCz+a1w7fd11aTV/LNdZqAsNurlEltzafmcx5+W+7Ef3fbrKjbGh
e5JCUOM0d2KsupbGp2P9IAVYtdtlCtSHqUHZNRyhOOu7ys+7EhrP4nkXia9yyj011hT7FqzGT61y
xQLDBaBgOFq1VWMq4CzvkbzrmiijxmiGFjYG9SEQTX+RD3UQRBJF7jbSlyDVI0L4urmec4Bq6G7p
OR9LSYjHa6CsNsw0K9nlpUiCUNfcrtyT0Vlkd7hJ81E1Z29NmaK7YSTztTJHVUQ0HuYaRrCgpe21
cvo45r1PizMwh49F33pmDKzAdSPDIfui81Th3Ixp1Jd0SG3zwunSOU6KUSA/Rhcni2Q66Ieyt+Zx
V/e9pqJyAd10mM0UNwJjTIoHcm73W22qrD9zRbzsqiDqB7eeSjVQLm6J48JpZcAyR5jFOqxbCYVW
8BCbYxqcq89uv+a4Is0wALa49Ki9v5CCMbyGpKQr7APIWFWEkzMM90FTND37eWp+0lVv7pehcS7K
DHHRMHAL4W4cUhPpRKv4+nbA8TIKADyLmKmO5B+h6ek7+ysG0x41kAMWR+1NkJCfaqaprqj7ee8o
8RXoKAYq9O26vHh75NcCACBzvxEnr3TmZNUNpjcM1mHoTf/drGaDHGOp97bym7vJSLQzPbNX33Tz
gAamhYroaWhlZ6gbTqKzDluoF7aBbGO/s/J9lbTfkqB2v5Ai1dQq+3H/9ou+jOmQTieg24DmUG1O
A3CtGCElWq55cKt0RQLLUfFslj5VLX05M9TLEIehKF8hgAZvA7vC4xVMaaMsCie1DsAd1riqh/RW
cpjdI85d7EuLlufoem709vu9sm02q0miVer6QPa3if9Tv2F0l6FVa6EfpN11h0Alz86in7MveGW1
QENh+rBhxH3ptI8rxqzNEdjXD7Mh3S7y1VR/x2ZX3qL1HnS7wc+dM4zWVz4bqwXqDv+BITrFtOau
QgA9tdbDUnKC6k6WI6PU5Hul+fUZxMrLHtlm3AxSIyAOpth78tmwXjTH1lHGAW+Qdbf2rvl9kxa7
gNNmX/UoMkTkdz3iA4osH/nUMyfSK3OLTJSL+gWqD+ArTobPs7LyKto1hxEVuF0/AuEt3SIhLF2L
SE32/8eGAJeyheG/BTdO8Tl1SSeslvp6GM1ej8RatshA5uPBccbqDAjspTge4AEW5wa9YYI51o8X
Z++4U+MoVz/UScvO1jVveNrk67vQmLL+OajwykEYy2pEWBSBVkSkfLOEKdobd0p2JVRHTx+xSZ6D
5i8nlzwaWSXCgVuL/XQa7E4OriL2Qpo0d973lrV8N8a5KOPJF/azMCicnNmprxwPnPTgohA+w+Hk
tDPYVbD8XK+ElAHa4jDqwxwvq4UhoyPU1WZ+GCloq2+fDi+3EZXNjUS25XkOSnnHH6ANmtlw1tU6
OEkrd8bU0FOaaDMEiAL+9aEYCWQx1RacjE9PeHCUbp5U3ChG4yR01yZVXaAW4y67UiEUcGYyXx57
HHlQ38jWOZjgpR2/GLrqGMFpvnlYR/D01A7d21Xazpmj4eUnA8UGBhUOGkArwGzHoxSYcnZVl+rI
Gun5be8Q4+Zm7d44C3TiUddFtFiV8fT2N3vt1SD8gSHEtAut2ZNB0ZFMPDvX9QMGgfX1YHfloQ3U
OdG4116N3QlGkQrLBuw6fjUfGo1p4xp5gETk35vAHGiyyeGhLFP7Y9cFehIuGUjVM3HAa8NyyAHQ
YYV4WHocDys5evI1V/rBsIT+TssLBGsqJ9+PNMHsyCihJxAdFGN3ZtxX0DSQUphQNgPiZCya44FZ
SKY9wmM6UL72NgpMT2e26v31EUV9MDXd1DtJPBCC7kU+IwtmyLqOy2bwztm5vNyTPAnkHPrzmxf9
6X2jSfgnRt0RgS5ruU8oaB9MfXB2RjecwxC9MhRCJVTptsjg5dXWeFLm9daesTtxl+S+vCsNiWJJ
o5m7v7pof18pLggszAO5Wo6nF7rZ0A4YmRxM+gJdrCUO/TCnrY0zO/Ll5oB0u1nIbqAWDpuTZWvO
WZXXGLscnLlob8D6N/EymvqZs+yVaJVgACIkpDYQrKdvQy2z0Rxh6wd35iKATQO9Zj8vRWHu/aIT
Y+RIVXxfqKDRSh6a8tzm/A2nPMlSsNbZqoMm58CLNQI5w1apuxhEdZQhwwG5ZNgrZUPOT+exEmS0
y6SHQNLN9whY0CaHJ2o/oxEXfAlcYT3r5Tx9SbBFx5qHXuud6ijZR3O2yYlPdC+/ldZkjk+moagn
9bTvQ10Boz1YCBzcWyRET2XmO1+FmWddjNG6NkTe4KlvvVOs19ZQSg3tOjgesVio2JzZrK+ERIB2
twtrEzJ+YX/jFH47lID9DhbGBtTaZsTJtZS+L6l2BM9MXb69eE+3CZQwf2sQ6Hz0Df61/fxPMfRQ
W2bju5Dz1Jj1NM7o1NtaJSKtzsThzFAmv+vPX/Y3vxZoMABCUOocOsdjIShW+xQlZ86hgo7fQEHv
rtK82bxbS4D0UdDP8hrFBcwKtDTPvoKenNQV3DHU9CQtbzMqprZvvxR2snh3HRDgqAeL/DQnmMH/
6J0quNEnOehz6HeZ61IomhwEDEfHKGOEK5zsfshmhy55L1QbzZunVpRWbpJCL/f0r+sSrLgXohoq
93Olo4xqiq6fY21wqyHSNrZViL8YlGp97bv0Us36/OhoZgZKtnZ5IVn7fhpnxSSah2mahr0zy3G5
s5OawsWAtGtwaU9Bbj10ZlpwnaZjicYJQak4UNLL04uWeoh7CS5nwa3Pp8z76e0vcHoD8QG4Bwx6
MbjTvqRHIqlSaewDdch94SP4gLrahZUkqroe6baPl1QZzS9Bm83pOSbwizuIoTck+kZtJ0ICHHb8
7TFLMW1Nc8eD5fdpGfmZwEUpm9r0m96W3hhlOIZoV65EUfpgSM34zO5E0byuVtDxf3kWCNTYWjqt
HKCs2xb805L3VAEKnmr7YRiSMW6RUAgLo3CfAxsEgytqEdnekJ45vH+/4Mnip50DMg6MHNjuU+Qs
RgEU+kSrDhO4uJGU3A3ujZo6HCJvE6JmhT1T/c2WpNVv6zmFONGlnXRjrRADGB0jLc7JAp5ufQ89
oe0+oZ9FEMT/H89D1uRFjlrlcrCbNrhPlVYcfH2y4rUbyjOn2unVxVDM9rYAyADMF3jeCtYoye60
0vJRxaUt6+pKALe7ePvDvjYKejHA2tHnQv77pB5Ql8GaaOaoH9ZK1XG2lrCN++ocv+SVpWxRt/rt
xcPkvQDpO4g8TX7JEZ1jgL4pi+voAvrDzuuUEZvlZk0PvabNu+tA69w7o2mmM4f2y33ME1Azo1qI
PgYd3uMv104DOB170Q9qqpJLEHb5ZQcBd597iXcorX6JWjddzwQGLzLa7SNSZ2EHo3ZK+ngS51gj
AnfVhLgiNpbgcczEw5ZWg9Oc7VUz64dRlJ1Nj4LyrmEuA1J8tt5dg6/LJCp/9GIyL9U8cJHopJx5
thd0/N/PhrICpAbulhfXWJUGaHVkcj1URmVet8Xkbs0jv/vurbjUAGIZ6xl1OBo18bA1KcAABWtz
0MfeziIg1mkTgQJFEmoRU5OHcJlq87KXRBeRJrHKDF1EvvrIkuQlUZJN7qNlDe4c9gLpmViZ3fDg
klTPkQ5o4yuewoNAV7sbaZhQyX+a2P33c50VfZhs4UvYy65uQj3Vp1/YWOTUPqVX5KEjaQ+EFbj6
BxsV+6+6kuKccdVpgLdNFTwBFGP4TC/FQG1XJHkgh/XQO0ZypzuNd1MXKS4a9loGPxpQeL/wMFb9
3mt79+PbO/SVU5CyMzUY5AAovb6IlWGQmQP7Zz0A1s3bnbeYzq8yRZsitMvamzdwVXLfFaqoooHD
sYm3oOGxkjPeDYYtqY6//UBbrnx8KlsmChXUZrcAiNzseCdpEAnsQEr9IOq2zfcdag4jclj4sRkW
wtGhzEp6QQYIrzpebCsHrcsiOpP1vnIQoz9PwM3hRV3+9GqYba1Jk6WfDqLtCyAM+rLTtTL5QOAn
zhyRr5wcKH4Sf1HMJzg+pXXaQ5IQ3K/zYaUnc9/JktZy3YloSoV+1XDyx3VZVP+a5P96nv9P+rN9
+Nd8Dv/8b/783Iqlz9lpJ3/8523+DAym/SX/e/tn//vXjv/RP+/Hn71U/c+/3T6J4W8cGz+eZN42
p//m6Fcw0r+fJH6ST0d/2DUyl8s79bNf3v8cVCV/D8czb3/z//WHf/v5+7d8XMTPf/zx3KpGbr8t
5bH++PePDj/+8cdmefdff/71//7Z3VPNP9s9q6cfbX/6D34+DfIff4D0/jsgmQAum42AOKgS84+/
TT9//ygw/05ovsl8Usfadiw/atpeZv/4w/g7HrcsG6IKG4pBwKem3L39RHP+rrOW4D9St9nS/f95
rqNP9Z9P97dG1Q8tjZyB33p8XGxblJOe6hn9IrLPF3GLNqNfXpqrtqNaulde+dGSqDzXvxq61NUM
abe5UNVT03yuvBvfG3eGSzsJ23TsaWn3mxeZ2e/0eTmTSxynSdtTgffZGA1bLQGq4clVX7Vz4oOh
D3ZK96FvkR5G0yCD3ZBZage98WwP58U0kHPB5MJRhHoan+IkfgVXV4zkay6SyNWghZ3bOPUdzgOY
VY7YR1hhatl9j6s8dd6IZKDAlqtstA/0P0A7GskwNuGMAtkd0LC8D+sUFRbyTmegD6cP2jujy+Rj
h118v0O+xQf+h8YAWPLZNr+IeSU0TMdsfcwK6XzD3mdOL5JgWUQ8+v5UfGgGKFO72nRWMCFEHsl+
exN3N1RqMBDeBXhy4U56X4Ui6HP/Cow1X7MqmhI939WU75OtgIFiZrXuxWzgDp+vfnqhuZAE40pT
OL9XQPb3WZ3qbtgKC4hEWzXTRd45nRPOqikeU6e2LOALmQFup2gKbH7o33/tSNQhHwxECYJ2KyBf
w6wGcCLQu+O8tDfpQ2cO8BAOEimjICXqDeEtIzhZjG0jQV9D84lI+dZnP+nmLKRX2AVXJcwsEeU1
HZsQ/ZEWJGc6LfeD5SuxQ3eS6bU3YcRw1arWDdGgqeUuBUWdhFgpOlmkNM1xQ12vnE9q7YiZ5tYH
DE0zm/Z0NRnyMsVJ8s4gojyniHN867B6aVnRrrJozBH3Ehaf3DqqyKu5XqwdGJXhACQ9uHOrThdh
qxm2hnzHDI5UKwK0+StligjeENr3fzqA/r3R/7yxXy5ouiAYg6ANRShLOHf8DIOZCr+iurxrew8s
cpVL/EA2mFJxtXoNABOhTbUTJrPeIadJOXPYv/0AJ/EkRglAWahy/NZc5BBzTp4AeofWq7XUd1M+
WR/B7Q8PuLJN8aLq/kYB7Ac4mDZ7YLxBtFLBu8Fke4KhUze0hjMS7VF6f6m0ziNt0vYmTwR9e2v5
naaGmivyRUe/JDOS6jawe3UPTK8/k4Yf5yn/HoWqJDEHPmTIih9PfTqnZlGonGTBmpvrJW+qXZWs
1u7M/B4T0LZhoMGzzEiuNlVq7yRLoMaCfkbCy4i29B+C0Xfeq17aPw07jXGQtu9gcXzhaLZjYacD
kiHlOZWskzX24glOXtQ3Wh310dKIp9n45dmNiNsBMEpB6o+cpUfUkSwhsq3Nmebbyf56Me5JZgu1
ubUJqo14xFzqahWudlV09rcu60AwgWQTe1Gkyw9oWfjF1Hq7PLw99Se30+/xCSsRAkdVE6umk5nX
GpL2FBmWmEWd7hO7TiKsThR8gaG68mjJf397vJOw+l+feouqA/htm7XdSRibt1qdmKurx2aADbnm
Yw0+6ML8lFUuPh7eXBycqgzeYZo63q2GM/9c3Nr74FQpHce3H+Xl2kajDLjxVmgipDlVBmx1DucF
zCfQmiUJ2WPme1jP5bu3RzkOY3+/LzuU+vCWzJAEbwvgTyWcyW8NqxWjEdOmKj4iQ7QemnL2PjpI
u4egSqn0plmVnGnMv3w3EgX6pTiuUKIl9DoeVUF5gUjAcnYE0vYFcKTdOiL3/va7HWcD27vRWmOG
aBtvIiX2SWjTtqmz8Dn1mCpUtp/rubtoR07E2iiqr28P9XKdkvKA2tguIn0rJxy/ECbbxFhUq+I1
G6fbJpjaz9rcQEkVmr1rRXpOx/21V4OLS1txuwERSDkeT5vBMTSjr8dt3nYXzqhVRJVTEeMxkJ2r
t528G8cyh565JXW/A2v75HbJPBecaZm6sBWGcd2lRuOq0BFO+91akm6kQmKWfWhgIwldDRzfJY2o
lo5K2onlpvYEiDqZdvPDlAIm3ZVCQvWbcxJW1Cc17uS3v8TJzPC0RNYkZDQjt+qsdRIRqFTa8OEK
c5dXSH1acmnjUhbzXrdACb89lHlyL/xrLN+zNqFLUoRT2IyxqlU15WLulKv0bxM1ESjtiTN86hsV
9BHO8r4ZosYL/I4+h4VkTerbV4ZXTEsE21nHPhLV9RkZkTV4qgsul71dJpTL69myP6LkoDeh26LQ
FOPFSTs8MZbKOLz9Eq/MF2GTjSi6w3SRCxyvpLIExAsmxtoZi+XfmJXlX61mv1x7Y6nevz3UyVmz
TRenGbH97+IXTPLjoZouG8re5Xq2ZWZcYHm4vnPWZCCwLHq8Oxs9+ehQsThzwpnbF/9PZYIKFsNa
9L+4uMEmEogdD9sqX2cp1taubvLhfdF1SROV4BL3Rp+A1ZG9MWYRILf5IMvZmICPACeNiiRDAai0
hsa9lGtvICkJueQqd4u1vVAqzy+cHkRnNA5B3iBPbFbO9ZziVHqBy0ZXxJhxYNpcGoU/xW9P48nh
+ft9AMEjG8H5ib72yQpvfDkNk06WYvapvA2UCGJvXs8hMbYT5HTWMDOhSklhlAPtZNcnop5qMfvG
Ds3b6sYdlfujxZ8p3eUSc04rqbt96Ux4qCs7+Ki4mM5cEa+MT2/FwWfHRgeJ6trxV6u5dAecazg9
0+am761rYdrUPbs7iKQ/a2WrsPG9z7Ylnt+e3ZenHbkp5ASK3sgHQ7s5Hrejq503k+7saijRu3Lt
hwN2shOA5C7fSc3zznzNl+/pc1ihLEQbidbBKZYB1QQ3wM/FxMdW9TdBa1UfEGRrDlvrEqJhnlm7
QDO1CxuycYRTMEYXb7/wacjDeiL1Z2/QuyTUQnvy+I0pmgK99zreOJuSD55X+320wL6kgxdITIZb
utdUIeg6VGGL+24R6W2ugtC1xuYTtFr0WN5+opcLnNqNx5KjCsDkvNDuyYjCtd6yd/zUifyu+QU7
7hz25/dr/WeBo3NpMADgLdrj+iZpfvLanqPJAZy+vtPLIllDM3WdZxpExhyjxOjZ+5rD/SFvDIfc
UYKwwYqYTsLFpDcZKoSi+kpPrK1CT83r5r6A7WfY6t5wneFfMuytIgcmZbgtABGbXufjUJZrfZmW
PsVpKPB6FubQqLX921N3qhyxvZVLqQo9HtB+AaC5448ZpFgyN7lt7mCs7YcUUINZuFNoqNp9XnFj
AAKOA8O3fJk9TBHGTl3IFoWb0MCYaTfAUY/svHHe2fA1P739aMcXDfMNXwdEEvodPBxa1ycHSqDx
sZey92KkLboYapI1hyYlnHd+ajif/+JYAORog2GXshXdQA8ez4JSUzcgK+fFHjczbhFpHSu5dtHs
0dL+q0ORLKDtRxJOP55fejxUkNkw9Bflx9STkAuYJ29H5Wa8oLnlPbw91EmezxRuiQkVTOr9ADq8
rVL652C9ggitr4Kx4HjfrTwVB5IaI1Ub3jMqaP0O5Q+ImuOq9roKzKsMSn4YdCUsRVWIfQcq60x+
+OKjbuE7lzo365Y1+Schtin7xjIG5JkLzV72MD8dCnoT+kn9ck4X79xQ20H6p0zFwy7EbCqGyrO2
3y1UNQCTVByUEkHstyf6OFDZ5pkCJYrCyBRt4MDfPbI/DQWrtQ4S5bvxipbEw6j3y+eWjtv7dV78
d+OQGnFZNdaZC+/l1t1G5cZl5epIIJ/eeP3SgGsYYc4v2DR9KPVCC4PZLg7BOpiXWOX4EcoBwBSz
pd25SC7ccKa3D5mb9z9GozedcAyc8f0KA++vf2TSmk2dnjKxjZrS8cyvzVighC29ePLnYC86ucZz
r6Y9eiP67u2Zf+UjU4pn4i1sgcAtnhzKoBhae6pd1APWVr/EIcS9NQOzvNsAF5/eHur4lvn9kRlq
q/dv9wyn5v/l7ry240aybfsr9wdwBrx5hclMWokSRVF6waAcXMAEPPD1d0Jd50iEKOaoc99uP1Sb
qlYkgEAgYu+15tpdldZIGCvbUB1WIUuwIqvJcm55eF64+WcUikfso7bsjP0o0D7bxjRiJ0xnR+QH
PdesT6AJcO/gIlj9UfeGN/i01ysXmNGZabz7sv9ncDA93MwNP4o24fkldgBtzTQZnHC1jeGSSvpw
SOgsv7HLuMFakHrHBBvrA2UNcSgdKS7Y+WdPiTPJc8rJ57ucf34JXFK60w7VtH1jTqUt13hz5VCn
XsRNt8bF186W8205u93JqHBROLXefHAmdbhvuuFc/sQLLzQBOLxTrPk/P/nPb0QBJwGpqgJ1xFLm
K5KSjIcZasAhH/p7dv7DwSqGcxkmL14y4YM2etCf8vXnY9oAIRR3Lp2QuJ8VWKlOzY7D70WTusoX
Pq/L1UoW+MPULfMxL+1zARgvvUmUjoCDcdzapt/z4YdCK3Jvlk4Yg045pK4x4Jws4psea9C3198k
bfvGPdtKoYX9fazd0qw29dS66IvC0SpbnyO4RehkZxxJmpRX4Frak1M4IArEOt5ZQAduVYzlnyqj
tm+GYkn/F2sIdRHebXoDBKDvNhqLuSRDhuU6BBiCS1+yjuI0/8FmaP5/HGm/MCpJVRUKI1X48oOY
QtsWKKLRriGF58w93v6sP+/xr6va7TOEqsWjEJ0Tao09vVntMomghuhvQLL4jS3zyG1rLxDSiWn4
Z8Z4007TAeDNuXPhi/NqOzFQm6Sur29//7dv40Ch0uRz4EDOWdpw3RS6+tQbh1nL3DPX/NJQCK1Z
nHECUAndTasULxnQdZYvI53No2h7C+zabISC8s7p9dv7/NT3n/WJ+bKpnOH30bd4flWeaFzFntmc
ThXtRTO1q8+e2g5XSABKINVOf4bosK28+6fJt4cFEZUCTq/dzEmWgQMCDKwQfJ1Dhjb+4VrX/2XA
5fZxQ5LKJVFLgoa6r3yAqih1qTHKumrdpZxW5RbOJPt+FQhKCxMx8PrMuClNo7o1kFme2Rq/tOr+
Pvxuys5kGTjtuC36FnV70aUusBy7PKaTpQYF+2UMpXp+fP1JvnhnsRvQ53epue4L2taYqLXCa8CT
NPNQmJXA/VWdE8i9ODUtk+MWuTA6Fd/n80XJRNmYDpeWI28lzhvGipoMvuPE53Q1Ly6uvFMUCKiW
U9zcDVW07E8KzjkQWfCiB4qkDmJn/UyM8kCgWQYQBOvZYTXh/w/No7Sc9YlmOtKXhnrumS3Fi+8J
iqLtornq/dvfmC1ZtHAIwnzkjKkSenJjknJ/0+WGDIepHy7+F0/zt/F2Jx41XaqZZj8Xn3pNIOFM
+DrjnZmoL80ZSoNIqV28B3zwnz/NuBwVaCSsrZ1QynewvJJQmVL1f3Etv4+yWzn7aiq1bG145/Hp
H4mhdA5ds54zhmwr1X5lYaMOwoXqGcfg3bV0M9XLSuGdJ6uivVycJFN8VOLTp3GhfebXRiap3nFm
9p1WatpR4ACPXn9oL7wcmxuI9BKeHEv3bushvJw417Jyw3lKhquB0OdDDN4HHKJmPrw+1AtLjMce
i/IZvR66dbtvva3GrTqT3RBiLq8+jaKdyYezgq6rm88tn7CDqGP18PqYL8wWxrQ21x/HNM78z2cL
5DKFlHbGTDLY1Wmea5fAZ881r14cRWc60iFDzLb/IpFoC0KxFW44dFUVunr9w5DGP3qyZ3Ky36UL
L94+yNX8CwEF39jnl4LRblhsjSeVGSUaPUV1i8hgxfu0Ql18Q325uJtyzfj3rxvli62tyxKNxW53
A9mJG3Y6MqqkNnFDvdW8KtKzndzt67J7EaC0ImKlNrOho3dLR6fjECvhfITFNBfHYnDajz0cuIOb
lut1o/T9fb4a61FWahso6qQfi0ZfLjowPZavSHmuJPXirQZEhPpM3daY3a0eCRmpSTDhuJlW3uJP
UFYAMejyKJqlZ+kupxtkkQh8Xp+sLywH3IVfw2536bftWpqljsKmiVj3ZeoivRnj76vSOFFBtFZY
JqBcfcdoPX9yccX08D/PjP9CzQoTIuUhAippkPKmPv8BWTcnvagTN2yruXjgA4cBWmut3vCF2zlP
7mhN39bORlqc9Kp2X+uV+aQI2qiYQNayjprVgngxwOE7dzT/ae/8Y4ZQ2aDEo7FF2n/MertPjRnA
EZBNA+EIFuMCCIZQbjktu7eZULTHeTCPedeLINdjSCHWsPgtbtT7dTLN710bf3IcEZNUhDtOekl+
UDM3f0OIMiQYmMjjmRLRS2sCLTr6Eixdm0Th+b1cIFi5JcT7ELWLEdiJk16ocXwOBvDSTAUpjRqe
mYMSfPfEZFpJOp45Twz5NHSYSZl9z4mng2Yk89GrFj0Jklr5t6mY7FbhgmP+RUJFIZGd8fOrq6ok
zx2PU4SrkfaTIu6JWicVh7xvkvD1t+LPqgxDYdaCCWZzwtg/+SlvlMFD8BaqU1W+7aYBMlM+jVjE
UjQoZQShFmx/D4bws1OMoCpfH37vzPt5qYiJmO1cKDqT7a397a2cmmEpSzeJwwJ9uBlA6y2+F8rA
Hgq1oXmbC91LfAyumITzal4ju5/eK+Q0pH5ndE3mm1W6QmxXh9INzXbNJ19XNtF3ZyMqDmKrz5Oj
KkfzKQNrMwbzGsf9gS+kfusSHZX7ukOEeZQ4avuOrbl+txUmnzpwVmsA+beuD2XVtXAdSzm/qUCy
1md2CH9OZGTzFIMQbm0BDX/0Augy61XOcauwsinqaid/11Ll/Nd1y80ax7LDu8JHa78PaQYrw8pY
UHtrB7o6FSm81jp+L/RyPqOReGk+wS9kfbO3vuy+dOsiM/S6gZHQrDYXTm7oH9RhNQ5G01qrr8yD
/AHfPpoUyzjXE3jxVrqU1AA/MKN/VpV/m0p6X2CLsKgac6jTCHuYmy7iu5odDXVxHmNCVI6O3TR+
4jrdYcz4FLb0qq9Y1LQoLxGNoY+/I2Nmunt9jr9wbtmOt5wSNuUW/2G3C+w7i2+cGClALZ1l0Hbq
9Pc2ctB7+kDm7Ww1SYk2QhNfl8QgP7vtXcSTq8tLGGAJTWRQ2sNyJu3kz6WN34RlmqMwBSt6y8/f
uyy2U8/2FidkVta3Iu9jfxjG9Ztm1nU4y5UABFkm5xQ0f+6HmYSIU2lq0gBj4/N81BbXSzOS9IIF
o5yCRLeqA+eob9qsuWeOZ9p2Ac8+aUCo8IYxFdgUowrdXSBo0c4Dh6aEUnXFpYte2W+MOXnHcjNc
Z26Wg4dNJ/2z6LvyMMCxOdbktVMLlvk7fS2br64002/NrKtvbYWcBl+ATj+z+P6xJdl+IxMDORTv
Cta557cjThIlbRDQhdIS89vBapWvMFHjp66w182lnKXqEXL3/GPgpz0u+todX5+af7wyux+w24q1
U+Wmllkp4TAI5Oap92Ed03NVyD+WhG0QDmBsrDXSx7RtKv72XuYwUPOe70wIsf+aVt5lIYwqmBXj
urXGq9603llde2Z/8OLTRwW7gTNoJu2bDZOEeG0rmRLCB0srf0qIPCcxteU0K49QEpXH12/k3sDH
esNFusTiYrPWOD3vHqWloGCEhxeHjjpstOzECvPOm4W/5Gb7Yx5L+QVHpIW4D5D+QobEjQ1T7/Uf
8cfbtf0GNgybXgMr1P4MMzPPUqBySpihksUIm0g6oKpF1M7QvH99qBcnzm9D7fZf9DgTBDNMnKqa
TdLx0ndrqYnT64O89BDxkgJEBfGycUOeT5wFjuCcKLkS6rpI46ham9XFhu2qx7js1I+Aso0fr4/4
x6rIaZa7hMF7k0tiZ3g+ooKhGhWW9Kgmxd2V5orlBpu+uBNzAkx4xUJ2qFarPLMMnBt1t1QVcZ+M
Ymm9cPQ8QNkIjH7oMiHcofPGEMtbc60sXXzmc/nnE+TrgihwMwgR6LxXB8piXe051ePQzDPnylQr
+1rTEnHx+g39891nFLQpP5EvNMd3lzaxvLirPsah8LTF99IR3X1q0rHNJnzxiGzL5FgCxZv8OhfZ
mfnz54kLlI1L8DZ8OjQ0bDGfP07gxNUsajgki6fnt912zArGqpf3ttFdw/XU4CLK5mIhr++9Iwvv
iSOaerDp5V8uLugdU0KN/fc3hK0eJivcAJtY8vlPgjCZtVUr4zBvPRelX12cZsewH+KWZMrAJMvh
BqvgVIaVvp7jQCCM4E/ffxRxiZAc5SJl/UMSOmnlgkVjTKLU6N2rZFO1Bclcr0NE3pOqcvpn91M7
jfUmT7SZHA2rn7GKZJNQefF0YAWJq7TAtS1pW0fQlZmBUUYVH/napx9pwL6tYwPCXkPzx4zSLsVc
mRYG2cVeXEvayrWyZFGc1eZjOgxeetzCbBBm1F37lthLw/QrRZvuTGtU3wxGW2R+rpYt2ETKF7Xv
dQqZlLJzR9unbYZeeigNREkNpnzVL9vR+ObQu/hRob6/9tai86LCafOPc2/BI6zo8lJnn1fzvdEs
9UOLBIbraRb5YIHFuolHB74phM3K86Vh8dcKGtsSAMjfIsoQvH9d+xngqWX35MXjA7IzjC61OV86
6ghVpI/bJSVGampmiuFZf/JKIa3AgWfOGdhuBmCrlr4gY1db+QXwU5KEtlzBcnCaBqheDXnUN0Zm
hHbj1umdAss0KN28cO8Lg7jZEdy8bKuAWpIL1ddylZMqEw8NRjW0EEubtWwd/YNGr4iDkcP1lTJ0
kQuQ1EvsW/whSwxaHJmr1vdamriudhycXpQ0Bonh9Csi9lI8USCbIy0tPCNQY/BaoWUPWgu8NaVT
okjVeerntPgMDNTMwdN7UgSGIPwME41rseseCliuJfEzrJdA8rtAI7/n+2gZ6l1DQ/p7OhVO76vw
ichGUZKkC10cDOtD55bJdLCB/xanzjblCKFT7Rt/nmkMhY2m2HCHB5dtm1y68T1BxJRyNEExK2w6
aBy+XkhoocIASh85eNTWS/bObk8nwhQpQS6LTuRHaiRKlCUaaqB+nZUfi2QOzNaoUV4xk/YtlZaW
omnhxJ2P3ztVDrmIe6Y6qJBbF/SXGYhBbfUgrS3htw09nFrYRNg0qbJ8ox3g5OFiOMk7abD2+Brs
qbcjckZSUIgGkJwADHRXJBYVj0uVsD0YiZt+w/bSveuBAb9HlNDAMJUEn+AAr7S3SyMxeHf63MJU
MqxpBOEMw+QwORBafQ0xweh3KnwXnydnp5FnzeonnZftA5WecYosnYpOsCZ2e5G1EEH93KrNNmR/
NH+h4Tw+GV7HH0Q3EI8hCeKrgRVvXN+TG6K+p/Gpf7aoC6ZblEu9+KRctveV6Kw5oog6mqiCY9sO
9SHbMoeaBeou5ZLse2/EyyXUKUj2ncjSt7Gpz/2loZXl5ZYAWx07vvquX1vp3IZqqkzoBieZ0yZP
EIFLuoTJNXEe8zulVZzP61hYb63O6dOTnacYGEVcWGEZu3rhEwuZ3JhKvs4+ETbO12nwEoP5N4Fs
gA2irz7awLwM3QWzEslcqb1SF0/NGuiu0Q3hUhnmdzzLq3g7KkaSBUmaK9OJiA2NiAvOdIa/pfRm
F2lbVJ8kmTqftDgxHjoFoIqvyhbingNb8bObJ6CCFz1uKF00gHSDspxiandZUfUBlcaEb1xvsSdr
jfQ45cZ0b8+Ffurgd2Pj9IzVb9bLgRSJLzP5DJWvkanymFpqtpB1VLQswJbVfgEb3NwnSOW1oHft
/hF6ka2dyApcnG1hGMiTGIr0g5rY9gc9H4ruYLr53IXkTZTzJ6pmBnlNM+lS0ZKl+t2cxeN85KWI
+dWZoQ5fCa0QelAuKKr9Ms865ypLFqW/iE3YZwfRUpnytW6m2Q3RuK99fYkdJWgUBEoQxUUBeywd
ahGo/axewuck7sOmfK5Qdy7Uz41ZrMNpMetS88cNr0+Ji1OOn9ujuoQOAAoRzkNTk6GT6bgoKpIq
bd9teufzOHfJg2mR+OUTsBtDdBwHLGbLrCpdWOQ2OM0aYjDMb8Ag1gnr/wRz0s7dADtIMZw0YRsP
ujIOMdERdltedM4Ie1lF7gQe2FA3SPBEGNRhUOMSOLc9K8c07dQfOpknamTOajFcC6ucWmK+2VEH
Q2dO8QfQTV311tDpgxxJoejJVEZAy9/FY0p+FGFKS0g80PQ4AMaq/MXKCi/QDNlpJyKceFRwgofy
W1/k0xQ27pxVfml3zZU2kNCUEKv6QZXe+miyAzUiVlATHrcRZx9to8XRm09YI26LHutSVJhVlX+B
TiXgQerYqVEkeDRG1UFQqzUghvvF2gxe4Dgg40el80rqMJQmQlHkMIlWPc0+o/ebb9cyn4p3TO2p
DtOk0U65lilfW9MchgtjiOsnlV5JEeA0Xiu/B3bE2uH13mpcZoPgIwADm2gXziqTeZgQ+FgRIkzU
BHgNeiDni718zMpeewDPTDhSkhWsEwr7kCdSTIgqyYqWPBGw5vA2zN68T4g3epSk+3BkN2bOA0o3
GiNwZSLfg7wt0o9G5QB7r4uu+lAiI9JDWY/aD0WO/ffJWJdP+KUnXjxp5ldO3BLU3oCjHn1vBc0P
JVptroDmz9WhiiFFHYWTiQvL6uzFn6vKfEshRXzWnVS/bS3is8Jlqev+g9Hm2U1fEbgXAjqVtx3/
VOzTnG3sSAXg9CU1NKIjs7wqrWBZRrZztpuP33UNilhITIZ9nTdq83mo20EBoKcVfTQuPQZkt56t
q55Q2P4iy1bZH82mUNxAE5WOzmRArxyYY8r66a2r1R4w3ph3ZlrN7+PKXdojUeUu0PnVnNzQniiD
so0biGzGdMRGBAtILfmSImuHekacb7hgGYsDWxmXp6InLZCtTQmfbOS+3ChOjSTaqfGMYzUX9RjI
fL6M9XYi5b78bozpnAWNNJUbYZD8Fq60bazJxt2cMYX42lBDGo9pXxdXwm2ke1C9Kf9ECOzQB+Og
iCys2mZYA9GbyqPbabyEVp92T+2yzFYwcoK3IjAp7mVVbxkEraLirtSQzz2B5j8S/Aj9fOT3+mWp
68e8btXuSzmTXB1lpdCzwHTLmL7F7G2OVA4IVlDKLiYXBgTUpQH6Sw1zyOpXsLnTW7RjJH6qvWO+
E6TkUWaEM25bJlcNwYLtsSnJMwonvRE4AseazzepBnWPBlaZyM+ZifCNDJKTrtzcVeNjriAciEhv
JgyMlZ+0gC0+NpJlLXtyljL5zSzn4YerSnZEVWKXNx5WG8tPtvQWXyy5rWKLcpUy4NjUGkGrr23M
hggD9pbUXte+Jq1kIGFLKaCr2SycvkfzHn+7ZVVdBHeEJAcOWfq5qvXPtsDzgwRGGBow/HUrIu7V
qWWLmlMsqRLiSUmxCHGOafyYiPmrhSqSH9uE4hjwzemUQKlxnX56a62uDGeRxe8zu1YulM5ZT96Q
OO/K1bMoTJOZUbWj5VvjaEAtE/0RYLAeTBWBFTAHEK+vk+vnRbcC6pcfXj+WvVC/wV+KqRl/jQqc
Ym+fl+u4TnGvxuGm2z9q9gDkUVu1oGlM68b2QMNDic9v2WCnZjBj3brtBjs9o4X6s4CDeZ4DPeez
7ebuC8XO7E3tOAsvNHXRB5OaD+9Ya9iOV4v89wfzZ0PtzqEKMQyyzql0dJWSnsjz6d4ridAob5Tt
USwYJdZG3pPulX98/U6/UHfA4IOXCjizh7loO6L+Vg20S7Od6Ht7nCtaPRJFISMF1MaZY/aLdxI5
Myds1I8QUp+PsqpV4QoYyCEOsfJjCTqV0HgcbEeqbmddOi8PxnGaCiBc4H2b0OOLbrYZ9Rszn+uw
rWmSsvN85y2cm16/eX+e35kgFDP+e6TdzavLlhw8h6dGQ2w+pU5cn9yNnbtaDsrdpJnIoijS+9cH
/bMMtxGwUA/8pKsidXp+L61hitNGDEQ2Yv4DH+kUYabeps21FsfnLFjbtNutK3x0aLZStrcxEe8u
sCVFp++ckpxpqZvfJ6+zptCwevN9PQNaFWNW3aeVIR71YdWOc23pD69f6wuzk9LpxpOjXk1DdDdv
Jjtm261TNzb0yXmQAlujQ7zbf9px/yCD3v7ngna0ot1//f8eXrR1cv8OLzo8iQKCz7f/c9Ft/9b9
TjHa/p//UIws57/4zNAxAySKlAtOzv9QjGztv+hfbf1Mqml06DdNwz8UI8XSgBUh+EKbi0loY57+
xjHS/wtKhobIZ+sO4DfU/xXK6PnLoaBo52TMELvSYstGF2VXIU7FbL2Z01X6RGZmpNVkCID71vis
doXywSGN8ZEAkiKos3U6lI1mB0s8LwGyKe+IgymLRjXWHooWZuNv9/OfKfa7oGmn6fj1y3avUKrk
6ti5ZnFiR1Ze6ebS4MVq+UbjurwhVCkO1JZGhKTn7WvjQiKtsX4YFQKJddzBNCxionLMVSQhHBv9
EOt41AxgxEendudIUOp9d+aXbi/Vr5f+1y/dFYfVmi9o7xXFaYjp/xnt0JIH3KDMc4r0qyrM9Mo2
5zoaV5j+vhXTfsN3X59pWO++/L9G31b13z5ExIXGHnzagiKabh1sp5lChdjayJWWHrRpX56Qzokg
naaG8tNErqyMszNdyufl8V9jb8vQb2PXFaE2qFyL04rUo/Ibe8zuEk62FwpJOoE1eeq7zMgWz+8d
QsVfv93Pv1a/xjSejzl6taormp6fmmIoD1M54NJ0K3GDLPDb6yPs+F6/hth9KVywTKW6TsVp1JL0
ig1EGvFpr+9LZEAnIl3TKDeLER7TogZOU1anch37g5ust4WYfjpSQs+s5huv6L5U0jYPdaYPgaZo
8ZmH/lOV/NKU2zU8kSvWVWdP+Ukv8jmouiyPbOjIB8Fm5WSwbbgkLrS4TDyvJO3PTu9RyhJMq0kv
qgc14eVNOh8xonM0ijm9VCdNv204kl0ZIB4u1M6jVi2dzi+p4ZxBzP7tue0+SWU3Zb1wreq0xjNI
Vw/8MBGn47FqnDNNvZ924j/viv0HhCQtEmFyGDph1yCN1TGkn1aUly3RzFe0LrGntll9pGJQYwRc
2ouhleXlWGqjr86Ddue2aK/TNrXe1IWEO5mOxce+SsxT0qTDyckXDntocYN4RYNhoN2K5rnGGJpq
HOa6QYsKsZB2jSuljGP9MPZrdcVpX17MDXDNxuKSW6qUV2ZiSqKMyDWD3/29A9ZxoyeDe5iS1vhX
ipn/nsJ4hp6/JflirTkS9PpE8V8NtijqcLEhoKnN4hzOvCYvr3tA65+PIVtIBt4yc7udvDugTlZD
6JwlaX3DLVqQj1PcfgIMUYWT4UjfLY3lzIPeKVJ+Xd1uxSWLesA9atangkQYAKRWbtrBxFboQeWc
/r0cXaeiuiUcG2/yUpjB0GjkpHlQS3CzzpZ6WgH5n4MG//Xn7JZg2k9NvdYWNxsoxfW0FqOgyZOV
p2WxSDWqzMvKTQRiQwMI3FBPkaIVhLV2kgQ8szyHGdqZBH/dld1qPFYWr7uq1SeaKRncbsB4BZae
oE3iD9KAXpxVpYwWksJpqks3WmndHV13Hc58DV7eS6BQfT4f2Hybypgr4uROoxNoqoKguhbyqkK5
gt4Z0sTrE+/llQQN6vNx4sXlzYLFcYLMXR67xbb52CN+VTV5//oI2wx+aSHZLa+t8MAlN15xKgD6
hzHN5zAvICpKSxsuaIkgtKIB9vH1wRD0/GW4/dI450PF0a46YWZYvqFBAWxDC2a5pHKjeAfaFFVH
7qUtHH9ohbgSiUpMbz/EMy1K0+OM7fb2HBV209oUJIobAAHcnaxHSSpGt7iZRWsXvpYv6lcaKfGT
LGNtoGFBchnJ9sOnVB0TZMw9XXs0s23AGljQILRYTP2pdwjmWarUK452nDlvVXcgAbv2YpgqkAFG
1V9m/aYbwLkbsdCHCMS0dyGWzmX/kWnKGokyJmibsywdRZst2tGmK6whUcfCCC9IwobEefMmsVzk
a2TZ5VeZNwiN+kRZWX7V6crHxWyLHx41pDnqPacurxc5J58s9hVX2QCg/Xb0Ki2y7Nk0gtwqEw+V
VEuiDUDz3A48MCN2lDZVcjDmOumPelrb91jo64wrq9cfCqHRX6c88yI9VlzrBHfNuJPumlCj8RTz
us1t737pcBFEmhlnDYMuFfqYsdRNX9RD+2h58YS9O+XyfBiMaxuVrtFa1wtedkPp+R/1Oj0NhrgU
KthFv5ozraToLAG8a/qQP+WqMd8bWVm8KbqxuZAVlSMr0WnRgvblySPdbVyaDU26+LgnpuzULR0n
vAquGdTRDDDlWlTao00T1/CnpnCLYNLs4o2NBle5pCDXfSdzW/xAK+tdtdJpyPyjhxWxSagj4olG
GmcZ8OVAVmTLozkdSJTW2tm9L92Vp6wVk3hXlVVVworSXSInstJ+VNasLvy2M4utsedRPnNGrXyc
CB0lKmbNTC2i7Es1NtUTpTx5c2o85oRDnAy3aD/AwsyftMK2v5Y0vzqcpvUCgqRXQc5b46ocsMLN
Pd4kfU7u7MyoZKA1CmxtOKBsOHW48e9QS5YPiV5XCexDvVBPxAuB7TW0Xj3EoqgQco+dTsQz5tVD
NrVrVGLAoj1BO+y6sxbP8JErYqLLmgyFh00k3eBvUQB3Zl+xZ6gGlc6zm6F2HExFT8KsB+Pua0sl
wqmx7LD0Uvo8reddEb45hLmxxpGmxfSP3RbQnptzevLjJF8/eYslJfGmq10Fejz372UD9cuHuq2g
NB8aimWumR7NeRokkBGvv0s05nUwxC6TXfTJDyutmt43rYmyMu1fK2prGNEwS1Z5UjytPMydbPI3
5Lnb7/t0Hh5blbTSSLFr5iFTJwmt2eBrbatGftel6c8YS9v7UvOuSUIrW+d9PDTVD8Xo7K9uMmp9
mC6j9V1C5ssCTQ70jEc5jB+IntDpBNAc+dKPXZ8GVmdU3+vEzD9kdSdQJKiLMWDXo87rU9taNF8S
H/8kcdXdDmQ7f1zmYTjocC7v7TZriAmlH0lEfB03UWwpMcmDdCrczo2SGfGg34Bo+gH8v0Hk6lo+
ipzmMhHLfN9rZdL6c17KJ4fpRC+1RJhw0uuSeL0pNQT2Utf4NHbDnEYUZi6nUk0vJDIHeo+5JpuT
i7pmQwXk86k3haMH8aCtXwqvbfrT0uXLGhFKoVzH3YqjkkWhfBdLMbNq9s0nSstLeak2sXqTDQTT
ySHtIUsBdngwiRCa/cFb3GsNqGwfFa2kjanQeRuSOLvVJK8vD1KeLDnNNgEsUHgCr6DDoglnDZcy
EywUEHtO40IwgN8ScvzdqolljkoxqV/LBNmPz4HSKi4qbx6+SLas1cFtWDz9hlZSGdgkltwsXg2+
Xdgt5dACajpOUSc9xs0mK5iUxvyken35NApS2ZCH6qSXeqXMGt8uCuZzN5JtzBrOmhlk0iOGWE1T
6xqSBe/h65/Av3zR9wInORmDNTQtG6h+IRqkMpILQe2dyGXjXPTZtgl64ZPu7Dar81B2JR2L+mQX
9JamfjFOSb4sp9cvYNdQ+J+9114glq167a2OXp3m8mehu1CPpkd+6mAlS2AWdfdeWGI6rDode87F
1N5jQMFDy97Fq7P0UGjIu1xr0PzcrBEb8RU8kPSXPTSjox0VvS/pOZBlkFsOrZAm5ytLIu+lNN3u
Vm1z88zh+m97yH0e1oxnIs76VZzyYcqv1dXqfALVsjAnJuuQrYsWdUm9vW1edyHZJx0F3OFrrRnP
JUc9r6D+upG7TayTAmErXJmdrCVX32BKjW/mqckfFUnW+zKVXYj8JzkpQ5Ue8zU5F9ap/2XLtyfC
Ls4iaPib2SnOc/kNWQPe9Ay5lZY6U3M9GKVNSycZYumPspw+9JbZPfXspymYDcuoHu2mINmCeGSY
y846lxHguSwLVJOeF5qiUT5wNG0bn9z3EYNvJ5J7RZQJJ89U1F6Efc7+pPTzSJAzbUpOkUbMAmJW
56A7f7uvu01zZTZ5zeJKj2SYdXY96VbJaEQfDfPUgamWscVBSofN6oPtq76lXV6fM+n87fXebadX
wqR721iTk1fZ5Sc7mZcIvjHqsiZv/pVg+n+mzV6P2IKfbKXb5ezc9IDeenksK42NrJJ9m0krOPN6
/OVC9v6TxFkzfAxNccpGw7xOunkM23JrccHRO7MU/u0N3JtRq2q1FWHM4mRYa3poJ/p0IjMozMJu
BX/F5yeYrXx5W1Vey9wjnmpy1xyzuh5/f30x2+lOf93M3fHawUvpjZRQeMv6+qKJl+Woe1X6ltZ+
dieTvvd/JmJVGjxUjAvWTS5L626VhQwWpMenJhbl8fXf8pfXcq9krtokY2L2xUlh2+y7Qi2CUrWQ
IIlaCbSyziPHW/7pa/zVRPu3x7tbeyjXOEAMkvo0uAZ8QDtxA9r1SmSAlXz3+vX8bYjdGblfgDfM
rbFVwUiNk3Dw2ewUI5ZWpJ+vD/GXL527e9MborrGgiosZa95ix3vakB3vXamx/uXQ767e5fdeErX
0rGrk5RWG0BevK/b0rvqBMqBCc7VmdfgL8vV3odQjRNxsJpWnXDarJHaq9OtSJQbZK7rdQmcPpjo
Sgb2YLHFGWP9zK3bCYz/Z+bvbXwVSGEt7ar6BGRYPhRuxgXZSs7JRBHm+pjRVE99UrESDr1TkmFy
IqkaaV2B3jKIpVJc96Lt0FDEWfGjcuv6oTY5CGPjG1sFXcdYSDZ024FaWViL14qo2yvDkvVxAc/5
tinn8dFBzFYQxFapF7pOMT0k9zONgZWy3TyqZK6MgaNIjxMEKpk7rWiaLUmnBb4x9914l8VD8VAt
JW0Rs5L/l70zWY5bybbsr5TluJCGvjGrrAEQiAh2YiNKojSBsRP6zh2AA/j6WsHMyuKNpyDt5bim
vFcEATi8OWfvtdv1kxdyos8A4eSvVZexwaFY90ziFCOs7VK65W1VehrlcWqjpeGSy+5b2Zlmd7/H
EWmmOxfN149H9Juv6g+bt2MECKUQf1n6Qdvledacy05D1Nv6688FMtVVxzCJHasL1khj98C+1kxJ
BjQAFoQWuSFPSPhEHw6Uh9KNpfLgS7MkibURzjLuc0fVW42Cy96qc4NgInZtT6Xu1w+AOrtdMOrZ
EGlmTUOp5zAoNrm9zClFim4hIsYNhv9snjuGOwWDopuFfm2ftPz6CoHbtpPDemkh9gcKXxYPfVal
n3zDf27b4GP766uE+2l1rd/le8JLXi1ruD3QZDgdFkQOTsZO+qr6ZacI2j9+faeWtGPKoe4WUOd9
WlTNmF0a/jje6i35gnCzElSGebcdZRZsq6B8TFZPewgc+IYjm6Gbj69/Ys51Dz9/16UqySvoIDmX
e5sokEiv3HpjjGt+ZtZV/klD5tQljlYOQcvFn6cm29OKG8+S3NSBDuftBdf6LGvsxEroHq0cq4+S
sBu1dD9YNR431aOj753yshNGdzb3iAp7AjKe/7NHdrSGNIeIlCXw0z1Hcxn5SnfPiCYOIjXrXvzx
JU4sJMcoo8zDBr1ywtzX1PNujLXTQr+x0LMjYt4lA3rkj6/zBof/0+RxNHEFQ+/MmmDiMhK3uSi6
xYqk2yYbo7XtbaNZ2tXoy/Jc6uO1wbx647l1HXtG230fG9N4bFVdsUk3XhtOcGHTYuDwB/0+VUWz
n0JXS7p9lfUyzNLyx5rn7nYdKsIKa53YHQ2j/TKm5VYTwy5rawp+Xe3EE9otykpTeY1m8blgcqOA
gNGiwH63n1qE37qX9eHYsr+c3ay+bXi9cVIKdjvIES/KUcIilyY4Szf5Rbpdv/U44m8+fmCnPtfj
dHByZFuUDCaHLL+jmoIorgiRcruRS1rMBmeJv8uEqe+FppLt1Ffaz1T2Y2TVlf7JcfrEWHeOulct
sc+ocI10L2svRbK6Nl9XE4eGOeoGakrMBSGGlen14xs+Agj/e9V3juZDr4cWNCxlugcLrF95Lu54
K2nWfSeFOFN4ZXaDK00O5dIkeWCqybil5FqbGAeS3MXuNLffgkwLyGUrBXJioW9tNduxrO31l0ur
5dAiLMhZrcwNVY46nFDefvIZnXpUR3v1YMJN5OVjuvfmWcYk1uohE9GC9tn5gWY/v10r6kcfP6iT
I+Mw/b2bSZcDaqDuyHc1a0odtrXInV4Ny5M3LdNFTt7D+eSWAJOrLPuqyrqN1qyQmz4nzu7jv+DE
3tY5mmeLMshzTR+42wH2I2lRWlTn0EQ+/u2n9jjHBOleimACqpDuUwP212oa+b5dlYjxPqEMn2fv
otNmMzbrtSAisMdBgE/8kxPs4Rn+YZpyjqZcHV4zHmp2ibpTIWkY52YDxzqHemaKT+7vxJR7DB6j
plfY64JO0lsW88FKzPlKl8mz9AHCRpSmPivnvVmi/3QvR1Ouv5A4AiQv25ce4o8+mJdbS631hRLD
sDHbxNz54Fm3qsL0RQpOftuYI34mN2dH7XYFXSJaJ6GctSWeUs86Xxyz2UjP/Sy15MSztg+njnfj
2EpTa1h8lutKNMVtYlJtN1azoiPlGN8/HkunLnE0heWL3444O/I9MYnB7o3qnGF4vrZH+zOg3OFX
/eEpHyfGS9yMeC5zLiELee4pAx2OVgZb06kDtPa5STqFMca05LpP1tJTN3U02Wg14WidP+R7Xh/S
79kszxmyMrKJBv5kJ3VCfOPah2u/fzczLmK7CigAelp2T4W73k2BMG8qIbpoSTVrs+CK+Mp1+zOa
7Nme8Pc+clJ/3QqvGTezbeDN8GY7WvGtb2yyTSJqNMNGiPmz0+mJD8k+mobGoEePm2s5p1PMHYFy
ymgpvGXbujTRPLwOu48H0anrHO35ErfXTC9l/hbG4tBMr0HMtoGxzahWRlmNyejj65x6r0dzTwAc
pu16J6c4PpITO81FqCWBFgtV1Z/MPSdm7mOMfUuzdUCI3u6nSSXxOgT21dA3S/yf3cDRhINFcCZ0
MGj2AqdRCE3BiROTFcJf6Nr/R5c4zjAo+3awcAU1+6JJadnhAf0C7O8a2/ZnEcYn3sIxpDwNgM6L
peImssC/7kr8GkEr1ptpqj97CycG1LEuWcvIpSFuk9iCPhm+J4nexR0hZGeuLrsQKehw9vHDOrEr
Ocay8KeLeSytYo/O8is2sC9pId3QgOO5mboE26z9GSjl1EM7/PzddAEHW61q4RhBhBooyYb8tMLr
DYo0WfDJ0D2lzzjmWA2p2Qx+NxX7okDHBz0rOdfnXCOEsSE+Qskh6g8dMZPqTZyXBv4eANLnosYk
A97+0335qZd3NBv4mUNZoOEYnbV9N4cq8AdsyY5h/Eow2nZYGAtxNpkJ1jj4SI+1bI1fzii7FouS
bT0Pi6bOg9KBhlty5kAaV3GMIKuB+tTHb/0ocvrfG+ljGEOr5Q7HezS71tiHJW61r4s9Io0grckU
pYixXNsR0kNEvW7rR9Ja8BAO+rgN0lGFduU4hHZ6C6Q2XqMC9Uoz3et/jKnh7wYHz/pUJ3OM9nLF
NqvSuDgkv+MTvRBKXvZTLcNW4qAdyTjTacZeTkvq/nAzf9rVqVVux1Rc8Ab73TRouBzy1Pwy63Jj
iM/miBMr8kGv/X4wVpiczc5goCCvMM8KY+acEhTobnXBYXE1f2vrIQ5V4LH4+ImfuODbiebd6C+S
wpV4KIIdRi0ZQqp+tlUlr4OG4iE5qja1HP4Ggp+CT5bnE5/bcTgGNua5yQ4XNB2tuy2RFf1mWnfP
CK5+/viWTm3Cj0m8SoergfEr2HkTm8AGc8OmrbNy6+aGfBpcj3L2MFWbrpZin8va3UAjnJ8+ufiJ
Zco8Wkh0NCeuxqZ1NxnqPnUMPVqmDO1mqazITPVpY05OHuP3z0PT0qozoAT6heqVj+++bDYWvNlt
qU+PH/85J17vmzb+3eudV7Oru0m5O121CYE2k7sVayO/BCRmgJgnQifRcyIAGsP95Ion5pjjADR6
kUNJ+hu6QK0ov5vIYjdWPafneeGaZ5R/P+OsnRhHxzAl6BJE+eBN2WGKaeKsMqsr3RinTWfm5e3H
D48gwj9vkI9dMKiYs9Kfs2Kv1kDHDDC2/kXeE2qJx77EbjTrY7pz/MoNog6/8ZWRt9NIz5DWQmw5
eb6htIIaDmsWR7CcXShm4Lljt6kKDMPCsQKS1Vil+Ra2k4ABgYGQeSfCgaZ+1RUAhXBqtWQ3lL48
M3POzGFN++clmxIwCBk72hun16ZriunW18oyYGfBI3nJ+iYzCKmcKpJHZe5eKRQweRgMcswiSHTJ
dR1oTruZtEDdQURwp03aue241dJnBBpNi+09Mb80A5b0kJIE7U9IYOdgVLpiE6xDj7cV8OPGW3QG
eo5yYY5BXKRZuPhetR/XGUGC5mlrtcH7VXpxIsmMCX1Qla8uRc7NTNQS7LPZkj/FpOeP/uAjMtZ6
ERzcfg4OeLiDySMvdP7e6vXd4Gbq3FmQdkgjuO7SCev5CnQytEWGAX1aiEGOZvJ9Lltskjq8gsye
wgRjfhdzf/nLWFXGZVKkiRNB8kzGDfo8sXX7Nns0PSGRVCQFMlYHs2wWW41tPDhDb55XgC/jLPNl
v9PrhjIe4EacpKVSwoj8Lun3lsbt5Apue+SzrctuyCGzwOkkY4FP1Wrm11bvhukOVXF/V3jFhErH
D/BHo68LnvtEVla0OkFFHrJttRu+w2Q8sFhq/MNWKtSXIdCqlwZo4EO1UKEJNRcmBywVu/hObhSW
UIXF+ofKM8eLZtJYEuJnlf9taIe5iKY17Z6KcWEKX8sKE69Il+nMmAtrDHWEPBFyqN7cog4cGdKr
CRNiQQBUhQxI9bAYRsuHa0z+t85M8t8aqst818i6LjdeLZP9PDQFkBDRoAiyFxRgoa0swrk730mg
HaTDCKO/XAA8WKJBPjnmfbHltO5g1Gtqe96ViqgCy5osMyY01rYjJ/PyK0X4oUEVQ+m3Ks1WjzjJ
wQ9zM8i+pRYUlSvfaLAO6d2sW2fTuupGWEJcaOK2DhCO9lJrnvLBdgl3Gofgl/KCbeLTcou6uVlu
fKK9y7CsAm834Zu0sN3bKmIZPHi1CRe4VOB3yy0V3/7nMuXpo9TXfKtNVXGo8GZFZLpSD84nOvlt
1BP/FHeKWe9c5QbEZ4sq4O3oARfac/Sh6e6z4lXxKABDhOxs7KeAzJVvWiLrGXKn7p0XpgHfsGTB
JcgHEg/ZL874kIz9dIHaAZ+z6QuniGhkB1/TXGrgBjqkGKhqAlHc0YVpd02hOc+TS2I5Y0GrwzGp
V+rgZZ9/G5vEe2lHp2RDWxB3Gs2BlIfEvqbFQdDTpNwOQbem7GiS7ipVc15uWZbkbeoQwRL51ASd
aC0DoiaFL0b829iA0rDNVgcZ16jKe62f0aFS2ay/YReALjiXmf8EeI0qTAm/ZsXGc5AGSsd2rlf/
YHBpy8mtNoU3JDt0uiKLtSBx1m1Pof1LVc/Y5WdmkDwsg9VgqukmDecVyfDIBqpFixdL64xNZeGo
idvVx+WtJ909djKsEJPuXZaWIjYzC+rhZZpIQoG/463bJQ90OsyGov9q25BqVszFfmgWjIZgmOgh
WYO6mmwJ8Jjf50fmnKR7kcjCPB/HtbNjbh3FcpeJ6iUIJjVuamWMANtr5ye+V52pqxwWnlA/Tf6Z
ZSPNDGuIPGnI8J0u5pWozxBdoHOtE4iWhoEY1FkNxwEWQZA7t3z1PerlLOgLkCnBuJD65KuoXaEa
7VI6XE+OM135df+dnPhcbEhCDy5mU0tfa/49IwEdYQi6O7+2a896TrJUA3FSdB1xuq7pnKVYT7yt
lTFPxQTSIf4AKuLddrOEVdLqh47AXHl26PZsNkGtjBPJynAqHhNJoikY2oI9y1IbRh9SudQfkgVq
6H6ok+s+t7zr2pqM+7xF6AAlJGtDEDEuQ7GoAiRKFEYTZJ+NfVnR6Gegdyq5mYmHt0N76IyfXhuM
bexIVI7IOPtrmZgDibDLN7TSB8VWUDT3WrlqBZLuTL5Us9suEWHIFtyVsax/VaSZE0tIlJBBTKct
zqm+15BrGbKbpWs1Fc65rwPQG8rxDjGsusuIwvlFtJRcdv5gaWbslo4YSEvJSWItJtJbQpZ0nc54
m+r7hkcQTkHVPM25mO7Xtqm/dEAXbFSq6dqFTaP6fDNriTZFLgNnD4logSBUtiqNdG/OgBPkY27t
Osyazxnf7k82BsIEcUJCLApfmSB2nlKxHrrEJWyrIAkGtF5ecmaPDYVwxCTjJZIaJ0RDau3oLGkh
WtnLfBId2BzHlHf/M5gYGOwa/N3UFPUPpIL8aVB1uh8fb4hO7bkOe753u8m1SuDvdJ6/g0NP9SVw
r6t5QUFMCuonJ+VTVzj8/N0VZFEblkbzaOf62rehsKybojJIvHWWz6IXTu1PD1u9d1fo66aiZ2bT
AMh7M1a+rC/auTW2uELbnTH6nyHFTxQw3qRR766TEFYpuwx0TlpmDxxiz+C5IeWus5c+b5ez0h28
T5xab+XaP5Rx36oO7y7likroeB6yfTLi2OzbKr3xAjFd02lyw3WQ7t5yR8S/smiu8KBZUStSomKz
jDBkPpDvQRX8hubDvJwP5eWUzMb3olYWHh9LbUx2f7GfIg6xYdYB9BzqGMm5G5tV7t5YYPG2OcHA
oUtdGkFg450prRDRsNh1rNGF3PYG4XRwkqvrFA7azvK68iqBwxjJcVGXk9bNcebp9VlNiHqkqpyZ
o7HXuFEF0G2cABtvRInCbhsOxiqXTwbaqU7U28/fPbQ+rQoUipW2691GnhmspTEckwx43Cg3dkJQ
DAwZjLZlqZ3LfNDvMsNg0fGzz5z+J4b6cV73WBpaMCcMRAc/QtRW0EIcaxm27Hk/6/i/Har/MDKO
McMjXtfMytZyL8hC3nB/y7ZLqTXDG0gh7KIEbotVYTPt17htkvQnIHsBJQYWnGmuy3llso9LfJHu
VjVgSpRBcpUQpbXlbII9MQ1uWruqbsuhfRZOkG8/nmZOdX/eJLbv3k3WJmkzVrQ+1mQFkY1AMKph
MG3/6UheB+9GWO7z7PfWZbXYzj7I6VKYuQ7ahqXwxjJANyHGZRQmdvDVzhwnNGVgfEKOPjGDmEez
oJ9CTlyhKu4Tv/NuAxdoEejyPDKDFauX8Oz9x4/hxAzyphR/9xTKVK+JWDe9XRYsN2QVtLsSongI
NiUJeYm7NcU/8fGlTt3S0aRY+xNow9ZMdrqYp8sFBVrE1lBtTV/Hgoet5JNHdxRs+e/63lvJ5v09
mWlviqROdpOSgQXzbK2u6YxboJkwaO08w+3NjT8ASUXALOXjZE41QjB33PnQ+DgZLKVBorzjfAkK
ejKf3P6JY75+3M3LUgl2SWV7UfXGrskpTCEPNzdvD/f/wy7+x2sz5MNy9vKPv5G3827EbR6Hx3/9
xy+P9es//nbzKsb3hIu3//1fiAvX//shxJacZ9hDROkcap9s2Id//E3zQVyg/SN60/FJjDQOn8L/
RVzofweJQa4yKbgE+9noJ/mPsh2HjH9o+H+3cI2akIwN3NwHNsb//l9/UfH+k0aSvrY3/5wv35Mk
/jo8SIQDKw1KG1atxy/1j1PWM1CQWkoSVNzr8B271ll30N8+ayn/tVT3r6sEJswXgmYtbumvGxTR
KbMlljeNF9HdaYW/64L8kajQK9wywSYvpxvNan+/ewt/uLO/TjH/vCbwY7DEUII943gtavyuaUQm
MRMl7Od0trF3qT8ml3DtHudpsq7mxjQ/WXn/uu7985pEevC2LVZO47gdpoYyXVo5aZtOy38YQTac
VzJdQ2KCqu3Hd/enJ+pbxEvbUAEZREcTttE6uYdTSdsss1Tf24ZzgJXq1ReFOw33ZmLsLV0N24Wt
4Sfdq/9yj1zPtIlqIvGA/Lm3uuK76Y4FwXJK2+zjqfAnqtD2YHytW8fRN2UC7fCTJ/pfxiffDgkG
uuGQhk6k0NF9cnoSqTRs1CZg6KMul9OWGOjsk+Xoj1fhSqBeDIDy+lGBezgYXarCFfFYzckV4Ixs
o2VmF3/8zo6vAvrLBCjDl+aYcOuPFwqr6SxiBsivrgZqNohqtK1pYHr8+CrH7+dwFZ9vzXehqjPx
HN1LZ4DgbqpUxkSBc1qrDfW1BeR63vVGsvv4Un+4IbL6IAjAcYdjfcxTKIE3ORpt8nhZAvzEKSdX
VU+f+Ur+cBXfJNuVFww6ioDHo8ljmavRxwtJTQqvh6aP+PMwEP/3Xw5hQDrUW4sAYzhVf70K24O2
xHUtoWb6LgXiAtDs6P/3JFqEhkIrswymwENiK7EwR6vyApOhr0Uxo1IN6Jwm3Wwg69R6+5Pp4fBZ
/L/N8eE6LqDow+QAXJ8getad9ydCXoKYEGTosadL9rj6LPemppc/U9sHkOhDE735eCgcnTm4IuGb
BGD5rEyMOYKV/nrFrG7RbqLhjHM8UmHV06AaDY0GlakX50hhHlMbAc46ZEa8ZI6EXYTOGHziZ141
g3rm0c2TQMJ4YXWE86/b7rHtSdreOiFInGKVmjaVVknjPdSm1WvOOpR6XblxIF9Y9DphEG5VKYL6
e9JVqX87JGO67LRKpa8LHbfq3Kz6WV71s1Lrg2My13E4MPz6HH1hBsvZqgXT+6iUl0eFMsUdtDvU
aSae0jSqW3sV+6pQ3Y3EJj5tG9WJS709dGRnsl5BfJpdeU/4pl3vM5dK/y6nvJxH85L72WaqYdXH
xTCS3KV3wGrjHtccLRClgFEnolhj6pur/ZAavaQYnrmAbYE82eWdcgg7uJAlsErCTxTsW2+op4hS
vhI4l7t1+WKUa1tqF6ZVDv6lZy8wlwksGS/bvF21EE6630fS0dtvFOQQO+dIIeKgcRJg8mQKXBSA
YopNCav4XuWeX4QqSZfLZLD07qXx69qjLnz4ZN0y96Ar0trRo3U0gPE4VQbPuq2G2gyH2aVIZanR
+yE9YVPqhc7v48uedVKZjMzycYFL56a06YxHntDsC5uVzg+tdSyLjU6bbNtqMkujJoW0i+e8R4Vi
5aYzhtLWWofeg7nOsSln706vvYbclfnwW/Ry9kWscd80n0WQbXQ7b+hLyUQ+FwMJslFeZ2MaO/qc
/soIm7nzrc76RaYMCBWIERPVXLusRnypSlf4T0yjA4pqqPlWdp36KaHv/17thpWZtvvD2NviMdd1
9NV1rhIioltqn5FMZvfBRnUA2CIJEBp2tvQuD555gOear10D7euey6mzsn0BpmzdDi5SGMA1rtfH
Jgac81Rk0FsGoo/aMGkZ1rhuMrm1ljaHsGqC69VAgX0RvSu+y4ZD5w7WOf7KBnO5jiUwoadLmAra
apPOzwbbDsmu3Tzl5WYasnqnlYX3a0jz7kGrF/cHFom5qm9g9Bd+exvomL+vxsBoxzEe8Pnu8iRX
RgR7OrjjlZn2xnKUlscl2yIVYsYOvqOl6lQMgvbQmUBFXFz4Go3rHdictdmWooRclZORhJGHHAJw
+uRC+pFKHe/aLhObOD1hE/Vpo9VcL9MsLYyrSWDBS36W/iqu0xRKAO8mdV+QLnb33TBT05ew/UFs
B2rWwsbup1+aGh0tbjrDu12oFhTQTb0c3fKkmq+ZavG1wKDurtvWhFHRDQYlUzNLmyIyjGy698bC
zWkdFMF9manKOZutsfySidoGEEHKcE8gNQXPKwtuwU9tnfokNIbZ0C8CLaOBpQnXtOJEG7BHjiss
u03WZM6VWdfGq5cTg7IZbS85Vy7JKAdIx7JsHUMMWqQCcPSRhr5Apld9YRgaAIZ1hIKeGB4H29ZP
oJyZWGvdpoG2M2RaJgl4cKwLr2S+iqXvBX2MKLuB+a75C7V8HfpoNIJ0/q1sYhGjhUmmiHWoOdM5
7bfpcppEv5yb4DAYlAqDathC/H7BB0GwQGwI3b5yui57alnKFmxcfoa635md19Ge6u+WsGW6E6Np
/1yAOPwqQZ5/X43B+lmtc+/tkrRzDASMtYucgCy8r1TWDZgZAHPO9BWtzs5fCvYWet7SC3NQOjrh
AvT/Z6Ws5Ukherzzs7IoNiC+hz5s1exNRB2tTh71cqpsiL1mcq9bQU4bVcMUSauDxg9iGE9/plDe
9/GY1nw8FV+FgkfhIF10c+n+5oBWOXSokPLvE5sOItz51OvPSHCx9lPlsc2Z6qz/QVY53UHPU/Uc
LZ3dvkIPxP9VVr4RouQxfjrQiB9qUc5BVLDD6MJSI3wzGtMcpHxBijtQcau0szPEVPaOsezZ0RT0
8+OqK2lElTnAucGVNcmL0dKXOywv/u+g6WneFDa7gKhCv6ZBXam6J4c54AWNgkY3wtbcW7MHTQwD
qrSyEKKJVoQTa1BsWqYcY/r62Q2pTjRGktkDg0VlvyAiE1zV0zhI7QBYzoOcb2McoTMVAQKAFoTm
14Qxn4ZYNbVpl4sqRSRntWN90Rk2nJbJzJ3dYB2kTEtWjVWcZKL/bWSEtW+oUbdbb/DyhOInteob
HWrzreV0GBkbvX7G6t3dFNoBfu51OEBCsmHFI+1vQU94LLR7Na/LA52HAXUZCuU1rM3OeklZg5az
Sl/0JiwSxCEhzebF2S52hx+ysXQsucZIwN95ma62CAkbKG4m5A56VBcgzmA1ZoAd3EDrt0T2DSri
SXR3LRpaGZp65qDPImzmd9CTGQIMorWbKPO15VKO1uSROLi0tybmHHrMSWBkFJndxdm7dtb98PO5
pVEjDFqjPUj87zDqTIqVXut5UbZYy29bCsvZjA2o8Eu7IaZwr7kVuYjdipRi4wr9IP+GmthfoPXW
7/wq49NehOudG7PmQpYhPPraGKB7h/VSV7cB2Ag3qofKcq/6yvK0ENhZkeCDNKaLegy0gfeSJaQD
wDZirh31K0GOqx32ZSK/MeeUVsjCHnwpUKPoNHom97XXTbWrEDW/4linyVYtVbHs0jYZv05jtXrI
NlB0X3lBNqM2wxgMQlsqjWzien0YdW9FpGyP8i6xcvva7meg8essWFn8jNzydWKdalyD7k/NTPcL
hLw+UiGzya0zk8H+4Zqt+bzqAHHHis5R1JWm+R0mDvCVVeTaddcurgy93Mpebbbw12wD9CfbKs0+
rPndGY5HhsOmS2z9yZC2cYOvqH9lb2dDGE+dgdZ1XzW0mHUJcw6DSzz4frJuQMyvddivtnVLgI92
r9VGbZwF5oF9ILy1ikaVTU9r7StSwU3FRybplZ8l/QCJavYGNn6lT1DAMBBWx54YTlZDxxKpp5mU
dxww1zV0i87+qtH8wyoLb3yNldBLtk+utqyhbZGit+m6CZlGYJm9Cl0VFGdSZOgDckl9I/TngvFK
Pot/U3nMcBG7LLeLIVCW94Xh8EeWhl091aYBU21OpHED5mzVIsJAEuSOQq02ULgipzpuLY2+oRMn
vw197V8Ju1r6Xa/1SRXbtYQjNq4JqTVFrSfjXmPfkMe8Koy9dp1M7iYpKXqyhmpVxka2a9AkTgFQ
+iHzMz1MS9hvG6fFbRjbtjbSYhvdDp5W02b0jQcB/a+bNX+I5kzO31N6KoMJfCHpa8BGZkmyWhso
NyXgo3F+DrjNrgdk36BnVMFGbBkFHwBPX3vS9a63Q21W9bcRF/ZtNRg08+feaORGd83pxqtTI4nJ
amAbNzVluxWH6BNafnlVbJtsztqtXq54Xay+JNmOcxM2dBVM7RUQzNmkwWSI515kFnMGQVMFG2X8
I8Q1eKvJ6o4bh1CLoH6BYgX9fups+6XNU/qJfQ8jPmx9tlExoErPAxWkTW1o4xkwtjZSah0Os4TB
Z6VY8rZl33t37OdGHRt1k3+bOB30cesf0qtaRJ+I3+alCRsQV89CToIIIh2KIzgUAVPVbbNXV83N
9dQK+aBbYv7GU6tfgdj0ZpQWCY1U28u6p1Vm4i4NDhG7SZaxD86rJvjVthTtQrkIQBjNYgVfOP2g
BwjcFnWQyguEIeCpiVgw7Zl2dmLhJd4UOikN07TU97pH3Q1ife99T9DkvcyJWbu491IMCpPPJFxa
g1OdpQRGMG1ilG/CnLnpyhyF7oR2VnpfQYxmIHu0HoaIo+XVGll50vwyhK3WTTXO8KxsQdZMKI0q
eCLPxQIUVE3Ax9pinL/xfZF0XGjN/DuDE+bQaljlo2tVCh4tpzemWJiE+bbvgbpYwquZKct5QfCl
FctjNyp/CtVajD/X3hcPHjTZktgic3lJZ+RPERBN46oxSv1Cs8zl3ik6ZYckmpjtxTBohRc3U+q/
+DAzzy17XSWrkTn+Gp0FnpCZpMklTDr6h4tj3WOvVteZ6xLwYnhFf5NBkxgiy9Qs9tWcQ/dIP+vf
AdoHaGSTRPUIU2v+kYGbs8K8IQyCCJAmg3s3Set5ZCRwGslpdIQejsXHPC21a62tphc09IEWDmPD
hnaqC16YTMFl1UMOY65RQt0vzejdT8Xhy6wLLfvtc1z9OhtjlZ3LJUVqp1Jlc3RBZp1vlqGtTSIm
6kMCl7Y0t4Wt10nskXGBdC1VCtGHgsVB7lPzVPrL1DGvuejQySk66JX0RSyhQSDMFJZN0iyoDL3m
2SFMxkCRJHx2TO6gE7YzpuxDHCmWx8RrC3wYfho8WIDZJAsnfftYOPUh+KM0bV5i3gXni/LYRBRE
bFy4fjOhyEoS/1lVxHMRMWQIzutElZ87nQA97iVL+wCJKFtwwhKjDZ5KG006tYdcEzEZDAS3QxeG
CMw3vnVr5d4WbbFU3IcU5aYVlvaz85R8DXprZDPYluP1AYbVbZmo6+usF8vPlUSWb57Vomcx6zn/
nYhedDEOjeHZGob0dZzmEp5hszbDhkDTHAEPJsnfC48Uhfd0UPh2icuSKUz7qzI41kSiaQ+mQ5JI
InQy0y/PDbIfo24fOGMipcouGyBske4PrsmsEyT51h2ll26SIrAuh8amauGy3TYibenXhcXLCtQ5
0pVujvwshU6Y5Q57BCRblCzE0NpdjHirXYAq1hlHsbY9RHO9xXSZb5Fd4pDeRZ3zEOT1Fuql3gK+
rL5Djjgl0uFDfgsBE2+BYN5bOBgMOoLC1rfQsPQtQKw9ZIl5nHBu9UO+mKZ1hYyqt9ixqjRWyZhP
daT9b9FkUw6HIOrfIsscQqLR/ZNjZheyt0LbpQcYSpOooI3+FnuWdvVUxe1bHNrICYY/6y0mzSr6
FJh2Hkjryj3kqdlFohrrfjD6xDW/eaS2rxtF81mMeTjOfubfr/+HvfNqclvLsvRf6ceZB1bAm4mJ
iRgcGJLJ9F4vDCkNvPf89fMhdasrxVKLU9Vd3VHRuoxkXiUNgINz9tlm7bU65P6uyUFEqguWp1tY
V5r+0VxU32CKRAAOreL62yHVJtlFQbQNdwPQbDaHD+k44PwdkJpFUG6K5CkC8WmR2qQVFtE57UOA
zjAWMboijAD5o3udvBhKglxdkhvWLOJDgowd1A882wMIdMeOJ0Rdyrl+WEmL9JmyKOFJVHZvkxZ2
ONHBHAnZ7YTAEHg28P2AfufdkDTTu2KvlNcuKdjolBkdJLqFphYmnQ85vihJkOYD39oXTiaPCdje
pKafIjfS8apTo6tuJQNNrfKouQKpA6lm2C/6f7kla0jLr9CjoieP/m/oafJChGw3UKqhp6d5mAEU
BVUI14tNaGZG/SQnvSUh8FeAKC+1fMYCtlSvvNmUuVNwFWcACJf99YDt0BQppq24NUdMSwYniUpM
uLeSXZ4U+wE9HQvW2w0yTUPTOxBpgv23+mgCaIn2QKY4e9Bo70XGrifKDw2aOoms7ViNdnMHWq8v
L5JCLS0X0piMrKaEEFa33R+gJLtrIjSoASmBdcvdQ0oGEFLMTuuviwma1LNqMqNuF8350MSuBBaV
6m52YFIuCmwGwCh40KrVQ9OZh/Za7api/GK1hpFdhNXYDXt/VPaqGaBoZuMSQGMkbStTr2ggmQog
dytWABX0xjGy4hBfVwjJoGtCo7bt96YqE1h2M3C+ldvto4kNEv4Rqc5hJDsMDSBTw97TRK/Udovs
mzF0NpkNBbJKiPWqfjatUOgSeYUXtO1sNDMpNTUMlhQB0vLRqKqA+vbqZJuOnq6ayLczE/S4KWXZ
22qy2vOhCNsCbGaPEPhLpNBeG8x9ibc4gaSDqghxIRQOY6A8+LNZUZChiet47iSB7E6q32MDEzMU
q4M2dyk48T4awB1XGFCZ8U71/BUuXXRNIScsyBB2epnDbnxYrAi5s0I/kwvTzs4kpU7gB4SajXpR
0jIGL7HZyqoopAFcKxM6nurdZIX1eKcPpW70pNDI+1/1hSbBAT4omb4XJcKpquxYZbLqIaCBFSW+
ZbNq0wfqxwbdpIjORTRU6nVyT18diIa9Wlv1WdroenwzJRMcj7IxqTYROSC9s6mcDxNBZN8DQody
nNw/OrtSqSDjBbjNUJH/sMGtOHXdyeZaLY2VukkprSjoPNq58pSjIn1DiacEYDy1qp3FQag3STpt
Zrmd5IPXDcYUWkHcy91qCJ0WajhyxSkU/HtyyERJJqqOUttJsGeNBhbWmaoqa3ajiY4YHvFKr43U
C5n+7cEzzJwq9PcS1W/UwCfUgKJRk/m3NTLumz7sv86fgQMfn/izNob6J4lyl4lqFQLnhr7U5f8A
DujWnxBcpYqoSgofkWzqZX8GDqggB1BXoR6sUPaGipii+J9xA6r2Jz5DUejPX2r8LbiBoyojYAZb
o/SiGzKsF5JyTM0Den3QtJHs/SEvpOc201u/hwD+DncNjNKnkflJJf+o1v39WDK9AlwxPox9VJqb
JQm9hDpVPfiQUQPcG/HVoJiWT9asD3qqFrdpUtLo0ESHvwk8Q5v1cpUcE2lzJFut464ra1LrnHyW
6qUhIvGlnpMNhmfm15f306FUuT54oSWq6kcl7lzrOzUtOUisW7e0piFNO5ynp/ByxwW679fy6TDL
KH+q28sD6F1gFyoJhiG+6AuA22PdrO4qbYUUb7Vv+6CcqIiQy6FxAqGER5gtr2HLDU9gOo8Iq/4Y
VRRaPjRcqBwflQpHfIjIGrmfo5CE6raiPF+JOGBPCGSeSdmNPgGA04hM4AxfwzMs8m+E2VtIxTan
emSPyst/jMtfzmZ5/dO4YHtjAz5Y1RvGsHRrXd+tFnbev+0eE2dpaAHoNjeYXuJj/kJNm8dxD5+5
B5mk7pMAzi7AMgBHhXn7b8MyaMBMZTRwDMqxIBqkY+SsprZhrnRYfBL/0AunbCxR15nury9I/SAZ
/FRiXo5jmqAYmLMANFiWP46b1NO2CQkcO0tDHcnRVnN0gF+4n1ui92hfBNrQR1GAirT2DcEl+wBB
916tqCZR6ye/S1gybMCXkMbQx5EgB6d6D5fbnmaJ63So65DOZeAnl0hKpKGI1UpGJNiOIP8kJJaR
XVQUsz1rsnhqE6elNBI7BR1f172aLMjeeUadtEzIysIMlynWeT4zMpskrXSRAle+sCLzGsGwXaIc
woTsnETeBhYdk+A2nGR/LMxBc0ern+/NsSsNQSlAs9xJW3XZOl6egyqNW3sdNVOV3EIyU1EuGGvw
8xbya7a7qgr7YV/3+z1y10SwAZUyHcKcWR9W1PfiVfKSE7sTbY50CxxyMoysPXIWHi1d9EuvchxE
S7YMdDrtdnKbsGiToNO0mJx2boWtj0JkpAhEtGlpRcwRbzSJaMmpyFJC6d5akVNHe5V8OayrZK3i
bjPlqF6tw8MKTccDcSqJ7s561cqpki9pN4DyAzmIToEtZ19SBMvkuPf0Xlqdx5S96wBoOTyto5FZ
r7aUTIDyTXuyzkJ4+2zXNud2769UC9hBOnXZVxWkUO81uGazX8STUokUeQekcJu68JDyLJCW3Yfy
ldIoFAQMY7auapoSrrpRNa8phBjfdNZIKbKsy27gEMM5GaH/1p04VatY7NHuGFx1Nbfv0YR34+Jw
EUw0E9TnKABE411Kew7VKGM8UOmKTEQ1I7mmX3GolOyF/ZPM0ygP9XOsFV0uWsKsuzxcIeS6QCte
VvswvgC1sNo7LFjKrBFU4aZXmWFIba0Ls2fNLuCUxhWmUw/YSPWeUp89R0lo/xKSRr6K8gPdUmM8
hY1QzH64HOeqeJwzCQMbVmF4GasqiUOTis51axvywVGLdqggy1gNt9PQ1a9jW8Vo2O/HiVRcvWrg
1TdW0eOhnvaJm0sgGxwL9vbI0eQmu+jIa6dkOq0Obt4hzsRAB9i1Ar8+xR11Hi/UUEXSE/bd/rZR
4C11CSzaewuU+oZsbENqAnWQ0BklSWdfkCAXjudcS6HAH6TrOcp7OjWSptqLGDBzRDZsRV8gos/F
JZTldKfXpKDX0iprakejM4QqfCqj2050KJ2VyHCcrzTr8IWSDZBUppl1CWEbaRWyXWMnejOTvhg2
dKM0YcVmhUZIpd3Y+4F1uaey9l5S7/jaHWYQLHZTJpLD6CeXxb6a75lS2WsURjLs89SaJ1ZZUtVO
gqG8QO2eYUq0vXzTYkNkB7qfqhC1PbOoD+htn+/1XMMnNtTuaR6s/LzqkGp1Y2bMTV5MFTRAaZO/
oaFu0bqeqCnzlmpmz+DAUEZfSq0Ya61O8jNdBvIhSPlnOjSCLG5HL6saaVClUHNa9GlxBAKJaqHo
lb7PqL5kdeTKhznthUJK8os6QvDCLNWHKzg3tQlwvlW/SdKKLjXwcXFIclKedkTimb6L07prnSwa
49k3Y/OQ+i2S8Zo3AluXvNrY04lUDMBWHOjM9ekaYmE6fuK+nMkowli1h3Wo1a3tvq2axjno6F0j
7gn2ItAOdXPYybT5PdiHvFfQGI+H26glF0WvpCpFYg/ZL4TMMoI/XlQmzeG8CpPh6gBsTkEFQM4Q
dSnaS8ihk8rT5dacYA/dIwqJuoJew/Pf18lagr9yFGqTTepaK83lhkno5LihoVWtOGD7mM12ZN8O
5IJyN41XWk30VkhGYCA0iRlsjNVqwbhNA2S8IYUokuj7UVCQi3MH+E/UeZPVo79AlzY7UGtWdNJS
PIMQrOtpI/etlNKtl8ZSX6NrYo13Woo6zdxG2XhjNFUsiWivK+oZaIJodA2o9Vs2giiz1oXW46Sp
h0m/mpQRGp7KnFTdi6Q0H8WhiOsaMj1O3s/1Ulmdyb2iN+RUS2ga6DRbnSdyU93jYIaaZ0XDcCGh
DWN4cIlllgcOEjQMBP22BFhwQbylcmxHgrww3XqGRO/bTk9hj/TKUM8KUaJaknlVmSjdnUG1YnTZ
ONVHfaonc41wwmTfrIw9A7Yq4Ov0IwVMPBrA1X50WF96iTA65I/UxqP9sOnjWF15fblSJUfvqZo4
st0l55hVqsNWUxkbDdHZtVSFh1vZrGintoe9fpslKeW0Zq8UOI1z3biQ19sGGB9aFfgKBXXxnWUN
43vVpmYGRXRC/h6VCDIFUG21XWDGgAW2GbBZzV3MDvLdXNuismIqjxHXSUu4Yjx1XVHNu1W0akss
GV2TVKI1dVerCDc4Wmx2qd/sU+3Lh7/zO2T9FLIugNR/O2L9vznQhZevxb/cfs1LiBM+AeT53B9x
K8jnPwFvpLQgKbayxEz/GrfKJsKNlm2ZmmKYumktjumf41aZlzTTkmygtyAkqfr/JW6VtT/pGoqy
1Dc1Ygdi278lbv0RGKnjsXJ2QDB1jkRv/zHXT9PZ9aDpg3mrHEgBhbNs4H3OqFCAP9jsk649gZZW
1R/AiFynYeD726aiqoZm/5X+EzUcu84P5XBn2jO6DfHQZWCHZNKM0OL3rjVqLGWw8b5Ua+q6tLUQ
8abVULiyFkbbZD9Qte1jPXFUa9A2aqzOb0XVP5PPDUfHlGXtptHm7AsUYGkQ7mUKPYk5wM5NonmD
RnTyFaAaXIAyEHE3MigV65pWbCmK+/L+waQ30KST9UDD91Tnz5/mx0/i9h8D2++XruMqaLYG/Nv+
iEg/RVayQlMMCdDuLlXAtMQWCL1+Vp8ODcpRvz7Sj1j/5UimTISCI0GTxdI78WMsYndS1qikt+8K
M+4gygnljVlDF7E3O/rBtLAqz3p2A//XR/0AbP8lBPp+WHIsiqSrmqQCnvrxsGoUlRC/TPldU6so
bMa96Wad3bhwQFLY1hVKQxQ0hNFFu8KcXgApTHe/PgVliZWPTwEpW7IHC+SXNffjKUjkQBsN6Nid
WhfKRVg3cTBZnQ0PR35RmlwyFD+jV1Ew8yPpcC1RTN7YIxNRStPUS1td8bp0NQZG1qTPqYaKxUxZ
aJPQ+LU17Od9Gil+G42HHfl65USkejw/gHTTSwBkWDVReWVR/nju4aFXVTjtVreJBMQjFOVqC+jv
xNQ4XvDLQWgh4AD60rhwvOAHWFhR/kxXt1DGBkb81uVVgBUIpuTh41b8I3aI6q247Zq3t+78a/W/
lwO8lNXcxGHU/Z8f/0knzx/HX9qOfviH99GfdN2/NfPNW9tnfPR7E9Dyzv/fF/8w4ndzRSPTS9kX
3fJtYVwWn+37Qhr8b+8Lonwp23/5H2dvbxllt//5M9Hf5Qu+bxC28Se2BZXeJfo5QNovTPnf85q8
YpFJRh7aIHVB7/4PuwNZUD6Dw0dFR+Mzf05qysqfEKjnAyDOWf40gfxNm8OyYP+ymjDVJtrQGpsD
6SBaa44ldyAgQZyIjSgw4LPVh7MkXMfNmaVc5vmmg709d/Pilp2C8BKeFmk9dWtDPSMMxUlRCba3
Bc5dJohmR7puY7hK1hIOrrFtLF/rPQNXTxNt5dbt7ZAE6ipY7ddN6hWm0OtdTuujbGGkfTPZNsVG
HXd7YzNG3p7cZuYaXZBPZ9VhE5f+fljH811OUas9j87Mh/Yuf52+6u/T1yJYaRdzfh0nz7O2yfcn
mhyXJPYvR+jI5KFwFjb7SIOrdOW1X+Y387H8Un9RDKE/Sm8Dsew3uXLNb+WX8kv/Bsx0wUx8mzon
us1FuPf7+Y0G5FJxLFpTiNjL9ZiAUX8xAJ1BEJkczlsV1kh/LjeUfuA61vvnbPVOh6STQ3IxJVfj
fMJAfPCv/eKmW0s7wadtysyqVkVlC9I686lqrq1sLVln+uq+Uq40w7lAB+/aeup3+d3hIX1WPWTq
0ucOfOkgClq7avIvoE6c6maE7WAPoko0oC/54KdF9ZPN9ORpHlnL/6LTPDVBjvtA/gkmyIeQwq8m
yOLifZog//2swk+Mgk3LER2kePw0UB25X7kMH62RG2oQF/WixiiDUaC/nUqNm86d5f16JZw6GpvL
59vx7zzaR43n6O7bOh1bpANx4fHgfzxcox3Q7xtiLeiFEcxi9DSRuCTfhC1sDxMvDjx0QS7ND12U
BE+YJ/mjV+sXJ3CsMQKHxKHa5xFZmWD0yOvA8tMDfHOg+yGFpD/NotuR6u6Ajd9ZX6dX1LiUe6Cv
PfhAJFVIJEM1sa1ubcmpQxEegoYGmm/xFsA6fiCIj/o+fwuvOxlAhwhLkd6vLiBp687ie2mEvsnh
OX0b1pn0xz+IzIkaEMQbE2cKocNxTC8tCf3xJ2lYcrq9MO7CXfce5e7qnkzHzRiToHfUbXgVPh++
gnjpNVFcjC4cYkCrM7EDULBrHoxMVJmzM8E1PMkP7esQIAbwOJ4hw3pTAxVw4hvUlDSdxIBzp/rk
RMMaeUuBNhz8QojDHZ6Tjbz0bjrxO3Q94Xv1UrxULw39SWQ1YR8DsXnxKiHJum4GD922tBVqdU9X
BUxaWRogn9TopPid3nKKL8pZ7EIDOhYQiDn9bYeIiktSNTqjWJGdqHGevs1H9v33bf5nvM2nrMlx
7fM/2pr8GCh/OLi42GAETFgHbIz2j8asHibZiuZMC5ADehsV7WqeahDaZntY240KelnVTkmMnDrk
0ebwH3HIo1r3H5dpyMgG6hAlWMdSGSmhd21DeRjQmiwmKsx3jwcvuhD9ibLuyQMdbQ5/94E+CFiO
NwEarAlKNKITQpMfbxx8lJECZaMWIDu6F6pFU0lhJqVQtGStxNPkt9UE/5PdGkJF3d5HgZhaBfxf
TtPMFhl46OYUBLA2M9DnbbTSJKHF4LgAL9W+AQZbNBc1UgvCsDDJyR7a1n16N9GlCxa+y06M25Gg
5Pcb9Plyjvbwok1he6P9NrBVkYtoBJUoDkRNlJAQMKOnaelWdbPYXaQlwd050hOFq6m+YuPYD2h4
wTl6XnzNcseEeU+c2nR/ukw/n9/RfQ1RbYGMhfMD5FttVuAjNrAGkWlPbptL68lYW2vlqSI2oIT1
bTifguY8PgWT+Jmf8+kcjvve/8lv+bHOxn/2LV9m3C8WmH6USCsjcEwU5bWg/goVbJg61VeIiaLz
U/QMp6bWsZzKP2JqnbpW7Udj8ndf6xEl0vdlDo+NQsZdWv47slothTK4uFIteHqSxOVl6HTO8/P9
7e2JrMTHzTm+eZ+Pc2ROQqswBns5zrwNb7pNJGpH2u4DZME236pNs9Fw2w2Bg7yh9d4JVgEt2A7N
CM64qy4K5+vXreutAm9r8EeIbi8q5xHOSKdwLiDAdOyTTv1R2vavB+bYvjT02tYl9qU8OOkN9m8f
iv7a9pETjbwUvjshbZqDgIGruK629SXt85ImzNrZ35ubX4dTp87lmJYk/Aeey6kJc1wy+HsnzE/3
7U8T5hgkpUchqcicCTP4NBka2/bLhk2mDJCwrzLvpCTKyTE+SiGMSd1KiyJ10LnTSz659mV2V8dC
p5kscqPYZb+DA78znWStxlDZ3aUDyUNRu/SOZ4RL7Ylw49SK+bgRn3Ia/+Ur5uQdW4oJn07433vH
PmbAL0yKfOQpt0ZvD2nMDClyUQYSYbHYrzXNld9VEaUOCoarU8I5J2fJkbn8h8+Sk4NwZFf/Iwbh
ZwlEqqW2DnWNQj7pmENLTejwAfakBa77pXS+VP4YnH9BI9B98hPXeQs9p3Vb17p8FtdIuznr29sL
VVjO7K7PZvG0dtf3ibP+tYmklPcT7+DTSWlHOeKs76wW4lktkALTocBHIsi4RiDcj+6MoJ+dwYUg
ACd8W54tKNXuyThvfOm6fO9eeGclVuuZpd/5qvOw8l+hWH+m5VvY670AduLUnnW/Jzi53nvXD5mQ
rwxv3pIvWW9WAo4H19iQSBPT2nLjoHNMwY/XOcFV6CT+dBb5b3SZegfRupX31pxBkqHdXZGaWnn4
zm/l+d7VrjrnbSWCTRqY3sAAGo7wnkGV8PWpoEvRfUPF0fFE42xp5fSjb2zV36hE+zHfikZNEIuX
K/3cyXdXlmt6urex2aFMUXEehps5Xut3jrRBhJc/a7yj9W0gvftd8RhzSMPVb8yLJV0GB/rmMXnv
tr3/OIhpy/W8pOLFcHfPo/t4YTmPpLfE49VNLgKNwxVOuRld2HKd4JGXdi19gNutZzm8Xd3SEop2
qV9uCmd7cXt9nTtQhPu6Y3hnrbc8nmjld85ep8vUafxeNG7rde5ZL14fFEw/VM5s7ol41fkcvA9e
4xY7hAj9p7PeOc82OrOODcIdxdP5GeJ2bu2RHbqMdmfFbvmyym38aDNuhyca9eiWgv5KzNtkl2z6
hv+l8uP0Wwg//OlKIX2Y7OaterkcdjnDvdjz85A6Ko/Ueb141oP9peV8Xb/3zsODdB27yeRIjlPv
kNlljOkZdqUn7znddJ7hDF65eab90R3dw3b0zXOGeSUmZxM6wezMzroQ65HrO7ESFtfwr8ziX1bn
Uov7bIar/hAZ8rI6daf1Mq6UCzj3N2UQO5fnk3vwi93ouVdmgK7A9rndePKWU/Rn3xPuCa/vlKXQ
jlz2/xRLcWp8jjb6pqNtZ2o+xmeZVPtz83L0zldO69TiC7p+ru3kYvt13gkPwmv/sXAkP7zabbe3
1yeG57TROnLzfxut30brv6fROvId/5GL8pR9OHIr/5H2U1kwFX9lzClrga1TcLfo5/jRmK8gWDlE
JcZq2cwaVwqW/bH1Bn/we6/3Dv6B3/nD5E8+tSexvDZva3bJ7uN9S0VqeW0WB7/8WmxkX/aBtbmK
kF3dV7xIwHbuxV7irrxhbd4M62G9EugPuoZr8xsI/1q/puKDfpzZ+MUDOpXCcHa96w2evh28r6Fr
uxZtQiOlt2QDCdHtzC46uHRn8Ffgoy51GmJ2PIYMrwZrepE4kXP/VRVfK/6+hPg4DcFbLqyrkt3x
Jg2ubjS3wzEanJtS7JTeSXf2Rf2iBgexY6ctnN3V7vHZICkQOWvYU5yH0kFu42PXZpt+PXugmcAh
n2E6eICz0J3r3nldxuZ9OaHbd7ZvXoeT5cOpeH19pRq6FYmX+qGfBTnOq+bMfu9X3jIskdve1+7s
G37uVsHiFFgCGFnw632b+3niXh+58jGST0VIb3lQcfd6Rq+nq6rn0bgqW/lyJ88Gd6lwLrdR2wIa
2xQbmHo3kzt7qi9RekRQQlR44bGnrzM/9CIf6RsXEVpudOSm3HDVNf2I27/8rQ4QTCKZkfixR/s+
r/NuvxSxd1jnQcqr0zo9J+atbFe6zOnE9yT/gAua+vVuflrB2dg42qUcNN7ot5uDN7t4+ntPcRR/
8nQR4k2jIrdcDA+Zs4q9PZdh8DN7eG+uiccNwZfIz2pPvTQC2ZdIBGWbwa/cveCTJI4bJljql34n
lHUlRAGexovWTn0nbQ4X6nW5qzfKrgtE5IVuIUgAO1D0+PK2WMeOg3vu1UHh554/brqL7kLyJbfY
8k3n127vWCLa5nyqPIPCjuVDBOBKIsORxDEU8cPAvyEjcCe+EVlLfGmaM5jHndcxFGfknXBAlaD0
LM/gx+SCcNqXxUNiYG3u7F3sr20BO8XdfNn7TrwJNwIimiA6NX1OmoqjhNVvU/FPaypo4P21qTgO
dvf90hFqYSoGHzpc5q0RDBj8yYc07I+NYc9aUrARyyv60z5Y7IPsSt7MCoRxX8ygJNCp9GGQFC8D
ASuT1tvEyHQ8tYQDvXvwchcpOR49XZ5ZsHWL8+583BhPNCY4UDGShz1s50tgBy6rIvQKX8V7Jr5g
9c6C4j9fqV1KzoXyFN2gcbO1N13QBSw+Xw1AX22ii3JDUV9YHysHa3cKhmKe2D6PY6EGAuyFUVUL
VFICy4ruBZH8+UjTKuzLnv5y8NHuY1s8+CidbZBrYlRUF77Hj2fVhe7HgQMyyNyc0UMx2svcNkj8
iHEL+f8QSxl6e3fvTvwOvTJAuszL/DaoA/nbYntTLGuBfU3cMohul8/loFOW98bX8G5inBK3Pudz
2F752/IN8jrxYfUKYEsNVl4uoIxkwGGGC5Z3fX9n+7a8o+QR+ctzuM38eCuv64DfHDH2IIcNcs47
5r5kfi0ynlPOLPVyr/I5J66xYBfI/J4zWKz+3o24jjzg5zwPlutZMhfhNnEP63I5H3/5zXlyJXAo
uMuRP34ul31i+RzG9mJY55jcxeyaOBAmCYVYXKWbHJ9hdxCL/wBR2rW+bTfZTXKjPZUbzDd7a3fR
3snb0Z18ZHiC/sPJmYjsF2dG5yG7fVBwFzQB2Ri7XO+xY2C/DS8Lyg8bXbrdBT21WPNld1G4X+F6
mY8IgrEzjuxLlehEIyR37yQ3upApKKQuMmBXsZ/6kRd5bnId4ZxAKMb2vmxdNRtC4++9eZ0FIVva
7M9uzmudTyZhcSg0znXwl606CpY8hcX8Mt3EK25mVxY7y6/edRwLJK3Okc9zZ0e/ora7Dd3bEtRP
kJHlKQLrJglil21+z762FzglcC4JD+1GoTOSlGRsskClWJ2jOynsoN60u3ZnBrfnNVtlwzZ2PrKH
Kpx4I1L3SfZ1LhomCU6wYtov62vvxYCfUFkTNOq6Z+szezM6D8sVWgwMp8zpu+t+TT2XLbdngXC2
LnTrbklqq/KQHOEM7MD2HLa+wXFMsgYHcb+Gpo0Mz25NKnzTbtRtu5MD5Ul7MV5ad34JmZkQAuys
3bDeEFeXghYvB/iTwP3KnTNSOe75wX/yB291zq3F8wwDUGpXq+0UZJ54L7AP7++ZuH6lnC5u7y++
Js79/ei84vXtuWGiXyf3xoV7tnh7snNwbpYUS+vcLUdB/s1BqktAv+OYpHtynMMHe924pEHcZZrV
3ri2r0LuMEKojMViAAw82cHXXTrayUiRbwrGdXlWcmMWW7iM1p5bUzMPZid2qQvh9ewAXpHeG311
G6233MnFHS8Z/lEsk4lqOVNoLxKBs8x0mJmvUNJ4NX6mMINyYwYyA6dujacVqaEi4LLEheLSQc3A
7ES0XtJ7jmcHnurll+Hle+lBnRXsmfsFD3BtXMJiqFX+anMLTRfhQ75mdSJlAVP9ia3nKKWjVRC9
D1NLneQjWwfL8UdMsizYxUNdFgUVlI/4ZHpaYo9lQZcXbD4+VFie7h/c5k73ZVcT8k7GwPYX4ZnJ
v7uN5KmxE641saxdQ5wvbqq+q/xvdPDeY8Xc4vLDU8WqLXYMj9WHkHjbBzX2Du/1er7vg+Y2c/vz
NkCdkb8t1hBLfFYG2Gksc4IFppcOiw0GzYO6hgQrKEEehBk2bHWX07Vyq9zGu/5ZvtDP01240S+G
xzJAA5NP2d6SIiWzemUTGyy2cLHDssO5LVaWnSENUtatgS38/t3wJohwpzkNEZOGD8u0WYe+xSJb
7tKSYMS3PpO9SUQPo8+7SOcOfGa8QtNtM51hmYPsFu08jtqtSdi6JO46Dw+2uA/dDB+bvPTj+NgE
yIvid8bYt5TvZxZ4SWBhXhIWMZSsrNLZ/9oIgVvdMD25T9zBKGi/ZQQ1MHtfE8ex/pcQKAnkDdlQ
ZiHp0sW75ffgL3e6IdW6bJ2LaV6y68v/kWZky68B8jQkY4lOmYj4DEF8OZPjhPjWLwIkf/mWj4eX
YLRrJvCyKdPqjulVPZn8eI9bLWFh7WAk3KreL8BC+uZuSdKaH2aMFiySqbMLVxrPhBv+4on3pFgn
Rm35+OTBduDbxByqsyzhZbnaGGx630F+sl4Yc/qIr/JHzNxmL3LCGe4VMyHHtC0BL4EniNGlgNHx
/Uu4028kR2DBWU7mx1b0MTLrFV9pPo9nq03EYv54+Nl2CCBg3BQXEmDJ4mHY6ufcriXp7kRfV9ds
5N7+1qA4wFS62LvWhp+PqWgBV/2+oU5O9ZhyCksQoV9YrsrPsrmm9/vN6oaN+Sy/H9bT2bIxLxNu
+YYVocn+w6nAKfELN14vweCBRfSNyLvdtLQ/xA77EI/lbiQYbcXfKb7pvSwTOcYpGIOIEBCngyHI
d7CGX1bBOvYLIbK3nkS1xd2FNI47t5ixmKncBZFD96d4ZR4zQMtoazdRsMzqJUKGeZlndkWCHeb6
3bINre6W9y5/RUZ9vfy/vkkC5WbZOZdoMAoIo4gGebdg2p1wCE/G2NpR8vd3jP07xu7zqzIuuhZZ
qVPhxFG6Htqm7pCNZOMSnN9l42hx8r4uZlI5PwXKpOP2xE67vP6pnv47ePkdvPwOXn4HL7+Dl+l/
/VxJb8mAHlfGPxVTPqrVnwyqvMrz0F7MN1ADctKbwMQnPtEEeOoYRwWbv+sYp4Owo1LB7yDsdxD2
OwjD7/odhP3XB2EnveijQtW/y4v+IPj4hc0/btGQpDrN7YlKySi0j7pHtVkK58VOvVwKqwtyjPqj
Q7KC6q7+UUOsiE1N8sYHV/MU6hg6uaYDeZglv/09awROz3Jf3pa8bCrekFKRXh8PW9Lb9Et6ejCS
NuhJ4kyAHks3BP62JGSWnMf3POvZEh+fwn2dvNIj3Nc/75WeLH99VNI/beT/TctfqBH/zOExVB3t
4oXk5xhCDo2sIitDt0x+snXk65ac28PD68MsvpFULUFBPPCHyiWbfgZMcORZXVLrS76PPNTm4H67
OTiXNW9FUcK5u1s5l0AJtsVlcdkG1lX3qFypF+r5dK3dVV5FQrsGOWJSrmpJLTlXV1cvGaXCK7Ka
mXNFKuqwPWylDZjU7SGoXbTuQNiVZEfhOhLlZgbMWrsLJGQiuI58h08PzmH7nDnm9fv7beTcUgbg
XFfua+xev1MDQAOUPwAgAOfxsMA2V/7ZwxmJ7x1c4eL1NRFgP6j8kf1/aNwHShvkBfXlgoFwggrp
l9/LK8vVXz8wFh9jxDd3Pk+8YwEVXL/+Guzx8yz6pztzFNtncWqnVtprYJWXxxklH/Fl9Ca3dJ5M
x7+jEecRmTTnZnLuPnrZA8DLjrdzwL/sQNDc0yPjofDlxpQ8lrId4mfCLyheJR6qH8u1JORcH16B
2swfo/YO9iXx3mfn11fyUUL9KwP76UqO4FKTOq/0CWr6wPhSPe3fgFkH49a8jb8a19K1cj1dtZBC
O1Pkoh1F66NkOxNqFgfHPLduaQ7UYDJNlm6a6Vv5YlDkg5RVrGASRm0+FTQOKtcGvL/O8Pzr8z5i
/fre3wOg6l/XxpGjbiOzMVRIVwUobcbUad+WEmguXmRqRm7oxOdxKO5zP/czb+Wmt+ltdA4zLJW7
mIrQktNe8MG/PqePBrtfjeWRW981IZJY1VJboUKlCSpRlEJUv9tZ4LiWeh6AGKddf2BNREcbv+yV
IIHkx9Hfgl36f+x92XLdxrLlr5wfwAlUFQpVeGwAe+DmLIp7S3pBiJaIsTDPX9+rtvpekyAvEe72
vfaJPmGHbEuyANSQuTJzZS50TKGyiSpgcy7KMJz5BK8KTgxqRANKmNk1akZATfmOf0WL6spRwCyg
FXuz8OxJHmFWvYH319UCiffVRVrUDa415Qe6V/j3X/WhHMSlYRN+0vSlHpW44IjaD/ho7a1mozWP
Gf6py9u6yByg/KzL6ZrOpMvfmmSvz3vsKVTfd5BoCaFieR9+rp3LyvIr5uZIPE/7BPRryA2Akh1f
jcjSfbdv581eU36kV8Ldo/CLXZQonDao+/XbczkNSWj9xtnFeKYlOX4K/pp1q/kK/YYdTECEHIXi
53I3XP74EWyenx+vfqrdpzuM7cxzF/cPNir28UOEO/jw7PgNGGo6O65z3trv6x8HZL5Rt0ahoNvr
/9ZVIJ0rR3kRyfX6XE9Gyfb/8XjRRYtEB2GEYGI48so1zxwE9Ovu9fIOj2yPKY6onsVu5MUwJTC8
hwMsxgNk4dzSezTdR+U/Pj4UvtqevxA28f7Hjxy9d9pGfnwP3keIv9/Nc4PmC/9ujjlml3Z40epT
dmvZQF1gmu36XaFZYLsamzRf0dPKQ9e85bn358VT/+0t/6e85ep5WFRt/pTzsGaM6SLZ/9fdljWz
e2YGvji4/za7fy+zu0BIfzOvvgaUzoMiXpyu/wmgtAY6z/oVL97p7wI612A/XQCkvy/sFzqb8Aaq
CkH1RDEOHL2wjryoQgwdAdST9996MHdui3F/cZs/NNdkD5K3/xNMik3m/kyvQyA5cA/87hE0ei8+
AF7s1QHcHhdkH4R3v41QFYG6nIeZVTt7O18XyMQkLoh60Fg58yogSAbwFD06QN5x6kX35Q5KCsl9
Xbn3GSI9NGuuQNnVz1vEZ/9in2e/W1qGzhAhUBIT6OPF7r64P1Jh9nCrAZY5efnnDhQZ6yT8L5q6
pbmwow8w7tWfEX4gAEn36aV95opCh/xa80CTrW4T6TG9BipmbidAtAJvTzcP+MktSFZbde0g5NeU
ow4Vck24BJXHg0QYfhx3IToICuIO9o6TrdNtPgZyqx+3QAv/Uh/H3mV+v9i5xb2bzDTMqQUZcqQJ
uHt5f0Re4/gFcTS4d9DKdne7OwsZl947Zyfvdnf3JdpliId4ZCWc0G7rjQV48SaLK1IFmGSUcbzJ
7fbi8PDxHq5+5sJn/jd+Jtcr+tF3LhIFnBWx3dVI1UDXF1zS9GZGkmYbw3o96eTL08UNdb9/vdqF
6B+NDxc3SNlgOg1+5fYJZEf8tsJDDk2nFabNN7ZrLqytuqNX9t6+lHv1ELbumr6QfqOP3niRRpgD
aJfLEW+M2bbbSyT0Pt4c690w/8XOL7xYmxZWQQWsR+1gGJSbTl56fNLNZOTK8kz8MwcDE/IaYGhq
Jnrmk/2WXGrauI7go23kf2qUx55rdOUjYzFcMY/AOAQu87JP86Z2QU5z+2ETfPr4xVfWxVnGv6Nt
GtGMdVH3X9E6dr8WYL/vNX5fGGeRgi+rMWpZhQdctuginsEKxbQsr0BuDylUw/2sT8aM2PsJedXt
hbtDJ1uOn+DbpxnZvZ/4++cdZt081u7XEpi2dvGWaGjTGULImnmH2v0EX4gGpwfk8Z5N1wQt73ll
d5lehQ9Oz3JeuVHORmJG+AhYlQkv/8Vxv1RIAOts8bdr/TO9X2k6Kxx8u7n6qjfP2NWu//Fmrd07
Z2HG//73Tsv+vfSqf/TerR3fhcHt/vTjuzC6/5rHd2Gu/7uO74p3dBY2+A95xzUDvBR2+9sY4Hdn
JEqJQpSAuA0mPy4scJ4apOH2YO2eIrQnNbsCg3uQbDzB1nkPgCiPsHc+eil0kWqlcwHSl+8att8f
vrDO2dxSKOaM6K9VXnWToKNoRi/stLk+T/a6VRu2z0G213R+B81UI4ZNgef5wNEI9XRZP4TQNIbC
GITsEMxA5GirLTxmarB97wdfQUnf3tyY+A7qPyf4in4nL02UfxNXoSun8Jn3YOJfp4txp1uNEiTs
4625TzA/JEQXCYo0OtGabOg+RfyjtslGgWKNX0T3BwWApr7pU/+7xtEVfuFjY4u5myuLs4gIpirG
FMoAO+MLdFJPaKbRFv8SosFwApjhiP8wYfqvv5nnbhrdW4NuY/yMcL/8RxVLd2GP6C1nW+0jClf3
Bnxz8H9CExlr/asTR/cj6j/tW+Xi1379Fd3p34P5wQgKP6MFDCR+TfMvUcxAyXBDURyU6IiavRHt
XbrKjpFb+r9B90dHEtrCBToG+nODxYD/C71TkNre/WLvkwOBgxoxj+bjJfsv/NPvx2nhn1RIVFek
OE4moqTKfQrdi8r79DkE1AM0bNzc3+qf0GdEbfKLb99Ok39iHibXlQA937//wAQb+PDE/XH/fIAC
NXY/wmFQ/trerh78hV/6/+ngvzs26qVFWjjVqg7yvlTYxTOc15kK/ZfeNA3fku3ni8/oIUIvERrI
z6A/xv5+fnqqAMzun49HjB74+VNi9lOKeDi40AgP/bRXh+fnZ/QSPuy9ZwPlWL25B+rq++w9oEUv
RotOiT68fIcGN12vTQ4P0WZyV2ze6tctPPq/1tetG62Fr/+30Vo1WgtY8pcZrVWksIgx/1Sk8C7Q
diDMC0EbAlWwxSIFkK+GiiB8IbwUdPFwpQsYeIy6m93Dd3trutlhxUa/O3JWvnjk4nNjarR2QvHI
SJAfoykxlULWEGBpn6CSui960u8U5Aj9NFVqm8+YkWoRjBq1UtcxrS+DFh+tVN54hlneQQ/7qYwq
r8+nesdF2rjO0Jtrb/wuYPj9ja0FlFNJmvKggeHEJJIefbig5EReecHc6Rr5wRaNvfsSY0Aev2tS
wuEmxHz+FQ+8UKn+PxSOF6+wAHSqFtZkW3gFBNbaRH8KN7pRTo+zy1w9Fkb3DYbgCd0DXT08Z+BC
fIwBqEZFb2LlF2+wQE1q7Jo0qvAG1zo6/nF/rQci3m4x06/VU20eD4l7v/LItXVfwo4/f93Pk8w/
+uoFnmjKrh0MA19NthWQHHhh0BkFbUD/qHsSZ9wXPRgBk3ygB+zfoI9PQ0Pl3udgE8Q+CBLTHlui
0S9H2h9ZDpCUno8fr9T7tu7F5ixc+yh7w6A5XvMIb/2kESZQGWAnUhoa0n7xd72HeUSle6eHLP4G
JVZ02ovN7qbWcYhu7N7vP2skoF990PkYD43ox+Pzw/PHb7p6kPWev0jH//kHeXVLF570L9rSNTOp
VcteLtRfbybXbuvCrqswZUNa4gwq9/ruav/xuVn5w5fc5j/2h5+FJj645Wd+xItDCe1wbgYDXBJu
S4MLTDCmBINJvPQ6ObXule6Cj73spgClqsPIMczXwLiv0r3BcAbNePqhKw5fNx9/8dqdXjJ//7o7
TVZAxHKI/J8BIla80XnxXuzYn+CNVg/JwsaqObZFWetDYnoYJRaCyAu0BA/QeHr0rfYJhvtt9BHz
7zhIdBMSIOk2uAEXcQcu4wN6870VZLL6Tktr+nd4p4V9/TMv0x+Sw/xfXdPW37MYosFuV//83v2j
eP7HQ/u9jZs2/q15rXX5t5S+1AqQ/7X05TZO4pdCmfp3/4cQspD/pEyrsurO618Sl0RY/7QZ5NEk
EUxC+xJX7D8VkOk/LZs40rFMKoSpVY7/U+SSkn8KBhlhyU0OKWGTsj8icrkY6g3VWmjVQrBWi65S
CsXYhZurZBa3HJzq48Qq6CUYQ/OljyzjKW9qfhuxfL5NbTVBO1d2NwaokhfpGI3eUNHsbmqHKHZf
LNndL5v/j/xF37sG0r+7gvP7cGrbkLCFHhEyt4vTayRhFJoDpOYtmrCL1sLsoiZLiktrFo7bOxKj
jIwi384JlZsM2r4x5OypF7SpWlFc0chy8SJSUq0RDQ1qB2LCr/1/MFMW5E5HjkFeQ9U+jDBbaJqb
Fb96pjS9fgzBPjJiYStBbVk61imzjaClfXA0giyEmhkDC1iZSEVGwnbToJW70W4vLSjwerSZh59j
WYODH3BxYSdp4rG0zraKVN1uVNDIsfM5vJBDEOzz3qG7tokzP1D9eGlnxrhNy8raEqj+Pqq2VLnb
QMN9Y+V1tYHgZbj7eCcXQwL1TqKbhnBqUltSC/yP1wvIp5aqHurMR8jMX5ad4fO4vilIfFXl0CES
+Z5AuMeeuF8WiHmj2GNT71sdUPtY7aOw21hmsKUMA5xycVCq2CaJ2I9F/9By7pZGsDMopqkb1x+/
9ttt128NlhFExm2Gf3391jQICza0rTxG1K72hkwddyqrZmVx3n0KRGwtGwdMQjL69VPUGBS2jHN5
nHjHPZHQ2Z0aMW4//pYFmfW8BVptBUqFhGCkq7V4TMgqCEVlNDr12RTfdySzQ5DYx7730jBr7uvG
qswtk0l8nOqyK3yHDvV1JM0a89RSK8dIspoOmB2VVWHnlrOtio1ypjlZec93VoNapqOVwS0INNuL
+D7N6qxhQgXHpCyNjWOg3YBODV8xLe9dNZxDCwtuQjaLL2/0UNYmRJeN4CglI/u+iMvLipqlZ+a8
9RLCiVc2CTQLk7LZzfkovamt6INTpflXTuPJN3KOiaF1FEOQNv8RR42zH8Z8vktaO3XtqG+9qbPZ
lVM2xrab+9lPSptsp07lUKVqzXs1zeOBJrS4Wtnmd9cPwmaUOLhzdLl+uYop7Wasnxlkw6Ge8CV2
PT3BA6U7aee51xUZhviOJUZ2VWl9nYuicosisz4ZCbEPnRkaHo/TNVuuXccr0yZw+7kNsWZOYEPP
tYIXGJGPoSW7pA1PIbXCyzEmGPpjmOxSBlVxOdWs8GDW6utGNZ3/8Ypo2PXmybYDuplFmA29ztfX
q2VzZ8dREp6UhGgAcewHYSQ/6zwwLtrEXpNP0S5p+TQbGTUbHhS+/EwSe/mdQ5Ey1uOWOVlae04h
Zr8bGFpkCtX4ZVVCeTOu2Irj0NHc4qE2kYIJYWnscEamLx4aFgAbTuHIYwDdu5soLoWXMyuHBFxe
fBGRIzaTlZ9YN8873g/9yo3VhmP5dNgTir8Fw7zohZdOyJwC1JWwX2HPIWmdfYvMAvPzpnRNBmWR
LoANE2j+oRQza6BRSCx78ajKcgjPeOwcjb7u0IBWNfYuzMnw1FddtK+giy0GKfZkqJ6kM0/3QUf2
cz1y3wnFc28qdAkyu7hjMf3WjcG8NyrrK3CV2M4G7dyJpr0/Zbmxzaz0ObWc+IZZkHEmeYphijYk
eYo4qC95x06zOZmb0klad5qotSGdIS7jpog3k6zLy5mYGEY82xtLdHdV5tQXhTLQHFfE6vtUcAxU
M3l7UdQDZjs2JQZ61UnjEWvGjGQymSum7p0TKTicl8UAIqkgi/PfCD6yvhzFMee1s6V9Vm2UCtD4
Vyl0RdoSNVOl1qYIvXMihWNKiYuuFb6WRM+Eh2bJSts5MlbYV2NvM5+I3Ngr2NKLYpowo3muSp9A
jvI2qIZu5UK8cyS1LjwglMSRYcvOhJab6DfKUpyTiJlup2h7V7LwnqiiWEGGZw2sxemXVAMEJiE3
D+P22rzUcZrYzhQ5Rzue8zvZmZ3PYmb6jd2g8BzxYZuKGnPK5cS8tC8a126H6fCxiTvDp+VLMAZl
emIK2xTLnMmommEweGEcs0JZft2K4kqVpNqltRrdQLD6QOeMXdEpxhDAsXW2XVRE+8asopUxJO8Y
W2w650AzDtEyWq9XI057a+RFKY5jQ7KdBWjqOklR3CQT/9TOJtl8/OHvnG0UUVEpAbJkDlkKtCfT
YPV5zuSxjkcotEHfcpvIwrwy2GTvsmSiN4Nj//j4mW8cLD7LQhQGZ2bCEC1x1JAN9WyRQR4bM4Ia
T5x/r8dUrjit8618vaPUhBvBZH7sKY7V4ta2ondU2g7xqTDK3i3mqt+0KZsuhsG2PwWibvaEOeMh
VBX8Wd3Eu4hQ41DGTnujwATc9MZQrh31N+GYdqEcHtLScSqCxNebm5l5DipLA2jR5fnGJlN/lfTD
7JM0yPYtn8xdxBjmPMdV7FexHA7NQIZd1UbTyra/c94pJ3AC0oL4NrGWkLkoSKbCoohPIodK2pRF
7d4pyv4WYWvwTXDab+JR5LuCW86eRyo95H1P3CqP2t3Hh+EtrKHoFxSSOw7eBUH66yVBfsWkY1DF
J24kFYZDtin5XJEQoXCTRSiOacDXurUKo1Mru4Kt5JzOjRuvj4mFgNSyAPgsLAPi/1eJaWtEP0Tv
9P0pSKvZK0rKNkNRhJ60msoDOh32gxH0pyrOMJEynfMdCGLVgyS5PCWBNV51Y99847ZT3qYWDR+6
yexd2Wb1oZnhC/u8UXdxIxs/tyPD7exAuP001vsqo7OXKk52idPlbp6aGLeY1b0/ktRe8V9vTYpl
UVgUYHVTX4nFJ5Iii6aCmOpUFcHol3VGdzKhtl9UTr9rRjqurOnb+43AGkAVwwsEgvA3oWqdzU0p
Imyp6mO3RtFzx4zIWvFQb8MxAVBGuYP7rSPLM6f3BWazqyzPZocVp8meJNTK+YEqhwIjzOOGJRPz
q3nsNibNjVvFh3BXxc2PIabmb0maxReyVZi3KZv4SDkkyz8+1G+9JyJ0aJrBiCP6eYOyCpUZraJ5
eqJxyPw8LFK/qAt2b5bokf/4UW/vjyUYcDJwAp4mlv6iZl050oLmp3nK87uhLsqnbkoqV6oSc0Eb
Gd8T2nbb2JnFmoV9a80soaNihouj3eYCSw7Qhm5m2mQnpJLpQ8hhIJgYjY3Z2hOGAwzFUxIQ5gE5
Fj9apNV9IQ30kTSE/OEDroM1is+HLXFMUx/IFyehGniExgqenwxipB7pA+iN2YUvcqd0G7NclZl9
u706EkOqj1o612guImxOVZbkVEF/jc3jqeVzsmuU2V62rEFdVIr+viIDLrqqwamnCXIro6pcM6no
lRgzcPsDjsgmQnScR8o4xOUIZJMMGHybxeF1I6HZEkNZZseVnPxEBabrTN14yeyyvi+rIV45Qm8x
AKw4lg6sTkdIuYzkwyIzA6Ka6NSMQ/a5SaAXY1qh9PuqdnY9bWp/5olcQ1x6kV4bXmQNIJDDsI74
ccnpV4WUcRRkyQnOMr0LMiIORdCbu4R/k/ZTbeb1RhnJdJnMqr9JclGtHJq3VooLAAPcml+538Xp
bVpqDtChzk7wj61vTWXjDlHZr6ztO0cFcTuuJbIx6C9Yxs6TMsVsVyI9WWaTIS839pdpUoodtex6
xae/+yggV9NhFLtpLpBjHdliHLosO2VFodxGBJXPEvaYcFusPOkdbGUjNodcOoH9BWpnry+cExu2
wadUnYYwxARw5Aa2RldhLPDAMG44NSAD0HRfDFHK7dRO7V2XjhiM3w3RprateOPkzrASQr/dTZsy
JAwcSRjAla3N5AsTEKejUVuJwhsFjbNTyOF5s2OsBepvb4qNnJctEUNzfP6ZVfLiKYIEZCrJoE69
LOOrXvTQ7JFjvm0g+7x3rI77IFcMKwf1zb5Khm5N4djInVtIcC73FYcqmyM5nQzBfna8jrZ9k9LN
GDbtp499ydtQDI9CcRigWTJO7GX5wjRD2ZppMZ86lcWb0Xb6DbKpSH+HVX4I55C4xtxilhYbu6u8
m0NkZix18fFLvNlJeXZkuJQ2MhVv3oFqXCoDi54GQSGAJPrRTfPEXrmXb3YSlRqMUELS2ESpBuWR
1+cFaaAqNw1WnnpaxxdGQ/iVOU7QvST2vA0TGezbqkxW7s1rIAaEiUIT1tUUQuePzeXypsQa6k46
zWPI7SvSJffNkAyuisgxztXzx8tIX6/jr4dJk4AKJ7CheO/XXzhZU6tIGXaPauY1xjC1vHQNu053
tsMgc1o40y6Tre1XEvbBqYl1G6om36TC4BdwMv3lbDehbyaB7XZ5C+mqqG92qWprT8k43dTd1H8i
InM8xE4YV59PclfxhntV04wrvuJMSfvdV+BbJAOSgmdHRsTCjwt7E+PKGXMwd8epNNRBGSkK1jgj
10FWKXD7Y7pxpqH3mFGpTREiS8Ioa/Z9jJKIxTNxbAWNN6ZllZtcJv1G2vChqcrToymyfNdVQ32D
Iy0P2cjlpm2G9MEAgN3IqsI4OSuo3QTTcS5Rw3geE2fcVXnATjQRlYfcePKbdCIrcdsRs5BILtKD
Be23SxnWaBmLONnEmVlux2rA5BiCvOLH2/xml7EyaMfQR0uj4KVOZ9YOZKqk6I5Dk6A3wW4hfjLg
UR8/ZYG19QYA5eHQIp42Ucg5t569MHw0iJTTWoF5nHpJ8f0TZDnG3PK7vui/zFOKIVZzzLdVbfB9
EMsMIdAUA/ZksUsRf1w1qlbburNbf2KiXHm7t2tgIU0MHIGDayHoX9h+GRj1pOwBL+dgmI9FMKYK
BS9n5fIuGy3Oa4CSs7AdlH+Aexd2OE+ihsQdN49yCKHLADTqW31Xu11mZbcoVeNbSRDJDWNt6WFd
qm8mNaQ7GxMkFbgJEirvbC8oJcncjqc3KDMMKyvxOmmotwnpM51i4IQjjW0v7okVxb0ZS4Mc04Rz
H5GZ9Ix4oFgT3nu8yzE0qOLRrjPCH7LBNfn4lLx2VL+eDjCFwhgK37r29NrilEERGYUd0mMmx+TQ
iRGaayFylCqa25XNeGNJka8CZrVNGFQTTUkL8x205VyXWc6OCCbU1uoINBSKLPdYScNrBVi+srCL
wv752xBCA8Sh+clBAmfxQIaq7whPz5CiD6yvk7LYhVmz8tYhDWbXIYvgJxN0y1HYZxeGMUMJpVbB
du7S9C5N63EFErz3+cgpCJtYAJVwlK9XOjJTI8bisGM8lJOPBDgEPRAAuSxtLT/vMLbtD+8sTjzS
3wI1RQQL+ga+vP45RqGklWBHGPjgErgQZ6gYyQ26xdTaSr8OaH+tNIrdSEei2gQ0t7hmPOik6juc
4a4pxO2MxLDfD8a9PYT2ZrYGcROZpXkyRSK2LMsgnOXU1EOUOiFRU3+mBXYheUK3diGhTMQJxDlG
suaQ3n1H3DFCGOgeoJ28Xg87U1E5BxY5Dj21PlksH6+HpoBUUNlhMBlqvVuVFMIv+jm5+3gn9Eq/
9oRQE3VsIsBw56jjLHbCQMQUWrlDYOso3Q4phfKMnOuLP/wUJDBMgEEi8Q+pb/qL/eZittI5Nqyj
bCPiJhIJ1CbK0pWtfudbcHw1WQN1ZBsFttdPEWOUOFGY8WODXOXGKvLPtdWv5YHfMUoW8LpEHgbZ
L2TBXj+EGHVB5DDxI7Ej+yI0DcgUdUV+aSe5ef/HV01aINnYBIZJLCerTCkoQWzGo9o8gmRZjlJl
zlS34vHfOXvI2WJfcPpQrFxWKhB6RZhqMFrHGEBnN4dC7FSR8PthGtLLqSjHq8JEpZrVjrmyX+Rs
Vxanz7YtCVSOhCKYHYtznxR2m/TMto6kG51oYwbGBK0i1Ybfswyn3o3gVJhnkDK5jOM+eaxbQ35C
5qo62CqWvwESV9dlZjsnEoV17s09Cb4beWPch4yXt22ZycY1crFtLRM19aQSceDlWTI/qSlKuGdy
M/0+t1NONvYUK+nR1EZeANXa8sqZKURLqz6BExhIig7EUtbfCWdIQRoxl5d5L/lGCid3YYMQjk5d
UEZ+O5dj7Tp1y38L4kA8OVWP7o1mZmgXDXk7sasoitEYmSOV6We8K4sNEY1dXdYZUuheLGvzu8V6
8QMqniXfjPMIJaZEGa2XkqKCzGCUNg+T1cYPzOpKCzW8IrgLWHMdFWmReS2bcvOibi3xm2NLFGDi
shk2AIxDvEvmECnjhDQpRpsGRXLp8HRw3MCJe0gf5aS9SqugzN0KyfLaG81cfJ0GHEvQBancRnlM
QP6ZGLBykPXNvGmykTV+VbDspgIS22n2J7R+GmtuMQmG16c2lchBVaiAR9uhGuBO+Rjk32cFdlCL
8lh4kQ8U6xewif3oxxbJLsA6GN8mt28qlPDibVZ2ee11ahhTt3CShCGRVdTwkHNkxntqdsFDj+XP
XDvN+2PYG/az02XGPmZJcatDlAtYVaIu+jCvf7BAydBlqsQw0dHoqYkxpEH3SLNkhP5lYLePZTUP
kAIjbfdFjpLvEzpy4nJWix9plM1XbGwqVJlL0QKbFUmPrtQ2TwHb4ym6qQiYOG5n8CrzSiuYL6x+
LlGOtvLprlbtTkyjRfdTgmDbtbqAKVeN9fSlrwwqPBMNWYcsZMXojgVvQUpIwrF3MxpUXynOI2Jk
0qLPWBFeecKoa/SSggnzPBQj8mkkzmjrmubMTrKs009BNM+OWyexddWGpoke5CkRqW/Zo7ylbRl4
JhHRF6IUa10wqe1t2OZJ5yF93fCLYp6L548t2evo+OyD4elBBUD1zNSFg9dG05h7o0caEzQ6+JbH
sZhAb3Oq0QjcEYffTcHr2nS5FW8/fuw7EJuj0o5cPipkErWyhUfIRFOOUcCDoy0Hfl3FQXVycoOm
bs/r56rmGMdZdMkmRCHPL4eu8vvMCvahota95HG+obIECaFC7IcrKQ9pweIVz7hcGdQSYcUFKpeW
De+7jDW6OqCsyNP2mPI+vknDJtvIPhGeNTeh56QW+QQ4spZwfu+hHA4Z6QPkEZHde70dJnCZNDvV
A+2KxEuoQEN3SKGYic5TZyv6/MfH+7CEl/ojkRVEjVJvAl9SjfqSdtNoVP0xmKtdLRHZj8kUgvdE
6j2oQCsOjb7OBEtdc9eBm65FIu2JxOLrz6us3J5Yz/vjMPfD1rJnKDeDzXobFXG/T+AZvIY3aPJ3
Yox9V0mwjxDjeUHNqJeUSeW3KF17IsqcDV682uQoNXpGoZJNFCfNtRMIKM5107TiDd/ZFJAWNHo5
F9WWtAUraxon4vFwTOlkb3tlyTsSUYLLnpM9rTpIgg5sjdv3zs4wjWSQdUUZGRzo10uFzMuQtVU+
HJ2qrvaTNIx9D4afC9bp4Cdtr1aA/zvP0xxCIE7NfhFnOeMXQLBPs7ZhUTMew9D+FCe0Qg005F5a
OofQmuqVp+m3fwkvcBCknkmHBDaieIR4i69r52hAhmo8NrXRbaIoCj3bqdcijHe+Cd+DZBLQO5J/
y/7HnoGWnY7VeMzbCuOO+aQO7WB/gjtoLxGir13edx8nsFeOiS0jyyoZ4JopwpiOxzmplQeeCfTV
QYK+mIzyBxJPxcptemcNkSQDnwYoDYm/JXuxGPthCOZ8Og7SiragKGP0rgjJ4x+2EPAOwoGhBosM
3/Z6p3LbkEGu+HQ0W/6dZ92dQ/uf4TT+FGOfr8T65/rT4liA2stgjlBVdt7Qe8NIirEEZ+SoxNT5
NE3QoiqMedMnmGI4iTLaD0BcriH7+KLvY7St5mz0RZSHXpNBF7s0eeTnwAgfr8EyskDCzYG1QioR
c/jgKRdVQCfOjDqfSHc0wh6q9zJhfmuYcm8WcPkfP+pN+kE/S8BKgotlmqg8LqIYlOR4HAeyO3aA
4C6o2sbnKgqSq6G0yw1rClAV2AgGqNNDtMIh02G0mnIXzGV20QKJ7/5vXgd2AZl6lIFQA329/Rkp
QFC0oh75AKO6mClcLwgaw42KrNGdZuSemr5goN6DqUeD0fJVN1d+R/JmH3f5sEKZepPqPq8O50yf
eA0eFqtT9oUKRWsgPQx+9aXZo8OCj4CyDmgIvk3n2LUilWNkYibdUsX9zRgHEGOWCbDsNJheXdYb
MbcQEkUF15NGSm+bOZMbXnLjpmvy7DBnFPPkKfJpIP6NfhdFqdtmxbBCEFrGdvpDYNiRUnAER6ln
EV91jup7AyTQI83mxCsKh92kFkKsKGpNV0YOho2jhHBpJdbx4x1l7x1mtGVoOwXfgnzg6x01e1bD
Qxf9Eaaj9BHXzZ9BSgU8HoX5wPoE49Bri28HXk27ho7pblLO1zgJ6H03l+Wp4InYGICEnhWa8Q65
YMN1UsI39YBSt2SGgV4EByeXW5B7rSNra1d94BU2V+7sRMWjzDrpKlw2VJ3i2iVR3V0SMA5dJqJ5
U9oWhDDqKbszKMVI+WaaVnDdW7NpgZBFUdBH/YuxJZkkjVrQZYd4OnI5JduZFQMCz5iv7O/bVbZg
MJAg1Y0KwFgL/tdUF+agYns+hrzoPKPuhQvyUX5RoS17xWS880EQUQUjAmU8DeEX1gnTQxExt6Z5
7MDj3DVzX20zqQL/43Pz3gdxoGFN1oZ55tr5vcAHIYqyiMRTcgThRbocXU/uXDp3UpHV4aD4k147
AfCjwb4VNjYKFbTFHU+ZqFH/qJB978neTEnl2UTdlxM/2Ej+rSze23uI0jYBIQw0TCT43ph2ZHZJ
HTTsmNqpcI1wwoDOya6vTYL8XtAm5n4qzOKUmfNajuUtWsCT4exs0CNRWF8u6GzUHWL4iB2dIRSf
m9D6TiLT/GHETuc7Qgwrlvyd/QMoAdEYlVYk7s9jaF7sX2Plsi3DiR1NZRLfrGOxiyVGPFLD7h4/
Pio4EW+3ELALPXYWTgWyZIstJPYY1lMSiGMkw8umKnO5ies2vGqL/03ZmTVHjiRJ+q+M7DtacB8r
s/OAQBwMHhFkMpnHCyQrkwnAcd/Hr98PrJ6dDASF2BJpkerqrkogHO7mZmqqaoBV6EF063kQTR1v
9FiyP+UNrBGvV7rY3ky9mR0d1YdTno8koRjgkvRSAxka+ICdYG015FlIXS+Lb8C1wefKQqBxqHWl
UjxNp37dCKcowMbTVLhlZXeF22RDqG2CKO9NUIqsF1tdIq3gEtW10bUxDj1afWw9QX/k7lILx63p
NL40TQRNcQxy0F5SVSjp0qGorfzJ8tOmRZwQGkhVyu6p6JPc3AQ9C++q4FK1Z06h+tXMFW24sYZR
+Rrq5VNvDDG+mWojmJiTSsk3ocei3dtIDRo34CpNvLwe4dAXEe8WDLV0ozqyVrlh0kSeVViUw63c
PBoCKj6Yy9ipB50r7LklUf9FO1o690M6tRvbKvzP4xg7DvW73IWbEsLWUS5z0qkw7HxSYTnFmraq
4ORXkPuZ4wOmpXDlJI3ulrlT0GWIjBYoJQZy3cRmPzyOpQwwZ0xRMWM4QXzbJo0CnTGPvyntKP1F
dACAQwZWEE8T86DEE3FfLcy+do08DgfXUUX6HX4QWMyMexqbfJykbxkU0Oeq1GNEbWakZm7CzQkj
qJrqz8C3Pcx3qFOfZHkIbhspSPbVGDSfatmeviuW1Ff7OswUrDgTvQJ00/vJ3NtQPcUmgY8ybM0a
WebnbIpK/2T0zsT0lWAIHyTRmWKlqHknlqCdgU9Bn5b7fdnPUMCeCxQ000sW1ZvGMotDFsf2rgk1
aTdyzlwaV4pnyWLlaF9fAEzIoUsAIk3OSCV/GZrLyMiTIZScl3KAb4ovr0mOuKqNuI5Xs9wV4HXu
iEJtW5zpQp98qcsb6YX0rDnqjlnv1T6XNrZRMlzd0Ncy4euAxfPIf5F5zgWcvrhw+twPrQh/kJfC
hrfs59HgdrX2UCMy3K3Fq6twxaNodyF4cuarYPEoxUccOlSW9BLVVngbOsq0VUA0PdlqaO2UGkNo
hBM8iSZqTo3eZL+DIkg9x+g1T5iFtCZLu2RbzijJ/DqWw+GGF4Nc6PJ70ulrSRNU6aWazNFrwjI6
15U/HtEEWG6p+eWOox+6kx4Yx8osADnZ3ZtmitYwgfc2FsRPbmGqTPo2iyRGyaQ4CtQg+IKVTOy1
+gRQ6bf+yrF550NzE1L0wABCCbGUgYFSV1FvNeaLGoboe7Qk3Najqu7NohkOH3/pd36QaVq6jAIM
5cWV4M83zFHK/dZ5EUmr36hBFntFCOn846csyFVvH9CcYRQTxhzdzVm7/meulDp9bHcxih5dDX1X
bqP6dkjTekcIHreqQ+PCzEJ1OwU9ltP5ZHhmOEor7cMF7//tJWbGiD6TwcnYzPmO/uPCF2UVx1pQ
hV/8sIPLX1uZf0eVMzIvK9LzAPLCfE2qfirRFWmLzxNC2uLIKbA/q46EROTjRZmD0GVWNwtdkJ0g
0MfMfpl2l3EpB36YI2q0qkndoK8Kyp06FUbuhZIfadsiaRv5WJeBE/zjR9Ok4y63gRKpfJbS+EC1
hyEjbr5Iitl6ET2rDVR1Z1PH6be41l4ZPSltP/61Mypy+WsxGnBmewAUFFwFi/JOSK1sTrM6vRxG
7TWBCjwrG+ryJdQTCQaDX3YaLQSnyTemEalMUctgia3ktte7Hfky3EWYrxAYIUxe7gAzb50oalTk
wbIeenoj6qMuoT74+Ke+A9pcPmaBEE0mxBOR8pjSKehUYTbiWoSOW6tUlbMlpQwKG+zqc5rAg2XS
4eRRsVhuEkfhQ1GZCP/asTyNpbBXSrAFd3U+AURSrkaazir31fIjtLWvTG0kSy+SauY7/rHkXpfp
vqRhWNwl5uRsYyRJXhSl1SYLWqZ7SdPwXVLLAS2ywHw26IOV4vO9xQL2nuMcLE+ZnvjlN6lKx5+C
bpglLlq/j5GkbP05z5WSkYF6Y0fLJcNIrrH7VxjEzqnQe9MjTyTmD7q20e06cRvH7v9xYKR+e+sC
cec6BK/L18r9QDXpMNEG6rTeBS5NvQIp3sqpWBruzF+EynFOVigMIJksLpQwRd04RAU6AikVz1I5
Sb/VSC3GbVQqiQxHXhGbkFayF7TaxPgQP2v3mizawC1CTTiuqtfO2aHd+yjBFrG8uogMVxGDHG0b
f7BW0Kb3XhejARYGfQtotbGI40roW2YW2+KLNsb2wzTRnpPGOHgguuOkMEGQ0SypfqpDPzoaIwlD
OHbpUZet2I1Nvd7lpVzsZRMNs9FWYuNMUde6A0SFlYP+3q4Cc8b1g26abMIFvfx8owXUFaqD/VKM
E2PYktQED1XLBx1J/V/B4He/wqHSv+VB0ni10pC7G/UAARS14+yVgVjXyMFxwIv+GVV9PoMEXIhU
tK2Au6wr0dUkWkkXg/PSxEgpjazPvECXsKHKnXBlD6vz57gMuriNkHrPSK2p8+UuVyGStDJ02sl/
KWQ7vYnVKqDbWzM8uI8Y7Ns26Ubkqe9W4Tjt68BI923iByd4A8xg5EjsNStjpKpSSa7coRKssxCL
R9CIp7JVRzchg/nclXazN5xehhEh8ycHttg6VittgiBNXj4OrNfhm1aZZsPuguhOd3YRV4suzGXs
U+IvMeSJQ2+F9lHJ8x8fP+SdNSPzJde04J1DLV2sma77yiD1cvwlHFTHDYPU8MA9W69S7HEtzb6+
FCH/0BZhGxAEIOFefh9VRNkoBX78pVBC0y1bWfUkkVV3VZo3W5mzcZDIqe7yoqo8TMDlo+UPHZBi
q7gh4WsbTKl5QmqpbO3UrD0rEMG21hx/b9Ae+xTI06qGfk78FzsKvB96mgPxFlL+4lwB3SZBkU3i
C2mjCeHZj5Kv6TCU6mzX2ccz3aQ8wa0ovhgtV7ErO3Fy01X1AEFGH1vEPXqxK4Y8vOv90X82essP
3cwQ6RNxZAABNab4pQt957FPi/heGohD7jQCWmwztQif0FXISPfjUoJd22r+nXD8Mt0oeYPnTVDX
0Q/wzTSEfBmxTRpAd4U1Nj0njYaNxR9xtOMsbSi3u/RTpdslltzNqFQbsxnaBNRcRTfF4VUkGA9d
c8qUpP0ml0EG1SZpujUF23vLSQpG/Ic0OifilxugNgwp4VoUX4xMCXeOkVZeASr1Vx/n4ZZn/1MW
/kyegxSPGxTIy0wrv3ye5Kv0w3RJIPwxTU8ri8izcUba6HrlbNVxGFYK8XcSf1qacwMQZQURaMle
zwfJmgpFNDh31CrAzWg7X8LWGp+7vgsZLU7D/x5BP8LfNEkkKD9yhHdPlyW+tJLzKteHzQHcxtSE
tj4dBmdxsPkTDacppe4LwEp1k+my/pzbvbMr+uJoIh46kn8YZ2QDGODbwc8yhLsdOfDX5baqbibF
CLbyyFFzBqUnZ87rPbCo2Ip++k7Vk664B12FIQiOXA+wEajNFGP27fqzWLEhlg+JaPBASMkeI+Ct
eHL79N8Z8T+yUzsVr9mnpnp9be5/FEvztJ/D//6ZF2MVYWjzX/fRzyqv89/N8p+an/f//rH6b8u1
4DX3fjQ/Lv5mm4EIjI/tazU+vdbgYf/1n/yb//4n/3//z/94fftTnsfi9f/8r595CwOXPw2wMvvT
NG1uzH1gsVa9Zj/D/zgT27JXosLy3/xvuzVN/xf1IpInNAAGXUji3d+maxIQ+b9oMrO14cNguzxj
JP/tumb9C2Udu52jZgESUO784bpm/Wvuv0Ni5dzzV1iZ/70I89sEecb6/b0o//77P13OllZEgIIq
pGRY+SZcQvTiixPdiEFpItGP933U+ruyiOvbphftye7szI2rvrtvh6bfKgo9CrKb6dhmOWQhOU68
vmI0hDAKBqclTK6mJJJ3Eho1t52S9FiaMhMQwqh9jlJT8kQ2vVRD+7kcox+9GNpn7kSmCBhljo0a
8PMfH+Odn7WIGxD4MUcAAgGVn3FD7vzL7d9T9GIEAbc4KSb7BrG2/L3oSpdOuLR/e1HZ6on3UXjW
zWg8FmW+puR+Ayf/56rjFXgDyLmkeHMecCVfNCPTEfRC5Psp7HZf7XLMzlk5iPzQQSvM7GrYKYMv
h2RvavBV8UWI8sH2my/ypOSPos/yws3NEUkceqPpkMZw1l2a3NnXlo7hT8QW6UlocXvstdoCNpYN
cTNoCBaY9iRuTKPW76qqzHM3ybmV3KYVQ+2WONi5ipo4JPmNBPcqtqe1OHmZZb39bmRPGi5yc7FO
DXS59FUZtqNSVsM9HWztKQmakrnniiO1bq7X5W8lClXmSidJv0MHr4eInX39CPfwFKql4yr9VNfc
2Kn4Bq6rdWtvN5eDl1+F88RxhAEOHkMmePl2Io6Ek/SKei8MzfmRJWGCvquOSXnKUf+mxb0xbuNK
C04iKIZjAkOoxBxKGlwTfl2+kWw7wVS5j/2VeH29arMokl0ikzuSaS96jnVUO2Zc1f19FYnvDZ0G
NsMQrxyLhRhs/jaz7oPSCwXfDDoT4/68FTrfCCqDKvFezuRhU1V981Y8uLA8PsVl2RxhbU2vcLGk
bTjJJtIkiBq7tGjS5zTJg2hjkiiZrMVMB5VHv/PQssSun2rSXmum7rnRspLGs2OJB7MWEZrAsdlC
J7EfU6q0bMNN9WM0chCpIRxlxsookf5JH+z0u5VW3yOjm5iVFmE+4vr1jLBkldfTS47diNah6tVW
z4Njs/zFxmNojq7CtF0JHddfYk5soDmhz8XwYSnYqKZezUU4yPdamzdf1XjU5+4s/kW8rCbBjovq
nW92O73GVW1jTa31yQzLNN7UFI2O1z/Doq5E8mvlteaNeblx0c2yO2jkmnSNlzKyuq6buC+c8T4r
OizvcYW8j0cz9SBVtjdpj1GjJPX9zZR3/QusVuANYViHMYnTrytvcn2E5l4SjWsQ9bmjvEiEFGBy
kRWSTHadwyD0EyPwsI/iI0EqotVaa+ZOBLmISKvl8Tt4fMWgoJoFjGd7nm1scpZcaJKm9/GbXWbD
uHKxtXFVgFbjzGqjJQWk0ZKGetzvHq04+1GoLJNthDHUdxOPgEG9+fhpy33C01D+g7wQRijAlvmg
NBggAL0pP9aDVn7ThyREuVJlKzX41U2mIlJyVFxI4S7Su1/WeLi5G3FbBsrjKNcaDZtE2tZlGt5O
vmx7IzwuV06174WFqVbtONF3kfbZWhZ+mUzOC8uS2jBMscTSSGUWYNbkkHfUWUtiNiDhhLNe7Hpd
rreWyi4MLfuhc6x7uzbFwfJVlfqn8+8tO35AwU/iyWTG0pU1mPe+7hdrAX0OWX+eC+iOlv7WPuNz
0LJbvpuojVZN/OTRwYqNMkwn6KRRTamgMM5GlDIGkmW+LcLGeIpqaISB0hrbOPFttxNjs7IFL4uE
eaV4G/aDTdpG0/INUfmjR6AH2TCkspY8KikWVBiRJS5EeoVJsQ9NoJufjFRn8q/my2ufaBkelg9e
5Pu6mrWaKuTkcejTytWKWt4Oska/Ps3Kz5icoWfICsUdLUj9bYHoIdKynU0Tbm2/Xh1CEBb2KT0h
klP1Cv8YUGoP2SCFjxb+sAzrMCyvGLLm4Lda/piJLEfXAU8hk/xsk7XfEAB8qzNjN1RoEvp6ss6i
jbR7cxqmXR8m1cr3uT5OvJ4yb2bqZS7AtybPHx+olRyt8S0RPWpBG3oDZlaPvTYdjMEMbhXRE+Qr
uX0QVE63ZtcaO4XO5Mo7zDvyYsfyClh3aLDEyeLJvPn//3gF3FZFCEkqepR1/6EcDflJD8Z8S9vL
v6kbRXHz1g8f7NIqVjpY732amQs6N9Agw7+tzR8PVvmfg3TyeTBq853Wsj2wp8LTXrLCnZkEycpe
eMMir34pekTue5XW3bJPNCbom/RKiEfDSepN54v+pjR9A8Oh1LyJmpLhb3WlbtM2CRiMPDSbarKj
fS9nE9qSUjoOcv+9FKLdjVWZbXGPzDa6EpQo63Pd6wt//F6HqQlhsXkxq0LZBaYWrEDW764Z6SKt
rrnjc5UxRZEyVVEbPaptG22lGHlslIivgn6Mq6T6GntqrkuuVgylNPcYamSUcIu9Mch+K02JeCxD
69mv4465fXa4k6fwr1w4d7Aa1/SwC306IQvHW1mGqUWhhEj1Dff4Y1cYcTQloexEj8JAbJv46le5
qv2bPgpBFOvYnSKr2VVx/uTYD46RP0R91NzlTbuvgCC2qltLrPzHV+v1ogMwURPIoC38tyV4kQVW
hxyaGKLUmN/qufWiqt3jhKDSm/x8jTq/kM78vQL2m7Mc6d6MmFwu+tQVcdOOTfSYSZORbKpe0BiS
jADVVDVM1S89o+1m2/h0RuQ4iVplbhRKdr2R63Dad5EkYxNsHLpgND7bvpH8YLmNcSUvXUg93t4S
UzB6PIYJuuYsgX8S77SM+kk80mHWTt2gTJ+brg9vQidpmcwIUYaB2EmeIGKD1SWoq7CagL9O50kx
hfapN7r2QXGS5KcdlPimQQ9jflBttrqn1pl2nzVGeReY0viYJYb69eMv+mamcLmxCXg0UkANZ/H5
khFi2X5Orp8Fj0k2Tq5f2uU2gal7yBAfbqJW0TxSeXWTtpHqBXG8h1ys3Y6QVb+avuIcxl7VXSYP
HqpywIe7FaEnKw2zl+SBXr9luaod90dV6kvkbs2mrpVpExFPncH3Pb0yGcjYGfqG0vc1yHrpaFRP
+BHHn3zDKTxdh5dcJtKnIW7UhzCrBtzMocD1ZWrvysxM8F921BvEcw3kMiqQlbW5OvO0mcDCMSbH
VkVeTrAAuJYDa5ik84jliKumNVw7WGErRiCL4WJv+0ejoKGrBQ+GDHlR+TqYh+UK3uyPtVWOnm4U
1o2a5YkXcxd5VavQEozLZltLyvRJgBVtoOy1p7zon0M/m+4hsebHxEmY6q0XP1Qr/dzGNAy5Z5/N
cfjm92kI/yLdynWJ7aLa+HtfBdzROz5JWUED/MeLRtiaa2WgbwtnmMszi6YLRnCtSGetjiV3qpgC
4Eyh+PnxU95JF4hDJh6u4OuQSpfB0ZcKUCbZxIgw4mD5nUVSG+DTxjyCk143JwGnatf7WTF75d8b
lZGu3D+Llun82eb+Dk1ek4RFJcO9/KFyg2nFMBrpueys56jYW8aD5I+u9ZfQw23ZWNvaim/hVzn9
uKvG4U4rnX0/tPdF+DtQo80gnBWkYgGE//uNoJ1AgiCTwmvo8o2mEig8kIf0PAWNdtB80CdljFQm
IejJpqc9cmvnkfzclWVK0KmzfdaY00b2u9yT8TbZagPujlgNil9SXfvHMZVSNwiMdlsogSDhWvUz
1a8O2HyZULxg5YPnxTJyQv3VS3iX6blTNWM79nQwIwfm6Md75apI4kMB5b4NwkBivnQoSuRQbuhE
pGf7ze2n7YNNoqAa9kfo+R8/6vp+pCkyp9dIiOBELfdE2EWmnOPAdoahFnjq2MCE9NPUjbB92sSa
vPbF3/lp//M8rAAWF6SqC1F1ZhSfRWLfQCEkBmjNbR07s5xwW2jhfWYXx0QrNlJqupB6yy7b9zMT
uCuPwdowgasaC5HmTKqY4XRMj5dmbUHaNNUwVsm5iGn+FQaoki7CfZ93DA1GHL3RI4ZzkObjmy0N
/vbjtX9n+zPHmTBN0T+zN5e2dEZFd6k0BnGOdH3am1ZVffLH0rq3tP4YMkUezbyq3fe61M7mMa1z
0EbUPZkU3GWYj020OLPxOMaVcgjk2nEzXx0OUjEG904jortG8Z8/fuHrcgPOP5I2zO0YP03P4PK4
5oXpaxog2rmeRmz3UTJszE4YXqab8iZIsmlXW9Ipt1GKf/zgd4In0AVcD7yFZuxgaeqAP1TP/vDD
MwDeuEO98dTZ+vS569Rfsh1MXxqFZqlWyRoE81l6lhjpyitcb1zeYN4pM2kCd/hFqIJ4BJerm8Kz
U9dPWVGp56pWC7fPsmxllRfcqDkq8ihWmBM597WXLjejEH3J5AoeNeQHYRU9WHGs3bdSXt9aaf1Q
ZI75EHatV9B6bgsoa5WT4LegPrRjvmZt9c43Rw86zzsh8CHNmUGTP3J6tbfMqdXG6Kzh5Ocyk6Z+
sM3YeFTt6WuEfXNlZuknGSvO7x9/8utISxID9DEnemgiluY6EJXK0lJrcVZ8w9hLcJc2qBvXCHLX
4Y+vOcMLoGK45S4FV3mN40CsZeFZVEN344ig34DzFdvJ1D/VyrjCHn5nDxHZ4TDLM4MYjdnlWuql
GfdNlouzVDrPSVbFO4bv4AfnaP0Konhd/FEm2xipY+CnYB6wOKmVWvZDHSfi3PXKrxwDja3iq9VL
YCc/k7GRf8HUWbOjfO/H8dC/We70qxZpVF5GqdoLKTorQpPuTK1+CRxTOiSm/Prxznjnm4Go09CE
N0sBs7TUCxHXTjV38wkdCIrPpDEPZjS8tmpf3I4y1rMfP+6damkGp9kbpCis6NLlSikSH6xJVU5T
mFn3UEqrnR1G0wPdJQAPA49w3OwOYWxNd3TJ7GNJr+grrF2vikrrpgp99VAFxkQvo7KCn23TDPu2
GH5r4RA/ibKoN+kURyv8yne+P6Fq3mTkKKiKFh9DDUvbN/VcO1UMefWKrhCPUq7fNRbJZlZJtTc4
+drIkHcXCl82mtTAlcCnixA5+lGBvrdUT0ac7Uc5ODb1c9z+1iT1lYTq0IQ4c4y+q6fpRu6QIQoG
XVn5Ufehc6UuVg6f7UnCWqUxN1CfDqJvV2LK9aoQTEBE0HZyDCFeX56/1IeHKrg+z2oun9vWeap7
WXsoVftOl6v0qc/KcCW9uo5ic506czwoLgBzFyl3UdSTVJZ+cAZIE+iCEFvhltXuP96iCz75fGNc
PGYJO2Rk/H1uWsHZhLddNV7sJMfOcMSGPt5XM5m+TlDj0kC6q/ThLyjpa+2S1RdYrKwx4rAddU5w
ZnfspF4zXaabyC5F4a4t1F3nQKBKnK+pf/RNpgw7KKE+XoLroEBawm7HBprYhTLl8tP2fhnrnZYT
fZie4vaCZ43tbyXQcy+tv3z8rDew8RKBYMVxAgHJo2dz1UBLGk1EWJgHZ60UT7JCEpYURuCOWap2
G5xJdvooqt9ULkwIAoz+psilfdvoZnbQa0JxrIQhgivduavHQP4tmsJM3CyRED0Vdvla1D4YO1Lt
F/AFBFpIkfeSFeNZr+tDeis5yJ49P8HA0QJ+3qICMTfpkIz3Am3yTsUR+EG1k2Lnd6n5F2ac+BsV
o/8Vbpl/Z/ORVkLNe9+eE2XPwZhVAZ29XHpfK1snLqLo3KqOg8XU9GrTGD76qrTTOrU9GlYHAD9F
IFsWej0ax8pnhqqsIMTXeQrdTMpqSmxnbt0t7tZG1gF8KyU8G2zDTS/i385URvuu6uM7qpzSw57o
V5o08u+PN8M7zyWBgHuDaBsy4pIeohrDFGR1F5yDwhxxKNW1x7y1gyeY42eZJO5mgA95yERj3X78
4HfQVtp4+ixlmKXM9FAv1z2X2rYs6SmcZZXWHUMmfjd+KrxUU5MC9msUcTf2/tEppBeZWSmPozqq
e4VgdBJNGG6NOoKHU+gnYVuPK6+m8ejFAeGNZns0MDqYc4ukMZKyasaInJNw1B8FWMim+KLShv9q
gtTTQI0/mU18h/2V6fZqikll/FojJr6HwL2mbXknAs+IC1An3H4HucVilao6qExDOKcIS5MfTj7F
Lmbg8couuE5+6BtytZBKgn0ry15QnkSAvpNvn9K8PXWMzLirhVPt+64y1yaQvXOJzZRtKHkYIEHc
ntf+z4Q8m7TIVHv/lAK3bWOnE7sAVqhbWmbnlVrebZJCXfP2fwc74oCzenBWyZSRrFw+NSvVCIph
6JzkNIZOhJ7T2NQ5M+JyPfoWj5Xlpp0Z7pN2JPxiy+97/eQ/apMd4shdlvg0VBaqnqaQjjgzo4Mt
bPl33a45KLwXjKDIgc1wEtEwLInZU49h0iSn9gnFb3rI1dLcMOFSbJpKbb8QQH5kilbcDc0oH3kr
+8Yu5Woj2vDnygm4RhZwZOF0Qv0xwWSXSaoTS5LSYAx3bqes+GIaSXJDASlIxareG+nteibF2kE1
/c+SPvbbjjwev7FhU0jYqqXILtRBGHe9NOJpPCXRbijC3M0whLpNknDNpuDq9py1o1TWZG1MX8Jy
7PLrKjCktZxgcpbLod3IQwXy34jPDn5om2Fy/vEW5nF4vxOnScZIrOfX+WMLx5QKfu9rASV0K6AL
TulukOzSs6ss2ZkhGm0u3WQlXl4Fgvmhs8gMFyVcgZcZQsUWRvTDQ3uQmA3YdOJWTTquXEMLoQOp
mIYbLks4u/44srWcYUfdauayXDinuBZ7YBJg7QzGrHDb9saJLM9mFEka7Pv2Neluc+lmiOVT131W
85w+S3ErDbEXuOXPIer3CKV3RvHZd7BTjjr+ujq85Z014UyT9RK84HwvbYqqzJKnMs2lU0PjYGul
3ZM1VWI/10HP8NXiQxIx43SsnCeL2ZXHLo3nRMWndyXjdAjUL1uHyLHNler1OtpgIsHn4mtRLzOP
b1G+UpHH/YC6/9zSTd8FlR8dAoqkm6qrXKZVxQe9oBtMyRA82LIQe0fhVOl92O4b+EqB29h2i50k
i4YB9mtAN/IR2tW0knZfnRr09XxnEETaiwA28+r+sY31oKgaJVTUp5HW/C7N/gqax3rWRiVRv2aX
dQ0KUVORaHBAaX7pAESLh8UYwYwBdVwh2eapyvWTFQ29W75p5YPCOoZmrd7O+a6e2+LWDBW8alL5
L61FeizRb9x9HOGuqz1cXLnoVOpiaOyE2ssXsqfWIQVRnXOL8Gs/tPXEBCs5AKSEO/TUTn10X3XO
N2YHqfveRrzEgE6VgbmGxjcsh3RfGviK+kZZP+OC3f4sIMRPruw3jO7V2sB3R8f+DTtYWZMAX302
XhwIcTb2oA9/VabqcTFNDDbUz/icbachsjaSmj/SoOO6oAH08TK99zAokmBZJCHzAy9XCTpWoCeV
oZ/TOB7vTIPBpX5Gt7Fh/N0B6zp15XlXJ5ofB/ii41vEKWWvXD4PmQnN277lxzEkzC1UJ/GsTl6L
cu8+hV2IQwo7EX7c5VPSFGW7XZn6GTvBYdMVJQQcR1t1GZi30EUaSQQAAeQaxbRt9ty6fAy8ZIEU
Y7DOqaJ2d7LUtJ/zOOi9tu6NJ1vLZFDPlApDWJPk1jVzOhu4jda2l2DGbFulVRwXqlR3zklO5jkA
o//bakbrqz3W/qe+rXDRCDJ59vIiYd0kIfANVZzcZ243VPZWtfLgwYrT+DPEajg+0VDXlTtQ0h/G
YMBwA3YrpLkxx3mfrCS9EZU9uIHE32+gTBY/nLA7FDIw7sbxK7XaTIEaFm5pdoq0EV2iejRIfC5A
uI5xYXJCFKnZ4mei7Hw9gWReBNEQuJ2V+B5CMCNYOcNXm5ObSiWCzSRVbsRlbkzVMoVt4chnPcoi
5FpIi5qi1nkrXKY1Gg0rm1O7yoogsGOFhBRwxmEYcnT5QZvUiLsmGaaT0slH2/qmdNr3prXvojCB
D1y5gTiW9vc8HJ/6JHYVCNWlSA7agHeJswEw3apac1B7TJssNB2/E/2VpjC9YpW+cOQWZbJr6CpH
vuQl6iP+uG4swtuCRlIGaJdKn+1ubDa0Yx5bRojmSraVE8lr+pX++FUxMP9K+n8MF0FpBEf68le2
JO+93BfTieEcVPpqVd8NQZn8iqbu+ePo8u6T0CT83RihtXv5pD7Qws4O9emE+en4hSb3LTs7u5ma
Jtl+/KTrapMfBaBMkYvKAynEIpDBCFR80ymnU24MsB/1n3WSPNomRMC8w08OozmXWSe/o8rfh0bt
JiI591zKcdh7hQ2AL69Njrrm2sxvxKVIHonzHyXR5Y/H5ztiem04ncLawui5VfWbXO1C12p0P3Ch
yxXbSh3MfZooNgMeU3o15rFm2N9JG6TMsxTQks4s7AdLK1DZ9km10nC/ipIYWSg46ZJa847E5csX
zGWKPyu3lJM0OeLGsEsywLg+r3yYKwCCp5DXzl+GPgm24JdP6XqnQe2gyqeYum+nqD3ax9FJjJue
XNRtQt/+1ubOWcsd9WAmaA/9SYYjhxJkP8+TDjnyrXWP0PFXH86MqCgK+ZSxgt2vpKcr2+iNgXIR
0sk2+VZcvsRz8u3F2YiFXih6KLUny+QW7BwR7S2dmSWpMqG0l4c6OToYYdxHzHJ3UQjL+7yqw/OQ
VeGLH2jVOUFRyGSpyiRKwaVThiwO3KpycKur2nETFrWDQq5NNx0NdjePrGDftZZkuRqOIm6X68Bm
csIwXT3HaVCbdk6W1j9jtdbZMzhj35SGH+BTOTb7zEmYXKP06G5GK9oBI6g37PN+Gzai8oZRjY40
H1/TMWr3XaE1n6Kxt3dSFD7ao+KwEQsl+t4PsoOnep7vaOgPW78zHri172ok8/tWStfGVC1cGKk/
MPBFkUwzey4+ydAut0MRV5Eca81wMnOV680xmuARp2a3D/wJhn0pe0M9YmEs/Ae679Yp0vXxFvpg
dK6m0j5pBVVnm1rRnilpjIzXnPy2aUO0E3UwPBTwS25HP7ZedSXVPAB/2S2loj7gudytbOzru4JG
Ask//4H5A9xx+UMwI4iNMQz7U2X0Ci6+FCJs325fZYr8yu76WTb/l7Pz6nEUS8PwL0Iih1tnuwKu
6tw3qNMAh5zDr9+HumpDyahX2tlZqWf2mBO/8IbQSzb10NaHqC+VNaTCdG5mO3XS7UN6YhKqIIe/
HT8p6HFUctK6qhDWZ0WqwD1bvX3pOyJSApDhqIiw+NQYfvW9kshSmr7cVYrXbfzGDnf3T/lba332
a2BAAbmCpj8Bb2eX3eBratvkteVClxNndAvAudqjYT2a/fA6Ytfc8uuQIotEq1FqF9WPpMmaX0oT
D680HKqPWouFVEJw+CRK2XlB8wW/ei21nqUqSdxAd6IDVCx8nHLMROhNi0M9YtKEWhypjTMkPK9V
QFc90UvjrIa1+R0AePAhzXMk2e5/7CIsmdCaoNCJzqmlLVq/meZT8iztxtWUvDyIpBIumBtxBAGs
bMsC6c37480kGjgzztRjpgwJmhrczVyMpANbnytqaruKJ1UHC1b5dxII/yl08sptolLeiVJpDuz+
9qj3IzKvsd7+bgIr+wEKr9xzo6pbdYCddv+HLR4QCgg0wOlLAzdaZipDqwk9Rd7KzQuanG2Umedc
7dYkeKZn6GZr0TWZkm16xaQpyBrcbnRNSYWshqPjOmr91GZoW9Vqd4E0qPy8/znvD0SmSAERJMW8
kSqSwIjbwHRcnGXSJ9PCqQvOfXXMK3VNdm2ZnfJRgPmmbvtbkXya2r9yc/SStcFWY9uV2iH5naZC
eyEHlb+ZKP24jhiDx3gIv2pSXOxwDJsCxMRBpmAwNs6YVN8lSRIgc3PzNCRDwtMiCSQDpfbUkYS3
G42S4iaBxf3n/gwt3vI3Ji6tbRUiPh3D2a8emtgWWVvbrpxiKdHLCjbroYaeWI+kwWNkD86TZKTD
p7GIgpWXeVFWZugJsj1RmCYFnNkuaDMjINGLHBfNQ7GXu1cLzdldZ6PJUZvBJhq8terTex+L5iU1
DequSxH/0vBDLUJj0uV0RjvMDsxdm6f+M8uKqAw0uODRprdUb8ygX6swvQEgZpueuhSHnvYszZt5
atmXmN5EWWW7dTgoH7A57TZa0NS7sbSzp6htlENYec5hsMs63/i2Pe4M9Ja3qVb5h7AvCBv8on3s
jJJWXTHI30cx0WQQlS1QXm4S0kiUoTflCPWwiWr5cTSQ8jJE0O6UmFcr8Aap3BmBgZsSjMlTXQfW
GyPB37MJajxQhxiDyXJwpbrf+hRzqm0lpBoL9bxM90hU6riUOA5E/CgNT6UchhfcK3I0IKHp6rZ3
9tIiPwu/rZ+EE6HxW3S6tqHAEWIc2A9bs5G1j/c375vW/u2cQj6fkELEIPBRjFlVQJQBjhpNpLmZ
pBmbLmwhDRZJ9RQmI34oRo2UVs3UPhDTfyrqWNmK2gx3uQHyhljxA3JYmAUoaQthtAEn4CVd9WR5
OJXirLgGVljeRfxWMApgHymsKfrstyqt2UhVGNP9iivlh2enew3rmq/+GL7en5XlY0YTApU+eWoP
8T9nD3ePJie4n1pzlfFKsApItbOsU63mHwdTWQmZlu8FA0zAUd5MwGrzC9bKUDPRYkNzQcu1z0pV
G1sc06TdP38RjzOLRCkdCM4c6GP2KmpuuqS5xaASf7WNvMeJ62ego+ZqeSAP7g/3zkeBZae1z1UO
AmdurV0oSVPYOn3KUeroc1qNR0vN65qVdVpCDCnS8l0Iw9k8TihE374YQ1Z2jUl+4Mq+/91o8C7c
DB7Ev0quxUY284dw6NGk7uNyL6pEf1GD6MP9L32LM2YHiJYIMBEieHBN8mxTxn09dkoxam49RtFe
S+LuNKahfa0N7wU4xfANRh5PglFm8WclNxFfpmrfO1CsGzFoT6UafAmNoXuCwdA8FEPXH6RaRjvJ
jrKDk3vV1VcyfxOMenv24o7CXVs9DLG+qf0SQnSl5lu7TR5EBDUnBrCd7S1wNJsSqvCu9MPgIlIl
W4u9phre7JuxZqdpwjtNtjxPkhF8wt/aaXQ3TBpzM1pW/xhnhFhaFKuub9nFl1JyrlSkuPHoFABr
UKz22/2JX6QaRAPw9wi1SKIhp87m3Qh8itK4Fbs25KRzYxgNdelEf8gSu9klaf2jNur0AFrZNYtB
O94f/J2bSDNw+uW5B0ZAz/x232UK2kudlWtuHBiPalur8QbBwadGL4Ek3x/qnaNE5o2EHEISEPjn
xWjFCodBEpntZt0Q/vSd9HvRBvLKLn7vILGMxJE8sBQmrOlG/Cv0ksxcliSNUbTBhGATd5hCOLx+
dESnFlIlHi3EavGySy281b0/RQRv5/6HLkMLjOgBpXCYVUJNY5a7RULS7EZLHBf57kdVH57VIUle
zEmPdSiy5NERPIlJ3q7EUO/MLySGqd5DPD0psdx++VhXaEolBLhZEimH3PGVvZ9La/H6u6PgC81d
z2YFI3w7SqIkLbr8nuNKEE+vcSg/akofv9yfwXdyIuhhnO+JBz/1S2ZTaDS+UzW9abt5rF3pEvob
BQLPRQvy/BEjgOJVy/ThSbfaz2g2yy/IcxsHr7KqQ6yn3Tmy/PrSGPXKA7c8qColVZjAaE6g3T+H
6xbKQM8IXJbb6sN3qa3qB1FAH/ScrMWRSa6jrWZ2sMMFV9BF8nR75S1a7iteV4fhcUpifedswtKW
fSVSyCp0rx4uXdplu6ouQhw/X4pqV0ppuqNouQZtmhb09oqEI0BgNfVbUCOYv0xxEMr2UCiWa43Z
1zhqgZshHJF14pXW7Q9Nav/RWWRKiEm9iclVPvHNX+R2i0VtpPi4/4wusVlzHEojPOYoJE7wzfJJ
Mf2DZZcKBhhosMNVSPZ2Yyi7DhzDlsZ9s1aJeef7oaeQJ3BvQTmbZ0WylHckqFzPTZ4ae1nwSG3s
EL3yiM7KQ4VVhluntvJbdnwJ+YJmOyCG7CAFN2whkGufdRktG9Ubk32hy8E11xCNBp8M1fL+mVke
TIwR4PfSfcNeAg3j21kTaJXKhUpMqeiheTWd9ClummDlCCwRLshOs8UnvjfijTxZt6MAOm6EQrfM
9TFZjRGNr4KtCOv+kAz1Q4Cf9s6ox2GfIuF3cLTmQzXixoaznvPf/a9dNukdslRNBm5H74hwcJYx
4k7SEMZKitsNSnT2xZidc90gAaKEJNqNI+X6dw/VzZ2ZNtExrqzhGmrFuYE++K3yc/vJyZGbJOcr
SWuGtEjOvpokF6dZy6qXtwahhQzHbHIVoZQ3uzBNGr6VJBTTHVVp/ONXCBVlrbJLPX0zaNYp6MWn
WKnG7xkaUytb4q14cnt2GZv6IUdqajjPkTVSM2qic3rTdRyxoSbyWBdavokcpKukyzj+KpPfRdv/
yoS9AaB2Ts3mYlOQ2KQjcR50Fsc+9+LJqqtNaz8IE1GBOthURvtHcozz/QVdBiLsXcQWgNAidkXd
5HZjBUEGNtAP9OfA1v9L2zB/TlBY3Dl6G6yMtMyJpuwBBvwU7sC7nB0U2ReVlOSd9pwrg34otEQ7
dLGV7SsAF3vqFPZKOLBsXjEWElJgb4gy0dOcPcyGXNMQqWPtuewQ60AiTz9KcQinN4zNX2rqYF9S
pMGmm+J9I7L5Ly/YUxLRP8ZmIH1HSdQ6lG0RbjNhrgUNC3UvTtEkrUfJfgJxy3PkqsTtng1abbq+
9wwoIC/zfTYEvwL9q5QouxCBI/TKH9o0fcyMuN8ifIN1xM/aGF9Mv3qopJNpoy30UUJmU8Ls1pGf
S/UptF/MFsRtEJOIa7vSoTeO3FIPCrevTnV2bCVrbbO/E/nxJUTRloaoM2IN0wX5V+RHcj+mJv+h
wBZ8Dkoj2kljWW5q0eQvvmdHO4xpva+NqVQ4J0JArVb1+ZdPBZkEelQ0DN5yxdnOQm1LdXxhqq7Z
hcpjHksviebsm05/UpCHPWPc9+n+oXnLDeYHnF0F8Jl+C/oCs2jXV2qzDHqfbNhAXtgo97hm7wKU
06Oq2kfNqw3aX5eApMvhYRzSbRMAjTSzc1Jkn33Z3Bbja2/nW9m4BN5jpmOBIeXu0O/rCCOVWj3F
2hYu+VZJ69f7v/ydh4S5gjfFNYLkOwn27WoVcmalQaSpLml1/xwkWfSK+rVwrbxStrxlPPBW6+8N
dMmPVaUbey9Uw101AkS//0veDEVnc0iBh2PAASX3nT9pPc5ldhskOrptI7gD/UHY0jZP1GsUdnsn
elXES9KInS0Fp2KozxwikAIDvuLFnprR1QkOaiBd2/xzL11AThrlZyEdSwxfWvtXKD8b6NflVy3K
Ppp+gVN5imCv+jlMz6Ys8Y/4riWqvZCfm5LqXEpjxQ8AQtTRL081joU6vsCp/xCnBQW8mj7IKFmf
08Z5mpQDSF3WOPyTkOMs3MPjkaI/mi5UWCAb367L5ExjKHkruyXaTLrEtY8xihl9kfpu2xD6hNZ1
EB8p+FU0G1N5o4VuqzwG/X/42PaasvVbl2pa3+E76MOah0md4W7c2Np3tPDMjZXGL+g5uGN6qOtP
GbJCsnG6v6DvJA+IS8CMIMXkakPq9PYT0I1Bva1sRlcPjPExkFQkD8gWr0nuJYdwVOOjqLLuqck8
cZSl0gOMHiWYQXdVs5MMOX6w2rg5B367qju/jNEAMBBJctMiXGfODbm6NtIwDBpGt6/Di6hwJA7N
zjgpNqZ0o2ZJFHeT+juB6HAgiGt/1bjTHIxRyBvHyT5mXtJ/RUN45RJ57+Kk6Qu3FhQDjYu5427X
q54uYihtxELKpdJVTN2S4Czo0r+0SRAeTbOU9lqpglGj0nyxAm1NznD5+lP6QNRvYiIzNebs9W8l
RxiZBr7D16KTgkwAGAEYWw9jEKwFGkve81RmoahHTmNDDpgzRgwP2b629ga3sof2gtrW46gX8cWA
tvbkRyjRFR00mTKVg28+YNoaFFDChm2D8YFXONmlIuZVzLWweXJaVfnhSL51QlLcfJGH0XrSQk9e
YW4u2+qUEtjSYJe45hHunU1Po0ShXRRO7zZycoFW0bthTeN7E8gq9cDQ2MTc0Buzt/SXSh6CBzmk
cY5JeH+p28i/IESISrQdDM9VmfSukgj7uTMs9LOs+rGM0B8mgzr6foV+QVpE16ZGG95EmGXlqn0v
8sK4B9Em8AEgMWavFQaQOiC2RnvGBXWHSIK3A8bjtqPWbJ1cXxlsedaIusiT6WMBecJt4/YWALpn
B0ZRaM+91CjbQtImn/Pyz/27ZrlvYf3QLuZOIevhQbsdJBKDyIGixq6nB6lb2NXrEDrG0xjl/5z7
TwPRIp3MIXk0Z3U6mO9eq6tV7Fq+lJ5wqP9dxs5FdKHY4nT/mBL7b8oo+WcZJ+Dqk0/GZKhJYDO/
sNrMixwhJ5kbWo7/WRuNb+oQfNTzCDCLYzenKMi8w/0pXa7bNCQ8AA3WDPnA7AHyYGVbyVhnruTb
5iOyP+pjbayBo5aR2oQAJH8l24Avaqm36yZ3Wpug8kGsA/RjL+rBpuaaib1lJuqmV9Ueq4Q2WjnG
y0zQpMqKQg50NZLBOeDRslPfC0crd9PB6I48wdJrlevNcynsH06pP9IeV6hBa8Nj5lHiWDkPS24A
a/n38NPP+ys+Di0hjSKqcneUS2zmXrz4SQKV1bXOXuuaHUXFj17SnnTg7lnzM7NbimloB5Xph0LU
NMo+FcTuUX0ci0esdzeU1b/beXl1EKTeNspr4KzJNb63E8i3UHOjaQ+Bavrzv36wI6dpbg9hQcEY
qebac9S97WTRyry8txXouJD/8ARyuc5OlixDkTYCOUcGJ/LPcRgwOVH6ebDxux9EU16tUV8jLb4z
JtJFsMe5zm0+brYUajGY1YjvqTu1903Qr7pRvRpSsgsRgBeFty0RUW7an4hLPIv8Q+LYr1krbXm8
L2qXXHUtOKbd2plY3s7gEia0EVsTIN+8stuP2dDkkZK6Iuu+1KaVURGRzfOoJ6hqFPlqWrycBBB4
3M6EQ/RguNhulzdXS/zppKRx41ZPv0Rx7B/Kwh4/h4MK5EoN4abHuuieo0r1zrXuvKYc6E9pWBAN
WegMlh4Ys41j+tprUqfhWeTW+CNxjODj/QvpnVRlAtBz8RIfIZ4098vKQgMgWJmjJU7wcqos1Xus
O82stroZfe2d+uql1aHMKPFtFMlMPxUj5s8Z+cbKG7BcIBLbyctlQr3r1CJvJ0zY2A7FFehFuUSc
VJM66dBUTnHMcoNuoZKtKbUt682MR9AxXZX0qOeNKRCHhcigZLlh60foeRX53qht8ZSU+qG2e+Ux
69AVaMJe7FZmfIpnblMyMCg0RMHgTR0UfXYmVWvUcPK2GjcKZWMfppV6bAdDungVDI8Eo9yXwO+h
DOU1EmlQer+F/CkYCcx6Ry+vdl3irMnlvLNbyQ8BQgGKYhO85U1/XUaRVvZyQtPGTWrVPBHJehfD
KNIdXbrsG2BbZ9/G/bf787C8AHkrwMRMhWcDyaxZIlMPflfgbthSCCcltZXI2o4Kmmf3R1nGMCCV
3kgiyJ3Sf5wFSqIwJFHGZeEillGBH0yqo63k8ssYOOFKv/W9D5r4Q7BzAQiwxrc7OK/jYrBtL3f7
kLjBA9NCTagcV97Zt5bE7faZqL/AK7hcmbe5ghV8UNKZVPaeRUUX2hzi9EwA9YhZvblVq7DY55nx
Mx/0/qFFR+6PU0Np1ywy7LiMYG7QRdjjlFRhwDb+6ImMDp3qhRso9BpaAjFy0LmZ7Aep1X/960qw
r0hLIAyD/aRmeDs9pVlbAwAK77kNGuo0Eby9zEyrY1dSvr0/1DtJH0HIFFDKrD1X/mwpqgQ1X+Aw
hQvV40dNlvcalq237yLfxwbQdjYxN/dJkyWa9/Y4aTHW1crGm4b4e5nwzppCL5OqHQ7LyvxzMZqx
ytSo62fqndKhs0N/HzqD/bm14/CE80t4ao2qcttAe8za2F8TH1u0EDABnjwtqI0jiDPRfG6nOxxC
K8ztznpukHx+6Gy1OIeFf+i9SepNFvtUcKoDTR/JzaNvYWN6Z6mF/leTb7zmUqtuo7gIDkOgfu29
tDtl4arj9fzWQcwUNBxtt6mawaM8Hai/bh3H9+GMDHp4bZ3id9B1BjUXuzzLRpS5WglgVgvT5uvK
1piC35t1YVAKqcSoBJz8bTaonyJ6DqdcXBNN9z90vgO/yBAoyMS0PO0e7jVyqsFJ0tR6ixdx+ohW
eYIVMJaNm8DI1xKC+bM3zQGVHGomU3RCtnU7Bw1QAiB5dnjtJOenUOuviWYcY5sTmRZZu7Inp29b
fPtfg82OIDlzSLneCq96E9oPXlR7IAXQyr0/xctPgrg4tXIJbgnKFy+r0vqYDLXhVa2d5KMde+Qg
rPK27HvskckoV077/IqnzKEAXCSM4aShzDO74lXqOaGX8lWdb/wcDT06G1Gdb/EWXXsm3x1p6t+Q
ovJyzW94/DLJ35o+vOLSYRubFO2uTdy32rgheVyzsVxc9G/fRdQLqnd6UuTZd3URTE6ueNgDSr3N
NXHQ7Kl7FSIh2PX9uB295jWPQB1RDoeJY+0NfzjJyXjIk+hpGAf4FRTFYxIYApsNsioHX/MfUZO5
hH60EvTPo6npt06Ec30C5PGez34rMnqWJ0wnvAb5oEIASe3XsVbTfd6iQ5HJYbfLBsPb63m/lne+
tyY0ugykHMlm6QPeHiB8Cssy7Rg5xIx5g5uo9hDGnrfxZT39R9LR9JF0hqfvBInCE387lIQtsVGG
yHAFoZVsO6wRtpLTrbqvLQ7pdCUAyWObESXO25peEEm1aH1xzeE10iyICMNgEh7+/ZDyNJCesbUQ
MJkO8V93r4nIIRTFLrx6jvcc+17rltRkL4XU9c8hOmrn/2e4iaeL0gUOKrMHGeAO7iI5ZxSaB0Kk
5n+EmMXekeyfaqz2+/uDLd8VZpD6OH0yDLuJxG6/DblVNReYY171HsPKXgR/CrlAqqsR3TFO7KtQ
q3+MbQiakFpgIt8qzKBeb0dsR1zrGr2jDa6b4Irjvjwg/dlsWq3oVm7XRaVjGgviDsUOLtgJZn07
VtQaEKpS1QCyoR3Uyjv0VEF3PQ6pO6urL1KHj6gd2D+N7IPqq6c+fIr1a9Z/CpJrVQI51C8KGGY1
oBwaj4dQ6tVtaaWflIkXrnT1wY41lKSylZ+9yDP52dT3qFVOMn0AfKa36a8N1+Wh2Tukl26EI81G
JFq3Q6ec2DUQ9i4qjPyLQDFwY9a1+azIbXtpFVRehOWs2Z4vLwx+CI0wnLCZQSLR2x9ilHVpighx
bkzMlIepNX/qpRBOK+DtlY+evun2vbUmBwFgClxOpCGzah8y/kbhJFLvpoGPYhOqgYdeLtMv97f7
8r29HWX2QZmf52bp+QNlTBtsuqZi4GArx0ijqeX5+fH+aG8dw/lHTX5nUNMtxBLeYu+/FlKREN6x
y2pw/VQ5SJX3MbdVbxtVkAoDPAEuRfdNEv5jozym4mp2F1G8huLzIFzDe1T7X77tGuKqRukmGbZN
0W5z8wpMzo3zH1X0syovSffbr/3tKCPAc1DV3/b4c2yQssdjwNlTctk03rcOefHBuTg2ei414t9f
6/zq9xj5/ewcDZOCEsb1SUh4zyofNONFGj/K8p7MVupeage9MHE0iv+c9twpn5HNbylHYr6xsYL/
JGebGQmeIydz0hn6mfqYwEebVPyinx4FUFiqH1b4J03/S2DI255OmHEZqouifsmdZ7sBAaXuUqSE
JfDbVnzG9mRzf/4XuQ3BMtjEScWYujzlg9n5Rwwh7ANyKdCDDS3KxlE+I8Nv/Kqd3n8o1MBHHj5R
ztAl9McMWN8G3V28qe//ircwebYLSCsmtCCROwrfswc/iXobMpfXuXWZYz4gX0R+Goz6BxYSFIqC
+A9NwHg3xsYvxRZbWfkhBip96aYBiFPgWadd2nB8jKuvdv97VP44yim24XNIz43+QwJZkY35U5Q9
9PVBZNYXPVNfjOSH1dM9RhljS9lu5T1cBjBAhMlNaXbw5C6ovoYcBFZnxpqrhvCvteCjROV0G0LS
OeipkT6g2b/RnMJYGXbRztXe2nTgQScXNkAOs5BcKVIkzox+cBudRRJWVRz7EfHL2PDqoy5A5KE9
3CpfQ8071kkaf4gazXgKszi/RlmrP9VN421NoLH//GBTlsGXz55wqkB8ZldXFkVGEAtfdisEaTPE
qw96m9pbamabYgKi3d9Oy4tyckme5FSh208I0Ns7Gd9iXx7CjNGQvD0MeZNCgO3XwBCL5iiTzSvN
1T9JaCJ4PDs6FvRcVclVaO2JdPa4keszUOZNHH9ok4Q92Aa00gy8hyR/K3zQmaPyEzPuX2aWa5u0
rD6gNXoso3jb9nDutdFas41eXuUTs45XnboFidM8GwwFf1wPyBvkudEh8aVJHw1HCrceXkYfaLFo
/92f9+VbyP8hU4+UKUhkYN23847wRmFSGpddVYKZXTtBdWj9rN9r5lrs/M75gqXPQ2XQSJzoLbcj
jYk+BpIPbMFC7mznh8Aaof02Gy8YH/3gSFHN+9UZzaf737esgrDixBygiABbAwCbJvyvx0pLMrBF
QTy6HezwzwkgxQdaXxmC+8qA7a9kukFadJjekOPrkvQrqyW0q8Ih39aaD5SCPO/Ywkg9mzDgN3Jc
tthFddH3+z9zGbBiGD4RFaiFTLj+2WELcfcQQ2Wi3aF5GcSuSnlJi8p8zvUx3HahIfZa26x1P99Z
e4ogKJOAuyabmSMFUqTcSq9TWBEy5rFXbKrd+EEABWhXdtkCI8i5g2kOAhLqDenTXMhxkAZgWrYD
ZkUV5k5pZfMal+OnOI9GEJdOrf8ZKjS6nDx+oQOwMfGl/JY7Rn/U0VX8VvbRR81vy0Nba9o/R2jw
UkxyOX4e1Yo5hUyNkzKo+rx0aW34aCPhBp/3ebJyvb23DadO39vbMq3zbBvGRQ5wxihKN6xGUEVx
MDzYCPhtFKiDT7Um6QfRF3tZrcMDgYi5C60OKfC0dNGK0PaAstJD1sjfoJ2N23hyYME3uF/7kctL
eFLAog0Ax4ITOseCW7WKNLdR5m4ADeyTbnT582gLjL9D56tRBtGTMK0fipPU+HO3+nNlhQ0Az6p9
QZz6iwhLehSFHK89DQt1Lm1SzqOkQBOTBaJceHuE7boBGm42mVs3X0N0yC6qV5YXPTa6r2kKkif1
HbiZ3mA8jngEXWtMYfZykgdfG7m7dMma8+R7s8R2gZsHvg+dyNnPaWrMb5qKjmrsB/nHsMqCQ5tG
4/7+jfDeKOSu1H2gYsAdVm8/ugHDXRfA7F3LToLHZgxR/TUHe3d/lGnb3QZxIMMmbhaN2knmZXbv
xDEoB7nICoj45EOQKYt9YRvjzpQCQPa9+McGybSSjEUtmsARl+7ZR3WGnY99rmYu7mL1g9zIBICd
tdJHXF5r3DM0eYlbJiuW+VFTa9kn8zZzRDp8H2J59ZL1SvzLQYHx/uS9tzEpO00tLM7LJHt2u0aq
MgZWLDmVy0OGiEejeCfVEkdTVMMxQxPid16qp7Cuh+9tP4RbYK7NtlG1CKVo7aPApn7lAC/wsszv
dMdCEmae4THMwpu8BoMhMHB1q6A7NbqxsUWOTBemvt7kKh7J2yzptA8BJ2aXOfJerjtnN8pN8wXf
xYn5qTsZzfqs2zgBujUO6ruP/Lv2JkrqFgt0BHF5G432u52IZoO0JAbvtSOfqwynQjmuy3ETaCHw
uTjRft6f7Ck8uNmpdHMITyY4Nz1TFvd2rvOmH1H7HGRXroCv6MEYIgWYOZdGQSckSezw3ILG/Jgp
eXgOZWnc3h9+udbci8il0SjH3V5fFOXsOCidUcSKG/dJ9NGznVMuxv7kxdoBpCVo97byjsh9fU9z
EW2NrDV3FnYO6ohd3jB26UoTcLHJ+TkTY4k2O1YECxcbXzFrmkuJ4tK8jy+x6gePA/S/H0XireWb
i5toGop+I6Q79hfyN7cz7zVBPRhOplBdyMarZFjVtlfpkd+f4EV4yCg2Lq3UZGBKwCS5HQVqQRwg
by+7Ezl4G6t1ctIypUNvbOhdjlb5oTCMdl8guL5yahYcAZ48irpksFMNj6FnHwhYvGhtp65crJOx
lUui6quES8iuTzr1oaiV4WQFxpdUBogoMh/sJFZ/7tAE9ofBwlKWZnKLdYjvfYgRGz/lLb66WVl8
B7N+JUuXN0rk1JfB6RNXCireccoy/+nxxDdBIFE95chmHbQeV9Yulw45CIldnBrSN9om6mHAsnVl
Ky9iTT6XKixkVf6iWTILxOMsdFrcpek8FiWyqNSvdtaI36cYFIwCNKdB18qK1opG09V+e34ZdWrR
ACXEFWjhpmmNdpS0euWi8ncE1WFVnw0qgFLeApHeN8TWhR5t1eyYlB/Rxdl03aWGjCGlX30BNjx5
8atqN12zua5T63zxOgQj1HzSPztJAi8r50feqYeoFrs4e64DCQeEA/LNQUP3Q0lOuadhZYnQTlhv
bT3a+yrTH6B7+ATn3I+MrVRnu6DtDsISB5h4Jyvu9vBwd6jhJcATghLJzzQ49Xq6r0S8mwLFGFHE
mH/Nw6i2P9W6D+ATuAr4YnuvGeUhtTGe5u9+J2O3bB/0ONx50hn09jG2lG3k/5T5Nb1+bFT1WHnD
MaFGgoBU2QaChxFq/P0ztkx/KXDQH7PIK6e68bwlnZqVTK+qlF2vGTe5NLabCJNBtNucR0kbfHdg
to49aKadasYl3JdqRIAyKi6Daf0naUV2jo3U2nm0KLYYQ/t7CcbBript7Yn0bU1UeKF5AZoc2S9K
XewZrv650YYT2Z4ixSolJqPOTmkeFo+otCoUDTvpQR995TmQ43ATAOlWOlvfy2Xt7atYUx7wmP4G
xMFNLVrkk5hMsR0j0R08zUmvWjKuvbzLOxKMAS1+yrx0HehD3t5e5qjXWjWAlcqpFuyGpPcPg2oV
L/fX771RJtICzRoCT1rXt6M4uWy0EAMbqH42VmIZQrimjELb/VHeeeqIZkCsIY00lcTmQWHZpIEn
a1VzxQbJutAJ+6bihbApE/VPL8Pn0/QE38f2SF1uG5UVAjaWGJ1N4kfhA/OrrMSoy8YBySkIAVrK
pE9ws2dRTZaURulLUX4tnVTbalnUuXaKanca+sYhLIIfeBS3+w6A3zbNCL0wsLe2YVR/uD8vy9mf
YBzMByLX0M/n02KEfi/wfUmvo2P9cHSBo5ovZyvP4GIQHSg87hfIONFjXjRJUqfyMfsQkjsiuvkI
H5HqX9VnK7fxIpiaRkHWkM0PQYkE4HYjiZBtqimD5Ep6Nu7ruM33jZm1JycHB2HbgTg0YWeepcG2
juADpZUI/U0L4eYxwLMMYOgkT055hrrn7fiaOqaaMDrj2ehCxNixZ90oPW41RRb4O1I8HYYWdcKN
E1LBtwfU08Lk9+C02iaM4qtWIVVWqdGwRRDni2hbgES+1GKvWFrqtXeEdbJpOz9EVdttBgzf9/c3
wuIBJfuD04WwF54zkw7w7a/P+iSp69qI3CgplB3VpxQ+laBg1NXHUgnPZtjIa2dy8XwiOMNbPWnJ
smSs3O2Ypd6XTCMtngQXpW2Nncm1E0iHWH2m/7JCLTz3GbVpZRyNJ/ww8Ln0zPxcjaF9HJB33N6f
gUX0SW2SQzBplqI2Rm3n9tc4aOx7eTjmcC1s3FaMUPtSICj8nzRI+srpXx4IGmdQ5mFC85YsMtSg
N3QvkoArFFIaHSg7AFdCRnFllEX0yayB0oWFMq0qbZXbD2rgNwzULoTrWU16EAE+qBHyZQdkzv3P
RdKFX6LMCw4lba+VkZe3G4JgGIfiugXPccoib4eO+s7TG7PO3aarjV0fyM0TDgwC/0FxyPQ+Ovjw
OjdlHGRnC4+DFrHGrUj19uf9JV1eCZO4EQ8uABqK8HO0mGd1Or2aKnENA5wIkiL1sTasrSKG7iUX
w7BBHj0/ZXqHxLJXqSuzsDxSJFVI5AOefBP5mMWknYpLxCh3iQu1JtikEKaOemO0O07gq2gje58q
Ys1TbVmTA/zA/WPLZDXUWOYVaeRQR0S+bPWZh0vfE6DmeyK9PNnVke5/8yU5OQXyCME/Q/J0Q9kn
2GR9gxy7b0ZPaR6p26we/8femfXGjaVp+q8k8p5u7kujq4AhY1NoD8my0zeEbCu583Dffv08lDOr
FAy3on03M5gCsgCnUzrk4Vm+5V0Kmo+a/MUoWjZ9UiTapZbKzq/ut5lZjSQG7GoarsDKj9dIPOWd
XQyDfKNL6ke65B0VJx3tHr87c/2cfAfwGSRBwFso08Lpnnfjm2q5lIGXKAQDTdKtlWV/WNhO5gLp
iapKnvzMP9dLnn/f0UUwj0fnYS5AvdYej8ebKj2vaPXLN1BPGze0hsgzgzQ981Ynx9U8CpLR5DqU
n6m+Ho+SJ6mPWFwv30hShg423nAXKie2S5l9OlPhOg2eGEuHyvLKZeMgWRyNxRApWTbV8k1oqg/a
DKzF3CXxdBBRL3o7dNuulq/9Qn2IzNpVwdmXblIFzjbI6Jbmg/39/W39qlK9nGEdnAMhBc0FQsfj
d9dau4oGp5Rv7KAYV7kZ+mukQOK9IrTWTWXf2cZymOwmX47/LEycMV04yeEXR500lNubzFljqFVv
q8BqXKzH841Pq2Jr2mm5Q2ny+2Cm4Q74pLSVE+PFT5JiVVbqyDElaZdGn2Q30STC59L0x88V2u27
VKjGZRvp5m2ZN4rHeY79qt6VV1xkzqOSt2fddeaz+3gGaGICziHegMGGf/zxDFiWiONWLWAXKq25
Mnuo432n3Cex6jmiN2Al86/rvkK3T7MDr6yk8kzAcNorp6yAVxNRF8igudx6/Ai+acVqkMMFUXNp
rxnSVasF9bqsrOEyQ6tvX4fpcz918WUuoyGIwWQB7yDW8NpIsugqTZlQLZiULc603Z9mk+orv64w
aE6h38dFsKsIcrYxV/a6JPpZ98ogX9V2VuzLSGs8WUJ635tGGJXTqJnXuR/pri0y6UrRlBK/xZyz
3kKzKcrv3l99PzliEQahTj7r+SDavjxPykEq4rZMYNiMmrTRUaL3Ta1GaCNSSo7LqGmvMsmpVlUy
7dJ+emjKdJVqWN/KXW1cZDE9WILAxn+g/+msKGrctnavnTldTw89HhIOCGkVMQYXwfHXsQNwVJVd
S2DF9XJfjyGSiSnMpdgGoxJV8eDWnSafufFOTz4qtTSdKHk5XHxL5b0YK6Ji5mPclkEwPaAZVl3L
YXyuxTev7aO1P5OPNDCZsx4IAmiLexX95pKXQEBBZv2ro96vxdAn66aPSwClZz0ITk8/igo0jwij
qO8DaZjf+s39YZuctEY6KrdxUqDvXdQmNZF2qD+LXpfWpV/hTKBFN2OtqBexFhpeItCNV6WhXqlx
OjwAezsX2p183fmREPMituBgo6Fy/Eh5jQaINaKkg/zcZ/7JvDQrsm+ZAKYS6HL0cfTPCbGffNvX
IUG0I95DnvOqn/tmFjCIHsxR+MrtGBmB1yB7uooH0f9qCRgVJHqWs8grTSKK4scvJsvIVic0RG/1
Sgk29pTan1uk23eZJLSH9/fxSXBIZMYwdKKYQJhiix0SF32M7DAyenKVtDdRctk6FUaAjiOlHuJC
muzRYl+rqL3vIQmfGfwUIYPJ16t4JNUg2i1LTMSU4GcWmU122yN/t0V60d8lhlVRkFAUiJvYW8nr
vpQfZTss1l2dKrgUiG6dURR3i97wvSAwxzNH+mnYPj8UsGPmZaYULjnrdtJJXOxhdhtpen1BUVte
CSGcbRJUhpvQNLroZPUQGoOXyDGqTVGy89X0XFn1FAvGY1AdmeVtSCNIJI4XgQakEoOfPr3NS+V6
lKPgGq1NbU2UDZBJKcUqhdOxclo5WQ055t5pkp8Jrk73F1EFqQPJA9WEE5uMbAoSrpYOjnirP+i6
FFw0MapZUlg0K7S81qlWntvSP3lrcFoApOHoyJjk6HPA92aDpch1NnUm0tuxyCtkWAvnSxVKuNE1
CaXL3paBd1A5iKmYsUjrcl0PDkWC9zfF6S4/fohFXJFRI0qqqk1vpSSSNqUpxetUxMHHXx4Fcj89
Hhq0kPCX8LCscRQpyeLwVu1DMHayIq36HBLT+6O8slGPLwrKMLQMoW0jAkjN9XhGo1HWy2bMw9vA
6Vdc5m6WPKVatIKrtBmMz456Fxv7RnvS+9yzYt0FROs6absaJayG2xvLH9FjjvAplN0melan5EbL
94b+0gY6hvEPavjRH3CVSIBetr1n10BNynRHZL6x8/4jRKgrO+ieiuqLwCNtXRVfUTv+9e8FAZA7
EBABF8GSlQzppw3aSA1u8VS5tDNJxSuiPhvxzOn6ciJtQIRICc4kgWW8jcbsQIRShrcJwvW7whgt
z4ehtxsdsQklK1hj0VF5vR07ngWWbpenquICcKjPfNGfrM6Z9QW+GewsydzidqgR9XBa9EVu+y7W
aG5gNijPFdL3183p5odbxrqZTwDkapenYNE6XRBZeXCbT9VjL0/OQ1lbzaPEQYULSmSR4rCAD788
KOE0cBDiesBby4A+rAFRhTbSQpNcpxcTRhGXAMvxX/GHTZpI3YpI9JzT6emLkhIzkaSq2GlDbj/e
H7U+hHSFmxxVFfCBhhkbT7I9NSs7H5QVyyi4jMos3b7/oq82HMeLiVEBJwE0AY+DSsXxqE5GH60c
q/y2cW4n4XtKiL+hkaI4lrkChsHUb1o42vnjAAZX7h9TiWxOX/v9ReHvCmpVZnLTtBcIt7iWfd9F
X/TS8cxx3CXjTtFwp4H+BTcrExutD91Ye1Cyay28sRzKwIFR35uTshllMOt1isZj7UZcq06Ubfwm
29ZIZXZKs2qQy7Tq5DkD+LweUzCzdgVgMWxwC+qrfvf+lMyZ0tsZoSRBhQ63WWtG3gCQPJ4Ra2Jv
y33UH3Iuh10p44tWYga5k4Ss0ZtDQ6GxOmudtfq5I/I1ajsaGq3bWTdqFqlBJXWJFLOdLJy4lNID
Qpmq2yBA+9Cmxl2lNsEF/i200ALm2rczf63FbG+z7fVd3IAkz8wRuawuU3HlNaM9+j+6xyE0bkqO
TAvz1ocpw3Zr8J/en6yTfh/SEmT+9iw7yCo6sXochiAJ9cqU7km9d4ioFHthSdFtEab1WiqMaie1
9So15GIl9QQw4yDba1+XlLvYjpzd0OBw3FJSN0cVu/FO0R5Gu6tWjQiSu0yN1TPL/STQmxE7EPIx
J+EEpfmx2GRCcsrW6irt3lcCEgVVrzcQCcRnEOZfJL9FhQwRA09WfXEdTLbhlqbTeknUtSu7tpIN
lkqdh3t4/ItXMLA9OntzGjszOKgUH6+5REyScMSg3vsiCNexKdWrNgj9M5Wj5YH9OgoUGezN4ODT
pT0eZSjSMO+n2UpjjIoN9ntsu7JsLt5fEq8qLG9XMQA/gFdAu0H4EdIv74UuU1KlSSXjPlaccmNW
+ugVKL3Ch5afUQbY94mWrBM7fTRnjY6xbtd5FxfrcUD017Gbai2yIdk5uaPsEVv5VOHi47bhQxhG
IVLJ9sfYkIdVp+ViT53d5HQgA0JZpfTUQAnXuW6VV46fGbswLHJPmaRkQ3HW8HQ5s1DubFB9w6fa
y0tdf7QTM/X0xCrRj7PTMzfXyXZmIpgFOgocrsShr4vxTQwZFf3kNNgE3hPrrI0Neu/e6HUX0Zoy
/+XgietwBcXvtvjSvEQP/pkrbF4yi68wo+sB7szlSLLE44+N0HKjhlWj3gP43MHi1CtrZepbhXTh
/e99QhZ7fU1QFwhSQUQH6X08EtaLdsbuV++LK3trbpObYVNcKBuY1m6wVlx5k3natnjq1ta9sbX2
8irfBqvQlTbvP8fy/lw+hnr8GIPZtlEnl+o9KsGugRRcanzRim2lmsA3z6zx5U4iVgbXMsdeRCZI
iSxeWdfmakqI2tqg5Ma1ZQdPde44Z7Lvnw8CdpqyHhfzUveWgKqs/DQDPB3hpiiiOFpjIBedeZX5
gj9aJ+iSAIGg1z9L13H9HE+b0YdIuU5Ffmu2Ae7NcK2RgxbBzMz3V4hlfKE1kN2VYOY8KZnOLZ7T
d5yxhD+qOZS1l4w9isMjPFRGL+XEhD05ijnDOmdcuRgFsNeMMsB/d26vU8LTjt8xS6n8ZAhP3FLB
zVp3Ana8S0mo799fgUtw5I9xqIGjAUItjD1/PA4aIz67Qc9uBzkeLsJ86OnUCk+IxOI6VxrMRZui
8irfqFZ2gqYrYPjpsTZkf6t0eNI1WSdcVoJYK1rVXY7hGLpTAvW7rFpzGxTDRRvuki762uP15zVK
dWkXyQO08Hgr1OLbaPrJmT76Ihj68Ub0hehhzQjopXzCCGvcb3Ituy2d4H7UKfdWfCcDIqiLik/k
6gEalYUi27+2mV/H1ekQcYITUdGePZ7JESCkhYY5BZlaMT6mWRrti5aUrtGzwE1L61NdnLOD/ski
AZECQpmCGq+7RCwkOhdJX0bpbWPp4c4fJ9tLNahRr2vkP74N/xm8iLsfO6v+53/x52+iGGnehs3i
j/+8LV7yh6Z6eWmun4v/mn/0X//pP4//yE/+9ZtXz83z0R/WOdzR8b59qcbDS42p0OuYPMP8X/5P
//K3l9ff8jgWL//4/Zto82b+beiN5b//9VcX3//xOz3MNxth/v1//eXNc8bP7V6eq++/XdTpc/79
t/mf628rkT+nf/+7+uR3vTzXzT9+t7QPFLfm0jEgN6Z8BqD3L69/o36AyEMjdu7905WfU9xcVE34
j98lQ/1AnjIXxshYyJbmamst2h9/p30AAsgxhg0aWThAht//npWjL/PvL/Vb3mZ3Isqb+h+/H6/9
eWhyH8TmiG857jnpj9egqQcQejJYXJLRZhsni821Kfw/SsTnKHf5oHKN8WMvzvGJXi+Pf5/IjDvj
0Ej15qo60hxLSxWnoU0sHD/ed0ld3RVy7aDI0PviE9S+7DnNQ+kABlmsO8tvGnS9hrHzEDZWEg9t
lXWYiw6EdaFcxq1JZDS3Ei+jME+VTZXK4jPE7yBE9t8uXrS21YnAChTKR+7OP0Ozlx/HKSz/lGJU
j9NpwEhFaRFUU5L22kRv8lteZR8rXSlaL5tsCc3VSJU+j1IeYewZbfO8BTJtapyxndrTbjXkkt5G
KPnyrYUeyo+o+Zf20nX0rRK1+LM53jjHG/D/vh03I37+4++1e7LjLqMq+vrcREcba/6RHxsLIxaZ
jTAfZDgvcXLPEpA/dpZiOh/oD84XPv/P9iMc+Gtn6R9gvvCTbzfd3xtLUT5gSjXvRWoxRHgIj/79
cP+DjfXKLPn3CmeIufkPygDF2leyxuJ0N6KEbnrQdHe0i9R1IMzExRbje5dG/feyTKwLpQSognIT
DTxZr1exUhMot6Z+qZatsn4zdX893dttvtRA4Wnous4FEGou3DjLfEUZIvyv/Cm569NicitJ2xMl
pE8D9uCY3uTVLlMwBmnpum9w0cDgG5+0VaQ4O2nKv2APYLoNndBVmdn146Cl1bar9PLC7DX5uhn8
4SrvnM9DhF/c+8+97Hy+PjcBzez7CNINoY3j8wmoYEMuK8V3clFfpLnM9mtiDysEecWRm9yLqgsu
7Mlu9o3aOXdYbAQbX03SbQ/x85LbtPrWZl39VKT+jTHsaXW8vP+Ey8xgfsJZp2VGRFAm4Mg+fsJO
pDrwIp6QlFA+6Ii//YmKDnz2yjTWGJsbl1S4oHbLZeJhciqtyokk21RCF5haugrrGnWtTO/v80DU
NyBFxBbrBcj3Ei6alZzlmyHq0p2w4RCXTRtcOYM8rs3eJkQZnHPp86vCxttly9H4CqMiy8GhF2De
8etg3GFViQSRL9HMHgK/XGlYULSGvrEpyUA4DVFDMMLpUBuSr1x2jfy1lDAGiGqlaLyoGws00GB8
WmkRrwKpRrerIdp1fdFWCMkX0rcslmy65JzzXk+lTRoMsKBW2L7kIyabbtjm1mNhPGid446itq/K
MkJOFKY6Pr7NLOHjI7TlSUUKq33U4A/bhZZ+wqrThvkodTdaPKmfpnjAGAHuZ47GohQ7bl2E+Rcf
+cWVojYvfK9ScdOGAJe023ZuZqW1fOU0UfFZb4Z+7Qed3+Jho5zTAl5EYAg+zLrpkGhp9VA7WAZ9
wDvKOqgj8TApo4KFhmKikljoZxR2lqfPyTCLbEDXssawRSgeGsz9thJmott0qjB8rgXyJOghXxdK
+IUVGOIXEWRPuS/nj1ixPGaj9Pn9HfIqCfpmSc117Rl0iFscwTXtpmUiafVDjM9WcZiySUE4zxxu
BLbAK9MWNvIWSuZxiFfbfgglz+h65U+K/NIVdMn0Mqmmyc0pze0puZqeYc1zFvfdKhqt5jaNm7z2
pFL7PgDa2Kp6v8sQv9yJyqwvFfytdqbe6F6g2QKRqQpsxNQkn0K5G66DAUeeyrYHxCpoHxhFLd85
aa8c+Cdz1TIun4gg7d37U7Fsd1JphyEIBQu8AoBwQNjHu2sYTc1vwsE/UOV1xThdx8wDPAhUOhxE
Esy9WXRe0MSbqBcPZWZ6Z8Y/WX2Ei9R9NTAMFOBOqmPFbIrc6Il+8FEz3xs+nuO51e/N1MzAI47p
rpf96CGSZiB4ZNp4rA80qTTYIPx7+i1Kkl4lydifUb366WMhW0CSTtkSZ7LjaYkaQ221etCI+cZP
ZqMqN0YU6hfvv/x8VRwtw/nd6XhAm0G3loDheJAxTHw/QgrgEES2tjXV3h1MUV20VXNm880f8Xgg
yOdkyPIsnUQzeTGQitZErWPlcJjiLPAkIcKa5DYJsRYZhyeY9OfkceZfeDwgB/WrgIgN8xrVjeM3
o0jTtamiNYdAr9dyN96i2ug1mfm9i5JVFWUraI7Z6v3Z/MlSpltO555QiaYVTbLjQeOCLqRjdMVh
cPBvmaqHEHnsqWq3aEZ+tWJlBb5/3ZbaSo7DP1U1274//uk7A6ycm3I6qDRQG4sDLjIzvQ71fjj0
EmD3LjfH+yRq6ap2TX9bN+pXHknd63bb7d4f+KS8Dv6NuG4WN4H3BRhyEdjpeVsXOMhWtzRxpxu5
wK1WUsQevw4jdhWsnN20jqZ14QuxmZLM/6RjErExxgRfj9ZuMUOLxV3sl2fr/vPV/GYZcLRAm6G6
RRQC4wQW3vEXoWbCziYivjWbiaTa7ox9Vvaql2W1/zD1+DQPqU+zKtE2aeFcWjXiP+CmvwPCwMvY
wqO3JWjZhMIQnEdWv8pk1lFpmFwPRTGdqX6coA/YHrPHAk+L+zUN88U2kdQUjm0CQpZkzqu13JW6
9koxrh1tXKm52ASNuuklib73dOYTLtbO3LyeMUX0SYjR8eFZhGx+gNd21Tfj7Ygfgt2M5k6tOfVx
gRzcIlWMjSinGPn8c4XAxQn0Ou5MEwEmByz4RCRBSWM6NmE43Wp9hEtNLWgf0fPzEI89J841v8Lb
tYAMwozXokgHsYLS1mJ7tGOvNBaI2bsxlaUbq5eu8knCngPRaE/AbQ3Rtf3jzMY4fj16Y2hvEgnT
2uF6odC6WH/IBuoRlL/pgI8OSo6ZsFdaUqN3LWmVAhEQc7ugC7ILjfbUBTId33y5CjY4/Ch7eaoU
DMSlbuNjO7EFMx6dw5m8nu//npLXxyNCR7UTUw+qHUuglzGEeMMm6XjALfWjUJAaCNoq2to4ll+1
nWbQWkGGEjZ9+DmOxv7KD6L6JmrbapVEaX9Jbi/W06DHMGsKc20jGOyZtYLkVZjX4R96VwOHnnLP
jiOwCpGJNZkaT9dVomPUM+ifW5sucKK1w16ru7Na2Mc36I+XgwZEDZgeGwttcShFNYV8OeimQxqn
pudgO3Kp9UAUiwnCt1uGOq0CfHn3sf21zVKI38UApKfN7llEH9XRrzUvzKb22/tL4nij8VRz/gu2
aK4Vo6K7FIvXjLJLWn+EfNAk2nfDbvMdMjGWh+N2vg6RzPvDzmjAKz4mU++PfDIfjIxjO2EWxS0d
KOXxWShbgy6MXCgHvDjTDaimwBtGRzlz05+seM4QdFjQDVGg1J+I4ftNYPZKaVcHjrhuW2nGp7Iu
rRU90HPV/eP9PM8kjU0mE14J0S4wxeP30egwcqyI6mA0cfDZgEqxNnLnUlUiOL4DkILQoSz1/hwu
brp50NfuGtUSCC0zuvZ4ULssho7boD3E5BIbxCzoYZc5YBQhNQ8xh886HMf+qVVnDYS6gxEczjo0
pp6tNH0IdlHex6sELa5zJ83xTff3g817GElABBoWszH1WGbWBQ0/ICYEIJGqfIlUvb30fW26EGPh
o8mLzhh3GoALucj3XC0xpYMETTmKFSFZGLYVRrDFNUndI1j8VQT2i55LuL/n4zk2yKuS3NHJM8dI
zCFNE7ozrMjjeZzN+xRJK6pDpaLNPJX9AO4EX+ytVXYbuyrKPZs02+oWcgAoiQyHrrPB2fXqFH4x
Q8nGsdSpLxR0Mq58rQ5uyLKar0YJesRwIv8yCwrxoqJnuw+qTvOSMogugeyN605vUJ8uDOcqVHGP
R6y4uKmE/EVOkvKJg6HS3RlidIOODtfdhFdE2PvOoWsKexPGuDu2ilHvi1IvV6GWm17UIhNzZo39
5FNyPIAFms9mlthiowaDpGWJFZYHS44fHeC+dCVKfd8LG1iFKJrbIA2lXde3d4aYpk9+Zjt/wJr9
jFxttuHgbdYJFWBXNSAejE4y3sCdC/dQLJwDXJ9zcn3Hof3rwjOxFOVJ6RRxl8wHwptud9zCPkB/
qziko97snDEtPC1SCwhNqbFqJuOcfM3ptieip1/DBCEPSKdoMV6TGmZg+MVhdjH73KKCIByKH1Xk
UIoZG/PCMapzJOzTQ82mqIp2HPw1ovsTqKRlU7CpgvKA3ovpVmqkrsIGfANb+hx6/yfTCaEG1D6Y
chbBSXUPW2BTrxnKxh/BleAp3IgYNYAoTPJ92vrJ6v3VdjqeA9AXG0E6+GDgl2wBKzNRJ0wncbBr
R3rsi97xAuxf3VHGZ1uR4uKMLfDJ/UdMPjPNQdIhqEl2e/z56rppqgiX0gN7y9xNCvAyOwo7eLi1
6RYm6spxkYmLSu7aM/ffQo2DlTpXGtCHNeeFQ2d4ceaAFDCL2ORVI0fq/xjKaPhaoBn+1OTGjVoa
2pbSrbzBOUO9kXBY2SRGYVygztKDrEQ6TMpVsbI7ZOMTNc/JlGvNRXsM687Z6G0Sq2H4IilcPL5d
V7tc1ySv1NvqU5t2wafWGt00d1ANHUW00Up8V1wqgz3clKa9FJM4AyI4WbHzu1oU/OdoYxZEOp7m
ovLHrO9YRgGILNcu/WiTcYQS5KbjmdThZEMuhpq/+JsDwG/HfEJNoeBwkQdPQnezwH2P1MH51ITl
Z/Qdz/H2X4sfR7eHDWOZEAPGEyknX/Z4SL1TYoFkVXpgqcr7QbfR7URxSqDJBG+6byPI/FaYr6te
vSurqUOSSBM3ciZCr8Kecd1mNnehZE/yhZ7iSJkV6VaSmmrjxPgGFnDnDqKOqstSG/AyMrDOnKTm
ZU4t1mYHINAdqqkQ7oSr3yXOO6tysMUeCc1zL7pICOclS8+FG4DTjjr6aRlDGgsh7DY5oKixbjgN
r5RxAEw0yWiAoP6LX7b+EHZaI9w2xetCH55+8XiYHwABPwCKmJmTOR3PdNp31OeTKjkMEmrKtPRM
/SXr9X5DwN58HFF+2r4/4KKI8uOVAenRmVFoFpEOH48o5zSBYqSHDlpUmnu78zca2a4huJnzXql2
gST0m7yrghUShqYblfC2jXA4Vxo7jfR487mlPNPRwR87i4OqrRyLckmQHqp4jLat44TbRIfx59o+
kldt/aIiVrJTgwFgIwpNq4iCal10fCYfWdPOr+znMD73OU63NZ080lgaVlRZEBo9npy2RhQPmHB+
UCLD/gTiDx3c3ozWRiIp9+9/iEV/7PVDUJEnOSRnnqUuF/sarAb1LHKGQ4EigivsED0QtIYwcTVq
tIq6KAv2rabnG8Vmh5VCUjd4uLX7sQ/tfa4UsQffE6qnncfJVgHVgTih8Jk5lUocgl4X1hzweW1i
GDvfd0R4JlY/yXfoMmoziByZF7TajMXz64rkF3pIzVG38U/NhzzaUOs8p3O3IKa9ThNCl+T2KpAm
ErtF0Y/TADmkvhOHTgpeos7a9ZH9SZTa6BkgFHeo+TSuCCP/XpOi0gVsqmzRYBk/JhR6PMxDqzOv
/bMNhNonpIuZKQxGbZEJ+BNtscjJxYH2vOVlCVTOZFTjfVSYj/ACp+scB0+svC+tcnpUs77ddeeS
kfmd35zPs3wFaGnKOfNFSxK4SL0DSWlVVI/6e4XawbptpnalJ/KfmWHF68xCpilAgHqj5V27zihn
ZVl3pnq+CKF5ALCPqJ2CMKG/qy3ZglocJAA85OpQNJ3pFVOfrkUdP+Wx/BxgX+3VcaivYrOkPKsp
3ZlAY7HwfgwOI5o8mFVBPe14k6JWZ8SmWdSHYIi+qwiUXlEQzx7f357GyRzPse88x7zkTD9frDvT
qLqp6M32QHnV3mp6H2wmOtMun0NU7gjSnUjKFJeKGohNE4Whq0d9v5bC0H80iyk5JMKens1YJDe5
HQ9bTUn8z6NToE9Qy9EWybbZn3loN1iRtBsbWRIUr1RU/TPojXPRZtf0JCQZFA3f76mdtpBfhlnf
y1LCz52ZZlsND6g1tqrVjZmMNXlmL63HeHQup2kABTuUoMkCK37sBktz5VpNN6FaO+ild7qLeP6X
styI8bIbo3rbWXp5dRZ4vwhd2Le6zJIH1smCoY4wL6M3oUvWKUmtDdp0KJ3omzbavac6krxPMwdF
NjGLOZHX2zkGJ2q/RQa/+BKE9R9JS824SpPoayGy5rorquLeDhGICuCzb6QiFIi82+ZlgVj7yshE
j5Te6HhOZ+QrA8Gj3m3FqF4j46iicBWku6mc5M37y+NkDYIAppZLMUAF8wH16vjNtEyyst4O5QO5
Q+PW8SDd51Ho370/ygL5yN5mGM48mnf0b0laFhNoRnLvDH6lHNp0WIkhWgejhcG38Myw2thK8xDa
KOOjQxZx7CV97nZ5fqdk2zx4CtDQyrHX1cZru4eo5OTroNmlVfOIfbhr95E3Wq3LZnMLrX8yuPHP
HJQ/efiZ9DmrF0CcRwNnESP3Yx9A+mjsQ2uJbGUJ0OGVLQjtdXWA/aOh6ValI+hDpRNG6Kq0Ct0q
iMW1Xta6a+pUd7rRDr0i7iev7Pr9FNrfUNUrtkZrOPuSlvZ9J9NksCU5/Z44VbjhFurcSO2ClYHe
93WsqrhfxU565u5e6JvN32WO18ghQbNi2bzUtFRivU/DUJEOA8bZaJOJhvZwcJdO3XA3IWV7XUmh
81SbY7PS+hZGlTUaN33ZTZ4Y6Q5HerQpZXks3XJSA83lSInpIMGzS2zEJN5fRIuYhmfFP5SLeu7U
UNJ7pZq82YRWIqy6d1r1ICRJodgsnIuqQJw6kVTpTKry06GoGc7KLIRQS75vMPZTGmCrdlCz2Cf/
KlMEA2tznbC8Du+/1TJ+/PFavBf6QvyPS+h4Bw5Go/RTU2gHwBf4/eqBssrGoKNsJF+S/7phJaKL
1E6C7ag4T40zqjtH9kt4DcG0UhV2hxyLX4vmX58JKQL0eIFeUx9ZPJMuZkbEVGmHKOz/JJYucvwh
Tf8+1XrrzFedU7CjEICvyjrk95Fvz22t49dPUNuxDHAIh0HJPkrQat0kjxDJkOTAtUTQnQEs/2TF
cwIBnARLAKeGbv7xeIEuWPFT7hycVhNfTclxPCWwk1Ue6V3q2iAfPg89ZMgVmEg0SWzpu2109uRG
+TAlrknKcVeMwVoHzvVJki3/Yooi6AwUQGm9iXg8s0NPbx5qH3SWqILOjepl/bPHP5Ga4hQ/TFqY
r6RJ7b9pSqHtwAlpNNzU9qLKMeU8sybnyOP4o3DLgRij5kpUf2JM2hXdhBNBVj7ULfSIWNB+ynKz
2IyZNN5WDUiQvB20Z47lYpUIp7qdsjBc66Dffnyu/w/h/B0o+ZuPcgLhBOMW1U32XP8FnD6GcvKj
P6CcNA0/gIOblab/cjb6F5KTv6Geg5ot/XZy07cYaUX+MPN+iDhn1Vnwnvy+f0E55Q/z74K1hxoS
eiQoZP8ClPNVVPXNSmKvsYp4Pm4Z5GfA7RxvN0eDnA8DUNmVRa3tkR+oereUMitcFQUQzsgpASn5
WUQnK9bKjQ4gQqlkuJyd1l9lFfesq9TyVyRRi4vQDO6GgITJ6dSDk+rw67smrm7KUHUeu8CfvnXl
oHhGodCMzPUxv9D9+lp0ffKjd/VLq/J/tXVTPafRc/6b21Yvz+1v4s/fHhpQt3UTfauXcOP5d/8L
xf9/CGx/1o/870HE9Gdfjlbd/J//DSAGJswVPFO65iXyCsD/ASCWiJA+ULWdqw5YXYCIJNT7G5uv
2B9QgaHTOlM2Zpol+d6/1p3zAWozZQR4jsCM5jPnV9bd8Qk2Y2p4MuIEYlsS3BP31clIrSB1pOKj
jJxa4nahXIXrQdP26URvzvUnq7xpAJuqbqaOiOy0nRmDc1OVLTp5E6KNmC6XON9NwVWP0Ejnqh2m
UCOVHdMN4+JjKJc9TB27qK/Bv4VfpwnDw9fp/qVV9v8ofH12LPjvV97Tc94+N+3x4uMn/jryLPkD
7WKqnBT/aIHMZgx/g9fND9Qx6PJSiiRVm5Gd/1p62gdAM6COKJKigEVj+99LT+UXzjVLgh2qADOK
/VeW3oLyjN86uBwSKjpBHLoQtRe5Tkz0kBSZXT10xmB+wp9rxNFH1rfSSETR2A0hXUSBtq4T9SKq
2viyorn6TINF9XBtFmtJqstrI7am20B3CmS3tOmWmqu1rW2YX1M8NV/fzO7dj9P4LcJ9GYLND0zt
HxbWzMzFP/P4jA4mOSqMMKkf/BGMbzpM07oTBWoyJNkbhQbn6v3xXsPHN5fC6wxRiJh5LIRipB7H
A8a1AaIjleuHLnLkJ+Cpt2aGV+iQSf26HWys6nXK5HlKZxWDj1XS0jxBbzJdx41loxrdXSdNUHtx
2uM7ZTntVdcjZlZhfu3Jo13T6IutjT7q1hbRIOdCC9VzvYy5Jnj8BtQ7UfCYEVh/XaBvCwKTAtkg
GTNa+UaG/GjWcmLEQQR6pE6RILAe5LiqcRdqH96fumXRjqmjKQVJkawE+QEiwuOpk4a4y6Z8aB6E
P1JCRQFoqwZFdJm1TbvHxaYiRZPaC5DK/a4YJWkFD6de2XZ1ThDyZ0/C+ICxwTByFSzLhykBRuGn
Zftg5Ea9i1OhXYFh6K6itmywYdPru9YulU1Ty9WFZcSYd9UJ8GkRnuvXnYT0zAldgLldaCDSfMLM
K+AQKHJeTA/JKFpv9FMihL793+ydR3PcSLqu/8qJs8cNeLMFyrBIFo1YUkvaICRKgk14k8Cvvw80
M3FVKF5W6KxPbzp6ujVZQH7I/Mxrxo81EbTH8FueGtk6fiJVN8COtnrga8q2IsGrNRzq8NCrg/s8
ZmP+D2BJ/Zi3/fDJVfL8QY0849rY4vJjW2puooYrEH7aegMN4Wh53mX6i1uPyZHpffUaV2BdrSJp
j7FBh8CQjb0H+lO80Jdrbu0Bhxl/mnE6VMtM7ozSnnf8a+hUGKo8KomiBu8H2ZKTnQc3Alt8l5yI
QERI4VYx1ke1iUe18WImrbFPK6RXZ51RWepl1wbmv1Hb67X4jjiRF3zxGzpKaeyp0tRfhtrEms9F
AXD27TIeE9iueaIHKYqZpwFQAi4Gkap+0K1ROrukn9J861VNU/vQbfSW4kPr5c6JwFzeKYmn/TMY
gNvffzHLyX3+Y5dfiAALUFAyi3W3uLUaa+5iRChgXSd73NznXWwO1V7tJkRAhhSvhnyeDgmtwI0w
Q+3KvjgXp84ip7MMM5G2g2C+FnHszbzqc/RrX+hFW1/yyZbh7SCiFjx8YaovHZ1HAzdtmWUMn8Cf
+3UO1nrjpDkQ0VRtra/Cy6di02HJctDCysp9ieYHcuq58+ohoOZjT2fdZULDYYNWLPopse1KgHkU
6a9JY5s9lI/IjbatcGH8yRAFz8kb0/bQRHZY+V6PkwWI5kyLfIRcx3mDc9I8B21ZCBHoIcQSfNat
yo8iMDh0zfrsR11q3g9Hj9rQZxYdZYHrZu3JsWI+BQhp80/YNLL0o9HWa0Z5k5sgmtdl6n6inYZW
aFXlw87rqkV4ZRTVPhroJwYuTW+Mp3UhkmDODUdutQEWhz8hap5tpl6jAxsh9HQHWFdBuSZsjNwX
yF9hMQWOogl6pzWyTRJi6bwp2uqEWQa4Sq+Pso2pNQaqNI2uh/uhQ51xU2dzqhygTaWHUe2aclfr
In6s2sLtghHgkhoU7Zj/7dQX7bGFv8ehR59mOVSWJPiPjlhUmO2IsqjzYgvpbZU5Un3R2wkyJJX5
tbR08aQ2PPNcWtYLTZ74h4zzv9N3JNuhhARHRorNIUw9sLrLNSD6Ii4750URdbbXZ8CRhUKbfoiK
8kY4+jXv4YvDifVI+kAFepBWUR08f2YHz5sJ5Qr3RVESUBFxnm2sMnJ2WLtdsyG4OKqZo9Mm4qDG
v9m+QKtzxqaKhUbHS1PGjo9WZLRjfEqe0urRTuje34kE/36VXGMkjuRFpI1rxFJRSfyPpeu9ZDPE
XLxTbT7a7CdCLPqVk+StJ2NijmcU+v4qd+b5S6zNWDNDoYYvY6WVB3rz0SaqlPBm4ELYjE0oryjL
rPEJS5RAn1xgXyR8SNisWuiiylSHWaPyYuZ6eQNveZkL59mL5vKVFqBidgixOn4ti3lb57V5g1he
dSXtXBG7fr9fCxghFxtDN9r4q9wppKXVNqVivUyJwtFXKwB/D1ldq80mT0I3hBQIM+LQhCb4vdDI
EWDoCEK6/YVjfJw7i26sAxvyqpjgebH6+4cBM+JLXnJJGsGrmDawfc7SOvRerKS3A5iJiGd5BSxX
W3sxisy5K4fE8T0jHDaq4sDsRg/7YbBje/f+/XaZmJPPMQRfMFcUQ9T153HB6VfbZeJmp7wTymsI
2Q68rGc+1rHR/eh5GdNGm7oENiFSqd/0kmMuUPuEljXDdUX77LVe9inuchT5DCv6lDLJBiHmwHY8
ItWjfjR0HpDOquMw9FdV8DLqJHjNVW4aUZBU1XQNiHsZ6cS4weSJ/hNF41qprW+qTlZtH74oMWpj
zDkNv59tbdfGRb+TRnPtG35rPd4bca5CUvjd5PvzSO6N3FbFbIcvnt6gNL3gPbLsw5wI2qZufyWi
39gvOnzLPI24AbC9bmbr2tjqMUCPl8I185eSSdSjHkZxMGK9EBT9FB3iulV8phzNBrGfcWNI6gKj
119bTuZj1CmxD+9g2Oe6ld94qQ0PNPagVYgQ8AYgsNY9OE07b/Oqnu8mO6k/g4wIrzzGW++McCPu
lxYhKed51AlSB7VXkog0L0Lu2A6/Dun8ox3077mpbt8P8cvrgzeGzwJylrQ9L6YtqVHo9Qj/9sUY
oy4ohPE1HqsYjyTjy/sLXdZHHLAe2DpCgeknQ6vzpxrpH4rJ8qJTGdcYh0/l/M2wGCX6WCqMSjDV
SJYHRRq2CYX2MMx+pHX2VyiUEECEpnTVFcD9G2cwP4gkYUkUKCLN1cdtInaeiKqITrndODeOUo5P
3TRbwdg46Y2att22wzvzHpn4aut6oftIWVJdgRsu2cBZBs27Z6REf3DJXajWVi8lTiH4MXE8eVGO
RGDujFsrmdIr19sbq1jMmikq6BBBVFoC7o+8qGixBMpqmZzmDDmvmARsk/TZ/yBsF+UPCjkqOQ5N
43wV0ZQIqelJeupazKgLpX2xJuPQYeW20frp5/vhtBILW+6IRT2P5J64ZSJjLc/8xzNNha0r4N3T
Ezf2pojUgsak7OFo28nUaPsm7qwHMx90vLFyiEDPs67TH2/ohT+NtCrVLVpj08dcr7ynwVXK73pR
mQc7DGqn3hsCjCrJcoFqotU5zc37v309w1owvMi6EnTAExc1p/OfbmuYaczamJ5aFRaNjaxq7bQf
If/fqVb+ygjzmtft5Ue+LLj4tHqoUlxcY1YaY+rbGulpdGVCUqEgbJADMKrCwbtydr21FD1Hms3A
a5ay/vzZsMmLhNFrGYjoyfNjibQA4EPLnzTw7e+/xreWWvBShICNcMJaLaHBt9iyWi5n8t90M9dl
tLfRGzjEujb47y+1tPZX3ymKzlyabBbnMcqf548lYy3NDLMrT1Cw+mfXbvTP6B0635Hc0L702mT8
wA1aOaZFXDJwgYXwOW4UM0OzN9MS3+oT5eNQ8tqztHEWEc6ofM2yGXu9CKc8GVRO2uibHsMb8sB5
7O7DCrr6hpA05u3YJu1TkVmlyXdkppVfYOv5xVYq+3vThPbkj4YcimBoujm6TYGr41SjauOj0tXO
IY0nkd9H9iDv1TZCF22GZ0RlNzU2JoP5bES+TOMReZpZh5XhSX26UyPIugGXp/vcjFLFcE4Pi27X
pGo6+6Zd1V8UYVYO+qNx/BUZe6P187Rs8m3t6OXgdzJlSD5GBtdW3e9ShY6pP5Qe7hpKX+VRIKap
fGiUqs02mr2ols/RAEpF2JlSb5LUa+/BeSuzP3VSPmRa/bFTwhApZ2ea7jB0VL++v7m/kbHnhzDT
dmR9AN1p5A1rbpJuYDKQAag/iUjEiY+YQj4iZTAgxSMtywlRX55TlWrctQe/kW72PbSbCTpr3jTP
5dCMnBgGGlszOXu3QTRK3eluncb+EMr2gHSWcShwyfuUR4OFvlCRPGRNXFaB3Rvdw1CPfb5AlIfn
xE6913aUtHKBF46DL00n+1lbapIAqsp1NxjjTpNbZ+zSz4nslGtl0AWyh/OBcpJ3wZSIFuYFJ8Xz
0s7EDPFkZrr3ahUd13DT9qkAylPhC1kK6BSYNCJ9txAdKnVvKyO6Rai66F5gasjWYvzqdUHuCViY
qizDV8XJDHeD/aYO6NhQv3QSmbDArc3iyCOhUWBW5PA+AHK4N4A76WF3eaTBERBW8dCxAT6IINs+
vL/rl4ewpbHdzKf0RbN4XVxiq5I6Ye9VJ1Xqyk7zivA21obXDnLVNnYn587JkE57f83LE4vZMrhK
ONW0OhmInJ8iGCo2Ha605Umja72pIRvsdGE6W7UZp5f3l7q88qnqli4iU22ATGv18GYAvlVqaX2K
tCze2hqqoZ6U1zx4lxTp/MthlaVdCYuJpvO64UID2eqsuK5P0lw0CVT3Me7xaonCIUVuePqAEQHa
NAPu3+8/3RulK3MpvEvZuN+0mNV5PGlmlQjHaU8tacc31ZnVo1Oq8XFyTKJ0Ri+3yrp8a3P4bTI7
cx/olXo/gcc7N0kjwisX+ps/h0+GQe0yS7u40buhI3vM7e4kK03uzUScdPgSfmj14/epiolx1Z2e
3VIrdo3lGHs5T1i0h5l6q1dJcSWxfWPrIe4jWAWIikpmLYxtp2ZTwK9qT+DSYOzXY7xR0VS6Estv
nBVA5UAqg8HFBNJe11p15Gr9mAzjKUlS7QhheHrtspKkGSRCt114Jo3PlVdv1dJsbwW/dUKm0YuT
oFZ7jLtyNeciwi2zpJ+q9I17wHelE34cJvNrn7dtv7FsxRixn6pjezNPOjBZVZkERnr8w0aP8UG9
abCifA0TfIv0ThFeME9NWl7JaS4GKjQhCDVeJsRjgNlrl89ecwczSiZ5QtYl3OtDy60JALY+1PEM
RNgr9nBI23t25CO+YOlHgQ0uCpOqhRFqNu1ElE60LOryVmKLuUPDQ7sdo7DcZKMqrxQUF/C55bfS
yMKWADgLaL1VAuZNmp10lSVPQMWnT3kth2DK+zxffBq9bdOmClhE9QbjbDSkiBUYMlI5tEjo3dZO
5D3qsdd9Sa3+morA+uxbftfybfDJgrSBVn5+9lVDH7eWXUynuogjv6qT4a7XF4RZP8W790+Ht5Yi
HqH9IFS2sNjPl4oUeEhFp0+nPkFcHYvWOhiNUOx7I26u5KDrW2R5KuYeWJDyxSGJtnoqtVOV0EJM
/LTcjMHgxO0JMxQ3iNJ6OBZ55h7hb9dX4nHdH1gWBa0HkomRhwe/6fz5UInuE9sZWLQ2cz/SpeE3
plS2Q0Q/Sq3jay3mi+ONBRdYC1U71FDgKKsqFexU3rV9p55E6007g+REBhbyXfcV0m0bPQvrvboM
E2Z8KYx50D4ODTKPlSG8I84YzZUQf+Ods7V0+BfhIxA1qwjvKw/xZNq4J9qVaDgmkJxLeg7+OApt
Vze63FpynK6887fOABAWbDWAAP5af1dugwyPXrnzCaUj5W72rMLPzKQGvB11+xb9s62BqPOpaooc
F4BMPcFFtTb0kqq7fuyOCuOOO6sx1ee+UrqDolbzPZl+ualtxbpyNL8R/wzGmEKAtwAevM5n54w5
SIYz/KmJE/EpLXt9ya68XTO01ZVPbQm1PxMAIoMsg9zZIDToaa8io9QkB7CZayfT6ecDU4rpkE+R
vrPyxvCjaVCpMUq5lWHWXcnfll0+X5nPDUl6dKUBCV8k7UBJVHrP3nyyh0m97Rp9egpT5dv7J8nl
40EU4dzCocRkoPS7hfRnk0HmghI3V094S4rNwD9iOm8KH8nhbIdsgLxtajE8iKgbrmQ4K/sXNo6j
e6nVl2wR5dY1Y22CgwoM0NBP1WxOm85VzA/CCu2CfmQPS1yYSdZs5nlWvxVtRObclb0cNx1asIiQ
It2+ZYapqkHlDobHhxlXHzH1tW4ko/8mKAHwA9dPvQfDKRt1MxfT/EvqlhiCCnbni4th7stYKl8s
a86f3Abkwo4wiLTARHLrlzlb5Z0HlmS+7RInkruwzZKvfaQkhyYB2xBgXGp86ibohX5CgfiYe06p
+AaQlfpKrP9ulpzFwUIhUxfIw8Luo3Q5PwzdfFgmcXaGCada32WFrvab1CrlvTMlebSNvbzWHxWm
FgJ5MlM8CwcyE7o1Itfg27dTH8hZQEE0ayNCIKhTCtgJZv1NET2WG0LqiLbOeaL4skDVMi0G6UFL
G0V5p3QdsAk811NAc6IePsxw6qKdp3fW7eSFUedrcNiwz2TMcsMkxR0ezKJOr/RV11o0EAx/y98i
TLL4FcA3PX8BpSLGcjS6+qNjxPFdVYn+RrPSMgnSyC4iTqCyxAUo7usHypr0BlG7Dsgp5tJTYNaK
UuOlamrwe6fYyHxjzoebSGbeNh9qJP5AxGvWxmTQcXRrl1Gz42UlVsbKGH83mUt1W7fJ0t0w0zsJ
wsJB63HU6DEKG//1HX5M5pVi3Vt/9nyK4PAXLAYXH9//+dMyv6iGLHLLj8NQNxjxRpwz7Fx8Gyae
uSdKyq1AbvtGjWKz8wEh1lfOnYs+NuRWNDZgji3S/dgUrm5fs8/6tneT4aNnZeMN7nX1tnS67KZT
0WCdI6s/KGPW7ksXi0g1N8pgLO30OXbEtH//cFozKHn3yMX8HlABwVjgV+fvYlBlYhRFKT9CWe++
ONrogpjrYisLssxFCDDC6wi+vV7pn2d1pjCKnAxfIPgNwy6f8u5ZGIMTqNmU/2uT/hep+d+Iof2x
SRco9YdvfdOf4TSX//7fOE3bBu0LtBDEJUNFoLh/4jT5X4GvMQzmPllC6j84TdDnIIDhLvMnUDhD
cIpd/g9GmH+JC9HSRaY76Vm/P/7/OUgYfDDf1FLoAKIgwyHHOg8oCDB5nNRl+MRtSF4Xp4Pftt+B
iEw3lavfkAApPi7rMzjfKNxkP/FlPSkqJObOwcgWlUC/VaTzSXODME7kISn7LGCoCVd5eIWq8f33
q/3fKPtvBkLvRdnTt6r/9l8PP8f/2vdJ8ZOc5udvWfrf2vPLH/13wFne/6Gdx1wJsuEScYTVv4HB
poooPPXDYvC9KKqy0f8v4IhMoom/AHVhLLlMi/4TcOhak5PQ/zYXnAQjeu1vkMGrFA6NArTrGNLy
N8jmF9A/2taqImkvYYyrO6nfGZ3yq0Cq/uaPl/P0r1zgTzjv6spYliF/or0LqpfB9xohI8K5RFyj
cu+ZIeYfDZrYG7Pp6EBXRfEPlGvzn5JW6sHQhPoPnQb7X5SdMwODP5e/fEpvsaair0yZyO21qkYx
KmpaIKHRsVDnbq9lSF8LOX54/xnfWgQKAVBt2jGURqsvN1adLi+1KD7SFAwDhU+W8VVzbY64Kix4
k95CblgsrBYwxHrmpsxThAFJEh9VCQJZgYa6nd1ZbBRXXJPzeeuBIOIvwxYo7YBUzo+irK8J66aP
j+mU9q9e6So7VSyYtL9/b0iEkEEtQELqk/Nluti1Jq/nieQgui1pnernVtZdqVjXOcPy4pD5ZP/Z
HZcB7PJi/6gjEnq+ijbQn4y8sjq2Rjn7pYGLWxnqP8dWYh/X2u7W6Ht3N05xSaUxl9sGXeu/j0Vo
UfDe8dtbpCNXucsAwCtUoDcf4xbBidgFy9fPzr+v//9vxK/6E7+fdrnFliECAKN1a92bChFKQ4+P
dab+GMlafc+uni0sY/1Jhwv711tIo5M44agyUGNcRUrPO0fDyo6PSW/2+z5lGiWQI72SbL0R+nBo
MKei1426xzrrC9FesnXRpEdjluEendoaAfvpJxrH45WW0kXk0wtG7ZZik8HmZfdKZI2Wo7ckjl2R
hcybCJ6b0Gu1KyfGxSYxpAXWBGdp6SNxCZyHZNhB7XSdihNjFsmG8ij7YUdV59to/DyjzzP87TYt
Q2HaqGwQYtXM7s/XmzSjHZs2To7hDOAUoWy87LEV3/5lMCzoA5reNCQwBURk5HyVOu9HtNtNcaSY
1TCiNIagrDLjyiqX3/PvZRZpMz5pkM+rmAM/qpmNE4pjZZsFI0Gc+lK9lj+SovR2cRfpj9M8PBtu
3f6iRVY+hjoDWsSqpt3fPq612InSlVuUdvS15k+CsXepxUV8NGNz2jJ7+REqyTVJ6MuAXKqLxW+G
EoMHXu1c3uplX2OsfPQwUNji2JRsJse+1tS8tsrqJC7bKGxzY4qPnZ55QaybmD+hk3ElCi8+Y66U
5eMi70CNlL7KeXx4k3RzVSvFEbNZc8MofPqKJmC/pfXvPr2/N28vhTwCU2Vypt9mD3+c+Wrpjm7p
qOI4Cc1+MYx4CBGDH7tPGfqYpv/+YsvB/UcXhJOCW4wTkE6crV2q381NG02lU5VH0eRP0nLtQy1N
nXbGFGjqEOS1OqMnNF4TsL7cNJYFbL3oiXKKWKsK1MgmOXQRmiR4ZdDfEQnupVN2TWrv8k2yCtp3
FP4ciIT7+aa5cZFWeLiUx5qavAKNoPTirp7bMAqmDtr/4a/fJZODxVl2AXHTfDtfzkmNuR3mrDqC
eNcQqarn/FMe2324E7iDPETO7P6YlN4+ykpJ2isbeXksk4yQc6vMEhal29XiUeOYJfIv9bGku1Rs
MglvEwG8Jv2CtBfgvFxNr9EoLl4vmQ/lHtcnVD+WXb1eHZe6to5Ei5EBGEfGctHT7KUAUkPtGpH+
Il5YigREgzaCwgFc7PNXq6hJ6thV2R3p7Oq/zDHRHiqEwa/pM7/xROQ3HFl0b0mJ1/ag49RPs1bk
w3HuteHOFJnYCfxbDhE4ks/vB8vFfpF5LGMI4LT40F7A70sva0zFavpj4wqMW9mk21HWSoDbU3dj
ap17JYN749GW+TIuVCQil/iqqGS2ByK1Pyo6D9RWXrcpmmIMZCWdK3XTxZmyPNpCPSY5QBpfXTbz
jwOM0GukmvX9kWxI+zaqeRoo0SDupeWMD7hL01YsvcHeOiKyrohdAj/n//zsQFsWX3p8TBaWe3wV
KValmGCgPf2xHpDBeZaOVMxt646W+xx5RSN3S3Wq+7Ketfk+8hrdvBVNUSIxmGKeKnZpXdHMFppo
x+2M77fd+XqTu6UKlLfq04e2N8hEUX9SlQOQycbYWE2KAJEwIplurH4IPyl2oZAfTwwAbrIqrPRN
g4Zhuxda1BSILVU1rrMy0eTGVEcXrqNXptbXJp0FBq6hmP/JCz3JnjKmkE2gJ1Vr3xWgW1NGdjKr
yhct6b3MRy7UsBjN0G7+lmTD2O2MQTfDpxgLN+8xS632l9U2INroZCvxfVHi8HJABrjvnvs8quoN
3AjR0b62c/XG6ISabVKzbz9HYnacjWAQG927bph7vpSGSH2QjTFD9tx2oSYCyrtXVZl/6kA5GtuU
0iA52ZOVHDQ05oxv0phy/SEGq548xm0upy10NPdrSz7/j6JTOexnD0jprrVH0Hcz2J3+nzyrM+Ve
pjJ1DtINkR3cTlMYas/pqFk1ECLgBI90I5Vxhx6D880wJ83dxKJws0NZtGW9CSV02JvawWcTxlZS
RoDCAHIuGDKzOwxmmtDLb8bUxZ5JkS/KILV8U2Gd9rnpRAX9tHdEuW3NykbuGKU9sYm8MPlWxWqP
NYlqFXHQUUIflC7K0o3WAsP0K8i2KXC9sP0ejrr9oRslFRnf75Dcqx0szW1Vmd7PocvdOYCsOyRB
0nFE78MYltZmBo5nHvE6scZdNjsjlkxey4e5jckQnUdhKHYH6znvne+xlZsg9DKnj2DY51btbitn
NpIAs2UEWKCnfrebssI+tMvyHpboGGXPWZPoMvNjoepfJXVQ/JNhw6jfKMgZlvs8VLGPRmAbUF4c
2XG/mwHkWDtGMbl6CBd40K6lW60FrpfBJPOpktCsh8VWy1vaga19yDrDUgzfyt3e9BMP5wsaerWh
bmCWKfmmncd6Clrcl7o7O3e8zh8Av/Vfp0mr2503jgYigRhZJFsDGux4iyZu3baoqVmyuHOtcfGE
USzCPR1akdw1LbPxI/COTvsxhu0Mwjp107g69ogfg71r3SHairYO9QNERzvZW2lYKd/sQZSFX6He
iDKprpb5fmgT0GZIG9jPtG9iRKUSKm3Vt8M6sg62F8NMwj6qbPZzH3bVIcn4w1CTUWPazg0WWEHV
jUihMuUwEdlhPgW1lGsq3I69Wj3ZUTHavjPSVXpsmwbvqW6odPdzlOeZGHz6PU3xadaQAvoxa10R
fZ5ASo2NL/NIVptCVZm7HNCMsw3aJS5AyW9VXlvdh4yvfboHwala+8wRNBy6yujwfk8x9KmY68Vj
+WPA5qP7ziDD0MANOTLpG5VYHC0r84Fvq+JBUQdj3rexYeX/UHJnWWDB+IuHxSPG7YV3JyWE1Xzi
fR0aW6CguzTZsAOquqhWNn3a9eXTKFJvvunyzMyfTbuxPFyQEk255dPyeux8oiG5aQD1WoHdxG75
WE7hWLzKuZjl0wQTyIKD05SuDFIVkfafUzOVw68smfThA7OiqHtIU3OmUiaTwdYY/Sz9p9BVMXUc
fdY8nxYVXGCGqhK1w20NKb95ZWSsNk9qKYoEPEOop9sWoqd3KyYgHD4EkPyD0hqJs8/H2Zj2WtoL
caOlmt4fB9I6C5J1HpW/RC1QjQxijufURUSKTLYPzFEa+DE45qs2Q8H6FvJdR1ub4WG/tQv0D+GO
uoCz/SZLOuMmRcpl2mRFWlpVUMWWngcydAbb111pfx5ypR/vOfCc0HdjYNYbRY+yh7KVXrMlkaSL
7rSD90nEwuWMVtryh+cVlY5TCLCbO0+0KLHK0hYjst+ja21JHYR5AxDRU+m0z5UXeLFw2DZdBZma
MXz+VXT4YvijsGrE37AGyrdjniZfF9x146NrUBfMcPv4Nm5wZPaz2sAfREfzV+zqMVefZN8ZHvDL
HnRy2ZeKeTK7OH6txUhfXx04iO5r0JCcnC5n+8ZFZlkFhVnkeeAWSdFueC8lxvSuxAvTaaPqRze2
obYpUTOvfBlN9LCkEpv2UyHF3Nx4yZRoRSCVOutAncfetG/C2YvvGxmrC/uj0Qx5j5BBRAFbovqw
EXqjKQdXUp0FamMYbVAMALv9uavzzvRFLr12Q4KqRdLv65QzzxaW9Vw3Mo2CSOuLD5VHWsZhzmjr
MRbc9JuytlrzQ1+4UfPU1DnewXMCxXGTGiPaOJwEbfngoZfHB96MnrMxrdqubxJt1ML96JSjfus0
8aAwMask6Olarb5ykdhPMfzmyC/0sfX8NJJ9ss1J3b4iVKqK2xq0GPxj3UghiyGQco+RweDUGCzk
+rznfGFS3vVZNkjfwHBocaMLrWIva72zg3KIQ3OfDWQtwTAAcIFChoCiz2FeVL4hW0R0FTdFGw8Q
wWhvcmfA6tRv685W72hjjRMOdrQxdo3jpr+mQU+TA/958oKxU/epbSrZDP4gl+snbmQFzbjKlDAw
ZSl1XEososYyG6F8KIy69rZgryvrpQbZmbt+q7UcEy1+9EDyirz6YS25yWEYCmfRfIxTmiKS6eO4
0flMxz2UZtQKNVWiqFnNBWdWSKe13+sCMWTfLNJOBCIlTd80o11lBw8e1qfEAVniG2XpvBQocrg+
VOq63Lt96P1IEg17v7bRRzavg5roo3wXfctsrS5uJtLAYpenmY5yboQg0pUS7c0U3Fm4sMBbmcmt
eghGYVSzHnLWjG5GpCTKZ7DezVYJp2s6m2+u5AK+AonN0NBadfVtHWC80Tn90asECoNGQjRZAlsG
W7vWSXpzKUpsgDTYSwAdPE/2i7GUaDLa/XFGkpfsT1U/q6E63yateQ2fuoaTLXgd+imIZeC1ChJ6
rZTR6jb6JIg5Hl0FfXVIiG76MCt2dqsZdnRUe6kXN7JyLA48zAlMv4qE/tOpG1zPm0x7bsigriHf
3yhM0V+hI45QE6iE9WSjUmWt0ssYjtNYNsEcjrgEDkl4pbPw1irQfqDaMtJAL2q1n3OCGvrcsco8
oISq1Ag0ZHQSt39dki6myA7DZJVewjKB/rNuw1Wz6ydkIY76SLckoYuxV5u0PiC0UX/u2zb965KU
NB3Q6eILS5609l8eJy9ulU6dj2NqoU/BRnEvKHUwa/o1yvJltU3QQJajv0t7l7+dP9rUOkU5Q4I8
pmpD5SnaFrXeymAktVHq0QmDPJUiu9KQv6yDKTQBevAZopQI8uR80cgRYa1rkXc0ewkOJsXIJNkr
yPE0aJ26YbXFrqYYMHTmMj7mzM6cKz9g6aKd18I06vVlgEhbiu7J8lb+KMT7WFdrDQrR0XYb93Z0
Ku0R4UEK0RZNQh9Faokmcxsm16QMLsOVApwpBBxUGnx4b56va8VWSHelDI8zUbYtsqb1m5Jr5/1w
vVwFhMMylEIlijHp+jRQ9XDCPNENj2AE591k6vHWWTKM91e5ON8AN5iLgcXSNECOahU5+UCDRPUG
59iXOUglRlcoWKMrzjbqV76/iwdaLbXqp6ltPrhoxDhHZ+y1Y60W7iNtomtE7stVYD4QDgz4mUnR
lz/fHDeqBBSa0TtWqeIc6h7fPSBQ11CWl6+Nhj+dSMAlTLDBHZ+vMoDlN7W8iR6qAZLYVAqdWhDY
mPTz2ks/vb9HbzySgZYMAbfg+NR1nDuDo2dULdGDkkdq81gwtRdHGq3m7i/XWXpLiwcW+sXgK9f8
S5huWdy1Ghc4CfWuhqD7tTDi+QoN4/KrPV9lFQZ2ndRR75EmGEL9AolYbnUz8W6EUoanFKkubpl0
3L//ZBdrMpD68w2utmu2Z+HFiogfOh3PkqFQtlr7E3ZV7zuhNe9aF6zy+yu+FSCMoOjMw8cFZLLs
6R9nUyY7N1kKiAd3MvM+0LNR3OIGoyc3ozXFr+8v9kaAgDXn81pEx5HrWH7MH4tN+pgqWaTGD3B/
tAdH6zKHLF9Wv95f5o23CGBmOSUW7Qki5HyZNpaJqyVD/FCgsPmQllVJ8agVj/0swq3QO/SfzH40
/jatpNe6AG5oWTNYpBt/viqNvqwppz7GtzssDg36V9s0kc5iEHEtg10ujLMLZVkKIRdSBDbtgjvN
BEPDYXuOHzyqIhzc1ew4ATEDJjqHetDoZXJF7+StjSPtQdAAWYYFA3f+bE6EHY1V6vGDFIbzOXIt
7UsGhvqvD97lFuGiAkTHAbImBKu17CGjOvGDNut1e6NY2CI9etOsXiOYvPU4Sw8ePhC9YWZT54+D
0dTQZFWXPNQWJCA9RxDCmNLm7z8tjh7qC853NFrWGvFV18YKruXJAwCi6MYDE+LbMi2OTm5fS3He
CgjCAXGfBRPAIOj8gfJmooE3jsmDhfVDl3vUgQWiWa3Zf2HW/vn9z+uNI4PpD2/u97dFBXW+WIp4
UAPsJnko2tx8VKOxfp1b2QTGpF+blry5UWSkCDIt27WeNxV5gQxfl1NeaEZEFwWJsvaT4jnxcHr/
md5ciPLpt1gR4IbVyZSbSVIY/5ezM1uS20bC9RMxgvtyW8WqXqSmbMmSLN8wbEvmvoPr058PPXHO
UZGMYrRmLhQexwgFEEgkMv9FmEkQwpSm/Kg49hcDHSHxC1tcAje4jHkQQki5XbucZz/K2mkaFFXW
f3VQPBN+tdR5+dakzAWzRj7GMeIP8IC34yxNGeoL9L7Aia3ej2JNv86OG39666rR6kYEGdEIzF4o
5N6O0glctVS414HbTtP7vBnU95DA8wP01Xa/kZ6CRjLgCiEKs9ZakvwNr6V4EsB/T78tqNdfrb4C
jJRjDnW+P6OjseRb4qcbKnVzV3HtJQuGRF9+B45o+lWnjhfqxdFBeNhuOaQ8KTyD/MBtiXB3O1RP
vyKMpikJRGGEX3I0ha605Jy3Pu7gfcmqAM9iLsTN46ewa8PE9jsNhgxj2Itm4zjwEc5POpy9bHGN
t76Q5XB8KlChWExwyd9OSg21yLF6g5g3jhSoqV+fhdbbB1etvG5u7z8wQgQEzpEEC60FdnT5vrB6
wkI4JKj5TaAOGrJna3hsVbd637tj+j5VYiUwzWrqrijxu+HBT9jZKOhBg4eSRD5y+NXXs7q0qcy5
SQNMm4eRCuISJmc46dVXmMrmkdmS/Ns2E8ZYSN6PXCdr/wYzMusxVto0MHuju1KUo6hi1+Jsmln6
bKe9eBeVnf7YelSY7h+InV3qokzHE5L7WP7n9oPiWJh4eRGnQTrnue81WnLpR30+2KV7o0BoBwYF
/AUpWLnaPx07y51oh2B/FiTA5b7a2MQXPv9jEh0c7+09ibEcdQ65jJRY1hsnpPIeWhPrCC95+WQL
s/6UOhGiuyE5Yk0H60hVdm+bEO45e0iEg5pbRcjCwXkjGpUkqDuwmrOLq3XeKd6zoD55EIzll1jv
EemOhpIK2O9NjlaWS9qkZog4RdQhBWa6EbDDl3rQ1S9IJQx+ugxHBYbd2ckPxh2AANX6eh7pJ8Ks
StLAGjTzWpD3PjvKpJxaw+kOouXeCaB6gjUAjjXcOvrtDmkTwWNsIo71icg/2XGTv0NjpHgeRan6
A4Qp69SGtfcMcfKIyrc7SyDocqJU51+1ZX7anBONPdPywjTAA7X7y/BECti8w+KE9mgojqpxu1sU
fizu6cQXItztROO4aGYUONLA7V3tHNZG7cdLll3KQSvf2dCAvt0/4Lvb5qfxVql9Ubf0WWjDBMWI
A07q5D+iXkH4ZkrTZ1rvxXt80ouDp/Xeiup8TWmATGFsbfRrlHk8eopstIXh/C5MY3dE0b4vv4Ux
3jX+/Qm+kjzXB+Pn0VZbhy4I/flUTwOt7WrTn8qmPwFfCH9Le+y/SjR/QEXQl5wRtHNOnWOUX2Ec
HGUWa7aXvBZdVD559sJ9hpO6eh96Ybx4Y+JwE48j5bEyd8rvTRbT3hCOQQNxwBwmRzsS2ANNeDzk
WjyzfsOnOXosaiN9mlp1ucR2idrs/QXa2wFSgJ5rjECF/e7tjnPdbrRDtIGCWevjS1alY3ctUR1J
wMjoffYwls4/XPb1wZtydxNI8Uz+v7ITs9p4lELDsO+B8vRWFyxVaXxZ0lBFLdNWDmLH3u3CS5ks
SyKzN+4/jau0oSuIHQZUUUR9ytS3oTZf7y/jXoTiKS6972RqsobZiqrLyg4Z56CiUB+osd19ymnl
v9fNsYBaKrx3RohRtNaE0YG9ze5KIinAt4PiD/Xn9gOabaYizaulQeZl1sVDve0S6YPxTI37iK4r
/6r1WaKAjQIExDX4aqv8jgusT6QMVbBM7Y/CY6uKrll+dI2hf6NSMT/EkFS/VW5V/AC10R3AynbP
kEH6A+sIDDByFLczzdWo4d+EWdDyJnhASRuR+HhJvfisT3X7KasT8dUprBzc0ah9nwrr21wO5rV2
e+NTqyrgV2IEcL+9/cNDYED9HyNwcl+5/X66H7J5bulkkiKplUGpp8Wc/RrWi/hbH+eBwkJe/kWT
u/uooEBxsCB7ew4WiMrda0OqXWdno5ENXqXSfnOqcHTOMbYydORTYBt+W6gjBktAqKeTpiIn4OPu
5/UHR2svdqAKiXQGLC1pH3A7d8UIYx4DXRroaGR/aACHfYaakr5oaNShJxRbDx4uvfMvpHHAv6E9
UPCQZ/p2VK9JJ2oFdRrkpVlHJ5TVKomliJUPA3W9J6PUlIPDvXfEMBZEypjVJvtY3crRHE8ZAIs0
QCm7ic5jgVsbzhKKFZ6cJM+Psp29ZUWsg0ebxEyTedxOcFhQAHDxNQ60uHUZZ2z+6bII5CHyO/F1
HEfvv5iX1pf7G1kG+vXhBuzOs022kPE1vB0VogVi2/Drgn6YgPcsUV70GEFSc5bcuv6KLmD3+f6Q
e+vKy1SVNStS1vW6TiKt5hTyYNBPRvnBiaNp9us2GmLQy2b2+y8MhhkUUF8a2DzbbueXRO4i5lLw
uLfa/IvV04284t2Y/9PCq44v9wfbdsm57xlMRZ8M0h5U99vRJq/sGkxDgKpWvGMU6WWv0DfHdNtc
zrYWnYfc1H5P1K5E0F6P/XlxKFZHHVpqyhQflYzl3Nbflo4JNwS4T4oNqx0luw69kxQZUKA++xYW
QgRZFdNFI99xAyObmg89kqL2yQAG9N5yKVkepBlb0o1cEGIVYGBuKmL47YI0ME8aS+EntFlnnj1s
sKb3y2DNftoky4cawWWk7WNEXDVhvlcSRzupsdaDYx/Ho3fgXtwEkUHVmicZHUV5En4K2UOUxogO
tFmQmrF7pQ+BQbq5RM27vnbnK+pW3r/mVOQvmJDbR/tCfvf1l5CEUsRrdTSp13lg1yJjnCtZHpRI
WVTIsCvmn8JN+z8V7HPbsz133YOB2hK6FWMt6nNeNpMF2AAS7kFQ24syvKaoYkAeYKOu9kQ6Fjki
ln0WIO8KQDlpqYaf8cgAEbXM1CevIovC/xQlV5eD3G9vZGjIOtV+RBA2ZVDBvEqFeBag6qo5p6gu
VczpFWF+zHuQcqcW/OS5t8R81NvdizeQUWWDBvY0LPnbD29OHj6fo8LNYVX5e21qRqTdyubjoCdH
RpB7c4T+xxaT8oTI69wOpdhLnIAspDgKmOYaTkLaTmj2EzgD5V1XxF/QIlEP1nV/ev9/zFV61lnI
qSR1mQUqlbF34xx9BNpWvguruni6H9727gqqlnTYUA8EAyR/yU8nqAKk3KiA34KwapzpNOrZvDw0
Zd97Z0cvo/409kp7kO3sjgmPDZ8EeFJAcG7HDBGM16y5zoIRI5zsZGKvrZw44ZBtMsO7VINzdO3v
xQkSSplcueyYdY12UjD/yQw9C6bEUi9hUZvJWS/D5lHXM/vd6CQxHsPckr6CMuRBoNjdP2RUlFVk
tm3If//TCseDgyafzv5Rova5UsPATtF/rOz+dyUJO38ujuocuw9l6Wv8f0dcrW/pObnmTim+2DoM
AJS0VL+rm/ACgKV9djox+ItTfiv0yXvQURZ9SPDFPghJe081jFppWADlArK9Op/UbLUOrHAW6EVp
PeCmVZ9cOxwOyo27n9WWfmuyh0rV8XZp8yU2lqbosiAunQytqyw6dZnt+pEyxO8HIDLXQcxufVJm
2AP3z83uCf1p6NVXtWOXB1So0cygl6WcPDuPPzduAvRXdSQN4v5ou8spCevy0NDuXH3RKOkQeOtw
fpqVBXMCdxjIrOpmRFTw/kB70wK3DVzNo6fqrHs0uqAgryXyYeai531KbWsSV9LbgoJCq8Lq+YXh
yMYlPwwB6TWQoNbxSU5xuQ1Km44DXrZ58xUYf/efYof9kQXC3iJKnXkaabJT86r09dNBzNFXVspF
IdT1ee13MI7OSzXFB3tydwXRN5JEBdona3413KauirwkDwQ9DfVsxgKPYqOMxaexc9zu4HvthVJS
QUjUYCbRhFglp0pHT8/r2zzoKyP7JEwxf2vR9vwTRQ/TPXeUEH6hysSDDVkBDaAhb9VVshGWGobD
gP8Cy1EccnycjQZPAI3PIdecq3g2f2vC7sjXbmdVkdJDX1wW4BHaWp10YYW5i+NIHpiLEeKu7hg5
zUPg0niTd/rB+2Ivw4UT+foYR4wHNuZtXCFiIyytU/1p0VH3+8HunhMzz5+auZwf7KjVr0IPi/cp
QOj6ZLVq4ytm5/yZa115sJt2vi+KRHSMoOwT5tb9X7sLlZwImgfpYE71U9+GANxxyIG60CaL8Yco
2+6v+2dy575CqkaW50GRsq3kp/jpmLQllCsUEcnpqLP+o1URrLs2US8FJJcPQEzDKxQe50jZfedw
UraUFEfOpgpg9nbULq49hPNUPnC5zIrfxo4AZD3qbna5P7292hMRDvorRR6p0LLKrQA9YzFRtkUw
tbOZXbTWowFn61WOk07FcxlSUvqYDs05Haz0QtpQ+HETQchFsOMlzLvm0S4n5bf7v2rvO8uumXQk
JsdcQzyX1gsbXtBFAAxKu4gGE6KTolXNA1RA9Qnwe/3t/oB7SQL2LLL4J0XXN+BvPRwFjo3EKTIg
lL5LgWZvrc9P7ItR8sLUc0YDuIfEB0lDZcX+UJWsPJj23l4jVErh6tdLYHWv0V8CzOBxrCmrLn8k
zfI3/obzo2IOzqfaSuwr2+2Ioi930urdhgOK7Naj2gbjenVzT5h4KiNd58AtjPljH6n28q6mfN+e
PWoKPto2X+F7KTOQ1D7CVMvDK/rL/cXf+9okZ5SywTHT1F/F0HqEGmdNnOpJQ///VI+lafkWz8Mf
TlsO4p239FZ1cFPsLbVJZY93GujbjfxR2xqxnZl2HnRKPnzW00V5KtTUfHHmofZFriqPMfDj6/2J
7g5KuZ5SM41npHduT/U0WbPRiqgIHH2oLlBQlQd1TuA15GrzqOmT+DZmijjYVGvpZdmhoZTJKZIg
TCDqMtb8FMGUXIS5UKwiMNKk+kqxNzmrrTN+aZdqfFCNqDm7yYwytrWcFDOMfBsxoDMtnfpJw0YR
JcXKfKhq6Mf3F2M38iDUSmGflJsSziryhJWSELPhC2K/ZzwOivB8QERjcnbBBJwVDeZqaMBzHJI5
8k29owlazicQ5+G5alDx1tQ4fbz/m/Z2Is8SXtKkEGiYrH7SnM71qMdNEdBmdsbTNAB9Z3XQVTx7
idpyywxzeeQPuHcCZdtBvqb5c12v0EQVhwgqwpuca+1qtY3+5AGZeQKX21wnC8yA5yr2eSimMMLY
bJyPNsjetsQfhyowySBqLasQkCdjXJZ0nQPbRJ/AH3v6dKfBMGC1Qa9aHrw5tl7YXOcGjjryJxS+
bejjJ4IK3tpK1jynXTv/F09gYE8TXvDfQ4HZ7UnVx/z7/Q+0vRc5df9zlJZd1vVtjKZMa6YhgLa+
Vsf+DHlP+2zkrbkcnNRtggWzQPYziYwUOdcdiCydkOCQvTXRULWb+UeLSxB3hmctR+30x5tnBdcZ
NLvcdgy22nbN0nuw52ygh7lpR34TV83ygLR7Mx48MHaWD2Q+0B6iAMnjGrdh1GWBzwddcTeDZGCE
VeFD5jpSL9u+Q7lN8OhmR0OapzO5Cji60TFbygs0wKsE+Jdbuz4wkqQ/lYkRfymUEv8DGP+SSK96
2fD3/eXcHijGlwZGEiqIAO8qZXPJK4CGJVkA0sr5zYNIu1xKfVCjP2ulralFIp7wb6c4CVeLEF13
GZVqfjM7RlqK8RTkTGEGhAjm7SI0MR2JBMnVwEnm/JJnNvK2HQivjBOjzSCeGpfD0uT6t/uT34Yw
LjTABxLyKdX2V4fZiZKoIlXhWddOenhGSmuJLlPnovNqFQzvx4NZH1EXthGEQaFkmLy5+Oxr5EOJ
kmCtT3xxRLeX75QDl7MzWMODmRvNex7myZ+NN3gHn3lnpkB1adDRaJH6Sau0QVEiu+57ip62OXrU
eUnf4SDmJQZPxuQlMHNznKTvr+5OXJD5KJkiouJA/ldbK43zuMgWSiyLiqCE3xeDkz3mjdEYeCIr
/R/3R9ubIU0NiaYEn4N0+moPUQ2oQrfgcWmPBmIHpaqfFndSPrudGAOq7UI5CBA786MDiTyeaRFe
AXfdjig1l+3aC/NA04VqPy1CbcaLoP1Sf4FfduQ4tjM/HlSQmiAGUm5dd/gXM+2tWTfKwMiXylfh
dAVD0cKWppT1YNKl+Pzm9aQoj/sESlY0atY4OVS2Msy48zIIUzt/XIRhnApPn3+UdtdNZ9HOh0KO
OwcD3AQgYonu0smvb9cTjyktTZa+DICB64pfT+GHEKIgplJz/mgNvffOyzXtCJ63E+al0j7+ibyT
kd1a7RtqFTHg2aUMCED6ZwX+9j9NE89P91dzdxSUk9COhPK1EeLR2sjsU3hkQTVV1SU2ugHDlPEo
TdzZI6wdRAPWT8LxVjsSwc+yMZupAprBe/hqJuCNTmNipfp10d1Yv3b6rGUHx2A7KPhXCOpQgnmY
4Kxw+9mMOGqTvvPKIBaJ9dGJFxOD17b8scSh9SmvevvIW3a7lvApKPsBEpWspTWpIsWIK6QCUQW9
bSuXvjb7a4h7z0EfZW9aUmAXkpJBtrFGG5aRaaax7TJK4UCU1/PxZBVViBhES6l40Y3rW3cIs5Iw
DiAgMuFYfbt0Dh3honMSYMdlvMQCkqZRzQfXwPaI8fdj3gLMlr6jtxY9FIpCl63NmmDMy/S5DJf8
EkbDwD1b6MBtu2T6M4zcUDvYIttIKYeldIKGKhTOda+1DsFqToZXB0hADR+sKNWeaY1PKBnZXqb4
b15IYEbw0vGTp0G0HizpecPpUdwErT3826Ol/zBHb+fVIj7IzpMnDcP2ze5oUCqZvWFsg7RvSuNE
6bv5c+6o/F3uT2ZnF5Jae9K0EFrtJm7MYWlGOQWtQNchvwy1Ez1jqfKfntdlMCn1EdR7OxwRmBq+
DswWMNk6gMyViWxQtoxBXEXfpgYLQUXtfretwcXQbT6iLG1z39d4/5qDURdekzgL0ZQq6jxToFWK
DV4tVGt8L1KRXbi+vfflUMQeygEN8vxj6Y1HbfjtYSBYSmNoFRwZ19wq63RLoP1l1syccDSDS7f9
KrTlSwSe6txY44eyVpuDM75ZXi41oI4S50KBgUfkbajsLZyGjcZTXuLWQYVlMi+KniBJU7rcb4v2
1gf662gYtvKC0Vjf1X2qqR1k6VpTXpJcVx95oAm40olYHrnw7foUEh8ORtyccymBDwROPgTxPllX
YpOpVyscJZIA6YjF9qdKUcQpCnXne6vGk3VwNjb3AKNxb8tHE5Mjl75dTZqwBigKyZ4Z5upkTr3y
u9nPR4DDvTmRG6CRycHi0MtN/FNFaMLo0yAKJME4LSO+W7Pmu4WrPCt5Ob41SWBCkhbGeZda6usr
J4+ttEReNw2aaqqfQfLkl1kb9YMWutzWN0VMRkGbUb7nSHw2hDqifThYqMkFPeWVPyoAo8h+JinF
RFFEYfnPWCaZmmMDEGnRu94Ip+rkZK2Og/v90La3sOSxNLtYPmRBVgsbK2oYZROYekqOYXXp9abq
fFSHrOEl9ez+FzYL8EzyWeIoZUX5a376jF43WL1jDbzmS4DWWGRViS+qUoiD22dvVtwIEkBHJkZL
4nacsZ2LGZwNgJrcwWqVVq/7PXH15ayFiWL+0mBgRyjA8bRb46dDEWowOhgMEOhA1cBLowvc5vbj
UhTzkazp9rgRRDydaAnxU1qz3c7MU6OpiCMK7sNcm5cEbSlE8BfvrV2r17Xj6gYOKO+EVTo+JpEn
7FGhB1o0HowuqxUJikhG+i9EWqzg7SI92Ic784KHIMXHKa9CEpBB+6edUdQoeFEfKwK6FZIHNDql
chVFhYrh/Q2/jf4gVoiMkEgIrZBlbgca0jKMrZbaZZuLoTmptVYoJ4Tnqtl3hjqJTk0j6xz3B91c
cqwnZ4zvxUOVaa5Omb3wSk2aIgqiylSCRFXUq4JKILo8bfG41N03LKWMgyxzZ6L0mnQZxqhUb9pk
KS2SNAH5G5jplFxEW5vfKq8ZP3JzpL4SojRzMMntoWNHShsKGq4goNdq9bVbYYw60qDIsBRzfa9y
un8VNZr/aJUZsbL7K7qdHb0QOjAwOchpeTPefsamUs3YBjcXFJOiVGddb9XaH+sZGyZXOPgkJ1bR
HNk2bD8jZGsQMRLmzTtrLW6UemZu24XIA2+xwmfkfhE5zGdTfMRbyDiJFAe709An2sFdsT0bJjIb
nHcafWRIa/ATOow9Iom0HbxxAZPqpcAzJ6e9vnlFQYSCgyQFpGu3VuOyS+B4i0MHM3OWH8KIk//y
suy/uFhtAUalhf7p/nir7UKPmCedQVMJFDDSKOsTv4CG7BS9ml6IqeFZk/07F6E/PxbOkTDzagHl
UOxInfYVsFfsvVbXgQp4Sq1de34pEfT+1CaVTUV1SQ7yrr1RaMRgv8Ivpty2OuRiQbawFPP0opod
9RLun0tqGvnBxl8L+srJyANNlRhsCmTQ1R1qhePUVrE1v0g+T3Y28CbWL6XXIkabNJwVH2NkZzo7
jTP/Fwm9rk5AXez3EY9DIxhRlv2mRZWD06NopktXFoaOm3QeolCYdDnLj5SLcopAhOFZVACHfRpV
FC+fzSpVxEs3cELO1Vg0+ZXuszk+6LNRxVc1Dwv7gzIZs+17i1o/RWYM5KgJR55+p9l0ouh9ajtd
/JLVbldevHpux3OktiorZfJ4e1SB3cxPpdcUn7MsdpZT2NbG9LY9/rp2QPnJ+qlwcaRWn2jRtRrN
QFd9afqyewrz2rtoRZ5ekeluLm2Bwd2b9zhFc+A9tGR466+rMlqRKSa2ctqLMTbmWTNq6yLBjad+
MdKjfUHA+ymhlFNzNZ10h1ubJvE65aEzMdhzuGAgnAlx6iNQDwvOmf79CckFWo8CaJxuI1sQMavV
AppOnCNfNRkvuF4oaMS2U3gdnU674I6tnPW5/0+kml1d5wEK3f2hd44XCykTLAfw0qbtbyjjUCRT
Pr00Vln4pVJGv6t67hzskFWIZxkpa4K5onBHM4RS5O29wkFQ7QmZhhfPHP+wEzQdJ1c9YbX7I0IE
4zSHRy+b7bRMbD8NWoQSQEEL93ZApexHuy0V7SW1y/qxS8vPs1kfUeJ2B3lVnqJIItO620G8qutF
ajf6SySA8PeRFl+JF8vB5thGdGrjOhVcKkw4vK718kReC0Ohd/4CCCKsrkO9dNYJcDX1cfS0D9mE
O5+KIhqkeNTOAOauJ+U4ogmxhTVfptjTvvUI6T4Z0OKfQSxELw3U/OuUzenBXbwzR/CwDAt1BZDV
WlxIsbRuRjfWfOFRrHw33Tb8vIwJBC8sN5q3ZeHsRUDdnDZTGr3QqVq1i6xx1pI2dc0XJI3QUlSs
zDfrGHYZirR+SFPu4IStcqr/jScbcFJLgbqI3EU/5eBZYWOmTUHmJQ2z0Z/wYz47U4ekcTX0J5SO
p9/vn+jtB5QZ8atFBK1HGo+34yVVAnEQrYwXcmFnOIezUYsnR3HL9knzOqd518HTAayfF9mRs+82
jlmIPXMNkEQCYV/DLoVKijcumvWSNHN1Dic1/AcgNGApcFIPUxvNH03YjOdJG44kj3YWWaJKgeZS
AYAlatxOOqWjHc0uonb0U0e/TkOBvvEcnkCbuqeynOw3f1SqJkRqi0aEvB1WmwidwKaGCEu1y4lw
WmYtH7IFi20jybPh1Azz8N/9r7qNNYyHxiIPYQC0PAVuJzh7S2zmiVBeWH3zJESJLoiLg/P9UdYQ
TzYrw0ChkhOj77ER1JsWM3MyW3mxFCsozWzxu6H+e7TU/yyBq7ybiE9J7Ha+o84fRs16dNNpOnjw
yP15exnyE6CucEiZLXHvdqbgxgF8ktkEvWn3sW9PoT1+yioeAygZe65ITzW6Atile1kc/ug1DRFj
R0Xb92AttueI1x2NGN5cPGvpot/+jsXUmzhLsijwmtA7zW1fa/Tpu/pvu4aAW6cwF814ao6KLNvp
S5M86ZWJTBOVllW4GBxvolFaJEFlz/Yj5IBuvph1UaunLtbtGbFl1f7b0GfLOtWLIT6XWmP+uL8L
tnuNVgaFVUM2orisV3UKx2lVJxmBp8Vowb10mZZerLIZD3b09shSS5Klf5x52HBrjFU6OWGWgxcO
SkVXT2M6PtM7ck/eoDyDIziqFezMiZBIJZV8wOQtsTqwBCvRpJEoAtxXym+ZUZoX10vHx/sr9/oa
ud28TAr8JDJvGJVu6u4xbgjmoitVkKTuYuunhtXLTm1LYfSh77XkR1Wa6uJ75Vijhq1g6zA+Ryhi
jL5boq1n1yqWt3aByc4nRKm87xFdEu2kecCPz2mnNpU/a15kPBFxnPSAu7G3RFSbuX1pG8jWwe2G
L9LeqcreK4JU6+0zzX/l7FQIzt9fou1VD8BJmu9BOAJvvClWTshOYj9dBg4WV1hBurY/hrl9roFB
X+8PtZkQRT3QW1I3me21YWT24WLXpRNWgdC85DwOsXJ20S0/aKZu4gSjcFbYU7yB6P+t4lUVpn2p
5WPNgS2Sa9MapBLtbGPWHaKgeQIMP1x7W3+jLq0UiJJ6FuRL0LWZ5mpDG8aY2yiZNIGwxXLulB7W
ralNlzcvIe8r3sNYqlK1XJcs82JKshkbl2AMteEsOhHx7KwT//4omz3BXGSUpRPIfYpO8+3Ow5/C
SppkZC4o0j8us52+5KQ2PpWfo6bjdigEkl5zTXi60N5WyzYtSE8P3lIHy9jZD11vOv4Q2dAWlfjN
FwgJENQT6BlU7yQC7nZWVGIyA7H5Jui1Sf/Kt8lQQcGt7pI285ScmrEPkb1Z9Lfmt3JYLJ9wGnxF
Eq5mqIq01OO6bYJUNyDUiTm9DGO4fAuzuLh6Ra68ka3ETmRAQAuk0ry1NsXzRDSyElE2germ9aML
SvshzjJx6TPnjW2/16FYTIn9pGNM1fB2SSdL68281Rgq0epHNUVYsEvM/pJRG3qXIjz5+/2NuY0g
aKqQDFG544WH3PTteKZTp54SGk0APNm+VIVVXgtNeSPI9H+zokLIEQDyTwnldhSr6c0kH7wmQDBR
9SNXK075aC9XS5/rg7x1d0KUIWmT4XwKme12KEfL7FEsbhMslhb+DdJq/K0T83IQ47chkWX7aZTV
Z6LlFYUK0ksBNBHrnNiOmM5Gqrc4+4Br/a5Y47+9PaSff+FjYZIiYxWfbP2wa5zS0iB2t8ESudHz
KA1ADCx53r6CbHdALLwj0VhYO/9apgiVuLXboEeIlKOcYggVJ/ObIyIZCZhGQMCkE7AEbr9TiDdM
07ps9C5Ms7OJ2GXgNtH07Gi98dv9ZduJiJhP00CTvGOuiNUeB7gYQVxbmiAavOhT3i7q06zF76I5
GQ6yo92RqCkAh5XY23UpN6FsZ5XCaRBjVnvf7dzkpMWpe54T+gv3J7Wzz6UGP3EXtIyEb9+uH2mM
MIYibQMxRcq5qPXyqkfGx18YhEqkrCbQfV1nsIVq93YXl22gyZe9KJbxJGbt6DBt8uTXnUDqK9ki
FCFX8bwdsH2p+4ENx0l9ampsZ5oZEyaSteYpKsojw+K9r6RLoIzMYrFWlYf7p3qFk1DV8vqZWSXh
lJIHzr1yLZVEfOgHq+oP9sTehwI5CBpNiohQsLsdzYBqGhbz0kL/NuqHJFLxq7VwL7v/pfbn9P9G
WWPDQg9qGhqrbdAlSetT5i/PTYq7VhVHP+6PtDcfOggkMSRmBhiA2/nAQRQLhck2aJVkeErHxTxH
3RRefmEUXoh8JLbfBvIc6WWFEKHXBjXSdn6rzf9qBSZHvzCIFMuhG0LGvs7Uk7YZlWjMuiDUY8xo
RzE+xLP19iSd5Jmbj48DQnCD/UV50PV6t+oCABPuX5oxWN6Tibej/vALs4EAKzlu3OXrRy1mesJe
wqJDKbZdlpOXTap9asuyOZJO3d0BwGpfOWU0Q+Re/On8CM8SELoSlq2YZ5+ngXPCYvHN71litoQs
ALJHHIs773aUvLemZDCRlsOtz7iEdYf9nQMU482LxhsN4piUooLHoK9GGcBGW62NgF0+aOc0TRTf
qPu3RziSEfAk0s1D/rkaJRpSG8siC9YAzki/6Umi/gsTzvg9WkT2NBGE/r4/K5lP3TzSKSsxH/p8
lLuoqq8uV7ccKmdyAWMvTq32j1UsGuXTGM/98hKOc9W8lFMY2tfEweD5kUa0iN6colM5pBKMthlP
EKDTt8s6Fiz5ZA51kLUdJdo4irQfdY6LzRl2mPInAkP9UQTc3iK8ehhRChizZ9YJhemluP3NJseM
DKY/l6ViFldwDMsD7nzQlh29KI7Kwdsxpe6VBG1TuSFTWp0EtYcomgKTC6JZHWPfU/PG/povxhB9
VsxWMf6uszQ6KGLIv/P2296OKX/TT6cv6sZhouYrAtGr+vuM4phvx4X4c87IQe9vo+1Bl+GEUE/H
Xbr5rr6i6y6dqaDxGMDYUvypBUWdN1F9cEHuLSJbFdMRamXUfFYTSgZNDGrX9MFsZF8Ks+tPS5q+
7xf9qU+ro+R2b/WkuxY9bujHyHnerl5VaUtGSbcPsMrsnhEU+wdk8/zgLnhZ31+8zUgyerGj4SDQ
1uKKuR1JMaj81WISgVvVip+iFgohyehOyTK3B0NtvhNxixsZtLRJOrPhXhRzUyU21sBBWKL6laVe
76eiPjpgOxMiCwQADsxKoqdXAblrpkFL9HJA+SRp9FMkku9TFhZ4ZFs4Vr958aiO2wAWOMs0Old7
wsRkuRldfQCEZFew1Gu4qjjyeVp9bvDePZraJl6+IupBx/EakfFjtSvIm6y2K8wx0N2Ra6AHalie
0fa320fMMS3axnOHrSOtuuFLw5OvP0hEtktLIirVOLmHKHZtsKMzXgN8YjWw8zy5DJRazp0W9g/j
Yh3pLWxerlSI2ZgQ9Tjb9F1XyTbgpiVuxsIA5YtNskaexevETa9YwZmBnrfOP7kRJm/tftIwIzZz
J0npZ57Ot2fBjaaGTm7rBL0LN+KBDlBkPaDJrmEbNijzkfLS9jxQdUV+mb1Dt4we6O1w09gPWSQq
F3LzoJ5FrNknVT+MjtuPJi0aaMLDkePsrZ8tioG+mWekS5DHUMv91hXsTkd0bol3LcJhB4dcHq+b
uI8wLH0rmnFQCiRG+3ZStZZKv53ZCLA+NP24AvJkz2571a1JxcWu0c9dn9BPpgj82DX60V2w2TeI
Dr7qZ9MMJMqs5W3sGAxH0TtLgMhbG13dsWWIzuhE/o42V2thjYynLsa5uGNc7weDzelkaEAjYFOo
PfOMMm5nbmoxDsFhpaFS7tb1NR2MWLt6dRzrF07qMPlcu5Z7tuIpXy610plvFNuRiCmQdKw+uGtp
YbZ6MDY2WVSlDWaQLpihWpnn/qbF5FLx2GmfcJM+arJsPjWwMzA5vBX4L53QVaQVfeEly2JbcKSU
9lFXwsx+siorp03JHXnJygQf2bFxgEaYQseI0+SlbFzur/rmEMkfIU0MJVvLITW+XXUFlEQx55lF
gQHhHUJS/ryUln7QW9gcIigAyEfzXqHGqgPLvB2l6OrFHVzE0cZYq57H2cn8mrq/31uHtpe7Q8l2
K9B5gqy3OkB0Sni0aG4YWJ4w56vA7Kw4RzjhLmezRw/29Nb1k6ZBQIa5xV556Lczc4zGKaZBOMHk
1dHJjpBabpKkPnj0bZInKW7HYw9kKVWUjTR2rXs0mzLXCQbqdB8ct9X/dQCyPNUjXoheUap/3Z/V
dhHZFLyWwV2ykHy421nlg2Isone9IJ7dDBoKcghnGrr57zaya2+NeNxOFN1lt15y+ddeJK1u5bhO
d2EAl75EZV2ZW1+p2/qidqaFezUm5UAlFbfQL5oS2zni9+ZysL4786X5RMdTyr7L5s3tfNPacumn
sGkqNN8fK63v/aSo3Mvg9PNBKf6VO34T4Q2yX2rW3M60ncFE345lG7lkW4zZhzbUGnGKcXCvH1I+
vPEhU5u+vdgJAdfH3RfPlPb/cHZeS3IjTZZ+lbG5xy60GJuZCyBFCVYhq6i6eQMj2WRAa/30+6H2
t10mMi2xtTdtbKOIikAI9+PHzyFSaA9yXdf6seynSbrjRkzJBQzR0IkxLHbVsRbG02c0XvL6IMXR
ELhq3prJYz1rdQ9v0zF+101lFG5h9Mo00Eae9b1rViUi1GHiaN2Xeop0RkEQvd7FXdq1uymNCwSa
Jk6T7iaipq2SLq88+JToejDcyUlhC7fmQpHcQTGb4wRAHXjICunaMdHb0Vey1hxeAscMgvu4gy73
QRmkqn5SRFXXu8Yp0dMY80jX7nPVKGJMr/U2g0CX6tlX+tum+VDrdTB6UzyP2afOojn3WAtZiH2s
ts28kw3yItdOzfE7+i557MkaB2IfZRkCgWVM4+7ezsRou4M9a9VL0qg9RvW1aUh3qAoHvcc5G8SB
dZX1/Zwg1/PS5ZTuGleZpsE5yBi61l9D/N/t2E3JxjQkRKqq1f1aGiqMBmWl/xz3tZ19G9Wuy05S
VIMDi1Ikwaexws+p9/CKD4MHW4vy7hSMqjy9OlrRTHBSIkXcz0OtlG6JPFV5hOBkEP8SeZovEGft
4u72eb685f9lxEhgBjq59rPqrYgLptBKP0QUft9geuWWqmj27x2FTnu69cAC0BQgNDvf2ZnRZGXa
pYNPIt69lJne7+NQ3aoyXYYoVJfIuTRaZBdNiNUogaY3Uy8tF7yZqjusjIpPtYz67j7vJHx19CZ3
DEDluP/rvbMDG2ftkNRib2jrxjk0IKIao6PYl6p4GL14GnQ3tCsz38gSLu96KgvItSJRT6WOEu/5
KlZFossdr5Y/JC2HrC/U9HdKQ/AXdj88ojpVjHLjwy3/5PmVxJDMiOkBXcJOPx9SC1WsRist8aVk
LtSD2lRBus9pCe4/oAsx2+/ejaQ5SEKySd74uqvXJSoAaWwZcYQM+ep92k/KIcje2/NOOEedH5bM
ElLyC2cVc+TjIGa6HYPnRNPbYwk38rXo5v5ORvNujx80fL73bhAG5IMtiiFLJWAVP6p6rMe4wgTP
tM2pRyfGvwI3qHdaxi3Top0Slgav1Zv01vm3yoCgctOMYt8ZdN3X5tD0LElYG5/ochNSDAL8p9ED
JgPJz/kokNUbjBCzxCc/1b4NVTV/CTVcWbTSzg6SXOYbqaN9sQOBu6iIsy8o5iIafD5ePiozym19
6RdDajwqhPj9LsAP4SvVqvCBmcpPXAr9r2ZUxg2k7drQSwmCvbJw1tcITpKKbKx7vfJzunH7uzJP
EdRFkGTGsGjSrOI4IVrSPgwKjXTHmUrZRhfA5d1MXRRJJhyhoB7Q7nk+9VSoM6iBOfi6mk8PaF0H
bgYws/FBr42CuP2SXi2DrCmtQQKIbxrp6L/RO6tMin6NZTlvSSVd3iRgDlwlhIwcAeTKzyeTQxmj
I6gf/bjOH8NAsrykFTHWOTTV3D5tbzbF55fWQu0mIyd1gR28RnPmSK+0WosnH8/JOYeJL8LXypy6
1rPSWc13vTrM9qlsRC3viT+M6jQmZqu4A60qw3eRSeBn1TDnwo2NTrL3RmANH4xBSMY/TogZzLvv
WJT56OoxFwMFft7VpSdZqVCIeiafAGhBIlP5blTazrctopnbS3N5eNH/I77kLLGrKUScfwShyX03
01bnE9H2tdvQN3yXh0P/T0H59ZNkDnVzuD3ilc/O8YPxTv/1wtpewU1akNRDYsSz3ydd/0C7YuZN
4Is7e7aUjXW8spEdssilNx+ZHRg055ML6kQSeptkvjzJyl0r5tCj4TXZWMLLIIMAgysW5XuQUFKv
81GsSNZmiWZav6v67k6N9fILHZPGXgIXdB3ULHdp100b5ZRrU4OCvUimI1d0kbouivBidFoGLWnE
L6M881Qw0q2Dc+VjceOAaCGcwlu/DmRE3XexFOe5H5XACQ6FjCNcpNwbZC056dNcfusQAshcmsaG
Y1APD6OsD9/0WKQPKT6Nj1TP670ooLmZeralbnGxBoCVi7jywhmhGe9NZPHPuocTTepkdYrfZzkg
gWE3rixZ6v3t/Xo5ygKhQw2F3QNmuT4hVOVoMBM4xocTnN05SpS9De9+Y6uulSo5eouXGIR+wKSF
ibraRTE5b5Gobfecqtlkuo5O4PoLiYeu+SBmo5Kf8o6U9o6S9ERL3mzZ5TGV7Nl+qEQuVC/o4rjd
4xs9j+5oDj3wyTxlW8JuF9thUVXiGWWXAzrC/jzf6qZCkbCr6+5ZldTKjSMNnh2iPq6kJurG1rtc
9qXNAIgN7j9Y8RpLhUVAAkYf9zOVlNrrrbA4anHi7N77cZcjywjLIIuYzfmEUsSGcVmu+udRb+CY
OGp4BD3N3hvtLR3GCy8HpjFw4dvz9MdGlfWkUeDSy8+zZCoPRZ9kO7mbpI0tdHGVv41CNwg4Ie6U
ay5zRU8bPPmaUchx3C42fnTafFdUGM+YgdgybL3cCoBYbATqE0uRbg3TGUNM8plqCli3E0SultAO
YjSVAOlOta+3v9LVsZZa+eJLha3J6mwUQUMLJ3KXz1Ieoy5eh7pXSLwbjgnge3uoy23HtBZLHVTL
oLGuW8/xy0s7RBiU56EVpqfIIthFc7VVJb54MvhUcH9pIEaBhEt89erOSTq06szi4SlX7IYun8Bn
Ouljq9G6U2tFeVDMaKsJ7OrUQG7lJVG8TIZH0w4boEPleZ6m5qDlYIJh0m1BdFdHIaSghwR+M+/8
+YlSulY0YaErz6FmZl7X5NWj1oktY4vro0ChQZx8adpY4eFmO05jBZ8TX6vW8II4ru4lqdnqsLo6
Cn3e3EI0UFywKxMjRKJzstl3tYV+f8y9XLXSFhXk6magf2tpfSGjXpMRsynJzZ5k4xkXqdlTs8g3
5eATLumf4qJ86vPgfVadvDRsvv873hrGD+XYwB+HLxSX7bdcYHXSOaLcGXm3xQa/qFosI8EToOZN
YnhhzdMgn9zpk6Q8awNmnL1q30Uiv7NChEC0av5czcW3oAte8Ht4p4LE2xxZTTphgQ+oai5f9o8b
t0lro40j9gdCCMFR7foJjrGT36WkjO+NZ5nkQq+CXEN6AQB+PlTSsi3mmU0Sdo7qYZRtu4WjgUYO
7VYec20/cuFCBOcZISJZ3YMygHNDuVbF1tPBldDJpAeTLurj7Svw2m1rklkvNDiy+TU1KRr1zpjq
Sn2uA8veY8PzK4AesbNFslVkXxuq8ZlgBAFsU9eFUkLR4nztaOZoyqAr5udcS0L0S0e4R1Opemlh
5ccBOwu/m8PxqeuV/lAqbXAA7yzv8lYMwKDWlpLS5fJCEieORI6DaIwmrfOfJsu1ydBnfX4eDTF5
eeogtj3n2rsDGxJROFgLZ4f67VpxmtpPLZAZVZ9zlnUn2v6bMVZb8gSXU+FaZD8iukMB4UIFk5Jv
AiijTc9CKqWDInp80OxW39gpFxEH0iVwMSh3Lw3nPM7nCxYEYaeETmg9R5X5YbKNp55WTjdEvovy
89ZmuZiSQbUFWWo6JOEEQck4H8wZkRPt48Z4RlJL3w2Zju1Npm1Jbl4bhbbKhWJIdYdvdD4KxN8+
dsbeeDZqo3JNtXcOetJt9UdfHQXQlr5V6AgwPM5Hse0aMg59As+0uUc0DUsaDvci+Hj7IF8ZZdGm
WB5JZAEomJ2PUkK70GeaRJ+FVsw7jOCVfd9K4+72KBfXBSU5emGQ6V342hch9Dg5bTNKsY1CVtN+
rFKqRpGWtD/RRek2js61odB2okGTz7NQNM8nZEcIOtf8IM9Z1+duMav90dIpMkZOXL+3Cs2sIDQt
DqjERGS/50MBm6YoSWVUGqUk3OG/ivaIjD55k81btLArnwnDo6UrlPo62241VFQUbSY1FDWFjOFr
Fyjdk2K303tf/WVCdA/RF0CiQ6X2fEJ1CN4XaRETcvS/I2yh77XOQXbAHt+LHi7CDTCTsJAj1kTg
4HygvEXHJRKZ8DXUhvZ2qf4sEKV7b0ZFQMH7x/OxiFJdpP5dJSJwCwXMechfMVIMP0uI2r3e3tkX
H4YDAj6lkLtZVKjW1WYqO13UJ3Pu9zJFnLpBxNhSpWFjU9NTyIqcoZMkNdQcSEOBJi+byeScsFA1
O/t5qOup2JWqLU4Vlnuj11H202Fsq4XlsyBVugunZBBfoqkY7RcLu0v1QaCfNXxNIznJ91NeoRNn
EgmXHvVS9bmskz74qgxDObuh1lLLLRSpN1w17k3tvjQku3bxPKDrxm3NZsT7Gfnk/IiHa9LsMmea
UrewZSHtVOx+Ri8xCe4PQZs2pquo8aDvC3kctEPmDG11cJRmyI4Co8fxoettszo6VpAdIpTRrMml
UjSqr1NWzMNf8PaoFZvVaD+IJNSrO/RknfB+cJLid8p18otYXFMO8xDb4oOTh3p0WLTyu9Yd9VmO
dkMJNed1HElBXoJED8PjNCg1cJMUTfUHdbANnBsAmHG8VfJ0dLUmcL4VWcfZJdZ2ZNQLMLNwoyLP
PpohXFZvLHU1cQt0j/MPRCVjfaj0eH6V08b6O1GGtOCnTctwN86S/s3WwUH29pTP6kez14z2LsLb
V/XoYpNUF6GLCp1mKyhNdW9Cxij/abIueYH0oigomhBFHvLWwPU3qzED82MFybaHqS6H4Tg2OEcd
kpgO97uARBctCzTe+pchUvq/JQBraD8860bqOaEU6L9AUoXsmfOYTr/xnLNUL8ZVpfXyMSsbLzXj
wHqdiRadQ9XrZe/lWT/3R0PJjfiuNa0RZYGsmAbpided1ky91sWpYImiH441BMleBgAMD5WdaH+F
Rq5rHn2Kabl3hiSzXuRkSmlc74PwVQySk3ql2ZQSClJyVe16Kx5kNkbXq7thDENsUWlD1x+TpE+U
h2wIpoicd3LiU0vD9XSn13kyu3wMCUZBY1W2l6FVMHnwFuLw9zyJ1vYcUWc/A9Hkr6bAQM01CBsb
rxRD/NpN2ih/SudOe5rkMcXEmZ2mOEirmXLsTbkhFTucYYv5vm3lrMWBAaznxZj1NN61oS5FvqKn
UnyMSZPFEcKLGe5nqbDV/RS2HQST5TN8rUqlUQ9gHarhyXE8lIexiEv5CN2lUz0lscLKpXbvjEfK
Q/HkhlE6f0OP0OwX9xLOk6tXgZ7uIiRzvvUKxku7BnpH6aI/MKo7W6sUY1fibm/s67aRzV+KUmWy
F2q1mkA1cdRTpcmReVLkoikSl+ay5q+Ec6t4ppEIFSJcqrSHotHln7evwouX1wRRWlTxaVWGK7oG
LJRBHoZUKmpfAGEdWqeM7oxIUr/ULZK+t4e6cusuDCZ4oWjG45S9ivNwHjFCtWlq3yhb8y7sh8zT
ekXb3R7lInRdQqKlxkWfN9fuupKWt5S9MMCu/Yo86AFGe03HIVkO1PMDwuf/3B7tck6QlsAwWTni
cSK+8zexkpxAToe4851imNAjMwtXFnK1vz3KJYa8oDtobNJtuAg+rFmJNJFZneBT+ZOU5YOrSDmm
QVUpaK4NYkXt3MTW7HDfJFmX/aM406JdmUgBNKJkKJoPeZoU4yGtaJZ9SqzU6FxcrIN3Vy6gfVCV
ppuUpHlhr56vBYILAYWYvvUTp7eNXTYM8qMxOuM7Ddfp3aIHnfoAbzj1acDq83HURhunkg475Dlp
Ii2TsM9cqKHxZyo4+n6EB3UQZpeLjY11USJGdRRqP9rvEFx4zVfTS6NwDNqBnKiy+uDesn7EyoB3
m2hoPU5yqBJha7pq3Unv7o6CmUkTPKwCJKJRQVrNV8iIVc2laT7npTIe9cWsDsWnj7e32OXsiIeB
BN6SIwN+5vmi1tqsZYtW2rNmB9LBlHTtMaYKujNKWz+kifqYRkjmOM2gvTuqJBInKUfvk3iGCPN8
YK2reAi11nkeKtZPwHV7bLCi24j6L24FdOiAPsiVFvO9C49Fsr+qGkzJea67IH5xEis+KHopfW1D
CFCoM8yfby/n5bXKgQVG5zlZmBPrHk2l5JCFgTP43L4yT30d72LiRzfsxi3f2CtDkeBRXSL65x5a
l12FYN3CUe78zJj6Hbp0yWdUM7XHspC6jdrk1aFAmGEtUjGk1f/8W0lhNTlDqHd+HYnR8jhuQDqG
EB0BllxX5uH2Iq7N1HgpwNEpzi1GMSQf+vLz/AH2TWXayupkDX7LjZb5tG5K2GPNqYEipI21m9d0
/LX73Kgt1S20Xq4+2zqevbAby9hC/luJxB2O6FRMBiWMtrCYi/CeHw/SNrcRV/JiN3v+49mD1Lbw
8nvfkpTI04aYYI8y2odIdSg5GRXtmaO0VWG48uIASNIFRMs5wJq6/FB/rEmoofIxUXj1uaa60MXx
xjgFrMnG2l9+6uVdY0ctbYyXGfmUoruZZPPoqx0lYU+TitnHhtWJdt0062IjNLgy2v/uerEWuvEF
XDhl0ayAnc0+DZLTXRR1kFiDKPpAL9CP23vq8pstnZLArEu2jCjV6p5zCoxtsykYfV5u6QWtRmHc
g5mruzyzteyAHEw1eWky1KH37oEptoMi84y/6dmef7fUElBOYKr6wA/lDkhdckNFGnad7BS+UlXp
3bAEwbcHvbj2kAAnHEKlkgeE/y6//8dmsWZEuYteTH6eTs5r1M/iMZcMB7m+qP/QZAmK8rcHvPIh
ASfJarki8Hldq6cqeteQTuUMyOI/CStG0wRN8M9B0EbH20NdHgSeDXBKPiRYv7OuU5p5oGizlU1+
I9vhoxonqBBm0ZZTwrUV5F2iXxg100uordA1oZDSTL4ehNMXy4ianVCM9Ch3cbDrUMjeIIJdWUDs
I9EQUzkJ7NTVc9jOZoOMRC77SuqYeLKWHVErZnZxPW4Z51xZQIZC5mbRU18YheebAyuevoiaSvY1
MQR7JM31O12L342Ign5w2oAqqRlyV64mpGVpGuYIXvvG0Or3yeBMTwAgWzoPV+aCxh94KxcxzKB1
dXfIm4bydK34jQVbIknbkc7SMdvd3nJvTmhngA6TWdBdBGC5+Ckeni/ZYEVCsq1A9ntqhtouKDXI
cwVoBSKCxSj/kEYbSnsLKfllqsPKOUD9b4QAaikl526qZTXx1MAZv0zWOM3f1SFPrX0uW53hYQ86
2H6t5nLqySaU6YckqOufVhCZ7UNRRb39GcCslNEWi6hUakYYxocp7KV32sPz6FK9WGyaYdOxnGvm
RIs6W9rnleLrWWQ9k9ug65+U0cJKVJSvtxf0yulamh05wuSFQGGrzTHWGZdILCt+Wsj0bSsGpFmX
3jrtBFBcN/s6jVVzIxS83Cq8iRSWgZAWD7p1ldRukS8bxxzfGClRj6odwWOa9WZjqyw/+flOAc2m
jZplXNp11dXMElXp8wSRBt8xi/5HajT9gY2rveYzYNA01uZXHV/ve2WS9Q0q6+UNQn4EkZREGx0K
7pHzPdoFGpShkD2KiEb5Ia0n5UuXQNgdJpC/25/vylIyFHVggFTan9Z0Rh6cVmoKhgq0dHjS2CoP
kdpZ97dHuXyyiQgW3iQBJ8nlWrfKatGsxgZe80FL611uDMYhG3P7aVRr8TGJzPQfB+/4w+1BL6eG
IjeqanBY6fykleF8FVFaTusiVzWfKozjmXUSfbGd0Hh3QL0wofhKSMJTRl87pE1lrE8F1lE+po7R
B5x5Oer2YD6ZlbXF/b3cFsAukE65JAmq+fX5hLLRckqJIqjvyOGPenbae7krp8MQNlv1vCu3JGp0
NIBQn0KukAvzfKjQBJXVK83wYa8nEp7GNPjF+yRG+Ole0fF73EX6UNJ9hKmS8mCG89zsKrMqfNmp
7HqvRmM5fY2i0UGptNeXCteoy/GdsProVE2JmHZTLVX/4PksohcLnoi4U5HYyPZmLkchLUo2hs9K
l0WOC2elCmh/SptpK9RZFuz8hHPA6cNDI449ANh0Pkv02fNgsAvNr5vod9FWmmfp3X0Z0ACkRs33
qQ/vp6TG00zaCGGvbM2FlE8qS0iyEMLOBzbTZh6AilVfcwrzw6xL0vfUqJWNA/DGw1vNj0o7jwCa
LIyzhut6FFnq2a4Nn5Yo2wM0N55T2+x2Im7bF8VqGl9Gxfc4GV3hjdNQnrAdiHaF2W75xF3u3MW2
mDedoJJypLLcD38EsSRxXYQMge1b2E64oJWSV49VAeQ9J/v3nvql8285jDyAi9rW+VCtWYgsoJbm
65Id7TXMLSglUE+4PcqVCUEpJmcEwMKwY829neakLCU7NQiJAI4zIxLHXp1xxA7ZO7eHunyGrKWK
T+C64HIX9WjE3RKnKxvDV4Ql7SbRtZ9NJek9UduggIod0hE4KlO8G7W03GjnuNynjE0lj4ub3Qos
e76YQyqXkawydhxFzm7GQYJkR412t2d4dTHxM6DxlrodWtXno1h9imNN0xt+NJfdUWDa+yEkETtg
Rr+VC1yeeCZkLUTwxaoB5tj5UFUtjViqyoY/QclEO5Q34tWJsuZryLbdJZqW/ZPWcfdXANImXCFM
Z0vB9NpkF4Nedg210Yv3Qo/0sGfvGH5Jp8PHUQr7J7QWxVczM7YQsyvnnycXsT42KEzsC6+SotaR
qghU00fQp7fugrmXLDepTIfuSCuOLa9wwuFL0UR1RvA6pv1RdpqoejJrBcepCkJWvpHxXVt/AmZe
MTL4BRw6X389mSwUQGvT10UzgbOnGbXK6VPZVHu9MA23CZQfjSMOSpG+W+gXrjxtUNBGFGAomPnn
Q89YngyLQ41P6Gx7fSQHMNJFfYzqttuY5bVvvOiu8Iay/HQBnA/VUDgBpAwtv89H1YXThGlKa6JR
kgT66+2zc0nTYloI17ChiEBAe1ZjtQOe7JUYLPZT20s7OuOGX3FaodKYSdn8MijNNLnW3KX+NCTR
uKPLNkgObdF2r02cmeNRS9RwCylZBj1/eJaUnsALFAEIcc2j6nPRNlUR2v4g1/pz0Wf90wib7NPt
uV8ZhRwHAUf0UBeLqNUXNSNR0kPSOb41dCOck7wpvvWGOW1cwFe+5tLHQCMUWTYfa0U7MovQ6mYp
s3lRsgTa0TS9DoYyHJTQ1DdmtAQcq3XjGlyWjBgZIeXVO2nF+mx1vWz7qd32n3sjDB6h11HztFLZ
lfWg+/LuFUTIBjow7SNQMvTVzZtLRaWCadm+aQWpW7YpjXp2u2WIfm0B34p5QOnLu7xawK5vNOHY
ieMnWd7tA7vrPKWwMgR55S17qytb4q1jDVLQIi221lw1DGEJq0odvxmraTe0ZemheLclM3BtlMVt
AR4fq4YW1vn5Dut6HDvQH99o8T5pEdfbxcA8d+/+ONQ7kLteOLLUIVZ35aiEOZXLRJx4FY1jXgyd
K2vBVnPLlblApmIXsN+4P9ahmYmeMDIbSEKVg5Z6XWQl9wk35BYmdhHFcE7fRH4pGxOcrQ1S7XhQ
rAxL3ZOe2d28m7i05s9K0uTgYu0o2VhJ4X22o1+7VLyqUWV6e80WZnc62nrzgoq5Or5imgljAWCg
Tj2Cc9y3F5kJKXYNrrm/IxnRFbfCw9bZYffk8Ouky6W7NACserLtoYAFIVs5dZXIMLLPNUImp5a7
JcJw12xl1+kGZLhQV5jSHwWOnfVTYSGp4CpCpK/zGBl4BUl9W8YudagA56UKgZnHsg4g0mhCilBY
wM/TcRPViH8OCf6ir1FstMVdrRaqsddRNhoeRzStLFdWQIr/Hmo5mtGsUibzUdIjxfIjJy2q+wgj
hYA2lAFlqVydHEp3czNPLm4YfelKSJQm9U7AF9R/KC1ePL/eufEIjWg4pERKEZFOiFVa1Gs1TGzy
M19Vs/bQNjRbZALW9DtHsSAwv8H4XK2XKl49gQaaJJPtd4QZO1PLxK7NEKu/PcrFjbqMQvsQfXhL
GLQO+BpJUlQar2zfLrr4ZGKK5Ga90B9TbRz3wZA2f90e7+I4Lcr+BnVe4BsWcf1YOHrlFPyu4sdd
VBwqFWHcsNaNd89q6WoklAXdAEA3VxeQQWuIjLyF6tfCqneFFZcH+t6kR6McpXtDrba0Gi5XkUx1
0YSAg63wtC+n+8/8LZalzqwbzcflST/hsueEbggj/IsINEm4codt9O11XGZw9hICukGNXrQTFrrv
GgKbGqctE60nUKyzzNoZVln90ocpLI9mziV/rAxpNA5YO4zmBqDzJiq4GprmH3izsKcXAH/1KEL0
W5zvHMfPmrGbnsvRSX8mVp78VVtDIg5WonbfMDWiXpgmoxjRkXTQcOmcoPtVtlkj3TspBlWuZqaS
s2NP2lD6NPgen0PTbtQjaWk976JIt2jVrMa2/FuzMoFcXRdPhlcmdRftCzCletdFRtF+dALT/B2o
vfWVFlatd6MJHURXhiT4vW8oEB9uL/zba7yaPnRF6mp0hZD0rfWWFUmZOhPpER/dgNKtqOr5sTMY
uhtPjvFD66cvud3vJtT7f9ZF3/yt12a59VqsP/4CExI5gipBJyd+PN9udQjXCnkHx5fiJDoOba3U
VKdVkXhTmyQbYOvFy2QTb4EOLiL0S7/16nMHg9bmTd04viNgGQ6kZi49st/MMdPdXKqOea6+CJun
5vY6X1wUNnAIXCDwUJJ782KOtZXJRhLFpyEqur8GqUhd1IzVL7dHuQi9llHomVCgHnGRr+Fdo5qx
9Ury+NT0UnK0MkX+kI9zcgDi2sqvLu4IEncGAioAMgBOW98RztBkyKwBvKQObhLm+PeYCMsLaMlv
uz7cuB8uJ0aX6wJu8YKoiC6sRhNhPhaiLMWpHvrSA0Gg0pyW2rOSde+2JAT+gJ8NQM6kQJXU892Y
jSMqeXhYnOKxoMhT1dmhTxGNuf2lLvcDs0BEEXACNJKs8XwUCbCuUPOKN6oOUo+4I7wvYuEcb49y
ZdmWjInHgzo2cPUKeKxCq7CSIUxYtkQTu7Jwym/2TDuvGzd5KO9uj3ZxiVM04Q1kRhYawVQ0zudk
BNFgZgPvrmyI2TUylNWcSvpZl/2jFPfFERrmlu7ilQnyRkHVRpZmeRtXQ3bcFeactMkJmnt5Hxgt
pa+plVJOVxv0f9+e35Vv5izVEx7ipRPxjTz+x7MYWqPQZVEiGlU04slBnPpTrGfF/v2jUHxVeX8X
FZf1KoKRhFIrWdlpVmZocpkk7VHnKDa+1bW5LOVXdCs5VmDS598qFLGSI1yQndTODg70p5jfRWjE
3947F7RhdGhSixA5UPBqFMkpExEbAStW6nCJEcRzRV9tGWFeXumMYvBRaBZDznJ9YmdLntWiyfNT
kWrzMaOra+9MyXxAcKq91yV1dCv0wx/bKjO3aDCXW15b9Ai4kMhIloaO82UMBqWEdBxmp0Kx+uFV
rTMzfqY3Rh1PNalk/mlSy+6HWQZG/G6h9zdHBg0VFaqGIFzLj/bHbmzKtFHioSlOaWgOtleUDkZ0
mOy+/4hRPacoRNDCF0TA6HycNJoCa7ZFcQp69Fqg2GeekSF+5qSm9e5LcZFc4P3i5UK3dR0FanFW
QNtui1Nezt0BdMQ8FXFbbER8lzjpouxAixRSN8QV8GzOZxQ1sdZJUlqc+jgZ7sxETw6hJQVHcrFo
rw6lucsyeKng47Y3Yjy17+1Bf8658zau58s3lK59jjp17aWCsd49E/qs4JRWcSqx2jkOVW662RDm
e02qg52SUEd793FEu4tPCBpNq/Ya38+EboxlHZenqu6LHeTDlxzvi/+PSZHT8l4viiAXddhcTfXU
zrryREeM8GbNib3cCWgpVYNyn81yc3d7UleOIF2C8IrJH+A4rpMVcoq5nmqrPHFSNI/XSdtHVLcP
TgrJ0Z5BFuCpiu+3B728PpGPIPwhR4J8AYh3voW4tgNEFhdxokB1vAAxTMNTCS3tjS92ZYeAbIFg
08SFQ9OabqFAGx6NSa5ORZvLvyMzL16zxMy/NBj87dUyejc1lU4xWpx4SiE0oZu3CktstR4MbbDL
E3R17WGR1D6kw2jvZHMLi7woDTAS1wpwJLcXAesqDq/rCt6nYGagMNq+EWnVe6QhdCdVaoKOSZRm
8mdzonHb6cP2nl1b/HX7G17ZOIDJNHlBReMCXcN6TadW/TzHzYkrrtD2XNe1uteUocsenEIpq3uk
DaTXvJCNYiOff2tfPku6FuoMBVLejiUCXCuoh2EUwwnqjFNa4aNh8T4ZJSKqiB+U4gH9zyq6d0qI
UR9CBM7r36U1ztZRHrK4+ZhbM21nblKYs/lbMZuiesSh3ZmO7ahWzdLTI+f3txdqvQlpDWAr8I0W
fsWSO51v9m6g9aCflfTUW3mz6+fkQUjBKdfFV2rH78WJlsEg4ADiLGnahc6qqhSdYs1xfgqLRsHx
Ne3xYJXfm70wCtLNXFILlYlUaTWlJi3VNsvb+oR7oekZhuQc2WqfDacsPJgS7caTs97sy3Aw9kiw
SSyo0S0r/MdbXeowN217ak5RKVnHVueJSZ1e2dNR1XuDPabHZhrsfV2bwlOnKty4Rda3FcPTz0aM
RHTEM74Wven7SknmpmxPYR8EwK00PNSB3B9ub5PLUTjHb0oP3Ipcyau7w2yQ/9Vm0Z1QqbGfKprF
srsxq4atAPmtLPLn6VFpdccgAs+LpaRqrsMEs0ml3Om64QRug4uOqsWjfWycWX5Ab3bOD6k9x3/r
hlQpL2GN4MS8o30J+ViYAS1aSbbcNRXQgkqLb1qK6FPca/J8pK8tHj27H5CYmXrUZmixdOLY7RLT
no8iyMwfiSVnn6IA0MDN6jDGadkWzl8TWrC0+cjSZ81szPidMRGTBTUg7YWwtfgOrqopWkKr31jl
46lwpG9qr4fHsIjNjRN+0a60jGJzCyIhwFAc8/MNqlVCtbOonIBMe0XZ16PR6m4F6W3azVKO6pMz
jsBV0tg6qPWKUeSnVOP0H2ND2M0Bn+sYQZYalM8d0baRdhSatOGdmdHivcBO5thS2AVEWSV7ZWUP
oHFzeeodm1g7U6xnKeso3L/t4//5c/wP8asgCYBsnzf//Z/8/8+inOh8CNvV//73UwSa1RS/2/9c
/tr/+WPnf+m//fJX/rGtf/1qn76X6z959hf59/81/u57+/3sf/Z5G7XTS/ernl5/NV3avg3CT7r8
yf/X3/y3X2//yqep/PVf//6z6Li6+NcEXbP//q/fuv/nv/4dTskfR3r59//1m8/fM/7e0/e6Cb+n
6b/dN+n3/J/m4q/++t60/CuW8j/g10Fp4Owtft3/i7LvaI4caZb8K2vvjs+gxWEvmZClC0UWxQVG
NkkgE1qLX78Ovl3bYXGsy94YbXqmye6CyIyM8PBwR/AcP7+/o4v/WVkrCOCYrkOiiUO9KDF4iD+k
/gdm1uirIgYiFH4PDLRlv35L/c/6RpHCQbcPpzBEBf7r/z2CHy/r/7+8/1VAmblkRdf+7/+6OaxQ
bWJ6H0gHskF8FsLez5U8SnmWjyLLw2YSGyrVEllE8zKMukJgl23eSXbXmPaPUPT9aUC/VhV+beXP
3+wbncfjlAlVHsK3LnXzs7zEx1HhGG3p9qWSMIJMnPn/eCn/947/eYf/8pnoGYMbhEcMCOmWcJ7z
KJH7fErDYTaOE7NKf+omr2qZIw6l4TE53TLrHin8Xx7rNyIGJAlZ4a/HOuiD1ZdSloXyoi3+0JlB
N1lPnWBizEy/JxYJD+7b5woNH6TWyLHX54qhmZ9vEXJdhckzUQ/RdB1czCYqzDbTD3Ei0hRDGvOD
gT1SFM99fJE4mi8Hszsqha/B7DqiYmzLHV2kN2shK+c/+TDjD7N8nGoog5/EIeiGL0UNTO5AMr1L
3Iw/qO1RT7YZWHOawwZqJLTJPbN9WeA4XMQVmRoqP/RN0Ca2uuPnMnFm5WMuH9ThkhTQXTsuxgsM
H5bKM00v0kLFgHbAWVRDU+OklWIktTLA5nMnCh5ELHrDZ94k+0IMjxV0/ZTQjALFMzYKMLMkJ9AY
sK7Lm57YudbRKduwF/UpfZcrmgqnRfuTCfme6RUFdb0uTyMIoWr+aYovs3nRzLcaWMM89KSoznL9
Dm6I3ZawrZc/h+gVvFvY2JO4d1slGMoCyoEZFKCeo+UcFTYUBcQR/dV+wB0j3M/PBs+IpDwJbNtM
G11fSLZUxJK2YoU5TtKeCgZ6PHihtIxjGlsu1gIErJp0q0a2Mb70AtVVD6IFrAzQAPn7RrjtXQDp
AckRig0QxPzu+92cjXBUb+J8tPRwZHlNdT1SoSM+RzYo2muGE6mu2TJlV4w1UEGhfig79R73/te+
WMtOhAE009E9+ZX0zEaHFsWsq2FnvnVzl9BubGGFXY0WkZEK3knk/u3TgHKuwrlo2KKE/7ktNAGq
lCXg2zDrrccoqRJi6D04DwPfTU3S3fm0X4EGeO63Kh5wVQzR3tpJRKMxCL0yZQ8TBMgJshBb7YxH
o4qCbsy3usUe56a4l+98MxB+hFR8KvBI1EZI0dEovjnl5yiGHUFqpA/NrL10hp/kGKSwukgkzExr
R+LtQppEnzA7PfrormMtV8kDy4ezPhYmaXtTCfIuLR1UVigdePj3RfcNyvy4PrQG4LQFqXcchLCF
Wp/aP3J5JmvgBcmxdSmqvdF7eNuGQjvT12TbUig6garoz6kvuVMgjk4VQX6BJJUjfKZYhBaap2RA
y+nS+Vyg3M33zVba1IG2MZCBkh7945pae73HPVL8YNMQ/DlptGsMW1AMqysZgdSYKxKOBE0kwoew
azelr1VEP7Tv8SXZyNvmNdvEbuJhRsiRwSkQiGwQidtRqL38/Wl8B+LfTwMdbrTwQMK5PQDjCuX1
XKfWxXwcZ6r8iWvKMdmJLdAQaENGX8a2fMw6Ip+yLR4E9Dwj0a4g6WERmLo0V8hmCzWtL9V+3PLP
8h33YVRkuLeqvmWl/3adKxjwj7cGD4pxXIbEuvCg2qkzAWKaBI1bbktf8AuE0S8Jz/Y5PSxudB6e
pWOxmze9Y5AISvSyB/wq2ieB5aMskEMlUFZjLpeVvtU7ZWYLtZ0lNjRJlnTHVWpOj11iFwoZazJ1
RGspTrDBJKmTjMTwjW0UjCfpPIWguHcGqXL8oD1phCV23XuZTpTlqE7bRXPbaG+VpxkD6+VL14VF
TZWGqM/ZISKlq/pwIDlX+/KIIaXy0uy5J7h/f7/f7dDb54aeLMiGGDlbKaw/n1sKOlQOQwHzwq7i
RjpKwXLku/aQHyyi+cKTem1Jfu5rrFaSpiSeiAahl5ZCq0uAY2dHx9d8crKCmiVtp6AZT00DsVyw
tCDiQ/HnssbrTcdg7qJ5SQ33AtscKevtmXsm1CQr0sMrV3WkhLY7vtVSu3jFuQMxPCHZ1BU2nZu9
1hdh0wfmE3/Vn6T9cIDU/QkHjwJZ3DNKuhxuIggel14kmnqxhiDRbOyHuvQV1RZKmK/Ays22Bgce
G2JH8oTwO7zqb1/z309xFRnFs1zHsX8+xZkjx8lxml2ifbRn136jBMljRCs729UJFSdHEElZuklL
QRu1cpLv9aB3s22xZV5tW+cymBzZVV3YE8tPc0ey/T2rERR5uIZ/XiNwaPilARZHQ8jCmO1N3K3U
EjKeUT2fM9NjuVdKG24RWJjp2I9xJiP+b9MqIq3l5HEQx5uKBZlx1oczLwLR2oDr1FYvqvVodpsW
E/rxXpupqNhz5HNG6z+V6cYDAZjffc3HJLIxZaKci440IpElon6kNbHeQEv7knWnLx/j+dlsjtLk
4PtKQ7OZ8AQ6jtTsHc2g4wjxJLcpbSZfltJua3seNyU/YKKkyeyIeVniYpC8MwrkNgmFRxmxFIys
bQbxEV1x2NMclnRf1V7C1yCL7I9xgyzFoVMZ7Q3LlotHXYHesY2NOYDoYbp15xmiw0No3fTvQKYU
/ZL2Wy67ZXoeBE+f32fkinoBfhfYIXpBakNxUsx7N9Dhy1TcIi5GLQHyNcgEOY1yIiBGwqAeS7RI
UlA8MA4L5xDN1uETCcct0hi7fAqN5DT0e7iVu4N5ZcYDZjFJzvG07qlf3SYXIAXqoB1iq6PxjRLq
ZqtHudxCPTMRQ3j6QIpq4kGkz4pTR3JLl9q4c3L8+rRvxzjIgqAaBFfrNrkQc67qJYNQWGyaH22D
1E1JU05ECIjhuJTvsD5uAQ6g5yhVwQpb53/gmH4rMtMxUW+BBccXruc16aUanJyi+IO+8prnb2Db
JFJmBMUwKLsYmknAWG11iRsYNxmbplTuafP+ywWtXXkUqkitAGfdttWEkatMhApECNOzp2ZMNBeJ
I0kMfRcrPdrXceR1Cg5VIYf4hQBZR+Os6WWOakQ8GzPGeP4e6G9zPWR4SGugkoKsC92bXzZ+sjnF
kBNZQijHeyrkAuGl0EFoC1JiiyTYS15GZG3B/DfW8gNq+WctuwaVH0FHW2URkT4ABQcp5rZBPDGl
M0DVE8OeVa0jpq1IByluoQGGlfc/vcMVRkOWgokAPHjjZnkLcaYmMYTHwg7CwaSMnG4yoFu1JAkq
y1dF4bqdSuqd8xPJ+a87hP4P+pnoMSDuA7f6GfqnRq6UpqrkME0xKUhzHiTqh5UpNC1haw0lY7+3
Dkb8BjkwogwW4QuCgngwxb1mpaQqX7T6Qe3CqLoW4mmatsV0mavr3L7XHVbJdEmy3di9M32rdjtk
y2mxxVi9OftFvZ8XH0ilpDqwGkMRB3dbNafPoNd1+UB5YNR+KpcIfqjwzOMCXG/xG06m6mww7PpT
0e813c/FF7FGAFeFQ7346rxPha8SNQccs2krMwLtGQNHr/qsx2FvhUZ5rQ1UQr6BCzGPQuzKyp+s
vGqzU06HNrZH3ccZNxjnTAwsbduABFx8WQZHPrDTLfhq4KZzW8C8PhvIAO+CmSyCYwlPJn+Ul4Oc
hKiwDd2OcE8MT1HYyOon3Fi14U0qIV57ZvVDhvIWM9hc8pKxgh1MwPGsBBy0jW0IO9b1dpUDbTcj
W9H2UEjt/ySlAC+zN0nCM9VeIWsKgTNS6V4m0aSFFh0apSh2/GblCwcVWm9qgPpZNx6G/iHBj7JU
p41ygQ36ZF57y5UUR1Z8YBQsQuG8xuq2chS+He/No/46tZGWrT1zzLgDHUaY+7m8alaMMXSV1TBh
cYaCHULfVWV2pIBtGJk1oaFMqu716X9l08BgoYINxiQCKT72NldIlngdwRCVcNE/igFg+AJ5Xkes
Y2KW27T+aoUDWjbqhMM0PivdJoauV+FJ0V6tr13uIqC004tgupmxz6c9tK+YDCFA7WyiFNDOs/QK
w2dVJRXwBCSNzWbMnBjQjr6ZQW1Tua1wPNl5U5fuYNlwLjF2BcmVR2R1ywkdDt06W0PviAkZFVuL
3UFxZRCsBdqaG6iwkkrcFOJmaj/jwlU1p8uc8iPSPRHPTtxY5yHdHxaFNOMx4c/lrBEta0jNMLvU
Y3jzXBklMZqroWzigbLmmCmuMZGC3Zl6x1jPr9ABXgkIfRh+h0gxOvc/363ZQi9sLhQ5ZMoGgs/I
FoZdFkA8xsno+DVAQHK/DKR5Vg3MztJoxgAbWJs6GaKzuGymsiYQ/VPoZOyrZJep7+v/xFDtZ/k1
Asd7sLOCLJUtKxBEoNAlFC7zoVw23Ngnxf5YAmtLqdgXyJrVQMXZrMyf8MyEDPVzb+IRlPhlV05B
LlUuiKpW9mqxt5nvLWA+6InDgYldEhAqJl94r05Su8c8oxRv48Eu9Gs0Pw79QM0YKn3zW6yelWpA
obSHR6SgHyuFKMgDRCmn+YiA0Bzn+c3sd1YpomAKBYbZiH432GVNoy4UBWB2JYV4UmHK6FrYsUbQ
9Gl0L1FIHj+0WulE/bvERsxtpERrHiAlvz6yGfVgn/oijoFmL6O45qjhGexAaZ1ORDfs+Srtenlf
K548El08qCxs3kboiZxGDBcsPTGFfaarJK6PWnSI+GgzSDo2HwpiW7KX+8lnHXQjR21XNKdWu0px
5KcxyvHqWHfOmwalba1/LydtB82GAEpBxJxqUk1QKrNz41PUE1KDldsuCUbkvKKBTlLtGt0fkJGN
PEJcd+F0tZZCEcaWF0hcNoiZ6UwE9SGvNtEcTDBj6YHr9f0pVjC5qr9X2YemPMgEHpPC5GmpB/5x
k/l8VWXHWYA03y1N8oiX6RWvV/ldqNwEpKrIFUWbh8JjL9rSRwxLahQvtYsej1VSK0XHaJ8mHs6D
4dwdpgUlsIvxNHSLKc88zFVzNzK8UmSkzJ063cyZXT12MLukKOAysjgTGkcVUeJAtMHs9EaIVEH2
24nbPeudxHB137JbB/EheUmhzvEaby23PKRvwqlOSC6RIZycPhj9HujwsQeWqgcGcJcweY0LMglE
9OsL47i6WcVZRllQbfmTSsSIzudGtdWne9Zo303Vn6kNNHxWes/KMEIFfYMTlcjl8xTKpyFvwNUY
WCWSCRwHFIgJgbEqZJkky+FiIWODAteKs97GLMEWQqEqgYj3ATOxj61g7FoxvdONvmnUQo0Pw+9Q
pVu5FyvZfo07/8BCLFBamRD1U8iTrKexJpd2Wgz31H5+ZZS4dcj+Y9oMfqmYprs5mZSORbXJZzHk
0FIjldZfxUQ8wQ0ORf7y1onLaeTWnZiJ6eHbmAmsEqDlalWDJ48ews97Q6tfkDmfpTBHu3ehomHn
og8gii2IBG5d2MC/JwXcLr+QD1zwEqzT5ZohxgKFrwLzU2L2O8JP1a2QRQ//bCmMOeblhRejruk0
HJiGmLGdk89ePy3jp5Q/G+1WzN6H/gQ6b8mvxfC1mK6pAMWiUgODIFILBJ2GlNtQjUHOKQGFJ0bt
Yg3wxC1mCpteDB6XyKT4hjVBYdjTaMs9zRjFjhkxXDATdB6SbGMCVnY1qvryFoCGj0Tk3DooJinw
QhvQlSe5M62dwW2d+GCeo9fyK3pMv6rn0tHscos+Cn4OXSO3dnRneEmf8nfppd5Kgfw6nwX8qp1G
iHiLaJKjjQLTNRtfRewvkpsu4SD4cxEoxm4az4VnKn6Vvw/pnzmHsscWfAJh2Iv82I2B0BYE8m2E
Vf6gXXi9E8vn3C7qHTb4Irus3kjp1gKIEwcZ8wvFtVJvmggObPi6gRKBfw+h+FC/QI81f5kBc5fQ
aiBo5gkqQiCBjrDxwt7/XiCg0P29eAxzbbSvCMjvamTuoJBhZv0SJpKt1P6k+5zvVNWVJjeyHCSV
+H1Vt2UWoAVHxIpiYauvFuzlVWeoHgrjvS8PwOLNZd8hsYbErOQNjFSJkyyuBptZlG8cZrO0DbMX
4bnKaXloKZJrIAQZ0S9d5IySzXNHPkaX+RmmyensliXRzurzcJW+krC45lgN53hX+bigTb1P3BR/
gfWajfaEqYlddOxdw8E1BsW1etOugwcDgIIIGk0vCPdfWkMMLDhIfOg2k+y+IgwX6CdHw88qIr6B
4GP4elDB00J6wPC0W22S16KkmUoypw26LyCBODgl0r5o+xSXtlf2mmNRwcm91NPt1o13OsFhQkUX
NNyUCG8cAA02FKcKxnWJeIl20YM4Au8A6iN+yEHscWA88BLmpN7DZvyg+IOvf7SI1k7pyu/yE99i
LE87gyGlPtQjwY5b0Nxy+GKnqTPOGw0YquQshS+iZzV8VMZ5HoJZuSTV4mnTzkpc3lJ8DyN766FQ
ECMUX4qndK+/9CPsmUi8zx/rmuDLqBx8gX6pC75eupDzlTrS6jRJKQQsRnzc6FuruvXWHPblKAKt
e27nDcg7BuL7++AbnpnTbgFq74yJxxR7OKcdlR7HD+1z2Msduhikwd9kkhw9yhS+yNg2fqPTLKYR
rDVSr9U8uTuk2V40XUO18cNlSgu41n4mGFGBEwKnE7fN2RZ7N9I2kWU3fAuJbg1+rEogSa5ZbpLx
nAJijX29/1IZ8qmLghbx4LPaa9U9dPqV9jiiNOFO19n4zd4gZuWVpd2NCHVkwXKB4wbkHwjEa2cL
7Tt0Iu/U/r8hEBiNrJ0ekERVpLi3BDxVa3LwKPMlzHsDArcjdnjEpoykA/od4MVuujSUmp0u96ei
dEwtl20B/1BM0gDiVdI7KO0vRAqXg2MDDg3rBCEaXj+PjkZpJgzdJlIoPVuFNTuihnHiqkRbYzLv
nFNo9f0KNaALIzOwVmcDQAM3aISYRQrEt6slnOzcrzf9YdqNV9nhruWMJ2wNVkMvnebJpp8eqpSC
mSgBIn6UT+rDzIl5AkrOhxPG/jkQcwH1CCphF/I5bUFl5pkJMf8sj7NIqPaWQ7VZI3pHM4Nk0LQ3
3RZr+yQbTt4ds5aOg2Pk6wHVc2cq7QZlGfzbT/xr3ejH+aUffIU/xOphHhwoyoqn+VRt5ZfGj4N8
1znLJvaYZ4WpJzjddj6pduoBW33Czx0R3q/F27irDrI7Ii4pB1UhNT8YWJKR3XJHWyDBvJmZ16X7
pYPV5z5XcR22epo4BeKr1ms4jBS0vxzBOEs4ciSqGng3dDwJj2ts3IsnXH78ChX7+FE8ob8mPitf
AmJktgVObMQkelkWG30YFESIMfpJCXVbt0sqEc1ddshvXZXgvLVld/kCS0y0iPBYvIO3DN12XG/6
OGLfmaT+xINeQ42/bPTnJGxLwh7KB5RCwqY6ZzU26FCsp6b1YZ1GgaoSFNMJfr99HxC00EpKUWCQ
/qt0in19ZM+ATTbmod9Yvh7yzxjn87hpdtmD9mfeyPv0HYR+hF3jBFAYvwrThj8qCtrKttqjhCad
tNWUdasu+i4bzm20NdvDaNmCm5abbPDnCfpU5747MXUfqy5r3F63BcWuJJeZCDoID3YmeFbrWYot
9P7CPAjhgxQHFEOtqP4KwFpvEbjtvKUax2oh6ZNVkJVZIBDdmbtT1e9l2Z97V55DWd2nLYWvcYv7
LnZCv8866GCARqftLXYFsTVqiXEH1/2XPYtOBUhI61QYOMs3jRWzh95rNHVLuGB68SjAs3075NJE
omFSnbrT5v9xjICgM+bmMdCyKmffNqd5qc98HIU0hASyTjtmImI29aYU04/ZFO6ZTH37jf2oIQDu
IOeAjBLom6t01M+QZPFKgei/mYa8jSobLpLvmgxXegUGGyAw/hElBMwZVVLSlRh5AeMimQqaFQWO
VKhz0S7H7AtOK92aBQ8cPdj0WH3nWnH75++p0+1rwJMHGrSi6xBgA3n3BuSsp17kHc9ZWC1WidZO
j2Wq652NYocuo9wHf/+4b07/P5/L+nngj6MnudIgMIL487mklZUvVZux0GTLuM3qeTfxyHTTNmkx
arv8qXVUVDNXmDObCxotiWm4gIYLWqpZsx0a1Iy4n4YIXI18aCL0gPUqYwcjoDtn3PfE5Y8rxdgd
xt3BecP0O2qTmyfT5kKN6X1lucivPT5PItlAsgfhqHraJfLMTe6UZ/RLk0u8KT+VJ4R6NEXZa5ZS
IQdeSxrm6vykli7GUwHXZCBA9IccgAtzBeamqY2URItsGdCPxHD+X3r1oA6+FeZ8G0vbIqIa/KYw
2JtR3hBo0CsYo4YezuJo5oCh7gAi+32DJMJF69MakV/bdb4vZIC3ZyEKR6T73GG1A0wAici8xX8q
AmHvpTOf6xxNLgKJAkQJIBmDAoiEMqRLyOVwHj11iH7gWBmUcZpwu0ESiInn8c4j/ia93D5i8MTR
1vkew1dvYkCqSwbg10y8LFWzA3MwtRVj0miW4KCshEkm2LVvA2zCSZUiu8rFoypFXxwGJwGaIqe/
L81bzE6HXDDE2FdXHwzvYUzw58pEKZzo2LLFRYZSHro42VFVx8GL2B+I/iNrfZyH0ufjZN3hQt3i
wN+fiyE7BCfYDWBM9ufnFgosLfSWFZfBEtxOAqmrmvhCmA5bcpnJALP09k5D5demx62uqjUomNDh
+OaW/hNGEFSpayWlzi+85IPTGNtZ0SMUecjmeZ66f3+u//Jh60aCKgH0AaArc4MmYPBeY5Wm4bny
+pklBRJsxfwspf5xzti9zPQ2OcNfDxAB1Aakg+uxcpMJKrUiAtyOx0u0pIDciha5toyWzd9v6fuw
+LlwobkBHB2toXU04JbazUHsbqVaHy5QxgSYVS5kekhWtREiLtj+SPqoiaKX+WZ20qBiLDrQftNA
aC0eexaUxZYnoWAdq2lbaQ6PvNLSqJa5mebIOSjvTj/ZcHtWmoeqtTPoK7beJNiW6rep3TFXi7ad
BCX9oLC2serMqtMsvhU5loYWtS19oZxE1xq6v8gc4bbFHvIH6WpMkLp1FEarA3IvfD+7pgMRS1In
jlRT6BrIA4WXe4mWYXbAVE3HMANw4AZkK9ciHq4/pkAhtNjULlysoezAt13ui5GXjt6wL7x7PmW3
KBRe5cqXg/YbwoMJpt7PfaGKQg7nF7G/iOkCk9rhiB4fWSx5okPXPPdaecSM9L2ItEacny8WGjvo
M2MZrYv1VpC3MBLIBMPJ+oIZX44ycLLh/5w4oLaD2zW0qo0ZGEBCw+QXQhc7dVnday//vu11JF8B
RRsjA6rxfSz9A+IT4wXeT9pUXDJBvWYsZ7RRk4jyuqidjsuyzcsv2H9kd+789y5FCAYfc/X4APn6
1uij7aGfyYaqucyQD9l0pieAi6clGs2lWPD+vn1+sT+BKSIHWM0GYBm96mr8fLVCJ/bR2JT4sNG8
1HCVh7oQR0vgKxlPpVBAOQcOwnSx0ELKqvJOIvgvnw7m6Tr0CxYgSlfzBkQtcd4nBSyuLkIhWuhZ
LDZk0PZKr9W2xth+3o0152gCxld05p7/fuu/HzOkK+ABD9EODEQg9P68c1llVTyYRXNp83YL9aR1
psVCvOh1Mlnt3Tj1azXj0wCLYc55ZfXfAtkWRN1A8dPaC6gVnQ8ga+yCSVhi0sv6VVnV5OSimtFg
Ts07y+kXFxQUcNwlXjGAXLBSFPnnjSa4G0Oo0AHLoRovp434kIAPXfSXvhO2RQORokFGS3rqDIFY
OBAoGKKmo7JAt2JQMKtMdLtFdI1R1S8t+ux/fw2/0nNcHoYXFZz2aOxDcPXmsOdVJoCMG4vhXMMS
K57mr2SoW1cvq5bIKbr7SAYMUNfRyrTSCZG5QxFdJ08dk9HsUnPV7cy+dHId6V6lhJgi7Z0mB+Ot
4ncu9deKAV0Vs0MYWcbGRKZ+c6UDRKz1qdCri1WBv7206JhYVS1hcjX9A4+Qe56/vw7QlZMNuRMs
UAlT0rcGOFbbt1IRG+UFqukKKOXgrWRRn93Zg9qvOIsJMFBogNugEQAm7k1wHzX4c7dyxi41yGqM
5Jb8okhT2CZLkNSs3Okq2GrxvKAJrNbVVtdwHZaQKfup14+RGFunMrKgjrKA3jMZ2maA+dKhgjfj
NoV8GdGXZ9XM0dptuH6EyRt4Q0sPKzz5jwkir5BE71acCAEuA2gpQGE5mw5WrQHthpcChY432AYi
EpVOFTZCGpWhlRc2Vzq8gGVRvcoQ23MPdDTqzOG8GE6GWeIQtIIZImIno4bvZMfupKe/Kyc8MtAQ
MR+D4wmH0w2DvGWwgujbjF+WLucURswKHcS6tI1MKqm4APJjvIs2fZ+eEMwfMPwzkk60PsVO3GOC
21EmdXiCzCldGuAAjWw1LgTg1Dup0bcG7I8TdL1MXOIqqbm6ptxs/Fou4t4yC3bRRoF5yjgoR6kr
BQcqaDIEPrCc+qgEm6AqCBrkoJ52PWwrEixotStpAyDgFBcveZXlmwVaMbkBJYhU7T3ISrc7VYi3
XSTJ/t/Dwa8zF0sQkwDWeuxiKOBWjFDpi0ZItHFYGV2Wp2BR7NBbI7EI6rppjSXJTLia/c8/EwES
ejUQxgeJ9CbtH2UNDF1zaEKZd3+WrP3Mk+wpi9IgNyMcguh7CeI9K3bpVkBhtYODIAgWEHIcKKHf
ngjQzW1kHY4NYcFspdjr6sWwoE08XYsCflA9iaVnLd9jDqmrN7kOzg64mYzgqaBGjaGCVTuMQW4X
8zxzTkXMZDCztRVUau0MXkG0kHgBFUN+NzrQf991iDGVyrYB4IfZH3k4DhBuylSfFzAWDOXpMIDd
U6V+NJ+6zDZmp0hRa6IQurZZTYfqMZfex9pp0b7rtQCOj1byBdpvlgAZ1L0IiHquPuqlbz4Vuj0W
z4qyHTFosyrH0fakmU4/oxMGwg/apLqj9/R7KnT6EqoQGrMkr+1iClJjr+pHo3mMgN/pT2qmOmZ6
xKAkaULIUQ+lW8UQwQYSe5grezaJ8IKoi4YX04LIcI2VZoq/ykkLDFfgOAcR0pOqO+fp71PAQgGK
AW44H8nI0W7iZSbO8H3UoazYKgqYExPAzYgdYtBqy3FI7yzN/5aJ+7mJ8XHYCRZOA2v9z5+nN9Py
XGS1Ooa96o7yudRJtBzbFi9PrKnWOloGoEB7Nsw3q9rDyRSkvEvSPSf9plVeFPVTUj+nERBXdYqr
z0zYJxH0yRw1fVp6qISh17aNRPRgHiXzcZ57yHg9xYNMu94iEFFzGdpkAqddhI4GSBUDOCNjGkR9
OCb7UvZi87m3QJGqPuS2gUwF8Au8obZnVMIMb1dXWM9PVrSZk4ZA9RtVmQbvSuDqQFKmtguGRHCU
ESK/dASBTh17QCcjQDkAyymkbgbQI9BLs0rMM3DoVs7AJEX4rKL/1+cxEZRPSftgQkUK6WQ9Tyim
Gsx9CSDyF0AL4ue6zL0Blz4Dz27wXRkjTGME/0n9ClYMERnklFucJika3MOL9orRgRFYfEP4dQBZ
KaOyeW6qkKcfKprHKYR3qikwk4xY8YMVn1nzUuqhCMZMAgdYYunbGirRCwaKQHTLeRjhYlQrsEqv
r15AnwKNebIzBewJrNjeg82cCV46kOg6MGWyXEuceTRKiGVR4Czoo/WP8pd0mRIbHXBJBbkr3cmY
VFCpgQtOnL46C2d0BYd3ZTvlFPg888qCqo0Dj0kgUfCraoHXgL0m2yWYfDgkRTs130f5KlhOGTvo
BeWJPcCNKXVihWJkXu89g/uQsLZQG0cbBhrj+Gq1gCQD2Qjq2eWNO67TeHMDQsiOf//2NB+7BiR0
zMe105OYzOjHvfTly4Q+Lli4Y2Ib1/FjgVY4c3rTw3AhGrSN/GClG8h2FbD87Z5jM4C1qDG8LViZ
JoZXTKQba6+6T5wUcQzrBF1Ryyt7RzFtc9qCD49QiK9i2DXCJQUzKg1Qk01wkMlAHNjlvcOrgw6i
SNG+p2s/eSJpGxTSWcXFC9XHIJ2H7BJNF45mYwut0WlrNoGOE71MH4v/w96Z7caNZV36VRJ13XRz
OJwuO+bQZFmSQ7JvCHnieDgejs/23/WL9Uc5s0oRcjmQDfxAN1BAZsJAWmIEh8N99l7rW9F1HtxY
xtYMt5G8EOE2SK7S9iLJLqp23t5b0w51ZD69N/JLx1jlYiPtu7F/xMhndR/bbCP3bfF+9LaD2JTx
Q51iDbwz2tuWwX/waPJ4TMPe9te+d4WQXdo7M9/5jEiRQV04DCTPGf5fAE4nC4mLCo49HpBAyr03
1WtB/JUau7uJAWCMtjRL1MLN1bgZDf0+SbJ+P1VO/16oSiwaGQK9g1ofQJ3ZRjpdlKo16Qunw8xq
RTFXpZS/bmeppetIdAwyYISyaP3uwUvyBxXM81uzWGeujvphFoLliLWUjIZtNYR0YLpS33QNr6nM
19OlHT36yjIWpSsr1LJQTNiCOJVaxpmD3nMqtmmHNOv37/23209qIhyH8z4Qtjq8luO1VSvtJjEi
Lbs3A72/daJuVVn5yhRBt5g6g5dxh5nFC78MbdMsdD08xzw35grs6JrwAWZ/4Ox9nHffc23+qsNg
tyDmJ9vO7tm8iauQMAndGjelEj/iBumgUm2LuYfmcD0O/ZJA4W+Yxpk5ldzovz8X89V/80kI1jAZ
/8zh7SclbT9lkZ8lnbyfMv1TaE+8u0d2XAWl7tYxb2B6nIuJf1uezl/eAaKNhN9m+3eyAc+lRaSH
KWh9NuQGe0XeL1XqfrVK37uVIsQ40Zp7p84letgmWAeifk+o8IPFy/Ci8kYUfY78GALbwTg41pRA
ebdUdbrwze/uwEsL9/Nw5iy9qLqOTxMuA0JeyHdgcqKfltTxFMTpGFcpMjjuj87Io2036OayD9pu
ZfSxWpdZNy3MkO2Sg1o38WV4q5BYhIwb2zzrNiL0je2o6+3WbMXCrppimULY3YRB42zsvPC3njt7
YGSCGKNRzbYxSmc3FqiuIN58HXO3uRoNue1H8xx6cK5cTr8clkwuiS2wcZziFJuxHIJCTOm9iali
0XvNw0j+zO/vsxf40e8OcnLVg9BOTTMNENI0OoMOouw2sVGX6Gj4j/Bw/LkEPztORis2c+K10/hP
Vfs+H7Jyk7jAzwHFLg0wvoOHP6jvkHwxdVrqSBlWE2xEiljeDAPeJQkQCu2+tytFiC2h1NyNv+Lq
Wpvff6VfPMVzM92ki0VUAurxk6e4jAnXtqNJu3MUwiboa9O60juaA17Y76OSTcucHtGGV/Ywt3fD
sMZW6zkItHrvzA16CkXiYZonFw5iyXmE8YaGpnwREFZaaHdtlW1tZXVbclLjtTaJfWGbmBRM0o8m
VHkiBbZljNZ7P1YUCfgk1qFNEWZLJi2Je07I+MsPRiAA2kEedwtIxfFSl5d9nmR1rd1V/jgtVdjf
WVO1pz7IVqxtmH9z9alrg9UQcA2hN17q9BGW7ohKqiOAhCjO6L6Qw9Pvr90vFiF28ax6XD2is2G5
H3+sugW6MoZleJ8FXn4zsZ91rHYbZF5/OeXB3gn8elWmXrgcxKAvBX9r6TSlc2nbxjrRLofiymJK
KnSY6WGjJLWC8yP3o3FTjblOQFDx82b7D1flH+yEX127N1yV+2dQJX/svmff8+f/8cf/ar5+zxvI
LH/AWPnjoY4b9Zz/8e35j2WbR8+vmSsvv/Ync0UT74DpMftiO4VEiawD3sc/oSsaaBUAKmz/6ZbA
9nvhsfxJXdHcd46Agg5bBYMXtCuHOuFP7Iom9HckNNhsCG2GJNzVf4O6clKPzLhXm7xNun2UJPOb
8WRtnAY5xLKILnTCvbNN48JvzlY5ftJ8V+dGJz8y2SuLL2EqBkykkWbVlP5GS5mVmG6ETv/VCb79
uSi/9pWdLGxMe/AV8lzwpTGpzH2k44eDSKAx9Xz8pRnYVtQ7VUvt3iWlrK2lY41F/FXrGg/4R2HL
DrlCM9l+sxuaydJogRGMnmvrwZlM9qy1f061ctJAcRhY+Gy/SVCccUvkUp58utCXmU8B2i4KhjGo
5UvZVhT/yo2I56LQ1ZDYwJHHnRrMQhQWHTvzqtskzwZ/A4V0lkKFoaefUdOcdAeRJ8xkAxRp9LP1
uUMwF32vijqTyWeuOfFFndtZMa4nvRXDlUYgFcPjihwvogxqx5zYyLYkqFcHVj/R7VPDj11vaXRJ
4HhLq9fGCZWlTyIlatmxSR6kkbmPVKTZ0K3SOonRY9ed3aItCoyR9MyXa//fsM48FJJ/TsFNR8Cn
fwuC+n8Q7wTa7dVT8mYZeijyGXP5kxQ146Be/v6f6wuY/3f0hWeSLf6AedH41/ri+u8QRhJ6iDOY
AJQ5EPav9cWw381/2yP+iGxVTLYU53+tL6Z4Bw5uJocQqA4aiTXh76wwxyWejYRmDu2jnzSPvWAR
nWwCXeDpNong9sfBK/wr2rzN3k+ktsoTnIc2t9bOTPX8QcTkty6KFCySyM1hT7BFvaSmga+vgNsT
4VxPZzZjnJpXxSefjPkDXD3889QvsIxO1j45lHoYxpr6GOhRTTefTl7lVMYto/10U2viXNL3mzMx
H4/LwUjMgiZwuvWKOhQl0xh2H8OGgJ2sxzkFGdI4t4QeT1d+fi00EKxOc3I8Lt3jxSAKytQI8qj7
WLrIrHPNLzAPRJ4GDMPv74h1AaGReOpKmo61Um7TLbWqbs8MLOZz96+amw8BVIdYKTQY6GQp7E9W
yjhNRBP4XnHQbG3cNaapPY0V7iGPXJlH4nkVyiTZ3ppVoePjQSj66gn51XvkzUlgeMWmEqI5ah7K
0pPja8JuJqOYW9sKE2dQIKZtzcG7tXRl3BS2261aOzEvraoZbpJBPLWsb2cuxJvLDWuN+m6GW+Pa
QWxzfB1ylWpTk4XqUJtmgN6cXoaqXefMUeYvcnyiOQrPL+U3OYpv8A/DkPSVEQ3qUDlWvTfjFIV+
RBBRnUCLPHNS5x358bGIH8LszVOM8BtB5fE3msquN8i8GA+j0dircGiTDVg4A42G5190JkHJi6KM
kGEr7cnp8fFl6CR2sZbHj0EYmHJJMuG5HJDjLsJ8o6H2QWHp8lpmR2SfdBEE3ZtEtnV/cCztc8vs
HxNAvksG+wOAt0UUl+fG6m9POJUSMhE2rKyP+KSOT4Lpke7jlNl4KAYCsMkf8lchSErwX7F75i5+
cyhqDSozig7QvkxKT+4gVdljwwu9O2QtbkIZYxidoOpiumvMny/ff2von3v6R5eWQ1nQOS2OR5jK
qfAkL6ukjIK+PbRaLjeD62sXQevUy6C27btidPS14dYuoUbynL//V1+SHTDl7yzdQuxzfD4T1Ual
SOvhIOkh7gzVaoA0imwj7PFcGsWbBZ8vyYAPDzRl3Mx0OT7UQBxF7E/mcAhEcOU26ROhbdlicGMY
g4315fdPy5sbcy4UcdDxnPCq5aQeH8wtTTfrOrLg0qHEnEqAVb5ME7fZlaMsr6ZYk5dtjg75bx/V
sOncMSfmHQ6d4fio9TSl9Gsi/TClMviS9qAyiHTdWrGp7bS2sZizadaP3x9zPm0n9w6SQs4rLUPI
buLkieBTiK7zK/3QhTir/T5IlxO/YPe3j/KC/RXkYaBWevG2v6px865nk6WC6eA0kb+O7EYtPGs4
l0Z9Yv9kPaFVMPN2WbwRoFG5HJ/AAKR0V9qdc0hK71riMSpDLHWqhDaNc7leGxZwM3vhJ7soOwxQ
yhN9BOQ44j6mfBgOv//Sv3g45kqBNs+MG6GGO/40lRWVAO+lc/BQ4TbInKdiWJmwcn9/mF9+61nN
yMZmTnc9laGOqQtliyHYAaoGiogetuBlfO3d92JtoXVYmPvqK5iz8Bs+guCcBvZXX/L1wU+eFCIY
Ml/WjXPI/WvRXrnuTRidMe68PQR7aBptiJEAt6B0Pz6PHQHDeqYl6tEa9GybTYTDyNTtFklmp3/7
PuVNzINPXYkWnT8dH0rrpRBR2vqHqnf6dWqyjUXTX55Zr18AXscPnfmSZzLfGVTw4uS9RzBsHdPl
9w+e1xUpivBCfQ+JaAuWQcLkchUUzEcXTjFVUBgyuS2Vin5UecaQLjSGOVS2EuKT3koC+IzAidIV
soP8m7Rz4JS5mjNMAhFVdKG8NFbbyM7cAAtnmsFystR4Kcqqu0W5hjTdwzGAoo6sk77VCn0XxhX3
SiNm9p8Fu+2HV9BjOLPQvV10+P4WRSaGTyYILya1V8uBbaQVHe/ePeRNVqxLwqSZUTTn0MVvylhm
4Kzdc93ORgZN5vHFzAGs16bX+IcxYO1MAwNqRqAK17ww/ZhOayVGddX2mKKTIJ0ph00m/5YEbF6Q
mJy9dIH4GIjWTnYpE5v3Zoi18GD3pr8n0bJZmXqa7rS+yNdpxOTx92vB2xM7p/xRu5MhB7laOMdf
mW58JY1apQe9DtOVOwFYciSGhd8f5e2J5Sj8ehj6SBOB0x4fxRyMYEjMJj1EvKnRlFilvUnGCsxC
39m3edjVl2FON9SqkJeMYVieWRB+efx5W4rqZw6NPfmWMCpFNpEWd/CFHd+UqvukVbgn4oIix5Ek
wvXDAMnCKrQn5EnnBlEnjaT5ovL1Efo69KXJJjq1uw9Z72lR5CSHDG9oD1yW12t96ZKrsCZwvnxI
ohCexcgAGKdUvnSqKdtVoyHO3Fu/uNaMZoFlofWjt/UywH31EJHsIexS4yrg1Zm2Q6zQP7ZFs/39
tf7lUZjwGNQ4+H9eeCmvjtJPoV9VLndUUSm5brJhuCj15Bwq7JdHYb31eWv7s5fj+I7Keunmtpem
B0dh1+n7qMSC6DZn1t0XS9TxujvXcoaHlelnK/D4MG3QEVDV6clh1FIPyGfRXGt2ja86bGxyWYl/
YvxiLvxR+I9FX0XXmfTlR/K19K9zaveyCIKBvHsAm+7Q/XD1Fnni0LtIWrQpH38YqWZuxWBN8E5U
Pa6zOIVrFGAKDjoDccvvr8wvngK+DLLv+dvM2/XjL2MOIZOKoE0OcmJ207o86wTnoOHQDGQQoymW
WlB8kUTrld14TgN30ut9eQiw24Auo3Dkqp1u3QqJE4wgRcgLWW2vOXfod7TS2Nc65qa0NJLtaA3u
rq9afVPZvU1CdTDeDYEeb8I0iP4vngWgTPO8iA60OD0XDp0fv5d5cvAz3d03OrmgfSTOJavPZ/TN
7UNt8HIcWmwntXLnu0Otuik+TF6fLoN0AHjoh3IfSzntp8Iezjx7vzjJM2aZU4w3gZbzadnMbKzm
dq2bg993n0oXjkARmfaiN5xxPw2W82So7qkTEL66ok/2Rqvjh9e75tKqi3T9+9vtZNowAzSZdLzE
tnizmHXuOr7uU0exRAIy5uoQEupZQXFRzQUbJbkO/Sbactc3j5y4fOOEArFVGc0i/Eo/c9Of+Nd/
fgre5cw+6M6w3z256yuN65xarppbBh6skEo9Up6G+15H6tPrGPlkju2BSNN8M9pp9kW11vgQaOb3
3IdvP6q70a79Mw0zdy7YXt0ZvAvmXgZd/BkMRr1xWtAVvZej/uyeXN72V2FbJk9O0yAqDHCuwf1x
PUhzTY1Ae4Ec0L4Ovax6cqpRKBDBE8ShMbOymypvg8+RoWY2kpvZ144bWc2i63GvQBHKHDTMYWc8
SDEgY9TGqHivnClDvYkm5gk6cjssJtXnDxVROlCKLTu7bfrG+EC7DZVSjCb+wWxKa8CPWAHmqouw
+hzGWfQV3pZ4yGSRYBSfGuRyA9s0xG7lhObHtIPqruu1/HMua+Mwej7UXLstQI0IK2BcgnYvejZ1
NaEsjFL/shic/BqPSPi1k1bOWwnYzRdrgtxeGJH1Dd8AjuokleYXqyOodWk6AyHLflh9EJMOBZOM
p5ARc6lTzE7cS8DjrOhr6bsSlEdPcW7Z7awo8v36QWsKVH4yKf0JUdAEb66IyuSTnsvg59bgv2HC
8f9bQgU1xKul4O0Io+2es/Z4hsEP/HOG4b+DRcemmw4mD/48qPgzmMJ13umEHfJMMN+gj0r9/dcI
w2ZEyqiLdDDaVbzA5u7YXyMMQ39HKsVcB5j8GBXk35lgvOgEXj2ZFC1w3Fg5Z9wFm0dxsgloXFEq
u7QVEjvEgxIp7uVgIeKzZSt2cdt4+7wZ5NYJ6+LW7KzyQpRBuclGZ7ptrKG7bNM0w9aab8MQ041X
VOmV76vqwTCG/MrNqfkc0hF2om6my9iYdBhbdhNAGIbzCPe/PlPCHO+F5y0+9S44TRrjtOd5Lxwv
wrqobYj7lrgnnzpchTL31onnfSVAQNu/usi3P0/R62nu3J3414n780jzRJIhAB23UztJKxs/6cvW
vjcl5sYoGjxeOQCrcruUCFcj57psS9YhPzOmM4v8L74kR2TfNEc3mVA8j79k5JXF4Ek9uLdjCNGw
fcPLLBAI3mxnPPNWe3MobjLyDOApEmLHrXJyPhPum87vZPWg9Y7aRKPzLJ1IJ3PHOJcnbs27oqMT
yqyKMBZuQwbliPdO3lxM551QOmP1kLr6RobNnr7xxpvUVV7p62qQG3JaFra1z8lg7sQjK/QHozCX
CZ7y4BkwHb01TBbNLurVxShv9Ropbif2UtAOye7tNvo4EBNpyRkq1FwCBrisO8RkEXy41jTOvPHm
D3v8ZQQ957nwRIzIRuykYPeGMXEiM0sfjLQHoaUjSxuC3FzIEStILLRzTa43dyOewxkmTAOIaQl3
xvEtUfbw2hLaFA8M0Z3tFAzYZrUB2IgM8n059P6HVHNRKNVn75DjrQnPAUeeZ6A8eailaLIfH9lN
kgFjG6/O1qUlFJY5DBUzkGeetlO9E4dhFwcOmIEbdhbdnT/Gq32WURpFomGcf2gDA7O6FqU7wQxq
m0oX8pOXrXCdNIsgREoc1ii0miByFrUgVCuRNZvgNrfW2ohIsHr+m+sAUDfSd9HF0MGEUXyygJZD
lbVFEoQf4yAslkGm2veugcklKNG8GxhI1p2BJdpFHvH7A5/s1jjz84bQwQLJv0xrrJN7zCAlTo8c
u/6oBCJ7hP3MqDA09/mHqhkfa6t7SLJxXLqhr8/10xdFBk1vgVqTIgD41d5GPeUTirDngujUtDW/
h4alFvRqvxDkh3iQXXPJnv1sKNtJqcwnnzVBHncsDS560qeSDg1JqgjpyX6sbPM6mJxtn5WrwvNv
Gp/EhVwsbZUvYk08Gn9SOv5TpfyDmKpX98+bKuX+WRbc2a+EFvPf/2eRYrxj2OfzIpsHSC/Jy38J
uVzzHSh0cs7pJ/Gs84L4q0gxrHdEgPJqYDaJZoun81WRIqhtGFDTYZqr/pkB/Dd0Fi8N338tp3wi
ljX6lGxv+BCUPCdvPKgW3ODdYD2UcVVpn7C0+e/jIaQYlnQs9mnWMXuegvw579IS47+s7E2NRRK3
azCV38o4AHenbHtRmNGoLz29qrOlZ/ATRGaY6cxY16ue7IwyB+Xl+pAK+15OiyZznFtB4UxgiW41
6TJMR9NdJeZY3CeT9rnuGrhYudkXX3TaGuOMOKZPi3lTu6PpOkVzn7mTCzPrxnLd6nb0TTqlxxY1
R81EfEANlVGqrLyNLd5Tleq7atmb3dCeeY8fr9LzCUTVxQCUMYvAhP/yRL5aPmsubEwbxHjI9DiA
kd3WSylFt3p1S/2iJjp+6/08ioFzhtb87OZ6ecW/OkpWs/pVZcwWLBfNOo+KejNYTbvRMGSvrU6e
SwL5xX3BV6HQmwnx7NJmAeLrt0JrypxkUnt8cPRypKladJ8Gy9OsTUIL4EfKxCRFlZv42yrUI66y
4fZy0VglFryhYPxTqiAhtCYXX2Wuq++BXvgkTUFhcZfK7bF0hmMh7kVM7tfSLMX4sXVHG1+uhVpv
HZdo6fOxr5s1kwY8eMgJ02I1TQa847TtJ7WMSpf8ZEzVyfvGaIAyCqscoTQS4KL5+HZXjijhlgVu
dZdO/fCsOXBLllrTWs927NQ/hEwT3mACH8dCMG+VZyrJNxdsHgPCqhIGk4b5JB6fvx7Wh2oHZ3hQ
Yf4jmIrLUOPcTKa/wxscb17ujv+svf+YN3X/86/17c3Su/3OXj4+WnznH/i59grnHbBbukVQI5gX
sLz9tT9ECksQ+CulGv/nz6VXWKhkbdDqIAhsqsvZFfDn9lAY71iR2TYyQONJR0n7dxZePgp3wL9W
XkpJ1nzqSarG+W2Nuef4DkGA4ruIQuv15Kkq3WZjQjnQu6VziG2mYJuoDfRmWYWd5WwcUQ8fzS7z
nvnEwz7wCtByHe0bcniiVoCYRrzaXrAXTrLLJrX8JztooQIpJf106cV+am+p7nvMjVPXvR9Mt6ng
h5sYqtkPeJ9V5iBPbXx9hJHnV8F17vlMyuteRXNKRaEVSwafgHJTvR+ulDKsYOGh512GLkLP930X
JLu40/0r5WTjTYg+61nYSfWDVX+mcEf68zSNDGwYPqafCj/PCK8fsx40ZxbpNzFmrU+q6tyPfi77
eBvR2yng6UZk4zhjCLI06IXbLPpMToCjQ9k8Q/wyvkW5NCDlTbF8NBWz1YU+hhadLzVJKNBGVwUr
0klJ+DFw2zzZkTNd5rCjnL1GG3EbG9l7U9RAptvery/MiCVhK5tcu6kzGyuEXyTJtyhJNYb0QowX
tVNS7umdch2CncYmA4RNn3Bpmwo8uKi1rlsxjm/ihQpyixaVhjZnnWSWhSUob0v6k3CbrosyDjtI
Va35WTS5QXikk9UfkGqGs3MQcm6i2Hau9FRk9qIylfe+Ti0S97LQi6ZlJRtIPYMgvGOtaaJ+tArb
/4IcMsWHaaV0rxrZG88dnfh6GUZ0BlfpvG3rotpzdgGWYIarZSJJyTFzhWerEpW3cGU73TqNadi0
uca+3HmJSJpF6BJHu9H63NyxqPfmytF7QhMLY/I+ypwUPvr8iRsufXDxhK8rY4wxxeSxtm0HH/y7
EJpbXVRNiV03s3WSzaq8qPBIFiAjliy6pblTFVzxQfiYyNj2ed068iMF/D+u4SD6SW3eez0M+HxQ
ES+ZyaORP0TeIjZza0TazT2GGHNsAC033cchrSfiHN0EhrDht9K5mKI8aZcJu57nLBx1DDeu415W
XhvU69HxCrk0vWA2kzi2K9e2LIEd0czzrt2pcNKl6F1vXJgIlzEmZ5pDqJfbTNMuqQiuW4gYmdOu
8OYcZ8j9QCMjmcLAH4UxfM5JzPxUaiZ5Z0J5GeenEQ36cn/s+HPWjxt9rP0v9aT4TVWLjTkay/p6
snIaALGR6DslOzKq+qTgsbWcYR4PORFgIbafvIEHI/7kthNGYWgHirZmwtt6H5HTZy99nRWCJNSq
/mHQ8LWWCVP6dGWAD5gb9uy4FpmlFRmTp8B+dGWRp0tLDMQfY8upOJlC1Icmj7MfGe3Xz7JRFelm
dRl8V2UJOJ8nsL+xO3NKVlnJhGbZNgU5SwxlgMSlfp21OM2N6NEj2r1f9lblGEt3iPRwiZygbZdp
bIQT/ZsETlUziQR8m+FNOtvNHCxWOt88y9xOGveCcKLKXAgViWhppR242FLQht/avjbd0gvowSnb
kZQr3VNSR65ewt1zPY29ch41rr53Gq9PtgooOQFcGRqhTTEVZr8ZtZClyaEFbu1GPwVQQIee5dAK
RZ3BxqrZK8WilESflL1WQ8VP3G4TVEMGO69LxVNhk2m/9LwhPniq8L8Vgd4+EdsrtBWBtE23pXTH
H0Yornrwh9GJQeN3qbNrS2Xma2uEmbIJtMTtQYIbYcnKo1vJVz7O0O5jR8bDhgwj8XnwBdBivnh7
F7lpGK1lqXX9ri7aydqG2WSoO1FH3CGaNtrObTu0cbvnNGrPOeqHdNP3DaEofppV3/S4V0sOH2wS
6cgV5eQHUWUDi3DVJiSfFK7kzpRqZ4YAT+wA6mo9xVxW5AxcPtvH8msTNurYchtT5F1NRX6d9Cbu
ZxnsbS69B5DTK8ZbenprPxyBmRn9wpDtTRriMuQxlmX3XlT614Zj6zYsMSsxLtK63VpthIU36BeR
wwfo0n5lediV6cOj+iaLwgclUOK0jRnpN7X9RLrRt7HJ74fU4iEtN51hPhvhbaeqa5mOwODHndVE
+0YRABj665GdwoRn3YDQN8TjWlbRU9152krZVbVz6/6hzQPCHJN42FkOmPw8v6OoZmmrbFg23nUe
WeYyIy5WB+rvtl+JzybWpkO74nO0TAfBWQOH6APvwreSR3u0oo3KdKRCCQ2UAIAxnuM+JYJuSjMA
2eNFPJXphWgs7QJF8wNOGbmwRbOCQFzs+nRnFpIndaz3aQiPIsq9HeGnZJ13dw1b987xL3yjZO1J
iE4ZvkydDiipd8c9P/8Y1OFjkwiaNrm4z9L4onOjSy+1rtJuBN/mTeRS6uO2qwZmNTq/tgzFhygb
vtpakq9lFzX+sreNjqYgE8Acxm0ueVBrtdaEuUGQziM6XSakp2S5cdkbZP/JHEu0Ld63cMiWNSsO
hpH97BQtF55XPdUaROkk/V44Po7DbNcm5k4fvUPZzDqnKYJvKr30gNVkqTvl+8aM10bMrGby5DVr
EajJQcbraEiKdTQxAY1y4HQFrQxlzIVMpr7GhXlXV5LBHA/jsp10aDzZpiqqh85MnlhOl0wLor3G
ULoDcUVlVLAGxGDaRYUqa0Ppc1+5xWVVZc9mFj0OYHoIDTeMB9ckSUaY7QKjlo/hDzut5g3XDSO/
VeJHUEaK4UOH83zBXiJdF20Fwl/TTHGJwPirJzD4Fm5nXPeGMS7U8CRKyJ5+4nzncKvES2+iuCYD
QHW2D3U7oESTxnVCjpMVBdXWo9xYmaX2bYLCgDdxPWVTcGGWdXnfCJfSxJzYcc3EoVuRQN3LrbtE
x3Gc+S3pG6YDYkXvxKe27qarKQ1XaYUSK6vaRZqPH0zRb2QCtSE3oYV6XENaRLcyL7d1fVOHXbin
OXaTT/CqNLWvs9znzMdfpji6nuADT0g2rSG80Rx7r0bn1lUJoX28ZLFIrHBN35s2cQdRD23ZCdeR
cMn2AEg1czrDBYYtIl8qZa5EEZgLlcqdIrPR1NLrsQ4v0xRmtSHvcvRjjQv1lBU11P1bcuCXto+C
wjBIlAzSnV9xs/nVNhxXoHMJTP0cpUDW6+YjRcZTTLaAH33NS+9KZB/i8UZra27n4r4drQsn4PKT
JEURqC1jnK8W8QRWOPW3bXjIiGNwjXoT1CBT/W9aoa5G8H6tCoJrhAeXuko2WoZBwBsD2tzfe8OC
xSuMdRWlQKAj8k14x5QkxpqAQOt2R9DZOqEbsurmQwHv/BwQ9ikQihrbwAKwhphnFaaOv+n6lBxs
3tG+s8magJXZnL6m1QiHMbWnFTvOdjHWFCP6pL7lpDgXmEJWyYTFqs8FcAZ509sN2WF1vkozlpMm
fpI9ZhW+GnCdPoWMYFfPlNagY4vnwZy3po4+ojd2AB98dhUXaB9OuvvNgups9EEVsS1QyltHmm42
DGk9PScKsa1HWPYy/QwZAcxs4mReQk4j6RbYIHUiLAqnx/QetBq6yYR3QVO2McDavpHLLo4FsYmO
FF9rO5HPhpAQxxnOBOXacQOnhgQj5bAMoA5QauV5XK8w4Ro72+mAMfuDwxtR4ZRcMDdrLktPEumK
/9YCAVW13zm3abc3ncCNV04cQK4YSs/5kIRS/sgIXIZErkNMwS4EbUP3qj5cDEOYH/TMjborbaC8
eu8Esbp1kc5HyI86cV+aoeHhVfBFtooGEj7JXxrKbzxacL+GOquZroBJwDOSQ9NaDB5fbFW6ivGf
wavhQ9+bTbM0lBrfkyJPthKKOd+GVS6HntjMQfdwGIcICXqR8AElgMPsQi8dwWvRM+fC0s9M56JI
Y+2xnwrthsJkrC7T0UnXshndbwZTeYf5dUt/BbDA9OU/bQY1/vTG0X39932Gh//9X3Uaj9+PurwW
P/Jnp2G262JZQbdLg+6nZfxnk9dk3Dz77DDJ0lplqkCb6K9Og/nOYIA1t/bIxhSzX+6vToNlz/Zf
2sUu05+5cSH+TqfhuBPl0n5yHGfO5nF1TMM0nI/7DLC6eAvToFqmyBN4P191mX8pEYVx19Fa+edZ
+VWX0pl/2eumxnwwmtlMu3lpznay44OlbWOqvLLhWxSanO6RRxjlBdvcOFrwYq4ItC0H07imy5z8
mItsbysjeG8oYFtvp8PPluyh0C3P3YUAahBOXpsSKEwaTF+2R95qXGDjtac01/ZVI53h0qwCVe0c
AiWurTirivdppMwru4lVeJNHSTxSo9VDdRnZY1htJsHbfdVJj/eFqSa7ga2vS+ZJCUbBtEIkT7JK
Nv+QbQ4UB8ho0q2iiL+NFW5JwuXS3LpoS1mlLPeVlDvRCx7wElLZGLb8JjUQ0L502Dp88lPPqXAn
0rReVo1bAfjuIk5FgqXiNilCj9CBtLdJiKonpHwVv4AeddaFG7+YdGOFYJASUnl6pF2jLNX3pKsW
7apW/bz5plpKq23uFIa86srYzsUqa1FDECrpBGpv+jl7HnQHNjirMm7pAzWGX2+jCbrOwug1fVg2
IRcR/hitKOLYeOtBDJtyFGWMgRNw6bRGQ+1LSCiDYWio+WxnhSwQjNWkDcvI7LR1HwfGwmzmlB6h
8Qbt59+UBvmKDgfTZM/dxn27ZixrsMdrSJ2IgKQ5yr4hafUudJBbGoE6+EAxFqMe0uOFz6RFJlgw
9wH6/p2GIW5da+Z77nHzuilNb5FN+YfWJecvQHgodYpVbn2QT5699ymgFnFIeEkz+SEhGS0hDOQP
xQ65C/P2vxvMDWiMlPmh2haSZoRmszNztfcda3DXTWS69WKXNXlN2kz/wbSiy5ildxUl2sZTyNgR
o/Yr9N8e5HSGJHHwLeghWNUQWQ0D1bzejYshaHZykub1/yHsvJYcVbZ1/URE4BJzK5CvklS+qm+I
7upuPCQugXz682ldnd07Yu3LOZcpCUEyxm/tRTzjS+W72enPbLBPK03JMoCTKwePEB+d1HurGXZu
J26BquJimdCfWsZFWRPhF/0zq+Gl1L1xkAMgDmhREtB5ZvoDA1zRPxoJRUC2eByQdW+WZt3783rQ
a3O1NJ9Att5D66mbsLM/VghYl/X9K0ESL85EuHSzXlanok5tSt6cUZ1NwvENt9CY05CPDTo54ohP
4tUYP4OKmBWbN6nGZ78xPX3/bIhSR9Zv+z8mloVp318CLACaBDC6ETZuWTdo68nLq5rsw+3pwTPC
6aqClXKn0eg3GKHiEAATq+lvC7vpJg0XqkK6AtfA8GdYyABJV8JqgqTYEnYQ9xWNV5q2B0mElrTq
V69sM3JpwvNs64dG57eWxXWD+J+8e/OCKCBFFCDoggZL2yHRJLIMeQep+eSCEkb5bssQ838wUpqg
hz1NUKBA4ycf9AGMNdiEo/kdGiX7StbeGHkpCxmekzrQQEtq33feuammT/b1w+jQ3+I2OCdBbn9l
PcFHU+IQo+PmbrS2iRGvvfNohPbZX/nSNtreTdINvzD2ZxuSpY6UAw8Po6SlmBHz5sjW3YdS3uhi
Hy99oahGoowVk0SwcTL/D7btXd1SvbmW6bO0Rp7EBYEAWLNmmaFzeup7ULpGP7gpZdq13erIccq/
aV6S1k9QInRahFWjOfvEvSWhuuOT961N/mnz0NqktuETnCp2wqV+eymMjQKO2PRBGFc52rvBt69K
I+brx/w8ZKbc54a3c2oKJ1afob6awqs7WKdsdVgBy7NZAMeW4bg1qaocSsKE8AoI7qf6qUgKwlRz
MUdKVCNIg3hPA6vkP1O0VxhYq9kNMvISvR+WUGeUCMEtYebbAtVQn9P6r0vn+ceimw+dKI9DNy8k
tnQH6L9tMHfHVfPXHKQZkV3S9W1kln4ueU1vWpcWs6YjiHyii7Yt/QPulqNX+7/nPqMDbV4JszZJ
rPPTcutnkxMhODRiDgtyN61Y3qsn3XCRRF1N4zbtqGvnHx/MoRNUmaoC2tM4LcHKJ81Ghr60K833
rE6yA+VHuySVW9dB1u0WyVPlpxev7r87wf3dKnIR84yOraBjpmM/8QNyAM01f61NisoHLKMeqHzU
s5pz7qaXAVRkXXtawIgs2/KSaC7c6+3WMufeelwqTUbfPBhX06kJKJyIwXSqogMEpqZO4VivPMS0
QIoYYBOxKUJ1bjui46QzRERh/HXmktPAKkvei6ldbfPAGoMYaPEYNMapKxrzLMC/KK9gF5vaJTvY
Tf6UVv0XnrFHUMHX0alR57T+vmfBmQn/8z8alrY/A3b+S0PSwEbP1aNftYAskyT7k46bSqw7ClF/
hTJ7hQJ2/6x1ZcbC666+N61P7EIVut98x8vvl/bbr1G2VKTXHd2/hnlI7Gqh+Y+eswlhUMHyt+3n
9th4hrlJ/OQXQzbycPFXtZkT2UoGh8LN5E3VxXy2PEmRO2IcXpFN/ZoSq3NXuLsIfiuHC8WP1JjL
W+MXSN0x1YbDvGwQyD7bYD6xm1uPpOr+hTwdduEk5WZZnUuOQojUUTBvkTddZNx357wRvGb76TqF
Q0ps7Mquhqjug9RmN5JyCHjwS+aFcHon2Q4vR+lXpIQIAywmWU9+L89TGvZHk8EVl3hON/0w3+vC
Tfia4qsZm+koTfFJ/Fi4NVv9I5X1k8HxlLjWHcsNe4p4hU1cdek+mA5x+TbQ4Ua5nRFDqh50Vp4w
YD2Jtn8M/OZFBLmztVbyqXj3zVuR2e6zpoRm49REerArEg3n6S+xTBhvlLtP2qrmtzTzg5EaXUwm
zIR4RhZn1zYe5SDDGJnhV8oTsckt2l298A7aC8/fIrM2fs9O9T0t5DJaS/4schgBFrk6CgPDehfU
uzSzyPeubA2aiL0v3dCRgpzH3yE6a0Ec+dk7g8gopx9ZwCmDAsOYt8pMjuXobIM6OwLoXCm5+Dm7
VJmOs/vgKSpyvaTaTVVKNKcIL1O98pysRFCVIy+H+p4Ru/g+UAX6R1efLfo+N22jfrdmtUW+dKaa
AqQ+LGGnHBq2w2sx5q9SubFlVo99hp4hldV3GXYbI8FBnLaeGefapIpJ3DzbeYK32uOe+Fx0xddl
urgLtKMxgKFZKvPnGORs75N459u2JJPSPzfbb6aPViP35zMS6deQG7G2zf7kTh51u9VsxOAd+bWu
cYIvYa+idui+ZGEshFsn9oXgjG45Fv09udaVazXtg36R2RO0PKs36Q80QChvbv7ks01qZZZ1RK6C
r9bPqWmXC3XO3mxFmE1I5+zJBzzLvEYlZ5AkQel6gaLucA/zb35CzJQfczG1qtusKHBVRLyc8zhM
rslISHcjfTUwdbHrN81wNXuHvMz/vpvcTQL/czMJXdM2+WuocUhW+IeQTxubywfbGLU1DrZNoehB
RZOwPjQqo396zdeljwqRDNf//nf/0QHf9y8MDKhraKO4ewecf2R8EuPG5Dt3EYPVGjkLkOES7lqM
nYyqAFR2Y3T3QnSqnC00l17N794wM5pc55CcZNMvX5AXq73RVc5neX8dzq7VmJB2YwqaDLcUBysG
SgZCLc6Zyau6dkq/QKd/D8s2e2G+TijuZZQaarn992/3v68qm+1dnGhCbZLa8Y9MpMM07iMRmiif
6qv3QYTVuwLfNWqbt7CxGj5egzIw/w/NzT9GuPs1pbEPhQV0PEEHmCD+WTMNPTqpSR+jV6gqj91G
Om9OZ7nDrl+WOtn0tqIOqEWZU20AkdgyFgq7MA94Pi2bYRca/8fddd9r/7270KLfuzAwXlrWPx9I
oY5Uht2b0cTdfMZTFpyXcjAeCxbQmyGl8di1fkJmymz8X4Eh/2u//w/oAJKA5gbLt/jHHUMsaDCF
Dg22lT+nv1QaSI6LRvdp5NgFv3rva+//Su8D6vgfXxfZAgEtRIjgfLr3RPzzN2d76X0/cdN4qvQJ
3W+TTNup/fzv99Z/Pvn/f1FR0PjEOyC+RSJB9dc/T46YcfbUPkSI9RLuqlgfr7UX74fNrx/qBPz4
6W6sJ14aVkdfTxQFBw793X//CPeE03+/queZaN4J7/A5g3HU/nOrIWdO/JQOzTHrzuiXXrOE8UuW
bCa0cSeEHs89xXritGTlVdbiKEeO3jrIh8NaSb1hzLu/l6kh7UaOuRYJ3AmP6F/PmI5JOtEFUY8F
A1TrlE92rwHjyetnZqU3giQejnlX7l2PpHOoBk3y5gBoIBDJtZU4+bl3k9SQe1ZPg2l7GXsIdTTY
G8/oj23ntNT5jVHS1BAPKuB97aBLKBgRHwKvtLcs8aRn1sDdTvLZm/cyoPqlHdpv7dQUnhJxyfJy
qbz5oxfLSVRcZbGqj2Sav+xh+TKV/Egc+1Q4zdngdI0phdv6kpWS9Mgj9BkWRSN8TREO1Cm/UWLu
ytzbt+5yNK3uGirXPw9YCArb2OkR2eCcgkoRJcoYQmWBldUX6Xq7NZ/3g093GnHKsODkUJs/QKRf
stH7mXfJw1ymh3V2nvM776Ny+BNv+KqpR2uc/oOr8toqwmnR8CFzt/bFmp9qQ3wyobE1p5esXuPV
5r9spOhd5PSh6EEEq4Zakt0udY29yIxvgg7OtpUjFZPqT+u2r5zTgOij3s/5TJ0aVClPZ2y0yVsT
pA7tqqRzZwNEt/8Mc/h5r36fp/qdvrzTVLu0/5oINuQy7Px7ybn0NhjBj21vx0qGX80iQN85Roru
Yq/Fx5zm99n4UCqElIn6Wc+h2kxO++zk80sFI9sRr2IO1g/D8w/Yzplf+WFVBWc6VK9Zap1qiF4Y
piEihQaa0gnadpfqhl2maL68HDAnLUAePMa0yDezFwbKt3kcuhhErosq6v4i0gitp8kAUZjH6+g0
r+m0zruuW4ZNnvTVN/pMf4cH8yEp2r22IW/JtW5NND61Y9ZxYuQPrvZPS4iBKqn5jSmxIX4UnEJn
NAf1EFVNOe5lpR9WOjmiyRmejMkZL81iMPmOxcUJhjOL8NXoBm55CMOdkbmnwpNnVtNTqHnOptUv
dhLlzsZS2t9PMJG0Ttv5AWHGei1b+aCKcp8kEzC5Wygi+WdCxBUb5jQw9GEVOyLkeXNBx45uN+GD
aIa/8PZwbKPxMVYjvaOjH2ky7yKzrsfjxNO2zdv8awzHV68mTBqqf4Hg9Xemr/ecB2O0rq3YZBwa
Td0+GA1Fkkl55brGTdsOEN5WGHkYXDZIX/GW4WGL8p65z7RXND1rv3Wr/NEfkkPVavt9XTC7kX//
GkrecMhQ4AxV+xFIXoYdMNtDP4d0+TImboSkIKEa58BBADWdh6X7m9ji1ExpB+jSZtvOwi/s9+5j
mIXP8zB9GMNMXj7CITpV0PfS0uzT+Aa2OSws4u6n25vdycBhpAOqEByanuw6fJTFuiVE4xX9zrYi
3SL2W21ECZ/eU+JqeuoilvRrKClDRXbV28vBqsVeJkzSg5CUd7oful0v+WRdk1DsbO6Uvs1/tnI8
Vb2xtY2JsiWqnrtlJwMratbyOq35LyjnbUZuRF5RH0sVYR/o87CmYmNV1c4ky74LrK9J/7Qy62OC
dTyFxej2e7eujOxj6E21H2dEZb7DekCxVEy6mrFFa3OvAbZTPhzlh5Mf7q3a++MZM4EXbkgUeGWt
/iYvcn1MROMMNERI46ff2EBzfTpHXl9Qw+Xn4nmaix5ImIsecjaitTtbhsJBMObyYhr5sl9DiNUO
Gz0q1oGbfy3fQ7rENnJYFsLm7eLVCsvuBoj8G2/6USsjAUaxYkpS/hqTJ8AC1SJiz8npYNdlQp14
P9582RLOuDjm30UDkpyykZKDIqnA35bAfGxLNgV0OaAMIt2IVAUbRNj6Uebmm7CV9WyatI+Ca/pv
U26QTI9qKaqq2b41hVWF+FzS+RwgP6Er1x/vCZ/dqSjkChRp+vmmwmIdNf5qx2kwXueVgP6uGiho
ys9QnxjDx4Rm3kDrSCdsV+vsPeZKdVvSJh+CObiNM+7xhPUoJiKJosyE93s6FacmRenHLGCBfjDa
ZmX/Pg7OZ7egCELch+3dJ9yq9zrj5ATdZVjmp1WND+7aEK7p+2P7ba/jb6ce5z2xJVakOgMQuO4S
0C0rT8av0FQYifymMn4RrhDU1M6AeSpNtzeR1l/mLOVJ5a6m5TFgPX+uLZ0DddRVfgWror0C1mGH
EplmvKJzLTy3XiNAFMus02fctoWD0mmd2hhTWPVu58m1Z2kwjhytGTIYGVp1PFQB0nXVJEsepYm7
/CA683tK6b8+hP5sXcawnnZLkDVoG+pklxoAFnGhqEHd5eYyUMtZyuwR/MRD3qXFRlOKscq535Ee
wN7Vz7IdtjzL+bZVGuy0CmyC/zU0eYoK71JPVprEXWAMyPAD8y7kDn4NU+1vS1XJ54W0lGOaFw8i
YZhxzOUSZCo3jko4SOuZu8NnxXzxOhppf+rtSlOdMub1Uzmt3MiFFS/gVnEgk/KBm3HcyH7ZuUN2
W9VCi7rRvisA7SVwjE2gbTpOzSbfFssqIgT+VFwbZdTmxvyRif4ZbV+LroADMFez99R1dRUNyg8/
jTFDZerkifu3cRz3Vde9u25XRyOSKa71PVCv8LeE0JhbWp74f+yCd1J2LESkCX6evpFR1y/FIbQb
3wDfbKsXRpEKhZQOjkhbqmdKnbI3c53W9TVsXZScASoJTHfL45x37kczZZT+uWays0mG39IsDkND
+SjKUOLfAztZbvDgYl/qcD644VSOB+Guzp71oSuAAxUHuuWieHV4ng+K1q5tMoKRLql6ICV+/oQX
8+JFTy+olvW5Hw0gCETv4CMw8K+c+9fen7sTwcK0e7QMeFGP5MPdMWIX+6AF73PMcynkTy7N15KF
l2Ky6crQx17LfaGXPTIFP+78udh1011P6li9f8hhN/8okTUPSapJN6du727aX449Qbt7Am7RzxuO
0u7OQaV8XmwO0cYo042GETvDEVGXPWAIyAskUy55lncL4lNSegNXvvKizhfy1vrrPkjy4akRFIPo
2jr4ivaPvJJHKBETVrxqz4j/H3lC1ii0kE4b3Qyk3Zc/efvXh8mct2vWBbhNyp8jqWLIGSsRd/Z8
G2qJPISMiprTO52nP6knnj3bGFhd0P42xcNsI1UA8b6RSviNNpvyiQKZBdhMrAQ597AwK9SShfbz
Xm4L9GuU3IBGOj+aDT3ixRyeCkNS9pKNj10Q3NISUYkecNORchYtaqFgI1fbJYXSg8vgbZhTqt7k
RHhMWr8FVvJG/LsdQdtRAtPMrxVlRVtHtLx3G4RW0A7MEPeWr80woB6eGcJI9mKidOZCH1ovhSAs
UNxtZedqrnUo8ts0w7kSc4zCVRLPVYrg1lNG/+hPhrs3lDA/gStHurpRMDeUlks7rLZjx/xKj27K
Ct1VzQQZsHSRr3vhH7kKqJfcbo2GhpCNJdBRhdrqu++zTFESGI6/82Ko9gZwxXVsnKeqcpdL2QTO
i0mTNllnwU0Sd7QTtdv88ObhUS0kFKxhtp8dQz9RWVnFRO+/dWHxPop8RYiIgpdY+KuPYiNqrG6m
DHY9pT34bzr3PwJvHLa1OaJeWQg9urbTqv42ZUfvklq+ikL5pyIggGkw1WdTJiwLuqQjLOU5Ssxu
PQjwgF3XrzJKBkbWOYXnQoBGK33SYiFy6PGtsbOuCUZ/ALFLa7bV70HWy5ONvym2fIkB5442JO1R
i25fcuYxZUND1+OuKYx33fhPreq53JJimIl61dUC/x0QzMyWfM4HHTVjtR1MhCCbJMnG/WJMwa+R
UHFQTHLT2vY+lKSrd8wqVeSx4K2XR5Xnpi+OQzPM6gqCLNWIbgu7aDLdlNcS7iXHxkBcUiVb3TDO
TytYoUdTHUg6Bz08KS9Le04u1oysSdFhFgyU3Tv5E/TlJmuHq6e769IX25Luq8mFqwbW2ZstzBaB
pGvUD+HfvgzktCES/8Od6ZjHLBsB45nnfkkM6lpyifRYGhGdWsSEF8SM2VgCNhkNKTKd6306GvkB
ES4JCs1PZQ0FBgObvib3bE3tCWTpGyrD3XIgovz0KdnyeF/PgJMbz5dqY8wd9oSlvzm2c54G7oBW
FS9VQ9Y9TGcdoLwKkTttekFTrYRH89P+guSsv6E4P4d+Xz67Fepvu2F2SPzqqLr5VnnpQK5Dd+mg
Iqg2KpcpqqX5ka8jp2TqHBdl2tjPmns1kP2zq+w3YSTiGeadgcod5y/fwonk5z29KE2Z8ivXH0l9
T09Zx6+WdvINBIV7pLn81VjD9olaQQZ91wm2s0C2Pa5NsuPxOYohxNFsp9R/F0ACXpJ1cK+LGYMz
WhdMGUtUZNmn2TIuhqqBKhLFg7Mm9XYSzNjz9MiLj7omQf+51yTe2fbodrLhwjdhbj+lQ/icGFz2
zv/b26jp/CJ88heUenknmIXaCWmpwYoumkvYrPa+CqDiK5OWqma8ZTo8C68lgobZhvhvFqIC6dyp
kshrC5UWJ57dBmHDGP5xcuOGw+DnpEUfCav56Qw0UNVFfytbsAHlv4+8glkpHEJ83ORYIeKyGugl
y0kDHt7+vVttia3CT57doLiV8EyPKkXs6aZzGzkzEYsG4bVpSQvfDIxqR1OokfnPPXh3Jk+rxwvS
XaXmrYxXYOib6pBO9npIVPoCu2GgMAeHZwjZJdIb051ZGJRmieNkqPqTsP0UN0qropWCW1RrSdxn
MJkSnedoqpex69FWpMOlqobgVQkKn6gDTWN0GTktKyaqStRa/MLD+zJMy2EKJu8Ulhk71bASmC+U
QFaZIPnNf7m6WX63s9ui5BPhaSn1L5MouVPYrmRBFF9d5wID+fKrdvqbNmWzHVPPOPr1XG3LORvi
upSvqG7+UP+SbTRn7BYhJpa3kppRHBrRAjU+ZLO/DYoFSg8Xt5b5KRtQ2ZPrRFxlQ5ZKyc80Gga2
I+/ir4uK7siD7aoXKg2vXKE8Vl59WBQtjBN8Tya8M82wa0ReS7nvOI4Bnq+FSlombBleAWp/mKvu
yVQJ3tbJ+gvfiIi2bY+m7d4yS7mEeeefFTjgnv3X2OZT38GGeU20CBsP81zd1rSAdal0cAjrjPdU
DhHqmN0vOYCaj4Qmbxj1L4Pr3kCqu6iR5XXoZI0FkesvDPFL+AV/wnezo/bope4kfX6KDlkkQ1VM
ftG5qdW+rLJpkzEBnrLZan5XVWPvR/4nyis+J5uHM539h5ZH9bGSywtej2XTBWzt0yAv9uLySXS+
xJkt37rOfFtD/5bSKLrkZGkXrr3EiSCe3HHtV0vk10nyQBtm9QTt/UOMzEKhKM7SWSiZc7p100/5
2VrGBfVzWfU8MHYWicW6Cln+Tl2enFwYcVY6kruHEbHu7rLm3AFkVuFyF4iy5gTCQJKrSOBfku2K
YJ9/H46xy79D174+UKXzlnXVi/aRR3SF8Tqo6qN1swNXUWxw1SLTrm6LbD4Zfo9hx4bL7gGc2C9l
vCLj4B4Jl7hzpjoCRoPjGI2t6OSLmvu3agXmMYbuqciRPLeyPxcdpcnmjP5b9YekwuWVmdMtSawz
YcaPeM6e6V6hRGoQ7+5Qj6ROZDXunfqjMQVIa3UtdPbmu9BXMqehqF2PS1L9dIPlrSjMvRciysqd
+tPrq+LdJCBxMytzl3FhHmALBiC9moob3tqbdCwelokUSguYkV/cLY6mcL+7RRZRhrLXGZtbPvn8
XfUpGFCHgjCWoabsPi3byO68NkLhDYYGorQI2pPU1UvRP0w4VsM0RQy1/FR9e1hxhW2GQpIKVoWK
fwScbaX5omT23mX6Dw+3e3ZbmqxhoaptmtAJObQJCFnwhPf6xefODS245hmj3S5Q48Gaiqu3MFGS
H5dsxGKwB8IpMH/B57PY77I+v7EY5mxE2mFiCW6rW6PvJa9pB2O6rUev/AwLe8YwVmFg4AhyVyjG
aizoevdopVyNgNupKbBMDQ+I99SeNXcnbRS92L4oPloUaff4PapBXIAQnmd6HbsQLV/llsj503hs
wlh7+BUW8L2WkiaU8kB0xAAzOnvhoa1QXMxu3/8QS/9No5fYs2FpTsXFiFydAslUjp3YcdaI8TRz
FMe2s5SM+uYNoS+oeiJY2pLkuorqYTXVA5TXY9oBTzn9vXHRXIJnX6xv8zL3W6eavurSLOHJnL3p
JSc0fQXiaV6ECPwPRTJhHayD7JJpFSLO834Gk7Xy6uDP1olMtsE0P1lCoFL3UV8Jor8i9AqnMpzf
zTZ9bXFxbMKufiC3MY9zs3x1VzfhhmgOVe1RRVAkIoJ9BRadHwlrvMg5uMjEOZut4cRZlVeI8tT3
OHAEZFP1kjXmvnLhAbUKGJg6dZxdferKgRkqgwNWCbFcVUshpG7N99G9NzYGNhO7nY/RvHZA5dSx
qDkneTsojTiVbBTIDLHKwPMuIDRkCh4WA60JKpAnm3TgbQWD9Gg6zcvazYKXZRocUouFwMkbzaWy
xTYJFp4pzP146QJfjJ+I99nJsNBhf76lIZGUOHLM5wFDBVCEnRundUl+qx7xg93p+tdSW8Yj2nJs
Z2a4RVV+RolHhjZhsM9WooGxw+nc9qGH3InkW2q3wnPWVs6+kYaM5j6/DoUJPIYiPOKbGtvVn16H
BCihqoj/thJp7Yz+njJgyWvC3YpBz/PidfAVIycF6vGQGfIdpezw6iXtcFsrM7nNhkUQbN9My0Pi
IaGwrHJymLOmebOMfpmdU5OXJSfnfgQQZS9XRO/lnD2McW33S3iTGxG2GTw4WRgifnfcDZSrrmNf
9f3D2mfPCLvvxk0ciEWwHpQOkgMjH2u++dksyfdgtN6xE+JNdwhOUWN1G1JXfpd1ihWxB3AqvflL
lyg/dObdysVccQBM78gaPvLQw2HEAEE82/2RkTKniq3+XafS2lpTd5Uew4jp4raBkE/3lrFgNBkW
oMDV/lGllsHTytf3xvEwZwtq+Nw50spgbz3H/hOWVhEp22LDzqqzoTTnd4DsykQpsvGt7gOnA0Of
327NNDivjq1P+AbeXHb4HZLDbVfqZgtTiDrSYmKnSKHYd/+RuICLDQkC5MQnfheWtNHVvNOeYglV
aGOq0DrWGb9U6XM4OgVlnCA6qPSY53oyC+LJpJi08cWvKUsurjunEYCsH6OZEpfRGuUjRu6ZC0N9
5iAyrpl1kkGXXQxgsNhJexBu527DXMumxNomet4NiPFwfaUDag3ZXbu5oSRYzBy8FQnQMZ+tot1D
dwN4a9q1kefl8DvWaNn1Xqi8brb9gE55Y/V3IsljLcdxRsDMaRC+FaVWh+rrjmBn1sDGWspDZ0uc
NXjbROK1W931iPcqeI/Rc26dhLHiwDmqxt/JjAHcUYnehRQbhVTbinrnSGYgC0SFZj+18VkI48lY
t3Y9n6AfP5Th/aolCdz8Ot3db/tmdwO3VfhigJ5X6Rv4wxWDbHVZEdnG0xpSZkloKBJN97A0ZPhp
mrgjPNHt/cuUWb+xcdbCi9F7pg0bDW53HEMJmlF/CfqvgcKBm0T12OCb31S5LzY+lqFao1ILkwXB
97zHGPLaO+wppba/jFmRLdk8Ko+lwmNNArBYpyRauV5kTa/pR5KRMDlr1jig96UOzJ2lwzffGV5w
nG18Oa0x0DvobbhdGp7OjHEyHX7UmTKhuRp3m8x+E49kVxVusEZd0r4jVtmOqjmuRfI4KfN7cezn
frEepJPYQAxDEofrmEaVoy4N+qLQ1/HsOttJ9vSAtuVzVQ/9thxRV/KJ/yKWvZhFNuyrRD2VmDui
xivNWNdLxZ+stl3oHFIdnJMecZoomM7KUv10as1ppCwasJtj0jkQbjRmCqluTvajdrosAps5GU24
Deim4pN9wDe/JsOfGe+ewc6UGTVu8++0GHlrhfYaGXl2aH33c26z59bvIN3ubsuuPqeAp4M9nFgo
D9PS/7C03raD3kqN138YIV0D2vcKko3G8bH08I772XUBGeCuObKy7IXMf/h6kLiy1uZYkao6irsf
dDlmFvlfNHntw8x/0Qu6p8Fuz2OyNrsO+RXbo0aWkRd/qiT9K0X91+j0LcEgyDz+UebV2ZLpHcZ2
3lOzQlfqJxMqMpepXRuIVvzSmh8IwUG8Kxj2XHt+K+r1ifmLVMjM2rFsnGnVit0OlNP029bbFbNH
O+49iyMqTY2zP58erXEFXquV+upsj4VgmrpnkcrkhTMKdrqc8zLCrH0qZQ8zPyKvzh1Zx25hAPNj
34kbw5+qbWWM3t+hstO3MO3TXamxz/X2iONyMuv5mGAs1aJ1tvbavNm51uhlLWRy0L39hC5iNn0Z
k4Op4oZE29guyfSjC8SM79t7HmRkryf+d5LO3UvbAJDSJOwlkUMIAYCThWlOabHFN8DXLegl8TJ9
HHuF4FsIHxcq6piFKCoAmXs30N5xzR8ApQS2MrzTPLlete9wREhsZsx030Plh9fAkZ/ahc0xaQQf
s4F4fmMckKbh3zLHaZtmrvmcp7aIndWjdcK7oYLYrrA+o4vp0JHYD/POK+4RAzx5GJTMEvmzg0/R
lnkQNx7C9HBAprbQA3fJpOUxioR7pNF7c9Fq69saQ3civnuWpYtK3Vc/yZ4SnyGu19+AmGJrtZ2x
1W7m841TgL/7+uP46e8JGXtsDH56XDNsAUX67q/usQoxREpxmiX2ctHej0mz/tkQdKDL4Wz/J7+f
82mDlj7HQ97rOKzCb2YTDCBDDlhkBr//H3fnstw2tqXpV2GcSVVFNHxwIy4RXSfCvOguWRZlpTMn
DEiCARAgQOJGAhUd0ZN+iB736Ax61sOa5ZvUk9QHUnQSFFOSzV2Z7qPIdFgSvbGx99prr8u//uVF
0vh+AnkEcXt1fjSbaxQUwooUAKUzphB6aTGxPiv7qEcVU/Dy+HwR+ieRLIUDElUXFD9QjAoeWkpA
2NIeLTzxcypMEpzBfjGxPkuS9Kk2Zh/kyqRNuUqWbwpz6iKl2ThFpAqLZQ7NphqW+i/apS3CdNBV
8TBq+yNWwoDMStELfG1EPzkQ07RX86T4Jy/OHuhxjLmWkBo0LxqODJqXwo5KCW6k59dFUqhDMzKl
oyyigVTNrU7gveh5E4rsrC6pTuxQynmp8tC8yoQRYcqVrqdntbSg3DY+UnLIp6lax/aq7foomxen
laVNqehcnMG+Pj9NEwLkkzHMGeXkTNK1n2DCNQaZZMtHQeZd11pRXkrV5Oc0yD8lTZVynlmU4zfF
yzQdqnqzbn4D18SRHflJP6J2kgq6kJMi60fpLDSH8Ab55PwokYZ/jwal5fxcVorP9aRG1BgmgZwB
vglLidL+QoddKoaX4nySS0ew0xk9YKvjERRzlPCm9WfANEUfm/t6EilHi9AYg+rRl49yIf1UZQUz
pqAXK7AwetVYo0FPGvjHrAaNnixr8nmpy66favlIL2MKGeIMpUybaVLyoEOqJbY9nB59GabK7gRo
swYpfL8K6+vA97QblRqAnN7eXW4b0tf9FMx+f5kGdi/3Zncgzy+6DR9WnGF3J9ZdNk0L0mS4q6Ed
kkWHDb03J4JBzglabcKdpxGszIC9aMRNfflpFWCpFEV4ay7Uj2FT4x9QMHhc5DJolkVIoARsUYN3
p78vzn3mQ4JRlDO62xq0nVSPQWOqJbXmWemds/e1fRTMTBDNlpJm5gfNn1PIsoBVf9xbzJWqOi91
0yO6atG27Dzym2iXXITFQAPxXvXDcJqqH9SIMv/Lykh4VFwvqZqRPL3szyDnDm6XKgHK4TKk+uSM
bL9tDpVuTCdtiGQ0Do1GjjykHMofYA5VjqmaUEPliTIzhoqB1zTsLkpYSorKKIa15SXhhzKUpm5Z
YNtI8xnqe54z6EXQNatsaHYx7ii0CTmQmY2ZgRs1mbhGsJzEd/GSU05tN9iiQa4EReFOo4xLHyau
7gkE+nX6U0q4NSIheEdwlNX3irz508sBXkJFElbEn7vYTbRBlLST5dSGMofY36NeaCpZnAmWeZKR
/h2XNBW7gMKkTM9IDDUV7LAt/OzRgzE7WhplzaBg3e/nSj6pHiAsK62HJeCTO38Bg/lQ5yQwLRr6
ndQeRupN2fTWGqj1NLzUqNiv+sokSo5hFhxXl3JhR/rAwlyPj42Fp82HIIK1hvJnDmTDwl8K+0oa
hfKIYv/8WB2bRXpUFr41OeH2XLLutbwYH4WpUZnXEAva9nlYy1bxM1ZfkPQz8J0NLyOqs0eXnYX0
eZIFM3jADXKLHNec9k/T3CcIJ2V1omE9kxMeBCDsh7RuU0MQG7Mx1lmq1VRvR0D6x9lCudXNsR0M
KfBQ6uOyaQU275VZEVzODFPyT+2CamZixUEyfSQmQ5d2n9gMKKOJUWDi+otiphGNDeNyfEZqPaTu
N1rM0w9d6qamo0wyDIwr8sXLj8mUzPRZpoO6H0CDo+pnnj4O1EsoX+iuN9dIeIxnEwIjYapJELNW
8rI7XCqL8oEoVrzA5LJm8qVfmlj1shxOiFvLoSrfKEbV/Zx76aIaavMCxIKWkQD+qKZSFAOmmyyO
LM9ISYj6mQKcYq6og6LBjp7JRean4GGiaoyLV8ySomfpJVRNPRVfQ/2ggGgvb4yoNvSTzAvYGdLF
gF2LmZWYFybu3GkNGjfts5SURUvLWVUOJBBwFjmuaCJ9CGJs94tQNQ3GSs3qPJHjWj3tSkZiXtVG
xCWCWgccbSsJHCMhPESzvlxmBFclHzRAL0hg/e8DI/RHelgThpFDY/YpTj2/S8osqpPLuTyzzifg
ex6lalZwb3a95ITEwuICxP7lRCUBCTeCBOqklMr843Q2zSDOXsYz8ondKv9US4mOuRACaCPURyPs
3MtqSjGIXZ+Vs2lJYdzYmxxB0xSRBm3SlhCwcClGRJ57Sz8nNws+IsYg6nqToEQWlek9iBHlPphw
sfS0cgXHxLaCnkjLu/rdrAvP/RGemj27VEOqsCm2KaMUqD6rcz1FlTVhyNkX+MTr+DgOwHn3F/IS
qNoEQK92amWG+pPUpZKhF9QmNR7+YglQx8usYnIKqhQHfgKRMci+CRQPJzMroLKhMKTlTdfwb8Ng
CTh3qdJFddFTxwt1dhbT9eGLx3PDq5iwCeE2P8JvoVFOOcYtJl1FdaZ+mxHvoEd3FnbzoTqrpJri
iACmDMKY/oO5nFtGL55wsxSxYjnTECLEZWln111dIqrjqxOycsSwiDEtveqTOVlylO0szNUPywnT
6ZPoik67k4VlDCYTPX9IVBXMebosIvWyBOp3okPG1e3XhmFSANed5meYDSEZmUxGecpLLzwr/JTG
2NBPAuDCeJYyeIls8q96oLK+AEhQnQq4KuocVqh3IwCMX01p4GBl8ZjcR9qA2qvxshgQlJpfUduM
iiS18inPM6peNDUzhhm82POToFLYFnu2DMDaWrl0C4EX6OSJpmknY23qX+QEfa8TmRIoHTfB7CuA
EOZHuTlVbtXKLkomKweUqUjRaTZeVKPCT5RrQhoEzGdzopX9FGL3gUXnCe80UTSOZkkUUCdSRZjt
2ChiNNt86pUfAGYlnwHbokKILGUhUQs9g4xGrv18UC889CN+1HgGSWSluVSfaP5AS6kTzINQgcRh
XNFFRvOAcxcB6TziPnF6NJON5CINIIrr2XaVnE4Vo/xslBYwdloVcA+lS4LLSZJw4SYW+7SEeOGX
1Egm076hT2kXB5F6d9GjKi+7hGpavgfnhPU/kxJiGLrvfQBfwz/T0RJUuyzlBDAm9rHfm49L+csU
3HHfDigt74+hueDGnwSW3vNqYppD1MsyPQpiysd6FWWVk6b+rzSGM3jAJmeyNZWAkHAaIKrLJCeq
J+XP2WQJlNdaLK8pdbasAZZ+RBc4OHWHCyUD7SlLwEXJ83r6VVgY6HBFXurjwSxLrC9yNsuvSpuS
MQzgGZiojItTUyrIYBaTqfVzmSxnt0CgissASrX7dI4g9KlQQJamakSxauBlxiiLDQCfAAAp49Mr
yxnXgf4ZhB2fjVUsiGsLf8sfyCh2Mi9jyb+x01kCGCEzo9uxn9GRNsryIb441nqWL2/jvPI/29mc
aJcMDTBIk9CPYieT1fjjUpLl+y5EPBdRWUzvA0OZE7brUrYthQruVF7PiP7QrfGG7AloO1maaQOQ
TXLSC2d0XM6K1PgSzGYYUpWMVUIFsnpEFC66A5rqU4fU9T12pgaaM5VLWRsslGV3RIeKTDrRSbVc
EYWBWmMxm/NGmr+4wd+9zaOuirKCTQvrs1tNbis6YLpFGTkFtIVDg0hcPazLG8x+71rlNvpokTcM
zydmCjh8SfuRnuHbFOKm9HuckxkFYdJU6ppz/3ruJ8WFliQ29CPmhC7SuZRf1UFUADf3Ff8h8Owx
uBE9Sz4FUYCDWYPtgUjPCCkALqmwlZU6/QhMwnrktb2PdHsAYJR7iXTRnWXyp7Qwg4cExIlEWV1h
W0claWHSfESl9QH1vcVpYBE2xxqQgiPfI7YLnFBGtCeRzpWmak1NbpRWxhQUS51eTXAr4GEEB708
jghvcKBWRRO1VZRwU2nQYenKVLlWjRq5xNpD7pVlFRsAROlvoVkRKYcqsz31TMrj7hcS9NIHuKYm
BPXlkvD36t/B+0LyloKQ+QA0RX0Ousv+pQhy5UGuKUkbEJ6b3fh+AbuNkWspQRQwR6ehJKMzguUU
DRPFGmI8BiV6rI014DaZCaA/m8C/RX+WcgnmqMvH5OY8RXC2gsdUq+6pKpPdX2QlwUPwjuCu5jgz
3hiataGfeZDuBMQKQL0nShcoymQS3kMWmA+6yqR7Ls8NtG6pR3Tl8AmMncVzycJqBbH1sKxKLTvK
i24U96fUDLi4F+PLhMrjgRksIbiDQBCGo3nRx2wgFWjWhBxpExNaVOVIy8YRx2aeEyeNJ8dTWy2h
xaE4Nx5SlxndQ+TLopBXoK6IPmrmkZJQiz60CXp/AaisGnC1KcbdgoOMKlOi+eIYFlp91sdR8Jej
TDVVUnhaTDdSaU6NiL2QS/UxXy1Wntd+Ta9GoJgc4C5gRFwRDzbKfEnwdUxRVlwrBXcn9rORWjFF
ihErkisEt/irNb4EKy4N5IUV9GPbXl6nclBBnwcumioE5gbNQDhNqCubTrzY/mRYnndMlbk+UhMS
p8ti2b3zDQ3jcorVJfcmeHSfdRo7UNioWyCXjNz/6GfL+gqElfpxUdMlYiDncYNYp3o0+GiAkx33
YAOf6/ABephIaeX7H82CTrxnWj6tj4p5OvsckTO6822TsoIg/ZQmoJQhvAwflZoWfVBeBfdEeI1L
cgBY7IEMZpWqsVTlXxuU6s6pp4+OYjgViJXJNCEaxlXE+YH3iY8nCRnBHmx6xY0yrdKzWaoHV2Q5
HxSYP4q+7Cm2NfRKWDfuEhWOmiFFG2xoNA25R8I0V/UT2faldLi+/RdBAdaakkyOVgDAfTDTq+V1
Xfj+rG+NUyS8JM5SnuseUtqjEwwepbmqe7Obq+YyzqRMO5oiKWkPxgHCzKsBiIRzIhKqc4EcTJJs
eW3MPUwuzW48N6OA8uxsoSb8RF/SJQ/SBxu5pHBeoamVkfhS3geXJd+HjayAsqfEsSvL1RFMOxOV
PjlwX17mlUVH0ZruGefdIrcNSmVKFigczxmEsk8uqEVeLcMTLY3m9hAGkS6wjLrAM1bzRRmezPwl
n19rAZIyY+PMgknAw0EK58s+GNaQes+VAqPMAJ5kIlFlYPXH+QLEXOHrY0IkUaDyMCCyAGKShEfC
Rw7zMYeOFE7Rt+Ii0eUTMJzg6cErSDkgtAWRtfCs7ob4EiXwOpmKRGNa6X2qf4nu962VQZihfORP
07wO4d4rdG16DT7NnvTzAkRin/pYNTzyuqZun9CbI0+PFaPBQy44qLRLiFFeVc25AOkchXfSNIBf
ktivQTIXdA9SDU7TtVPuU2ilFBWGkDI3TGjcMKR6tPar5X4Mo5fcD4yAnaxk6NMuZtVSmZwUEc/u
pVIY+wNJStKfkCGDwGay7HrDZbQsiEyNU1AomkEoqa/qtjfKs3SMMZPn3tksiGnhqxiZTJ11EFLN
MVdV2PwymirDnlnHXenYVwJq0XsAA9X8UxcPxBpiFlFEWMwNkFKm1JjvE7OM7tZ7mBKIzyDt8sLi
pIxDGQpXPp308VftB7KUpXZMJIicsKxlUNoE3ahAq1i51Zd9WQbEUiwpDIr8cdc6mmiQQy1k6tc/
4i+MzWNjGcgUJyym0wfNIMiJzq8qGEzripBrd5HLt16c6vPREnTO+AzPHvHT0yV5GEBR4V2m2Yh8
QOQlHkzNcAxqaLJQP4CzGEf4iT7EHAQXo4wMIQ3GTuxiGdsn2VLRfsHKtz6H8/FwYklgqALKaxo0
r+R5N9IM2VtAnOUF6pIrJLoqFzqFHhpuD6EIOtpNvRtvQhabSrMctFL+RU3tnykfRCN2u1zWR7m8
/GlVtvdNfNi3yZT//nvzbx6SWZUGnp+viKR/++4ygMEvS77kL34KkukrZ+pmux9qjZz9bfVrz00a
kurWN0NIP/PqY+Gm1Y2bFRGzeHqR5qPPfstI6/bbzW+vkyDOb5Pv+9DLAz01LLitZu6//uUhKeK8
mZ8HqLTFctV0u/5KAfV1Squ3eWmEyOGli0eGllTtnUoEULcb5b36+ksnSmLv6feK+Q50pqLIMGGv
vigh5oFbS/R7i/Dy+23W+qXFfOkN3NW2NeRgSsPaddAasASUVlIx2zR52Hp3SZHVd9TPUkLdtE7/
wV5bodT1sNdW32ldtSurdIXdbO3W25v2O83QKMjXuDGbL6qIf6wlgJft0CWgW4cMihFikH3C30Uw
KBino+DTb6kr/8GWQD90CTQbEde4/zVztcsyYrUlBZJtw8ZPkpLuN+tFWD/wR1IAyoFSIGk6+wwS
0lJoOtd8Ierba2Dwe8NUKd+npWrztT56P9Aa6Giug5SBZrzrNhqQApX1EsB3uLUEiqy9o+WoRmPX
H+0IKOsbaeci+aYrsPuOzZUhqtic8/a7Ix40ClRMXn+1+2t5+4F2Xzt4CeitSLCVL5mhtvZdQgWu
bwciMKuvH+7+V9VDz3/XhgZUt4mbQQ/SfKHmt9ZA0d/RVsSCt+i3S+IHuwWeFNL3nwE0HD0VNZhQ
92pA23xn6l3IbOzfTIUfawma9jEHKUD60Rg0ZQOS1Vb+6judlu4mPb3WstE0On/rq79BRXz1J/pE
rB9XnkTgZlvuyKsf2NjZzwd4sp+fGHQt5StN7eqjjWuxHnxtSzff/63laays/K1fNp7P1retz679
r63fblyE7Wc9rcfzme59h80PTwI3ddIHvxqubP6nt2qcvn/9S9+JnUdocNcPbt5UY39+m8Yz3+mr
jLw06nHqunHkxI+boZqBm5vv0IEv3SWR7804X72XQ4cdOfihnWvWKXU7TLtzGcwLFxW2/STItTbf
7vUq37Qyn+Igdx87o9zJ3Wwz3ErAGkP00PfoM0DqRJ33UzcNHlrbqtIYlavnd5/AZN70An0nDe7v
Xae1NGQfm3ZTcAu9Mv4+Af7qDD8X67aT++2/f5pOs74E1qHZ2hyJ7UP1wqF8doC35/90/rd/NGwO
2Eb9tJ61+c3mhy+dnp7jpwjkZjFXUo5O/d2lfevO0V+naMncqpHjSid8v0AfO7WDOKfBbDPD1Xwb
M+jQCZ+mO1LW0I4dPGiWOm60GWc1V0XA4jLXeWvQxqg6dK5nSfq4swSqgCWARMAJ8s30VkugCRj2
wr134rbKVERcJh/AsbYmawjQlB+JPqatURuf9dANGznFY9B5nzr37a59qox7efDgBHnbKl0VcMie
LqRmzp3hNEif3UtNjOjQqf/kZnmn58ThZqhG6IBkbL79fvXzszt1W9KhGgIO3lXSQej+Kevs2jAE
+w6f83HCsJ1Rcf9ImxDu6dZRpNuqCLVMQ6f7zmnWzL+l8ml6qiimLWCN3t8Xncsia0nk0+gC1ujf
boaj4c3dcPA/Oo3wuCkLtiv/+JsyThUF73SYBJ8JBfVrm7Pvsv5j7A/DoIkrnND8jyukmLQk/oOt
kX3vvuUnbSyTg6wsDY1vHPxeL1hkf5Kb9D71Gh0Yt6VdwCnqJVFQ7qh1AXdxL3XAG21OQ6NtmxDX
oWq8EQ13M0wzqC5gqv0kSgCFtVa2K2Blhw+F85ik29NtEl2HrsFR6sYPfue4CPCcN8M1a2GKGNyJ
wkZl79Pc5qvKbR29esmzOKaOoD1rRRaw1KMi5WhMW6KhEC45eLGvndTxCqfajNSss2IJMBuu3bRo
DyrA+gOXtztZVcQJuXNjtyYc0RI30BybF/g962mfwv9jLju4siEabt0oT97yrmpvlCpH8pmj3f5c
8kDA4ZXP/AjRtPdfdsMupv5M7z698hu99vcxjspDvhPNUSCm3t3+bxw3a6tclW5Wh404hGV91tYB
gPGfaYFvm+ZVkub+3ngWbOAHjv2+wPx2op11IE524EKMaHq7d85r62hHK37benxoTkJ7xoZmwRGv
WnqXFDQs4sZzT/bbnnGNb+wlu0/ZY7/uvEnxG8bmrdFEZMbZEUTDgqFCtWxVV1RFaXIqL+n7tz6o
50ScoT1xV+AZHCYL3Cj2OUoVtqvdY/Ad73XpZsksyZ1pe6vwWLo28LquQTbU1CClfCbC3/Mwh5Jg
934z7ZUxomn05UMcTKTBpuHDi9f8Wxfxa+y3c+Xmvps+8y4tnTCwxipq8CDLqmI3dPKodwBiey6p
9WP/vFsKTBbq6S231Nam/P9wC0UE4tqCJ8A2fR9jTactG4Q07+9u7luvt0YHt+eqCAg49dzIC4rp
Zn7NkRARkIWxjoVdZYhO3LR2vaTc8Qmb9iiHrgmTd3Yi9c/v5i2RfONS9+jsQ/KmtYOrJp+/dz7f
OO7AjadO2grtiYjBnaYsQzuDaAgQuGGW715tTU+MQ/esX7sPfnttGzDkocNSWLa7CE0zkoOHddLE
3edkvngfvVEejkjbPLibSTZHr8EWHDrl4+AeW20naG8L2LljkMtx5labKTYTtp8Z7cVvts0bl+HY
TYkht4cVsQ6k1tur26BtDl1degCCaG6pBkUWMO5JEaNzWosARPDw+Z4+PFMOQKwFjJs7UXu2ioBV
OHPTHQGDWOHwyZ6RRbh0qnb+QxFxA104+U5QEsqFwyd8EeR+sWuaKM9dxG8/bKMoKZ1wR4B1AWt8
EaDXczcmBbGTkW8Qo4ceu4ti6U7vE3rUbcZqtA+9pTff7rGa36h+LmHpZk02A63GbdqXHTrlyyR2
dhA4XQFH5LLR7ZvZrSZrCNi933FTFBGxWiITi53IpIir+bpJDj62VkJEtu6aOErhOa2UgCICkXWT
cMu1Dx4Qx838v19+mxPt7g7cQJUPFeDRSmsSsG7ByFQRXsdotgPbwQsWMOHSwaFLWzKhqiKWeOE+
ti+PFRT44AVeBHm9Dg5sXr450KqIK+9T2CCjWsYlcaLNY75f2p5QEOdB7D0mbbfxeQC3+GZb8A7j
6gG56xMI2Ux2tSYvxkferOljLijXS9sCLcKrGbnpTmZONQWsNrgEt5N8wXhpQTfg8hABb1qHjC+d
B/dx19NTbEOEPXdOVWXZWm3bViBWEWDY/vq/GvW/zzWjwIgyIrD19BoDhqLprz/uzwutNWmPf8TA
mgeutmWmCPDo3sced/62WhAgR70kzxa7uV4R43Intw6tKsD46xVQ8j0G20ugCRi27zutS1PERXHj
zor7iEwC6osQeKdPpW9LE4hwOgbuNHkAicdjXn+eAAnsk7tP4S3Z3oDX08uvww3oNZ1Qgb49bFeA
3fIV5b7KtsZf16j1HAHeWd+ZuZ07N31s2Rvgtg62QQeTAK8vb0m8IcC2HXrVLN9MrzEwDAGTHc4L
J0/Qe1GDeondlqoyBOiUIbyoaXtYEVbGMKdZwKytrk0BTuUtx/7Y2YUsWQJSLMfOffsQWgK279jf
uQZetxteP9nPBYESkI3gfb8Z3v/1/+Vu5/GfTsskSFunjgryw4c/d+OqJb17MA/fbtxfBPe7VgFs
sofP9oIcMqzum4FWQRERcCLmu7MKuoDL9pIyMs/JHnZQ9SKuEWKcSZ63xUGI4+REzqKlg5WugFNM
KGtnUAGn+JKL9GE37ibgSFw6YPfyoF0XRJX+Ruq+/yyvR96NDSkirrnLpG70LyV6m2muDoeI9OBV
gInfGlXElbEatX0TKSLSg2s1LPWCLHOK1qwbvpVDAzk3v/69gLipZRZCaiZgYDyTdtEp/FSHDzty
qwffjSK3ZXFSeS5g6DWk6xm8TxWRzBo10Zt2aFYVkcwaNfWsTufCTXYiZg3zzaHCMSLuuwudE1Gf
Nyp2St5AER0+29uk7aWpIuDwo1//T9KBhOvXv68QIdfpr/83fgjaEEiooQTMnmO4g5Ij/iNgXCeu
dxW0KqJk75P37ICLyB8SJwjB23SOnKxlFqkicnHUwwe7wc6GHezQgzIkDgPIuWUSqCIu2F+e+SCq
iJzZL8H03rlftK5WVUTJ5RoW+/x8i0jG9YK0c4sx18pvAYU9fPve31dua+9MVSUES/N6CC0oPQMm
8ap++vPisCtU9z9gIPaLh1dL9WQ7gSBA1b4nc3XvBJP2wF0BcpRSqNo2AQW4BdTUepHz6Gb+Zoar
tJKAhbikUghYX2tYERP2i91NE6Bj6RUbt0+pJmCuhEXvk8f2nom4xkZp0LmgGLoVihARMaA+r13d
JeJePCHC3Tlv/hi9v9kWB/oRbL79fi/xFFRx7O4YNwpMHQffu4zc3jpFhNl75szaqkERUYR/XqVe
Ve+qM26Zw5dhnQ2lr2g7wApB7eFjr2/0PWMLEIxzeEVombCjLBQR5/rCaeckSKgevhbkm53k2RER
UcgK4ooE4Y4si7BMCVQ9BmXbW1YMAXcdAzvV7pkWkYq4cmdtP1kxBWxdU2UKnnRf0l2xhIwfPjNV
FBHQ5WvqsWkQQU4m2wjw6vp/sdjnjaiSEVAYZ4baaI2sCJCOW98JdjFuakMad6indetMgucrjbku
YuiAmNVmnLWNJWLGOLSNWbir5lQRGulTfe/uWQ4R4NK7wM0p+G6thwhV94FioKTsnOYAAmadv3Zo
d0dvxeLpZG4/ToFRUsAGPD3wvKBVjY8P+dfO5q/BvoeauggPezQjtx9V+/QNtYgibJ/L4PERiNXQ
yfLtRVtzoP3+OUOLvIkD7mnVRn4QUuMYs2pf/7qmnNl+KJXKlDq+6iO/nnNc3SoOG5QG0X/8z/+d
hU7ldI7TisQTMzghdzp1NrvW0odU9BqaiMzZbQCeQSIv105GmbCeag2D6KEKjEBw6IQbcc/+Oggc
ei3mvNVH8DFOK+Zlm10avQh46CAJHxMW8NYJcSODacsrsc2m7FfA5p07RUCTic0arfI1MnRBNBDZ
/Oz7nYhrR4oC6YH6KynLis14W88QEAcCNuztGVmADrpwZrm/Y9asl+bVi+vPCyztK5s+NM60/TaN
MECuuv2jYVOn+Bu54u/+SiBp5Ipm4dDXalNZ/BA0FXs5Jbqv85vuW/MXNkngTqzpSw/diu35vy5h
6yupv80rvJnASyQ7lO8GddtsFqDj+glGYudmhwdEhBs4jDojJyp3yZJMARCWY5BjLnnC9p0i4Doh
KPXYUEe0NbIANX/FAq84h1ojv8ic+0aj6RoYVvtyVV4vM90W2I3++2MO3FdK343Ir87B06F5QaU9
40fYfoX/sjP3Pi3uW0ImILoF804An9Mqt9tz0nsS09tCIeB4gPwugqh9OkR42M1sOc7t0/GqMfG6
Bd4gHyEnRoxbQ4uIgPadijqyfS6RCH+1vyMdImBeg2RKVrdNsi3CO9yMux/XLCI8Bzv7Lum7iBJD
lP0jnOlFGwAhAoh0Al1xsH326Kay+bZRKd9HUn+GHO/snyKC7PbSSZt8/y46TQTynVBwnjWgnpZb
r7xIWfTW6wkahDxpDIyWm6mKILxd0+ufB/StXmnTK7cM2hpERCxn/ZSL4qEdKldFVHzdUi8aPDqP
q+nfJvfwY20EcBUMFFF0f0swcL0+feQyyfYpQ1UEEcx6oe4CWDroetCUmzWVLGut8CyWLAIbTHvJ
PMj8zl2QesFeJQ+T72Y9v/9Afxq9+AQBF3aP4vcdYDptdg+feR9blvTRZqCVSImI7YyctlWkmgI8
ETIDeWcIbxOwpqJ9jEVgWtfSiQmT+7/+PXKn1faqdMXgInmBS4cntKufAfWISFKtX2B9C3T+ec2G
8y/bL6HBjfaqq7JtNv+xln/jatv/iNWbDdXYLmZVBKMAKfYvSRTuSRgYVDTTF8U2DOqDLQvKylfj
hX/evu/jkTzU+XvBUfyzmLzXrXGgk3emScuhE6FaepA+7fqJAm62UcORney9OUVgRPpJY27887lL
5Cr2/mWf4SHCDFhBURomf3Rjw5697zkiKGr6SbI5jK3rSQRPzVEwaXkiIvAHR9BwNH03Nm2hVtQI
Te/mZ8CoFzssvdHQfyIwh2emej6+AFvmafwVNqjZ7Ma+/Epi3ODeHlubIoLNG8+zlYt+ToBbfDNl
x4kL5cqThK7e4fJhgPUXbX7WegmYRDcX/Pebr+ckyO6xqTYjrfJXIsoH+n4KwoCgzZ4bShHBAHnl
Ljp9J9rDtyGChOQq2KnzElEcfOfExKbbuUIRxvEV9XTtUUWc2WaBf3GJo+8wQ1naRli+X+yug/wB
p2bv5QL9soAHODOiqM0r7KkaFpP+jXar3wQcRy6pjLTsfljYc/b1b9cwaz/hxI2Ixv23zvsMbzyj
2m4dYmhOLPFQoA39IvZbdgqs2Idvym0SwqDYklRVhClxC1ixPVsRQNPbAg6snckKkMyf2N5gHXI5
KnIwQJt1XTngIoLEz4xMVQSYot+g/ppw3ebQbs+7i3dpmtBw02wXgIXeFcFK92m7bSXdMeMk7Xwo
ADFhL+4148wGOCLTnsnC/YGY/nWeiD/R8dnDOH+o47P9No1ufhnL8J2Z5mM3IaDWkloReNWbItsB
76oi4u23v/475XuVuy2s9MPafPt7N9j2Sv6xgZB9bP1/rFzse3fRLbvoyv6sVcA/3lvu60zwg73l
K5v9pEEeIhyTv/0nAAAA//8=</cx:binary>
              </cx:geoCache>
            </cx:geography>
          </cx:layoutPr>
        </cx:series>
      </cx:plotAreaRegion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29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494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31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3175">
        <a:solidFill>
          <a:schemeClr val="bg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AF609C-7183-4152-8D29-DCC5FA0BCE7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6FEE99-6773-4FA4-A649-6A3D46352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705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FEE99-6773-4FA4-A649-6A3D4635237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3864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D7100-9C8B-48E2-BB48-0D9D742356C1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0BB61-A522-4F4C-9BE3-4F8CA4E78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1977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D7100-9C8B-48E2-BB48-0D9D742356C1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0BB61-A522-4F4C-9BE3-4F8CA4E78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09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D7100-9C8B-48E2-BB48-0D9D742356C1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0BB61-A522-4F4C-9BE3-4F8CA4E78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0680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D7100-9C8B-48E2-BB48-0D9D742356C1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0BB61-A522-4F4C-9BE3-4F8CA4E78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993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D7100-9C8B-48E2-BB48-0D9D742356C1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0BB61-A522-4F4C-9BE3-4F8CA4E78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37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D7100-9C8B-48E2-BB48-0D9D742356C1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0BB61-A522-4F4C-9BE3-4F8CA4E78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7968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D7100-9C8B-48E2-BB48-0D9D742356C1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0BB61-A522-4F4C-9BE3-4F8CA4E78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911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D7100-9C8B-48E2-BB48-0D9D742356C1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0BB61-A522-4F4C-9BE3-4F8CA4E78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8284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D7100-9C8B-48E2-BB48-0D9D742356C1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0BB61-A522-4F4C-9BE3-4F8CA4E78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738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D7100-9C8B-48E2-BB48-0D9D742356C1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0BB61-A522-4F4C-9BE3-4F8CA4E78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763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D7100-9C8B-48E2-BB48-0D9D742356C1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0BB61-A522-4F4C-9BE3-4F8CA4E78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211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593D7100-9C8B-48E2-BB48-0D9D742356C1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B500BB61-A522-4F4C-9BE3-4F8CA4E785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8448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chart" Target="../charts/chart1.xml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2.xml"/><Relationship Id="rId5" Type="http://schemas.openxmlformats.org/officeDocument/2006/relationships/image" Target="../media/image1.png"/><Relationship Id="rId10" Type="http://schemas.openxmlformats.org/officeDocument/2006/relationships/image" Target="../media/image5.svg"/><Relationship Id="rId4" Type="http://schemas.microsoft.com/office/2014/relationships/chartEx" Target="../charts/chartEx1.xml"/><Relationship Id="rId9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3CF01A-E2D1-33A8-86F0-81A686C58913}"/>
              </a:ext>
            </a:extLst>
          </p:cNvPr>
          <p:cNvSpPr>
            <a:spLocks/>
          </p:cNvSpPr>
          <p:nvPr/>
        </p:nvSpPr>
        <p:spPr>
          <a:xfrm>
            <a:off x="4754422" y="3564007"/>
            <a:ext cx="7279551" cy="3119822"/>
          </a:xfrm>
          <a:prstGeom prst="rect">
            <a:avLst/>
          </a:prstGeom>
          <a:solidFill>
            <a:schemeClr val="dk1">
              <a:alpha val="88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CD8AED-403B-A7DF-8722-277261BBE41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74184" y="486386"/>
            <a:ext cx="3450959" cy="6197443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C931FA-BB8F-2508-A787-650F0FB90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4184" y="-92998"/>
            <a:ext cx="10515600" cy="669018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Cavolini" panose="020B0502040204020203" pitchFamily="66" charset="0"/>
                <a:cs typeface="Cavolini" panose="020B0502040204020203" pitchFamily="66" charset="0"/>
              </a:rPr>
              <a:t>Human Resource Dashboard /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865083-7A67-9029-33C5-6F577CB81D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8313" y="566450"/>
            <a:ext cx="3430226" cy="6119785"/>
          </a:xfrm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latin typeface="Cavolini" panose="03000502040302020204" pitchFamily="66" charset="0"/>
                <a:cs typeface="Cavolini" panose="03000502040302020204" pitchFamily="66" charset="0"/>
              </a:rPr>
              <a:t>Overview</a:t>
            </a:r>
          </a:p>
          <a:p>
            <a:pPr marL="0" indent="0" algn="ctr">
              <a:buNone/>
            </a:pPr>
            <a:r>
              <a:rPr lang="en-US" sz="1800" dirty="0">
                <a:latin typeface="Cavolini" panose="03000502040302020204" pitchFamily="66" charset="0"/>
                <a:cs typeface="Cavolini" panose="03000502040302020204" pitchFamily="66" charset="0"/>
              </a:rPr>
              <a:t>Active Employees</a:t>
            </a:r>
          </a:p>
          <a:p>
            <a:pPr marL="0" indent="0" algn="ctr">
              <a:buNone/>
            </a:pPr>
            <a:r>
              <a:rPr lang="en-US" sz="1400" dirty="0">
                <a:latin typeface="Cavolini" panose="03000502040302020204" pitchFamily="66" charset="0"/>
                <a:cs typeface="Cavolini" panose="03000502040302020204" pitchFamily="66" charset="0"/>
              </a:rPr>
              <a:t>7984</a:t>
            </a:r>
          </a:p>
          <a:p>
            <a:pPr>
              <a:buNone/>
            </a:pPr>
            <a:r>
              <a:rPr lang="en-US" sz="1400" dirty="0">
                <a:latin typeface="Cavolini" panose="03000502040302020204" pitchFamily="66" charset="0"/>
                <a:cs typeface="Cavolini" panose="03000502040302020204" pitchFamily="66" charset="0"/>
              </a:rPr>
              <a:t>     Hired                    Terminated</a:t>
            </a:r>
          </a:p>
          <a:p>
            <a:pPr>
              <a:buNone/>
            </a:pPr>
            <a:r>
              <a:rPr lang="en-US" sz="1400" dirty="0">
                <a:latin typeface="Cavolini" panose="03000502040302020204" pitchFamily="66" charset="0"/>
                <a:cs typeface="Cavolini" panose="03000502040302020204" pitchFamily="66" charset="0"/>
              </a:rPr>
              <a:t>     8,950                          966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8E4ECA9-FFC5-CBEC-A11C-099DF361251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743303" y="480492"/>
            <a:ext cx="7274526" cy="2879413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  <a:p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40CD53-25A5-3945-90BA-5EA3B654AD0D}"/>
              </a:ext>
            </a:extLst>
          </p:cNvPr>
          <p:cNvCxnSpPr/>
          <p:nvPr/>
        </p:nvCxnSpPr>
        <p:spPr>
          <a:xfrm>
            <a:off x="2923426" y="1647134"/>
            <a:ext cx="0" cy="64225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0D4D063-30C0-939E-E087-223952157000}"/>
              </a:ext>
            </a:extLst>
          </p:cNvPr>
          <p:cNvCxnSpPr>
            <a:cxnSpLocks/>
          </p:cNvCxnSpPr>
          <p:nvPr/>
        </p:nvCxnSpPr>
        <p:spPr>
          <a:xfrm flipH="1">
            <a:off x="2460173" y="2428844"/>
            <a:ext cx="96882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5222550-DA13-6C77-4D52-8E2BB5567B78}"/>
              </a:ext>
            </a:extLst>
          </p:cNvPr>
          <p:cNvSpPr txBox="1"/>
          <p:nvPr/>
        </p:nvSpPr>
        <p:spPr>
          <a:xfrm>
            <a:off x="4754423" y="566450"/>
            <a:ext cx="2198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volini" panose="03000502040302020204" pitchFamily="66" charset="0"/>
                <a:cs typeface="Cavolini" panose="03000502040302020204" pitchFamily="66" charset="0"/>
              </a:rPr>
              <a:t>Demographics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2BDBACB-939A-ECB3-ED19-C7B892F5C0DA}"/>
              </a:ext>
            </a:extLst>
          </p:cNvPr>
          <p:cNvSpPr txBox="1"/>
          <p:nvPr/>
        </p:nvSpPr>
        <p:spPr>
          <a:xfrm>
            <a:off x="4806041" y="3667284"/>
            <a:ext cx="12518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volini" panose="03000502040302020204" pitchFamily="66" charset="0"/>
                <a:cs typeface="Cavolini" panose="03000502040302020204" pitchFamily="66" charset="0"/>
              </a:rPr>
              <a:t>Income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0B25DFF-7AB8-2ADE-36F6-A98143D365EE}"/>
              </a:ext>
            </a:extLst>
          </p:cNvPr>
          <p:cNvSpPr txBox="1"/>
          <p:nvPr/>
        </p:nvSpPr>
        <p:spPr>
          <a:xfrm>
            <a:off x="2328161" y="2535657"/>
            <a:ext cx="17852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volini" panose="03000502040302020204" pitchFamily="66" charset="0"/>
                <a:cs typeface="Cavolini" panose="03000502040302020204" pitchFamily="66" charset="0"/>
              </a:rPr>
              <a:t>Department</a:t>
            </a:r>
          </a:p>
        </p:txBody>
      </p:sp>
      <p:graphicFrame>
        <p:nvGraphicFramePr>
          <p:cNvPr id="26" name="Chart 25">
            <a:extLst>
              <a:ext uri="{FF2B5EF4-FFF2-40B4-BE49-F238E27FC236}">
                <a16:creationId xmlns:a16="http://schemas.microsoft.com/office/drawing/2014/main" id="{B91057C2-7C17-5CC0-8134-7988C3DC9D8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95660372"/>
              </p:ext>
            </p:extLst>
          </p:nvPr>
        </p:nvGraphicFramePr>
        <p:xfrm>
          <a:off x="1508846" y="2871462"/>
          <a:ext cx="2626863" cy="12643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1090D2B6-8AB5-8E1A-1668-60D811B811E2}"/>
              </a:ext>
            </a:extLst>
          </p:cNvPr>
          <p:cNvSpPr txBox="1"/>
          <p:nvPr/>
        </p:nvSpPr>
        <p:spPr>
          <a:xfrm>
            <a:off x="2162154" y="4155551"/>
            <a:ext cx="17199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avolini" panose="03000502040302020204" pitchFamily="66" charset="0"/>
                <a:cs typeface="Cavolini" panose="03000502040302020204" pitchFamily="66" charset="0"/>
              </a:rPr>
              <a:t>Location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90B58F7-9E6C-DF8B-C49F-E3BDF3423B4E}"/>
              </a:ext>
            </a:extLst>
          </p:cNvPr>
          <p:cNvCxnSpPr>
            <a:cxnSpLocks/>
          </p:cNvCxnSpPr>
          <p:nvPr/>
        </p:nvCxnSpPr>
        <p:spPr>
          <a:xfrm>
            <a:off x="3472451" y="4309439"/>
            <a:ext cx="95794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629E294-F5FB-8DA0-A830-17BADF011D7C}"/>
              </a:ext>
            </a:extLst>
          </p:cNvPr>
          <p:cNvCxnSpPr>
            <a:cxnSpLocks/>
          </p:cNvCxnSpPr>
          <p:nvPr/>
        </p:nvCxnSpPr>
        <p:spPr>
          <a:xfrm>
            <a:off x="1502229" y="4332515"/>
            <a:ext cx="95794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A93CB0C7-C1F8-B19B-DFDA-DC1ED2ACEFC4}"/>
              </a:ext>
            </a:extLst>
          </p:cNvPr>
          <p:cNvSpPr/>
          <p:nvPr/>
        </p:nvSpPr>
        <p:spPr>
          <a:xfrm>
            <a:off x="4082051" y="5066515"/>
            <a:ext cx="348344" cy="1104897"/>
          </a:xfrm>
          <a:prstGeom prst="rect">
            <a:avLst/>
          </a:prstGeom>
          <a:solidFill>
            <a:schemeClr val="tx1">
              <a:lumMod val="65000"/>
            </a:schemeClr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171DF18-5611-A1E3-4CB9-1092E2FD98CA}"/>
              </a:ext>
            </a:extLst>
          </p:cNvPr>
          <p:cNvSpPr/>
          <p:nvPr/>
        </p:nvSpPr>
        <p:spPr>
          <a:xfrm>
            <a:off x="3506793" y="4551678"/>
            <a:ext cx="348344" cy="16313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8C38FAA-AAF8-93E7-86F2-C978C1A4A703}"/>
              </a:ext>
            </a:extLst>
          </p:cNvPr>
          <p:cNvSpPr txBox="1"/>
          <p:nvPr/>
        </p:nvSpPr>
        <p:spPr>
          <a:xfrm rot="20879138">
            <a:off x="3872860" y="6235345"/>
            <a:ext cx="8654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Cavolini" panose="03000502040302020204" pitchFamily="66" charset="0"/>
                <a:cs typeface="Cavolini" panose="03000502040302020204" pitchFamily="66" charset="0"/>
              </a:rPr>
              <a:t>Branches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E36BB94-27B2-2296-1D36-40DC3B7ABE22}"/>
              </a:ext>
            </a:extLst>
          </p:cNvPr>
          <p:cNvSpPr txBox="1"/>
          <p:nvPr/>
        </p:nvSpPr>
        <p:spPr>
          <a:xfrm rot="20804613">
            <a:off x="3440919" y="6226847"/>
            <a:ext cx="5442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Cavolini" panose="03000502040302020204" pitchFamily="66" charset="0"/>
                <a:cs typeface="Cavolini" panose="03000502040302020204" pitchFamily="66" charset="0"/>
              </a:rPr>
              <a:t>HQ</a:t>
            </a:r>
          </a:p>
        </p:txBody>
      </p:sp>
      <mc:AlternateContent xmlns:mc="http://schemas.openxmlformats.org/markup-compatibility/2006" xmlns:cx4="http://schemas.microsoft.com/office/drawing/2016/5/10/chartex">
        <mc:Choice Requires="cx4">
          <p:graphicFrame>
            <p:nvGraphicFramePr>
              <p:cNvPr id="38" name="Chart 37">
                <a:extLst>
                  <a:ext uri="{FF2B5EF4-FFF2-40B4-BE49-F238E27FC236}">
                    <a16:creationId xmlns:a16="http://schemas.microsoft.com/office/drawing/2014/main" id="{90E9BC77-3401-B35A-F274-ACDA810C7860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711787860"/>
                  </p:ext>
                </p:extLst>
              </p:nvPr>
            </p:nvGraphicFramePr>
            <p:xfrm>
              <a:off x="1375341" y="4739895"/>
              <a:ext cx="1821020" cy="1436325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4"/>
              </a:graphicData>
            </a:graphic>
          </p:graphicFrame>
        </mc:Choice>
        <mc:Fallback xmlns="">
          <p:pic>
            <p:nvPicPr>
              <p:cNvPr id="38" name="Chart 37">
                <a:extLst>
                  <a:ext uri="{FF2B5EF4-FFF2-40B4-BE49-F238E27FC236}">
                    <a16:creationId xmlns:a16="http://schemas.microsoft.com/office/drawing/2014/main" id="{90E9BC77-3401-B35A-F274-ACDA810C786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75341" y="4739895"/>
                <a:ext cx="1821020" cy="1436325"/>
              </a:xfrm>
              <a:prstGeom prst="rect">
                <a:avLst/>
              </a:prstGeom>
            </p:spPr>
          </p:pic>
        </mc:Fallback>
      </mc:AlternateContent>
      <p:sp>
        <p:nvSpPr>
          <p:cNvPr id="39" name="TextBox 38">
            <a:extLst>
              <a:ext uri="{FF2B5EF4-FFF2-40B4-BE49-F238E27FC236}">
                <a16:creationId xmlns:a16="http://schemas.microsoft.com/office/drawing/2014/main" id="{3DE762BF-1F3B-9BF5-6938-314201A1224B}"/>
              </a:ext>
            </a:extLst>
          </p:cNvPr>
          <p:cNvSpPr txBox="1"/>
          <p:nvPr/>
        </p:nvSpPr>
        <p:spPr>
          <a:xfrm>
            <a:off x="5029729" y="898181"/>
            <a:ext cx="10123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volini" panose="03000502040302020204" pitchFamily="66" charset="0"/>
                <a:cs typeface="Cavolini" panose="03000502040302020204" pitchFamily="66" charset="0"/>
              </a:rPr>
              <a:t>Gender</a:t>
            </a:r>
          </a:p>
        </p:txBody>
      </p:sp>
      <p:graphicFrame>
        <p:nvGraphicFramePr>
          <p:cNvPr id="45" name="Chart 44">
            <a:extLst>
              <a:ext uri="{FF2B5EF4-FFF2-40B4-BE49-F238E27FC236}">
                <a16:creationId xmlns:a16="http://schemas.microsoft.com/office/drawing/2014/main" id="{ABE0D018-C0D7-0BB0-E4E7-BA81AC58600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44278662"/>
              </p:ext>
            </p:extLst>
          </p:nvPr>
        </p:nvGraphicFramePr>
        <p:xfrm>
          <a:off x="4937063" y="1363425"/>
          <a:ext cx="1012372" cy="13585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0B7F27A1-4B00-9CC2-40C5-C705066580FA}"/>
              </a:ext>
            </a:extLst>
          </p:cNvPr>
          <p:cNvCxnSpPr>
            <a:cxnSpLocks/>
          </p:cNvCxnSpPr>
          <p:nvPr/>
        </p:nvCxnSpPr>
        <p:spPr>
          <a:xfrm>
            <a:off x="6123559" y="1403605"/>
            <a:ext cx="0" cy="152251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Flowchart: Connector 48">
            <a:extLst>
              <a:ext uri="{FF2B5EF4-FFF2-40B4-BE49-F238E27FC236}">
                <a16:creationId xmlns:a16="http://schemas.microsoft.com/office/drawing/2014/main" id="{2A1E4D20-34E2-DFB0-93C6-3F037A9938B5}"/>
              </a:ext>
            </a:extLst>
          </p:cNvPr>
          <p:cNvSpPr/>
          <p:nvPr/>
        </p:nvSpPr>
        <p:spPr>
          <a:xfrm>
            <a:off x="6980207" y="2260534"/>
            <a:ext cx="228595" cy="239626"/>
          </a:xfrm>
          <a:prstGeom prst="flowChartConnector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0" name="Flowchart: Connector 49">
            <a:extLst>
              <a:ext uri="{FF2B5EF4-FFF2-40B4-BE49-F238E27FC236}">
                <a16:creationId xmlns:a16="http://schemas.microsoft.com/office/drawing/2014/main" id="{BF42DF66-B02B-2800-677C-9E49099111C4}"/>
              </a:ext>
            </a:extLst>
          </p:cNvPr>
          <p:cNvSpPr/>
          <p:nvPr/>
        </p:nvSpPr>
        <p:spPr>
          <a:xfrm>
            <a:off x="7289148" y="2128755"/>
            <a:ext cx="228595" cy="239626"/>
          </a:xfrm>
          <a:prstGeom prst="flowChartConnector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1" name="Flowchart: Connector 50">
            <a:extLst>
              <a:ext uri="{FF2B5EF4-FFF2-40B4-BE49-F238E27FC236}">
                <a16:creationId xmlns:a16="http://schemas.microsoft.com/office/drawing/2014/main" id="{A0BF8634-C1FE-6BB2-AFAD-5E194AECCF1D}"/>
              </a:ext>
            </a:extLst>
          </p:cNvPr>
          <p:cNvSpPr/>
          <p:nvPr/>
        </p:nvSpPr>
        <p:spPr>
          <a:xfrm>
            <a:off x="6390674" y="2751650"/>
            <a:ext cx="228596" cy="232863"/>
          </a:xfrm>
          <a:prstGeom prst="flowChartConnector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2" name="Flowchart: Connector 51">
            <a:extLst>
              <a:ext uri="{FF2B5EF4-FFF2-40B4-BE49-F238E27FC236}">
                <a16:creationId xmlns:a16="http://schemas.microsoft.com/office/drawing/2014/main" id="{F48EC183-0795-96B4-A772-288142E14C00}"/>
              </a:ext>
            </a:extLst>
          </p:cNvPr>
          <p:cNvSpPr/>
          <p:nvPr/>
        </p:nvSpPr>
        <p:spPr>
          <a:xfrm>
            <a:off x="7198966" y="2474140"/>
            <a:ext cx="228595" cy="239626"/>
          </a:xfrm>
          <a:prstGeom prst="flowChartConnector">
            <a:avLst/>
          </a:prstGeom>
          <a:solidFill>
            <a:schemeClr val="accent1"/>
          </a:solidFill>
          <a:ln>
            <a:solidFill>
              <a:schemeClr val="accent3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3" name="Flowchart: Connector 52">
            <a:extLst>
              <a:ext uri="{FF2B5EF4-FFF2-40B4-BE49-F238E27FC236}">
                <a16:creationId xmlns:a16="http://schemas.microsoft.com/office/drawing/2014/main" id="{E6F1B771-2157-158C-0890-3AF147C813B2}"/>
              </a:ext>
            </a:extLst>
          </p:cNvPr>
          <p:cNvSpPr/>
          <p:nvPr/>
        </p:nvSpPr>
        <p:spPr>
          <a:xfrm>
            <a:off x="7006121" y="2631837"/>
            <a:ext cx="202681" cy="239626"/>
          </a:xfrm>
          <a:prstGeom prst="flowChartConnector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4" name="Flowchart: Connector 53">
            <a:extLst>
              <a:ext uri="{FF2B5EF4-FFF2-40B4-BE49-F238E27FC236}">
                <a16:creationId xmlns:a16="http://schemas.microsoft.com/office/drawing/2014/main" id="{5DCBC391-A2F8-DEA8-235D-1D809679F1D3}"/>
              </a:ext>
            </a:extLst>
          </p:cNvPr>
          <p:cNvSpPr/>
          <p:nvPr/>
        </p:nvSpPr>
        <p:spPr>
          <a:xfrm>
            <a:off x="7676329" y="2183730"/>
            <a:ext cx="168697" cy="174242"/>
          </a:xfrm>
          <a:prstGeom prst="flowChartConnector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5" name="Flowchart: Connector 54">
            <a:extLst>
              <a:ext uri="{FF2B5EF4-FFF2-40B4-BE49-F238E27FC236}">
                <a16:creationId xmlns:a16="http://schemas.microsoft.com/office/drawing/2014/main" id="{767ADD9E-9D41-D163-3C3A-CD3CD6C8B3EE}"/>
              </a:ext>
            </a:extLst>
          </p:cNvPr>
          <p:cNvSpPr/>
          <p:nvPr/>
        </p:nvSpPr>
        <p:spPr>
          <a:xfrm>
            <a:off x="7354284" y="2879096"/>
            <a:ext cx="168697" cy="174242"/>
          </a:xfrm>
          <a:prstGeom prst="flowChartConnector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6" name="Flowchart: Connector 55">
            <a:extLst>
              <a:ext uri="{FF2B5EF4-FFF2-40B4-BE49-F238E27FC236}">
                <a16:creationId xmlns:a16="http://schemas.microsoft.com/office/drawing/2014/main" id="{B2EB5FDE-54A5-C365-4887-0CEC3AD7096B}"/>
              </a:ext>
            </a:extLst>
          </p:cNvPr>
          <p:cNvSpPr/>
          <p:nvPr/>
        </p:nvSpPr>
        <p:spPr>
          <a:xfrm>
            <a:off x="7547233" y="2570447"/>
            <a:ext cx="228595" cy="239626"/>
          </a:xfrm>
          <a:prstGeom prst="flowChartConnector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7" name="Flowchart: Connector 56">
            <a:extLst>
              <a:ext uri="{FF2B5EF4-FFF2-40B4-BE49-F238E27FC236}">
                <a16:creationId xmlns:a16="http://schemas.microsoft.com/office/drawing/2014/main" id="{00F195E5-C7FF-4A99-14B7-08D91DF27D42}"/>
              </a:ext>
            </a:extLst>
          </p:cNvPr>
          <p:cNvSpPr/>
          <p:nvPr/>
        </p:nvSpPr>
        <p:spPr>
          <a:xfrm>
            <a:off x="6561422" y="2428844"/>
            <a:ext cx="252092" cy="261416"/>
          </a:xfrm>
          <a:prstGeom prst="flowChartConnector">
            <a:avLst/>
          </a:prstGeom>
          <a:solidFill>
            <a:schemeClr val="accent1"/>
          </a:solidFill>
          <a:ln>
            <a:solidFill>
              <a:schemeClr val="accent3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8" name="Flowchart: Connector 57">
            <a:extLst>
              <a:ext uri="{FF2B5EF4-FFF2-40B4-BE49-F238E27FC236}">
                <a16:creationId xmlns:a16="http://schemas.microsoft.com/office/drawing/2014/main" id="{31C0D9C6-00EB-1C18-8F66-1FC0DD6FF8F8}"/>
              </a:ext>
            </a:extLst>
          </p:cNvPr>
          <p:cNvSpPr/>
          <p:nvPr/>
        </p:nvSpPr>
        <p:spPr>
          <a:xfrm>
            <a:off x="6777177" y="2966217"/>
            <a:ext cx="168697" cy="174242"/>
          </a:xfrm>
          <a:prstGeom prst="flowChartConnector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0E998F2-467C-9948-DBCB-3118C35FD38F}"/>
              </a:ext>
            </a:extLst>
          </p:cNvPr>
          <p:cNvSpPr txBox="1"/>
          <p:nvPr/>
        </p:nvSpPr>
        <p:spPr>
          <a:xfrm>
            <a:off x="6426582" y="873157"/>
            <a:ext cx="19539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volini" panose="03000502040302020204" pitchFamily="66" charset="0"/>
                <a:cs typeface="Cavolini" panose="03000502040302020204" pitchFamily="66" charset="0"/>
              </a:rPr>
              <a:t>Age &amp; Education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83B6FBC9-E924-0150-9542-8A8629F4AAFD}"/>
              </a:ext>
            </a:extLst>
          </p:cNvPr>
          <p:cNvSpPr/>
          <p:nvPr/>
        </p:nvSpPr>
        <p:spPr>
          <a:xfrm>
            <a:off x="7213066" y="1366724"/>
            <a:ext cx="252092" cy="643468"/>
          </a:xfrm>
          <a:prstGeom prst="rect">
            <a:avLst/>
          </a:prstGeom>
          <a:solidFill>
            <a:schemeClr val="tx2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61" name="Flowchart: Connector 60">
            <a:extLst>
              <a:ext uri="{FF2B5EF4-FFF2-40B4-BE49-F238E27FC236}">
                <a16:creationId xmlns:a16="http://schemas.microsoft.com/office/drawing/2014/main" id="{E6573999-F4BC-225B-F9DB-B4EFDE44F8FF}"/>
              </a:ext>
            </a:extLst>
          </p:cNvPr>
          <p:cNvSpPr/>
          <p:nvPr/>
        </p:nvSpPr>
        <p:spPr>
          <a:xfrm>
            <a:off x="6731163" y="2179124"/>
            <a:ext cx="168697" cy="174242"/>
          </a:xfrm>
          <a:prstGeom prst="flowChartConnector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BE37FA8B-3BAD-1619-382D-531890CDBF8C}"/>
              </a:ext>
            </a:extLst>
          </p:cNvPr>
          <p:cNvSpPr/>
          <p:nvPr/>
        </p:nvSpPr>
        <p:spPr>
          <a:xfrm>
            <a:off x="6826519" y="1446006"/>
            <a:ext cx="179602" cy="550883"/>
          </a:xfrm>
          <a:prstGeom prst="rect">
            <a:avLst/>
          </a:prstGeom>
          <a:solidFill>
            <a:schemeClr val="accent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B7D813D2-D340-E6D2-921A-8613FA4179C9}"/>
              </a:ext>
            </a:extLst>
          </p:cNvPr>
          <p:cNvSpPr/>
          <p:nvPr/>
        </p:nvSpPr>
        <p:spPr>
          <a:xfrm>
            <a:off x="7664633" y="1224571"/>
            <a:ext cx="252089" cy="779113"/>
          </a:xfrm>
          <a:prstGeom prst="rect">
            <a:avLst/>
          </a:prstGeom>
          <a:solidFill>
            <a:schemeClr val="accent3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E54E0002-B51B-5282-0D1F-18E8DB8D611C}"/>
              </a:ext>
            </a:extLst>
          </p:cNvPr>
          <p:cNvSpPr/>
          <p:nvPr/>
        </p:nvSpPr>
        <p:spPr>
          <a:xfrm rot="5400000">
            <a:off x="8279993" y="1849825"/>
            <a:ext cx="252089" cy="779113"/>
          </a:xfrm>
          <a:prstGeom prst="rect">
            <a:avLst/>
          </a:prstGeom>
          <a:solidFill>
            <a:schemeClr val="accent3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703D4D31-0792-D529-5642-9C496EFC2226}"/>
              </a:ext>
            </a:extLst>
          </p:cNvPr>
          <p:cNvSpPr/>
          <p:nvPr/>
        </p:nvSpPr>
        <p:spPr>
          <a:xfrm rot="5400000">
            <a:off x="8190880" y="2413349"/>
            <a:ext cx="239626" cy="518583"/>
          </a:xfrm>
          <a:prstGeom prst="rect">
            <a:avLst/>
          </a:prstGeom>
          <a:solidFill>
            <a:schemeClr val="accent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D05B462E-5F5F-FC7F-4277-5FD5A9631ACF}"/>
              </a:ext>
            </a:extLst>
          </p:cNvPr>
          <p:cNvCxnSpPr>
            <a:cxnSpLocks/>
          </p:cNvCxnSpPr>
          <p:nvPr/>
        </p:nvCxnSpPr>
        <p:spPr>
          <a:xfrm>
            <a:off x="9044638" y="1385755"/>
            <a:ext cx="0" cy="152251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E5C616F8-5A19-A6B1-4610-1A94198B985B}"/>
              </a:ext>
            </a:extLst>
          </p:cNvPr>
          <p:cNvSpPr txBox="1"/>
          <p:nvPr/>
        </p:nvSpPr>
        <p:spPr>
          <a:xfrm>
            <a:off x="9160328" y="842428"/>
            <a:ext cx="29064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volini" panose="03000502040302020204" pitchFamily="66" charset="0"/>
                <a:cs typeface="Cavolini" panose="03000502040302020204" pitchFamily="66" charset="0"/>
              </a:rPr>
              <a:t>Performance &amp;Education</a:t>
            </a:r>
          </a:p>
        </p:txBody>
      </p:sp>
      <p:sp>
        <p:nvSpPr>
          <p:cNvPr id="75" name="Flowchart: Document 74">
            <a:extLst>
              <a:ext uri="{FF2B5EF4-FFF2-40B4-BE49-F238E27FC236}">
                <a16:creationId xmlns:a16="http://schemas.microsoft.com/office/drawing/2014/main" id="{D86FB494-B35A-07E9-0DC9-0B3E1DE758BC}"/>
              </a:ext>
            </a:extLst>
          </p:cNvPr>
          <p:cNvSpPr/>
          <p:nvPr/>
        </p:nvSpPr>
        <p:spPr>
          <a:xfrm>
            <a:off x="11279481" y="1492774"/>
            <a:ext cx="268161" cy="229253"/>
          </a:xfrm>
          <a:prstGeom prst="flowChartDocumen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Flowchart: Document 75">
            <a:extLst>
              <a:ext uri="{FF2B5EF4-FFF2-40B4-BE49-F238E27FC236}">
                <a16:creationId xmlns:a16="http://schemas.microsoft.com/office/drawing/2014/main" id="{5D27EE70-5088-685A-C070-1F940B2D9C7C}"/>
              </a:ext>
            </a:extLst>
          </p:cNvPr>
          <p:cNvSpPr/>
          <p:nvPr/>
        </p:nvSpPr>
        <p:spPr>
          <a:xfrm>
            <a:off x="10685799" y="1524739"/>
            <a:ext cx="268161" cy="229253"/>
          </a:xfrm>
          <a:prstGeom prst="flowChart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Flowchart: Document 76">
            <a:extLst>
              <a:ext uri="{FF2B5EF4-FFF2-40B4-BE49-F238E27FC236}">
                <a16:creationId xmlns:a16="http://schemas.microsoft.com/office/drawing/2014/main" id="{28D2E348-A0F5-D6F9-E08C-77C37445D000}"/>
              </a:ext>
            </a:extLst>
          </p:cNvPr>
          <p:cNvSpPr/>
          <p:nvPr/>
        </p:nvSpPr>
        <p:spPr>
          <a:xfrm>
            <a:off x="9928384" y="1511528"/>
            <a:ext cx="268161" cy="229253"/>
          </a:xfrm>
          <a:prstGeom prst="flowChartDocumen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Flowchart: Document 77">
            <a:extLst>
              <a:ext uri="{FF2B5EF4-FFF2-40B4-BE49-F238E27FC236}">
                <a16:creationId xmlns:a16="http://schemas.microsoft.com/office/drawing/2014/main" id="{E5C1DBC7-2A06-F1FA-BB25-94867AF54819}"/>
              </a:ext>
            </a:extLst>
          </p:cNvPr>
          <p:cNvSpPr/>
          <p:nvPr/>
        </p:nvSpPr>
        <p:spPr>
          <a:xfrm>
            <a:off x="11300210" y="1968263"/>
            <a:ext cx="268161" cy="229253"/>
          </a:xfrm>
          <a:prstGeom prst="flowChartDocumen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Flowchart: Document 78">
            <a:extLst>
              <a:ext uri="{FF2B5EF4-FFF2-40B4-BE49-F238E27FC236}">
                <a16:creationId xmlns:a16="http://schemas.microsoft.com/office/drawing/2014/main" id="{25224A17-986E-4AA0-3572-B9A01B9FE223}"/>
              </a:ext>
            </a:extLst>
          </p:cNvPr>
          <p:cNvSpPr/>
          <p:nvPr/>
        </p:nvSpPr>
        <p:spPr>
          <a:xfrm>
            <a:off x="11362418" y="2365426"/>
            <a:ext cx="268161" cy="229253"/>
          </a:xfrm>
          <a:prstGeom prst="flowChartDocumen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Flowchart: Document 79">
            <a:extLst>
              <a:ext uri="{FF2B5EF4-FFF2-40B4-BE49-F238E27FC236}">
                <a16:creationId xmlns:a16="http://schemas.microsoft.com/office/drawing/2014/main" id="{56CBA5F8-E264-009E-4B35-E9337D8D995D}"/>
              </a:ext>
            </a:extLst>
          </p:cNvPr>
          <p:cNvSpPr/>
          <p:nvPr/>
        </p:nvSpPr>
        <p:spPr>
          <a:xfrm>
            <a:off x="9360248" y="1974713"/>
            <a:ext cx="268161" cy="229253"/>
          </a:xfrm>
          <a:prstGeom prst="flowChart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Flowchart: Document 80">
            <a:extLst>
              <a:ext uri="{FF2B5EF4-FFF2-40B4-BE49-F238E27FC236}">
                <a16:creationId xmlns:a16="http://schemas.microsoft.com/office/drawing/2014/main" id="{30E42D50-BB26-9B26-9FE6-47CA944EE914}"/>
              </a:ext>
            </a:extLst>
          </p:cNvPr>
          <p:cNvSpPr/>
          <p:nvPr/>
        </p:nvSpPr>
        <p:spPr>
          <a:xfrm>
            <a:off x="10648219" y="2354914"/>
            <a:ext cx="268161" cy="229253"/>
          </a:xfrm>
          <a:prstGeom prst="flowChartDocumen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Flowchart: Document 81">
            <a:extLst>
              <a:ext uri="{FF2B5EF4-FFF2-40B4-BE49-F238E27FC236}">
                <a16:creationId xmlns:a16="http://schemas.microsoft.com/office/drawing/2014/main" id="{0A716D66-B7BF-F747-44CE-CCB6E2B61BEB}"/>
              </a:ext>
            </a:extLst>
          </p:cNvPr>
          <p:cNvSpPr/>
          <p:nvPr/>
        </p:nvSpPr>
        <p:spPr>
          <a:xfrm>
            <a:off x="9324116" y="1497896"/>
            <a:ext cx="268161" cy="229253"/>
          </a:xfrm>
          <a:prstGeom prst="flowChartDocumen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Flowchart: Document 82">
            <a:extLst>
              <a:ext uri="{FF2B5EF4-FFF2-40B4-BE49-F238E27FC236}">
                <a16:creationId xmlns:a16="http://schemas.microsoft.com/office/drawing/2014/main" id="{BA4FD496-01A6-5F1F-080C-54FBEC514196}"/>
              </a:ext>
            </a:extLst>
          </p:cNvPr>
          <p:cNvSpPr/>
          <p:nvPr/>
        </p:nvSpPr>
        <p:spPr>
          <a:xfrm>
            <a:off x="9957672" y="2471885"/>
            <a:ext cx="268161" cy="229253"/>
          </a:xfrm>
          <a:prstGeom prst="flowChart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: Top Corners One Rounded and One Snipped 83">
            <a:extLst>
              <a:ext uri="{FF2B5EF4-FFF2-40B4-BE49-F238E27FC236}">
                <a16:creationId xmlns:a16="http://schemas.microsoft.com/office/drawing/2014/main" id="{5E8E87AA-B9CE-01AE-6DD6-19969A6A5A08}"/>
              </a:ext>
            </a:extLst>
          </p:cNvPr>
          <p:cNvSpPr/>
          <p:nvPr/>
        </p:nvSpPr>
        <p:spPr>
          <a:xfrm>
            <a:off x="10048457" y="2013158"/>
            <a:ext cx="175031" cy="152363"/>
          </a:xfrm>
          <a:prstGeom prst="snip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: Top Corners One Rounded and One Snipped 84">
            <a:extLst>
              <a:ext uri="{FF2B5EF4-FFF2-40B4-BE49-F238E27FC236}">
                <a16:creationId xmlns:a16="http://schemas.microsoft.com/office/drawing/2014/main" id="{98433319-1C57-B92C-84C3-442B2F566D97}"/>
              </a:ext>
            </a:extLst>
          </p:cNvPr>
          <p:cNvSpPr/>
          <p:nvPr/>
        </p:nvSpPr>
        <p:spPr>
          <a:xfrm>
            <a:off x="10613571" y="1981200"/>
            <a:ext cx="175031" cy="152363"/>
          </a:xfrm>
          <a:prstGeom prst="snip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: Top Corners One Rounded and One Snipped 85">
            <a:extLst>
              <a:ext uri="{FF2B5EF4-FFF2-40B4-BE49-F238E27FC236}">
                <a16:creationId xmlns:a16="http://schemas.microsoft.com/office/drawing/2014/main" id="{66E9F404-C007-0D23-FCD4-15B3E468610C}"/>
              </a:ext>
            </a:extLst>
          </p:cNvPr>
          <p:cNvSpPr/>
          <p:nvPr/>
        </p:nvSpPr>
        <p:spPr>
          <a:xfrm>
            <a:off x="9453378" y="2484796"/>
            <a:ext cx="175031" cy="152363"/>
          </a:xfrm>
          <a:prstGeom prst="snip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A9B2EE5-2403-FA59-8A31-D86473DBEB33}"/>
              </a:ext>
            </a:extLst>
          </p:cNvPr>
          <p:cNvSpPr txBox="1"/>
          <p:nvPr/>
        </p:nvSpPr>
        <p:spPr>
          <a:xfrm>
            <a:off x="5390983" y="4097352"/>
            <a:ext cx="33974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avolini" panose="03000502040302020204" pitchFamily="66" charset="0"/>
                <a:cs typeface="Cavolini" panose="03000502040302020204" pitchFamily="66" charset="0"/>
              </a:rPr>
              <a:t>Gender &amp; Education</a:t>
            </a:r>
          </a:p>
        </p:txBody>
      </p:sp>
      <p:sp>
        <p:nvSpPr>
          <p:cNvPr id="91" name="Flowchart: Terminator 90">
            <a:extLst>
              <a:ext uri="{FF2B5EF4-FFF2-40B4-BE49-F238E27FC236}">
                <a16:creationId xmlns:a16="http://schemas.microsoft.com/office/drawing/2014/main" id="{4E4A351C-67B9-10E1-875C-AC169E29483E}"/>
              </a:ext>
            </a:extLst>
          </p:cNvPr>
          <p:cNvSpPr>
            <a:spLocks/>
          </p:cNvSpPr>
          <p:nvPr/>
        </p:nvSpPr>
        <p:spPr>
          <a:xfrm>
            <a:off x="5480957" y="5852463"/>
            <a:ext cx="3679371" cy="420971"/>
          </a:xfrm>
          <a:prstGeom prst="flowChartTerminator">
            <a:avLst/>
          </a:prstGeom>
          <a:solidFill>
            <a:schemeClr val="accent2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Flowchart: Terminator 91">
            <a:extLst>
              <a:ext uri="{FF2B5EF4-FFF2-40B4-BE49-F238E27FC236}">
                <a16:creationId xmlns:a16="http://schemas.microsoft.com/office/drawing/2014/main" id="{581EF930-C7EE-BF38-4231-6BEBC64C72BD}"/>
              </a:ext>
            </a:extLst>
          </p:cNvPr>
          <p:cNvSpPr>
            <a:spLocks/>
          </p:cNvSpPr>
          <p:nvPr/>
        </p:nvSpPr>
        <p:spPr>
          <a:xfrm>
            <a:off x="5495995" y="5302192"/>
            <a:ext cx="3679371" cy="380566"/>
          </a:xfrm>
          <a:prstGeom prst="flowChartTerminator">
            <a:avLst/>
          </a:prstGeom>
          <a:solidFill>
            <a:schemeClr val="accent2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39691C1C-277E-8592-2917-2E73CC78A0C5}"/>
              </a:ext>
            </a:extLst>
          </p:cNvPr>
          <p:cNvCxnSpPr>
            <a:cxnSpLocks/>
          </p:cNvCxnSpPr>
          <p:nvPr/>
        </p:nvCxnSpPr>
        <p:spPr>
          <a:xfrm>
            <a:off x="9234047" y="4779965"/>
            <a:ext cx="0" cy="152251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Flowchart: Terminator 89">
            <a:extLst>
              <a:ext uri="{FF2B5EF4-FFF2-40B4-BE49-F238E27FC236}">
                <a16:creationId xmlns:a16="http://schemas.microsoft.com/office/drawing/2014/main" id="{DA0FFA78-CC4D-816D-1C8D-D0C2929693AB}"/>
              </a:ext>
            </a:extLst>
          </p:cNvPr>
          <p:cNvSpPr>
            <a:spLocks/>
          </p:cNvSpPr>
          <p:nvPr/>
        </p:nvSpPr>
        <p:spPr>
          <a:xfrm>
            <a:off x="5473577" y="4853021"/>
            <a:ext cx="3679371" cy="339412"/>
          </a:xfrm>
          <a:prstGeom prst="flowChartTerminator">
            <a:avLst/>
          </a:prstGeom>
          <a:solidFill>
            <a:schemeClr val="accent2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7" name="Graphic 96" descr="Female with solid fill">
            <a:extLst>
              <a:ext uri="{FF2B5EF4-FFF2-40B4-BE49-F238E27FC236}">
                <a16:creationId xmlns:a16="http://schemas.microsoft.com/office/drawing/2014/main" id="{C9319086-1177-D0E0-C25B-D265D6F2403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539816" y="4799002"/>
            <a:ext cx="502284" cy="502284"/>
          </a:xfrm>
          <a:prstGeom prst="rect">
            <a:avLst/>
          </a:prstGeom>
        </p:spPr>
      </p:pic>
      <p:pic>
        <p:nvPicPr>
          <p:cNvPr id="99" name="Graphic 98" descr="Male with solid fill">
            <a:extLst>
              <a:ext uri="{FF2B5EF4-FFF2-40B4-BE49-F238E27FC236}">
                <a16:creationId xmlns:a16="http://schemas.microsoft.com/office/drawing/2014/main" id="{94B6B53B-C44D-DA82-88BE-EC1C7C858F7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594782" y="5198099"/>
            <a:ext cx="592952" cy="592952"/>
          </a:xfrm>
          <a:prstGeom prst="rect">
            <a:avLst/>
          </a:prstGeom>
        </p:spPr>
      </p:pic>
      <p:pic>
        <p:nvPicPr>
          <p:cNvPr id="95" name="Graphic 94" descr="Male with solid fill">
            <a:extLst>
              <a:ext uri="{FF2B5EF4-FFF2-40B4-BE49-F238E27FC236}">
                <a16:creationId xmlns:a16="http://schemas.microsoft.com/office/drawing/2014/main" id="{BD2971B5-1C50-3853-1D14-524308D48A5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581368" y="5757006"/>
            <a:ext cx="592952" cy="592952"/>
          </a:xfrm>
          <a:prstGeom prst="rect">
            <a:avLst/>
          </a:prstGeom>
        </p:spPr>
      </p:pic>
      <p:pic>
        <p:nvPicPr>
          <p:cNvPr id="102" name="Graphic 101" descr="Male with solid fill">
            <a:extLst>
              <a:ext uri="{FF2B5EF4-FFF2-40B4-BE49-F238E27FC236}">
                <a16:creationId xmlns:a16="http://schemas.microsoft.com/office/drawing/2014/main" id="{6202C496-61FE-ACE8-9B12-0ACD65EEFA8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410578" y="4695345"/>
            <a:ext cx="592952" cy="592952"/>
          </a:xfrm>
          <a:prstGeom prst="rect">
            <a:avLst/>
          </a:prstGeom>
        </p:spPr>
      </p:pic>
      <p:pic>
        <p:nvPicPr>
          <p:cNvPr id="103" name="Graphic 102" descr="Female with solid fill">
            <a:extLst>
              <a:ext uri="{FF2B5EF4-FFF2-40B4-BE49-F238E27FC236}">
                <a16:creationId xmlns:a16="http://schemas.microsoft.com/office/drawing/2014/main" id="{69238456-EB7B-7880-667A-9676AA10B76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55490" y="5299409"/>
            <a:ext cx="505074" cy="505074"/>
          </a:xfrm>
          <a:prstGeom prst="rect">
            <a:avLst/>
          </a:prstGeom>
        </p:spPr>
      </p:pic>
      <p:pic>
        <p:nvPicPr>
          <p:cNvPr id="104" name="Graphic 103" descr="Female with solid fill">
            <a:extLst>
              <a:ext uri="{FF2B5EF4-FFF2-40B4-BE49-F238E27FC236}">
                <a16:creationId xmlns:a16="http://schemas.microsoft.com/office/drawing/2014/main" id="{C9047A1C-8197-C013-D4B8-AF57CE0C0CB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31675" y="5818059"/>
            <a:ext cx="505074" cy="505074"/>
          </a:xfrm>
          <a:prstGeom prst="rect">
            <a:avLst/>
          </a:prstGeom>
        </p:spPr>
      </p:pic>
      <p:sp>
        <p:nvSpPr>
          <p:cNvPr id="105" name="TextBox 104">
            <a:extLst>
              <a:ext uri="{FF2B5EF4-FFF2-40B4-BE49-F238E27FC236}">
                <a16:creationId xmlns:a16="http://schemas.microsoft.com/office/drawing/2014/main" id="{2CA1E834-86C3-672C-9ED7-3963E18A1FB4}"/>
              </a:ext>
            </a:extLst>
          </p:cNvPr>
          <p:cNvSpPr txBox="1"/>
          <p:nvPr/>
        </p:nvSpPr>
        <p:spPr>
          <a:xfrm>
            <a:off x="9252276" y="4085962"/>
            <a:ext cx="28847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avolini" panose="03000502040302020204" pitchFamily="66" charset="0"/>
                <a:cs typeface="Cavolini" panose="03000502040302020204" pitchFamily="66" charset="0"/>
              </a:rPr>
              <a:t>Age VS Salary</a:t>
            </a:r>
          </a:p>
        </p:txBody>
      </p: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62FB4019-E46A-86A7-7A74-797671DAC6F5}"/>
              </a:ext>
            </a:extLst>
          </p:cNvPr>
          <p:cNvCxnSpPr>
            <a:cxnSpLocks/>
          </p:cNvCxnSpPr>
          <p:nvPr/>
        </p:nvCxnSpPr>
        <p:spPr>
          <a:xfrm>
            <a:off x="9628409" y="4782932"/>
            <a:ext cx="0" cy="1522517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A8FAF9C5-1A6C-BFA5-DA45-980127341205}"/>
              </a:ext>
            </a:extLst>
          </p:cNvPr>
          <p:cNvCxnSpPr>
            <a:cxnSpLocks/>
          </p:cNvCxnSpPr>
          <p:nvPr/>
        </p:nvCxnSpPr>
        <p:spPr>
          <a:xfrm>
            <a:off x="9557075" y="6175929"/>
            <a:ext cx="2275116" cy="0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259A7F84-DE76-BFA3-9602-55C89B86B0C1}"/>
              </a:ext>
            </a:extLst>
          </p:cNvPr>
          <p:cNvSpPr txBox="1"/>
          <p:nvPr/>
        </p:nvSpPr>
        <p:spPr>
          <a:xfrm rot="16200000">
            <a:off x="8987492" y="5376788"/>
            <a:ext cx="7701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avolini" panose="03000502040302020204" pitchFamily="66" charset="0"/>
                <a:cs typeface="Cavolini" panose="03000502040302020204" pitchFamily="66" charset="0"/>
              </a:rPr>
              <a:t>Salary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46218DA8-66A4-36C5-B50F-11E369638E8C}"/>
              </a:ext>
            </a:extLst>
          </p:cNvPr>
          <p:cNvSpPr txBox="1"/>
          <p:nvPr/>
        </p:nvSpPr>
        <p:spPr>
          <a:xfrm>
            <a:off x="10455136" y="5928118"/>
            <a:ext cx="59295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volini" panose="03000502040302020204" pitchFamily="66" charset="0"/>
                <a:cs typeface="Cavolini" panose="03000502040302020204" pitchFamily="66" charset="0"/>
              </a:rPr>
              <a:t>	</a:t>
            </a:r>
            <a:r>
              <a:rPr lang="en-US" sz="1200" dirty="0">
                <a:latin typeface="Cavolini" panose="03000502040302020204" pitchFamily="66" charset="0"/>
                <a:cs typeface="Cavolini" panose="03000502040302020204" pitchFamily="66" charset="0"/>
              </a:rPr>
              <a:t>Age</a:t>
            </a:r>
          </a:p>
        </p:txBody>
      </p:sp>
      <p:sp>
        <p:nvSpPr>
          <p:cNvPr id="116" name="Diamond 115">
            <a:extLst>
              <a:ext uri="{FF2B5EF4-FFF2-40B4-BE49-F238E27FC236}">
                <a16:creationId xmlns:a16="http://schemas.microsoft.com/office/drawing/2014/main" id="{6053425B-A3F5-EEC3-A655-A0AC45B56363}"/>
              </a:ext>
            </a:extLst>
          </p:cNvPr>
          <p:cNvSpPr/>
          <p:nvPr/>
        </p:nvSpPr>
        <p:spPr>
          <a:xfrm>
            <a:off x="10852530" y="5437833"/>
            <a:ext cx="244052" cy="169706"/>
          </a:xfrm>
          <a:prstGeom prst="diamond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Diamond 116">
            <a:extLst>
              <a:ext uri="{FF2B5EF4-FFF2-40B4-BE49-F238E27FC236}">
                <a16:creationId xmlns:a16="http://schemas.microsoft.com/office/drawing/2014/main" id="{09969766-CA2A-0283-815E-2B6A18F059E7}"/>
              </a:ext>
            </a:extLst>
          </p:cNvPr>
          <p:cNvSpPr/>
          <p:nvPr/>
        </p:nvSpPr>
        <p:spPr>
          <a:xfrm>
            <a:off x="10290455" y="4849705"/>
            <a:ext cx="244052" cy="169706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Diamond 117">
            <a:extLst>
              <a:ext uri="{FF2B5EF4-FFF2-40B4-BE49-F238E27FC236}">
                <a16:creationId xmlns:a16="http://schemas.microsoft.com/office/drawing/2014/main" id="{8BE97A64-6CB5-0F20-F17E-0936A8003A39}"/>
              </a:ext>
            </a:extLst>
          </p:cNvPr>
          <p:cNvSpPr/>
          <p:nvPr/>
        </p:nvSpPr>
        <p:spPr>
          <a:xfrm>
            <a:off x="10613570" y="5522686"/>
            <a:ext cx="244052" cy="169706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Diamond 118">
            <a:extLst>
              <a:ext uri="{FF2B5EF4-FFF2-40B4-BE49-F238E27FC236}">
                <a16:creationId xmlns:a16="http://schemas.microsoft.com/office/drawing/2014/main" id="{9E855DAD-66F3-8F93-D3AD-BAE14D57A5BA}"/>
              </a:ext>
            </a:extLst>
          </p:cNvPr>
          <p:cNvSpPr/>
          <p:nvPr/>
        </p:nvSpPr>
        <p:spPr>
          <a:xfrm>
            <a:off x="10572607" y="4772600"/>
            <a:ext cx="244052" cy="169706"/>
          </a:xfrm>
          <a:prstGeom prst="diamond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0" name="Diamond 119">
            <a:extLst>
              <a:ext uri="{FF2B5EF4-FFF2-40B4-BE49-F238E27FC236}">
                <a16:creationId xmlns:a16="http://schemas.microsoft.com/office/drawing/2014/main" id="{A3BEA54E-6107-1FBD-98E5-259AA9F3C991}"/>
              </a:ext>
            </a:extLst>
          </p:cNvPr>
          <p:cNvSpPr/>
          <p:nvPr/>
        </p:nvSpPr>
        <p:spPr>
          <a:xfrm>
            <a:off x="10332167" y="5035198"/>
            <a:ext cx="244052" cy="169706"/>
          </a:xfrm>
          <a:prstGeom prst="diamond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Diamond 120">
            <a:extLst>
              <a:ext uri="{FF2B5EF4-FFF2-40B4-BE49-F238E27FC236}">
                <a16:creationId xmlns:a16="http://schemas.microsoft.com/office/drawing/2014/main" id="{07F50801-26D8-4307-AAA4-0DC93DE7E694}"/>
              </a:ext>
            </a:extLst>
          </p:cNvPr>
          <p:cNvSpPr/>
          <p:nvPr/>
        </p:nvSpPr>
        <p:spPr>
          <a:xfrm>
            <a:off x="10847092" y="4742930"/>
            <a:ext cx="244052" cy="169706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Diamond 121">
            <a:extLst>
              <a:ext uri="{FF2B5EF4-FFF2-40B4-BE49-F238E27FC236}">
                <a16:creationId xmlns:a16="http://schemas.microsoft.com/office/drawing/2014/main" id="{D85B9580-FEA9-9F97-F159-76183516A708}"/>
              </a:ext>
            </a:extLst>
          </p:cNvPr>
          <p:cNvSpPr/>
          <p:nvPr/>
        </p:nvSpPr>
        <p:spPr>
          <a:xfrm>
            <a:off x="10566892" y="5092878"/>
            <a:ext cx="244052" cy="169706"/>
          </a:xfrm>
          <a:prstGeom prst="diamond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Diamond 122">
            <a:extLst>
              <a:ext uri="{FF2B5EF4-FFF2-40B4-BE49-F238E27FC236}">
                <a16:creationId xmlns:a16="http://schemas.microsoft.com/office/drawing/2014/main" id="{89D911BD-3619-81EE-3898-A10299712EDD}"/>
              </a:ext>
            </a:extLst>
          </p:cNvPr>
          <p:cNvSpPr/>
          <p:nvPr/>
        </p:nvSpPr>
        <p:spPr>
          <a:xfrm>
            <a:off x="10431857" y="5318186"/>
            <a:ext cx="244052" cy="169706"/>
          </a:xfrm>
          <a:prstGeom prst="diamond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Diamond 123">
            <a:extLst>
              <a:ext uri="{FF2B5EF4-FFF2-40B4-BE49-F238E27FC236}">
                <a16:creationId xmlns:a16="http://schemas.microsoft.com/office/drawing/2014/main" id="{D53963A8-C99A-1F76-3683-5655DE72102D}"/>
              </a:ext>
            </a:extLst>
          </p:cNvPr>
          <p:cNvSpPr/>
          <p:nvPr/>
        </p:nvSpPr>
        <p:spPr>
          <a:xfrm>
            <a:off x="11097192" y="4695345"/>
            <a:ext cx="244052" cy="169706"/>
          </a:xfrm>
          <a:prstGeom prst="diamond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Diamond 124">
            <a:extLst>
              <a:ext uri="{FF2B5EF4-FFF2-40B4-BE49-F238E27FC236}">
                <a16:creationId xmlns:a16="http://schemas.microsoft.com/office/drawing/2014/main" id="{FB4FF759-9D42-8868-4929-26005C130B83}"/>
              </a:ext>
            </a:extLst>
          </p:cNvPr>
          <p:cNvSpPr/>
          <p:nvPr/>
        </p:nvSpPr>
        <p:spPr>
          <a:xfrm>
            <a:off x="10144494" y="5473228"/>
            <a:ext cx="244052" cy="169706"/>
          </a:xfrm>
          <a:prstGeom prst="diamond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Diamond 125">
            <a:extLst>
              <a:ext uri="{FF2B5EF4-FFF2-40B4-BE49-F238E27FC236}">
                <a16:creationId xmlns:a16="http://schemas.microsoft.com/office/drawing/2014/main" id="{B75C2448-A715-64B3-3662-59212EC530C1}"/>
              </a:ext>
            </a:extLst>
          </p:cNvPr>
          <p:cNvSpPr/>
          <p:nvPr/>
        </p:nvSpPr>
        <p:spPr>
          <a:xfrm>
            <a:off x="10986755" y="5103963"/>
            <a:ext cx="244052" cy="169706"/>
          </a:xfrm>
          <a:prstGeom prst="diamond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59563D39-A036-F5A3-4E98-9DD3120FD168}"/>
              </a:ext>
            </a:extLst>
          </p:cNvPr>
          <p:cNvCxnSpPr>
            <a:cxnSpLocks/>
          </p:cNvCxnSpPr>
          <p:nvPr/>
        </p:nvCxnSpPr>
        <p:spPr>
          <a:xfrm>
            <a:off x="10628111" y="4659580"/>
            <a:ext cx="29945" cy="1359284"/>
          </a:xfrm>
          <a:prstGeom prst="line">
            <a:avLst/>
          </a:prstGeom>
          <a:ln>
            <a:solidFill>
              <a:schemeClr val="accent2">
                <a:alpha val="41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A077202B-BEFA-971C-DCD0-36A6DE3B9A9E}"/>
              </a:ext>
            </a:extLst>
          </p:cNvPr>
          <p:cNvCxnSpPr>
            <a:cxnSpLocks/>
          </p:cNvCxnSpPr>
          <p:nvPr/>
        </p:nvCxnSpPr>
        <p:spPr>
          <a:xfrm>
            <a:off x="9786410" y="5318930"/>
            <a:ext cx="1816445" cy="0"/>
          </a:xfrm>
          <a:prstGeom prst="line">
            <a:avLst/>
          </a:prstGeom>
          <a:ln>
            <a:solidFill>
              <a:schemeClr val="accent2">
                <a:alpha val="36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5" name="Rectangle 134">
            <a:extLst>
              <a:ext uri="{FF2B5EF4-FFF2-40B4-BE49-F238E27FC236}">
                <a16:creationId xmlns:a16="http://schemas.microsoft.com/office/drawing/2014/main" id="{A12B165A-85F4-F354-CE78-9F189277301D}"/>
              </a:ext>
            </a:extLst>
          </p:cNvPr>
          <p:cNvSpPr/>
          <p:nvPr/>
        </p:nvSpPr>
        <p:spPr>
          <a:xfrm>
            <a:off x="130629" y="119743"/>
            <a:ext cx="850351" cy="656408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Flowchart: Connector 135">
            <a:extLst>
              <a:ext uri="{FF2B5EF4-FFF2-40B4-BE49-F238E27FC236}">
                <a16:creationId xmlns:a16="http://schemas.microsoft.com/office/drawing/2014/main" id="{41313089-CBB8-EF75-3D75-C37D9EA93576}"/>
              </a:ext>
            </a:extLst>
          </p:cNvPr>
          <p:cNvSpPr/>
          <p:nvPr/>
        </p:nvSpPr>
        <p:spPr>
          <a:xfrm>
            <a:off x="174172" y="173411"/>
            <a:ext cx="671968" cy="669018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5A2247A7-3D86-2581-6E1C-A17766C68D8A}"/>
              </a:ext>
            </a:extLst>
          </p:cNvPr>
          <p:cNvSpPr txBox="1"/>
          <p:nvPr/>
        </p:nvSpPr>
        <p:spPr>
          <a:xfrm>
            <a:off x="174171" y="249659"/>
            <a:ext cx="7130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HR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9C92E930-75A8-5B34-4229-BBAE738B3670}"/>
              </a:ext>
            </a:extLst>
          </p:cNvPr>
          <p:cNvSpPr/>
          <p:nvPr/>
        </p:nvSpPr>
        <p:spPr>
          <a:xfrm>
            <a:off x="505354" y="1066800"/>
            <a:ext cx="401715" cy="4447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10A4B2A2-777D-1F40-F525-CF4AEF102721}"/>
              </a:ext>
            </a:extLst>
          </p:cNvPr>
          <p:cNvSpPr/>
          <p:nvPr/>
        </p:nvSpPr>
        <p:spPr>
          <a:xfrm>
            <a:off x="478532" y="1722027"/>
            <a:ext cx="428537" cy="4305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418EA89B-0E67-40BE-BBB7-4E1FB0CDA269}"/>
              </a:ext>
            </a:extLst>
          </p:cNvPr>
          <p:cNvSpPr/>
          <p:nvPr/>
        </p:nvSpPr>
        <p:spPr>
          <a:xfrm>
            <a:off x="174171" y="1066800"/>
            <a:ext cx="220251" cy="4424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1B919BD0-2BA1-F33A-289D-20F2AEE50E4A}"/>
              </a:ext>
            </a:extLst>
          </p:cNvPr>
          <p:cNvSpPr/>
          <p:nvPr/>
        </p:nvSpPr>
        <p:spPr>
          <a:xfrm>
            <a:off x="151727" y="1674259"/>
            <a:ext cx="220251" cy="4424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FC041DC5-6B58-F5B9-9F75-70E2C0E9CA7F}"/>
              </a:ext>
            </a:extLst>
          </p:cNvPr>
          <p:cNvSpPr txBox="1"/>
          <p:nvPr/>
        </p:nvSpPr>
        <p:spPr>
          <a:xfrm rot="20210924">
            <a:off x="161910" y="2482212"/>
            <a:ext cx="7738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avolini" panose="03000502040302020204" pitchFamily="66" charset="0"/>
                <a:cs typeface="Cavolini" panose="03000502040302020204" pitchFamily="66" charset="0"/>
              </a:rPr>
              <a:t>Export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FE797044-B17F-1E12-5C2F-B75E6829D6A6}"/>
              </a:ext>
            </a:extLst>
          </p:cNvPr>
          <p:cNvSpPr txBox="1"/>
          <p:nvPr/>
        </p:nvSpPr>
        <p:spPr>
          <a:xfrm rot="19512254">
            <a:off x="103424" y="4612359"/>
            <a:ext cx="10711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avolini" panose="03000502040302020204" pitchFamily="66" charset="0"/>
                <a:cs typeface="Cavolini" panose="03000502040302020204" pitchFamily="66" charset="0"/>
              </a:rPr>
              <a:t>Connect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37B035E2-55CB-9A9D-396A-8BB16DF6C1BB}"/>
              </a:ext>
            </a:extLst>
          </p:cNvPr>
          <p:cNvSpPr/>
          <p:nvPr/>
        </p:nvSpPr>
        <p:spPr>
          <a:xfrm>
            <a:off x="363730" y="2880398"/>
            <a:ext cx="401715" cy="4447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3E226396-D37B-A0AC-BC92-13636C87126C}"/>
              </a:ext>
            </a:extLst>
          </p:cNvPr>
          <p:cNvSpPr/>
          <p:nvPr/>
        </p:nvSpPr>
        <p:spPr>
          <a:xfrm>
            <a:off x="317164" y="3444920"/>
            <a:ext cx="401715" cy="4447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FD648B60-0AA5-6772-904A-6B3749604E5E}"/>
              </a:ext>
            </a:extLst>
          </p:cNvPr>
          <p:cNvSpPr/>
          <p:nvPr/>
        </p:nvSpPr>
        <p:spPr>
          <a:xfrm>
            <a:off x="317746" y="5247664"/>
            <a:ext cx="401715" cy="4447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4323AD67-D4AE-7689-A6EC-85CEC1FC7FC6}"/>
              </a:ext>
            </a:extLst>
          </p:cNvPr>
          <p:cNvSpPr/>
          <p:nvPr/>
        </p:nvSpPr>
        <p:spPr>
          <a:xfrm>
            <a:off x="311581" y="5878799"/>
            <a:ext cx="401715" cy="4447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Flowchart: Terminator 147">
            <a:extLst>
              <a:ext uri="{FF2B5EF4-FFF2-40B4-BE49-F238E27FC236}">
                <a16:creationId xmlns:a16="http://schemas.microsoft.com/office/drawing/2014/main" id="{47B574AF-3D54-087B-DFBA-FEC3BC720DCC}"/>
              </a:ext>
            </a:extLst>
          </p:cNvPr>
          <p:cNvSpPr/>
          <p:nvPr/>
        </p:nvSpPr>
        <p:spPr>
          <a:xfrm>
            <a:off x="10916380" y="75336"/>
            <a:ext cx="903452" cy="275637"/>
          </a:xfrm>
          <a:prstGeom prst="flowChartTermina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Flowchart: Connector 148">
            <a:extLst>
              <a:ext uri="{FF2B5EF4-FFF2-40B4-BE49-F238E27FC236}">
                <a16:creationId xmlns:a16="http://schemas.microsoft.com/office/drawing/2014/main" id="{0BA22959-E6C6-51F2-7335-0811C22E2799}"/>
              </a:ext>
            </a:extLst>
          </p:cNvPr>
          <p:cNvSpPr/>
          <p:nvPr/>
        </p:nvSpPr>
        <p:spPr>
          <a:xfrm>
            <a:off x="10975447" y="133183"/>
            <a:ext cx="231394" cy="161802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D1721C15-8774-4730-89A3-CFC2AE8E9B1F}"/>
              </a:ext>
            </a:extLst>
          </p:cNvPr>
          <p:cNvSpPr txBox="1"/>
          <p:nvPr/>
        </p:nvSpPr>
        <p:spPr>
          <a:xfrm>
            <a:off x="9928384" y="23449"/>
            <a:ext cx="1428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volini" panose="03000502040302020204" pitchFamily="66" charset="0"/>
                <a:cs typeface="Cavolini" panose="03000502040302020204" pitchFamily="66" charset="0"/>
              </a:rPr>
              <a:t>Filter</a:t>
            </a:r>
          </a:p>
        </p:txBody>
      </p:sp>
    </p:spTree>
    <p:extLst>
      <p:ext uri="{BB962C8B-B14F-4D97-AF65-F5344CB8AC3E}">
        <p14:creationId xmlns:p14="http://schemas.microsoft.com/office/powerpoint/2010/main" val="41778207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03C4A1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185</TotalTime>
  <Words>43</Words>
  <Application>Microsoft Office PowerPoint</Application>
  <PresentationFormat>Widescreen</PresentationFormat>
  <Paragraphs>25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Cavolini</vt:lpstr>
      <vt:lpstr>Office Theme</vt:lpstr>
      <vt:lpstr>Human Resource Dashboard / overview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Nancy Kadies</dc:creator>
  <cp:lastModifiedBy>Nancy Kadies</cp:lastModifiedBy>
  <cp:revision>3</cp:revision>
  <dcterms:created xsi:type="dcterms:W3CDTF">2025-10-31T03:27:11Z</dcterms:created>
  <dcterms:modified xsi:type="dcterms:W3CDTF">2025-11-07T04:18:53Z</dcterms:modified>
</cp:coreProperties>
</file>